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12.xml"/>
  <Override ContentType="application/vnd.openxmlformats-officedocument.presentationml.tags+xml" PartName="/ppt/tags/tag1126.xml"/>
  <Override ContentType="application/vnd.openxmlformats-officedocument.presentationml.tags+xml" PartName="/ppt/tags/tag1327.xml"/>
  <Override ContentType="application/vnd.openxmlformats-officedocument.presentationml.tags+xml" PartName="/ppt/tags/tag1423.xml"/>
  <Override ContentType="application/vnd.openxmlformats-officedocument.presentationml.tags+xml" PartName="/ppt/tags/tag2025.xml"/>
  <Override ContentType="application/vnd.openxmlformats-officedocument.presentationml.tags+xml" PartName="/ppt/tags/tag3328.xml"/>
  <Override ContentType="application/vnd.openxmlformats-officedocument.presentationml.tags+xml" PartName="/ppt/tags/tag3329.xml"/>
  <Override ContentType="application/vnd.openxmlformats-officedocument.presentationml.tags+xml" PartName="/ppt/tags/tag3724.xml"/>
  <Override ContentType="application/vnd.openxmlformats-officedocument.presentationml.tags+xml" PartName="/ppt/tags/tag31211.xml"/>
  <Override ContentType="application/vnd.openxmlformats-officedocument.presentationml.tags+xml" PartName="/ppt/tags/tag32210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arget="docProps/app.xml" Type="http://schemas.openxmlformats.org/officeDocument/2006/relationships/extended-properties"/><Relationship Id="rId4" Target="docProps/thumbnail.jpeg" Type="http://schemas.openxmlformats.org/package/2006/relationships/metadata/thumbnail"/><Relationship Id="rId5" Target="docProps/custom.xml" Type="http://schemas.openxmlformats.org/officeDocument/2006/relationships/custom-properties"/></Relationships>
</file>

<file path=ppt/presentation.xml><?xml version="1.0" encoding="utf-8"?>
<p:presentation xmlns:p15="http://schemas.microsoft.com/office/powerpoint/2012/main"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5d55df5c581d4f30"/>
    <p:sldId id="257" r:id="Raa9dae8109d541ab"/>
    <p:sldId id="258" r:id="R62f7b83d160c4e5e"/>
    <p:sldId id="259" r:id="Red71fc4f9ba14ad2"/>
    <p:sldId id="260" r:id="R3d72cd8d37e24054"/>
    <p:sldId id="261" r:id="R0f147b4792ee4dd4"/>
    <p:sldId id="262" r:id="R5a7e6d314c5a49bb"/>
    <p:sldId id="263" r:id="R4f70e859184a4e8c"/>
    <p:sldId id="264" r:id="R558ef99027394da5"/>
    <p:sldId id="265" r:id="R36acfcc66c7f4528"/>
    <p:sldId id="266" r:id="R582342bcf2fe45df"/>
    <p:sldId id="267" r:id="Rd0d080eb61634103"/>
    <p:sldId id="268" r:id="R18e5992967bd40bd"/>
    <p:sldId id="269" r:id="Rca615ff6f00b4022"/>
    <p:sldId id="270" r:id="R0ed7a9d6f42a4515"/>
    <p:sldId id="271" r:id="R2950b976b6e241ca"/>
    <p:sldId id="272" r:id="Ra08667523dc44b6e"/>
    <p:sldId id="273" r:id="Rd70f20aa1e294303"/>
    <p:sldId id="274" r:id="R231b2048e40c417e"/>
    <p:sldId id="275" r:id="R85b7fd3a99a348fb"/>
    <p:sldId id="276" r:id="R4b4356f737d54022"/>
    <p:sldId id="277" r:id="Rea6a2c3ec00d494e"/>
    <p:sldId id="278" r:id="R7c3d71b0c30c4d47"/>
    <p:sldId id="279" r:id="R10e79d213a0f48c8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60" d="100"/>
          <a:sy n="60" d="100"/>
        </p:scale>
        <p:origin x="114" y="252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>
        <p:scale>
          <a:sx n="1" d="100"/>
          <a:sy n="1" d="100"/>
        </p:scale>
        <p:origin x="0" y="0"/>
      </p:cViewPr>
    </p:cSldViewPr>
  </p:notesViewPr>
  <p:gridSpacing cx="76200" cy="76200"/>
</p:viewPr>
</file>

<file path=ppt/_rels/presentation.xml.rels><?xml version="1.0" encoding="UTF-8" standalone="yes"?><Relationships xmlns="http://schemas.openxmlformats.org/package/2006/relationships"><Relationship Id="R0ed7a9d6f42a4515" Target="slides/slide20.xml" Type="http://schemas.openxmlformats.org/officeDocument/2006/relationships/slide"/><Relationship Id="R0f147b4792ee4dd4" Target="slides/slide11.xml" Type="http://schemas.openxmlformats.org/officeDocument/2006/relationships/slide"/><Relationship Id="R10e79d213a0f48c8" Target="slides/slide29.xml" Type="http://schemas.openxmlformats.org/officeDocument/2006/relationships/slide"/><Relationship Id="R18e5992967bd40bd" Target="slides/slide18.xml" Type="http://schemas.openxmlformats.org/officeDocument/2006/relationships/slide"/><Relationship Id="R231b2048e40c417e" Target="slides/slide24.xml" Type="http://schemas.openxmlformats.org/officeDocument/2006/relationships/slide"/><Relationship Id="R2950b976b6e241ca" Target="slides/slide21.xml" Type="http://schemas.openxmlformats.org/officeDocument/2006/relationships/slide"/><Relationship Id="R36acfcc66c7f4528" Target="slides/slide15.xml" Type="http://schemas.openxmlformats.org/officeDocument/2006/relationships/slide"/><Relationship Id="R3d72cd8d37e24054" Target="slides/slide10.xml" Type="http://schemas.openxmlformats.org/officeDocument/2006/relationships/slide"/><Relationship Id="R4b4356f737d54022" Target="slides/slide26.xml" Type="http://schemas.openxmlformats.org/officeDocument/2006/relationships/slide"/><Relationship Id="R4f70e859184a4e8c" Target="slides/slide13.xml" Type="http://schemas.openxmlformats.org/officeDocument/2006/relationships/slide"/><Relationship Id="R558ef99027394da5" Target="slides/slide14.xml" Type="http://schemas.openxmlformats.org/officeDocument/2006/relationships/slide"/><Relationship Id="R582342bcf2fe45df" Target="slides/slide16.xml" Type="http://schemas.openxmlformats.org/officeDocument/2006/relationships/slide"/><Relationship Id="R5a7e6d314c5a49bb" Target="slides/slide12.xml" Type="http://schemas.openxmlformats.org/officeDocument/2006/relationships/slide"/><Relationship Id="R5d55df5c581d4f30" Target="slides/slide6.xml" Type="http://schemas.openxmlformats.org/officeDocument/2006/relationships/slide"/><Relationship Id="R62f7b83d160c4e5e" Target="slides/slide8.xml" Type="http://schemas.openxmlformats.org/officeDocument/2006/relationships/slide"/><Relationship Id="R7c3d71b0c30c4d47" Target="slides/slide28.xml" Type="http://schemas.openxmlformats.org/officeDocument/2006/relationships/slide"/><Relationship Id="R85b7fd3a99a348fb" Target="slides/slide25.xml" Type="http://schemas.openxmlformats.org/officeDocument/2006/relationships/slide"/><Relationship Id="Ra08667523dc44b6e" Target="slides/slide22.xml" Type="http://schemas.openxmlformats.org/officeDocument/2006/relationships/slide"/><Relationship Id="Raa9dae8109d541ab" Target="slides/slide7.xml" Type="http://schemas.openxmlformats.org/officeDocument/2006/relationships/slide"/><Relationship Id="Rca615ff6f00b4022" Target="slides/slide19.xml" Type="http://schemas.openxmlformats.org/officeDocument/2006/relationships/slide"/><Relationship Id="Rd0d080eb61634103" Target="slides/slide17.xml" Type="http://schemas.openxmlformats.org/officeDocument/2006/relationships/slide"/><Relationship Id="Rd70f20aa1e294303" Target="slides/slide23.xml" Type="http://schemas.openxmlformats.org/officeDocument/2006/relationships/slide"/><Relationship Id="Rea6a2c3ec00d494e" Target="slides/slide27.xml" Type="http://schemas.openxmlformats.org/officeDocument/2006/relationships/slide"/><Relationship Id="Red71fc4f9ba14ad2" Target="slides/slide9.xml" Type="http://schemas.openxmlformats.org/officeDocument/2006/relationships/slide"/><Relationship Id="rId1" Target="slideMasters/slideMaster1.xml" Type="http://schemas.openxmlformats.org/officeDocument/2006/relationships/slideMaster"/><Relationship Id="rId14" Target="tags/tag1.xml" Type="http://schemas.openxmlformats.org/officeDocument/2006/relationships/tags"/><Relationship Id="rId15" Target="presProps.xml" Type="http://schemas.openxmlformats.org/officeDocument/2006/relationships/presProps"/><Relationship Id="rId16" Target="viewProps.xml" Type="http://schemas.openxmlformats.org/officeDocument/2006/relationships/viewProps"/><Relationship Id="rId17" Target="theme/theme1.xml" Type="http://schemas.openxmlformats.org/officeDocument/2006/relationships/theme"/><Relationship Id="rId18" Target="tableStyles.xml" Type="http://schemas.openxmlformats.org/officeDocument/2006/relationships/tableStyles"/></Relationships>
</file>

<file path=ppt/slideLayouts/_rels/slideLayout1.xml.rels><?xml version="1.0" encoding="UTF-8" standalone="yes"?><Relationships xmlns="http://schemas.openxmlformats.org/package/2006/relationships"><Relationship Id="rId1" Target="../media/image1.pn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media/image1.pn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media/image1.pn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Title Slide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8" name="" descr="d5f4a85d-eb32-4c4c-8876-42eaafbd7a17"/>
          <p:cNvGrpSpPr/>
          <p:nvPr/>
        </p:nvGrpSpPr>
        <p:grpSpPr>
          <a:xfrm>
            <a:off x="0" y="-99566"/>
            <a:ext cx="12192000" cy="6957566"/>
            <a:chOff x="0" y="-99566"/>
            <a:chExt cx="12192000" cy="6957566"/>
          </a:xfrm>
        </p:grpSpPr>
        <p:grpSp>
          <p:nvGrpSpPr>
            <p:cNvPr id="84" name="" descr="736bde18-0e47-4b9f-8cbc-39169f72f17e"/>
            <p:cNvGrpSpPr/>
            <p:nvPr/>
          </p:nvGrpSpPr>
          <p:grpSpPr>
            <a:xfrm>
              <a:off x="0" y="-99566"/>
              <a:ext cx="12192000" cy="6957566"/>
              <a:chOff x="0" y="-266699"/>
              <a:chExt cx="12192000" cy="6957566"/>
            </a:xfrm>
          </p:grpSpPr>
          <p:sp>
            <p:nvSpPr>
              <p:cNvPr id="17" name="" descr="cb25ca32-83fe-4831-a173-9f7aac83358c"/>
              <p:cNvSpPr/>
              <p:nvPr/>
            </p:nvSpPr>
            <p:spPr>
              <a:xfrm>
                <a:off x="0" y="3098779"/>
                <a:ext cx="12192000" cy="3592088"/>
              </a:xfrm>
              <a:custGeom>
                <a:gdLst>
                  <a:gd name="connsiteX0" fmla="*/ 4528852 w 7143750"/>
                  <a:gd name="connsiteY0" fmla="*/ 1132904 h 2104739"/>
                  <a:gd name="connsiteX1" fmla="*/ 2820543 w 7143750"/>
                  <a:gd name="connsiteY1" fmla="*/ 1689068 h 2104739"/>
                  <a:gd name="connsiteX2" fmla="*/ 0 w 7143750"/>
                  <a:gd name="connsiteY2" fmla="*/ 1476185 h 2104739"/>
                  <a:gd name="connsiteX3" fmla="*/ 0 w 7143750"/>
                  <a:gd name="connsiteY3" fmla="*/ 2104739 h 2104739"/>
                  <a:gd name="connsiteX4" fmla="*/ 7143750 w 7143750"/>
                  <a:gd name="connsiteY4" fmla="*/ 2104739 h 2104739"/>
                  <a:gd name="connsiteX5" fmla="*/ 7143750 w 7143750"/>
                  <a:gd name="connsiteY5" fmla="*/ 0 h 2104739"/>
                  <a:gd name="connsiteX6" fmla="*/ 6128195 w 7143750"/>
                  <a:gd name="connsiteY6" fmla="*/ 285941 h 2104739"/>
                  <a:gd name="connsiteX7" fmla="*/ 4528852 w 7143750"/>
                  <a:gd name="connsiteY7" fmla="*/ 1132904 h 2104739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43750" h="2104739">
                    <a:moveTo>
                      <a:pt x="4528852" y="1132904"/>
                    </a:moveTo>
                    <a:cubicBezTo>
                      <a:pt x="3995166" y="1414748"/>
                      <a:pt x="3423095" y="1653826"/>
                      <a:pt x="2820543" y="1689068"/>
                    </a:cubicBezTo>
                    <a:cubicBezTo>
                      <a:pt x="1874806" y="1744313"/>
                      <a:pt x="923354" y="1294924"/>
                      <a:pt x="0" y="1476185"/>
                    </a:cubicBezTo>
                    <a:lnTo>
                      <a:pt x="0" y="2104739"/>
                    </a:lnTo>
                    <a:lnTo>
                      <a:pt x="7143750" y="2104739"/>
                    </a:lnTo>
                    <a:lnTo>
                      <a:pt x="7143750" y="0"/>
                    </a:lnTo>
                    <a:cubicBezTo>
                      <a:pt x="6795612" y="42005"/>
                      <a:pt x="6451569" y="147923"/>
                      <a:pt x="6128195" y="285941"/>
                    </a:cubicBezTo>
                    <a:cubicBezTo>
                      <a:pt x="5572983" y="522732"/>
                      <a:pt x="5062538" y="851059"/>
                      <a:pt x="4528852" y="113290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" descr="1e094b3c-e2ac-470d-a4f4-495d2b3b12f4"/>
              <p:cNvSpPr/>
              <p:nvPr/>
            </p:nvSpPr>
            <p:spPr>
              <a:xfrm>
                <a:off x="10014051" y="848654"/>
                <a:ext cx="2053234" cy="2053072"/>
              </a:xfrm>
              <a:custGeom>
                <a:gdLst>
                  <a:gd name="connsiteX0" fmla="*/ 1151650 w 1203067"/>
                  <a:gd name="connsiteY0" fmla="*/ 404319 h 1202972"/>
                  <a:gd name="connsiteX1" fmla="*/ 1034588 w 1203067"/>
                  <a:gd name="connsiteY1" fmla="*/ 410415 h 1202972"/>
                  <a:gd name="connsiteX2" fmla="*/ 974771 w 1203067"/>
                  <a:gd name="connsiteY2" fmla="*/ 309926 h 1202972"/>
                  <a:gd name="connsiteX3" fmla="*/ 1035255 w 1203067"/>
                  <a:gd name="connsiteY3" fmla="*/ 209818 h 1202972"/>
                  <a:gd name="connsiteX4" fmla="*/ 1029254 w 1203067"/>
                  <a:gd name="connsiteY4" fmla="*/ 178767 h 1202972"/>
                  <a:gd name="connsiteX5" fmla="*/ 889332 w 1203067"/>
                  <a:gd name="connsiteY5" fmla="*/ 73515 h 1202972"/>
                  <a:gd name="connsiteX6" fmla="*/ 857804 w 1203067"/>
                  <a:gd name="connsiteY6" fmla="*/ 76373 h 1202972"/>
                  <a:gd name="connsiteX7" fmla="*/ 779413 w 1203067"/>
                  <a:gd name="connsiteY7" fmla="*/ 161241 h 1202972"/>
                  <a:gd name="connsiteX8" fmla="*/ 652826 w 1203067"/>
                  <a:gd name="connsiteY8" fmla="*/ 128665 h 1202972"/>
                  <a:gd name="connsiteX9" fmla="*/ 623965 w 1203067"/>
                  <a:gd name="connsiteY9" fmla="*/ 17699 h 1202972"/>
                  <a:gd name="connsiteX10" fmla="*/ 597486 w 1203067"/>
                  <a:gd name="connsiteY10" fmla="*/ 268 h 1202972"/>
                  <a:gd name="connsiteX11" fmla="*/ 424417 w 1203067"/>
                  <a:gd name="connsiteY11" fmla="*/ 26938 h 1202972"/>
                  <a:gd name="connsiteX12" fmla="*/ 404414 w 1203067"/>
                  <a:gd name="connsiteY12" fmla="*/ 51513 h 1202972"/>
                  <a:gd name="connsiteX13" fmla="*/ 410224 w 1203067"/>
                  <a:gd name="connsiteY13" fmla="*/ 164003 h 1202972"/>
                  <a:gd name="connsiteX14" fmla="*/ 305640 w 1203067"/>
                  <a:gd name="connsiteY14" fmla="*/ 225820 h 1202972"/>
                  <a:gd name="connsiteX15" fmla="*/ 209913 w 1203067"/>
                  <a:gd name="connsiteY15" fmla="*/ 167908 h 1202972"/>
                  <a:gd name="connsiteX16" fmla="*/ 178862 w 1203067"/>
                  <a:gd name="connsiteY16" fmla="*/ 173909 h 1202972"/>
                  <a:gd name="connsiteX17" fmla="*/ 73611 w 1203067"/>
                  <a:gd name="connsiteY17" fmla="*/ 313831 h 1202972"/>
                  <a:gd name="connsiteX18" fmla="*/ 76468 w 1203067"/>
                  <a:gd name="connsiteY18" fmla="*/ 345359 h 1202972"/>
                  <a:gd name="connsiteX19" fmla="*/ 157526 w 1203067"/>
                  <a:gd name="connsiteY19" fmla="*/ 420321 h 1202972"/>
                  <a:gd name="connsiteX20" fmla="*/ 124188 w 1203067"/>
                  <a:gd name="connsiteY20" fmla="*/ 551575 h 1202972"/>
                  <a:gd name="connsiteX21" fmla="*/ 17699 w 1203067"/>
                  <a:gd name="connsiteY21" fmla="*/ 579293 h 1202972"/>
                  <a:gd name="connsiteX22" fmla="*/ 268 w 1203067"/>
                  <a:gd name="connsiteY22" fmla="*/ 605772 h 1202972"/>
                  <a:gd name="connsiteX23" fmla="*/ 26938 w 1203067"/>
                  <a:gd name="connsiteY23" fmla="*/ 778746 h 1202972"/>
                  <a:gd name="connsiteX24" fmla="*/ 51513 w 1203067"/>
                  <a:gd name="connsiteY24" fmla="*/ 798749 h 1202972"/>
                  <a:gd name="connsiteX25" fmla="*/ 161431 w 1203067"/>
                  <a:gd name="connsiteY25" fmla="*/ 793034 h 1202972"/>
                  <a:gd name="connsiteX26" fmla="*/ 225153 w 1203067"/>
                  <a:gd name="connsiteY26" fmla="*/ 898571 h 1202972"/>
                  <a:gd name="connsiteX27" fmla="*/ 168003 w 1203067"/>
                  <a:gd name="connsiteY27" fmla="*/ 993154 h 1202972"/>
                  <a:gd name="connsiteX28" fmla="*/ 174004 w 1203067"/>
                  <a:gd name="connsiteY28" fmla="*/ 1024206 h 1202972"/>
                  <a:gd name="connsiteX29" fmla="*/ 314117 w 1203067"/>
                  <a:gd name="connsiteY29" fmla="*/ 1129457 h 1202972"/>
                  <a:gd name="connsiteX30" fmla="*/ 345645 w 1203067"/>
                  <a:gd name="connsiteY30" fmla="*/ 1126599 h 1202972"/>
                  <a:gd name="connsiteX31" fmla="*/ 421559 w 1203067"/>
                  <a:gd name="connsiteY31" fmla="*/ 1044494 h 1202972"/>
                  <a:gd name="connsiteX32" fmla="*/ 551194 w 1203067"/>
                  <a:gd name="connsiteY32" fmla="*/ 1076307 h 1202972"/>
                  <a:gd name="connsiteX33" fmla="*/ 579579 w 1203067"/>
                  <a:gd name="connsiteY33" fmla="*/ 1185273 h 1202972"/>
                  <a:gd name="connsiteX34" fmla="*/ 606058 w 1203067"/>
                  <a:gd name="connsiteY34" fmla="*/ 1202704 h 1202972"/>
                  <a:gd name="connsiteX35" fmla="*/ 779032 w 1203067"/>
                  <a:gd name="connsiteY35" fmla="*/ 1176034 h 1202972"/>
                  <a:gd name="connsiteX36" fmla="*/ 799034 w 1203067"/>
                  <a:gd name="connsiteY36" fmla="*/ 1151460 h 1202972"/>
                  <a:gd name="connsiteX37" fmla="*/ 793034 w 1203067"/>
                  <a:gd name="connsiteY37" fmla="*/ 1036969 h 1202972"/>
                  <a:gd name="connsiteX38" fmla="*/ 894475 w 1203067"/>
                  <a:gd name="connsiteY38" fmla="*/ 975247 h 1202972"/>
                  <a:gd name="connsiteX39" fmla="*/ 993345 w 1203067"/>
                  <a:gd name="connsiteY39" fmla="*/ 1035064 h 1202972"/>
                  <a:gd name="connsiteX40" fmla="*/ 1024396 w 1203067"/>
                  <a:gd name="connsiteY40" fmla="*/ 1029063 h 1202972"/>
                  <a:gd name="connsiteX41" fmla="*/ 1129647 w 1203067"/>
                  <a:gd name="connsiteY41" fmla="*/ 889141 h 1202972"/>
                  <a:gd name="connsiteX42" fmla="*/ 1126790 w 1203067"/>
                  <a:gd name="connsiteY42" fmla="*/ 857613 h 1202972"/>
                  <a:gd name="connsiteX43" fmla="*/ 1040874 w 1203067"/>
                  <a:gd name="connsiteY43" fmla="*/ 778270 h 1202972"/>
                  <a:gd name="connsiteX44" fmla="*/ 1071926 w 1203067"/>
                  <a:gd name="connsiteY44" fmla="*/ 653207 h 1202972"/>
                  <a:gd name="connsiteX45" fmla="*/ 1185368 w 1203067"/>
                  <a:gd name="connsiteY45" fmla="*/ 623679 h 1202972"/>
                  <a:gd name="connsiteX46" fmla="*/ 1202799 w 1203067"/>
                  <a:gd name="connsiteY46" fmla="*/ 597200 h 1202972"/>
                  <a:gd name="connsiteX47" fmla="*/ 1176129 w 1203067"/>
                  <a:gd name="connsiteY47" fmla="*/ 424226 h 1202972"/>
                  <a:gd name="connsiteX48" fmla="*/ 1151650 w 1203067"/>
                  <a:gd name="connsiteY48" fmla="*/ 404319 h 1202972"/>
                  <a:gd name="connsiteX49" fmla="*/ 629966 w 1203067"/>
                  <a:gd name="connsiteY49" fmla="*/ 807226 h 1202972"/>
                  <a:gd name="connsiteX50" fmla="*/ 393174 w 1203067"/>
                  <a:gd name="connsiteY50" fmla="*/ 633776 h 1202972"/>
                  <a:gd name="connsiteX51" fmla="*/ 566625 w 1203067"/>
                  <a:gd name="connsiteY51" fmla="*/ 396984 h 1202972"/>
                  <a:gd name="connsiteX52" fmla="*/ 803416 w 1203067"/>
                  <a:gd name="connsiteY52" fmla="*/ 570435 h 1202972"/>
                  <a:gd name="connsiteX53" fmla="*/ 629966 w 1203067"/>
                  <a:gd name="connsiteY53" fmla="*/ 807226 h 1202972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203067" h="1202972">
                    <a:moveTo>
                      <a:pt x="1151650" y="404319"/>
                    </a:moveTo>
                    <a:lnTo>
                      <a:pt x="1034588" y="410415"/>
                    </a:lnTo>
                    <a:cubicBezTo>
                      <a:pt x="1018681" y="374124"/>
                      <a:pt x="998488" y="340501"/>
                      <a:pt x="974771" y="309926"/>
                    </a:cubicBezTo>
                    <a:lnTo>
                      <a:pt x="1035255" y="209818"/>
                    </a:lnTo>
                    <a:cubicBezTo>
                      <a:pt x="1041541" y="199436"/>
                      <a:pt x="1038969" y="186006"/>
                      <a:pt x="1029254" y="178767"/>
                    </a:cubicBezTo>
                    <a:lnTo>
                      <a:pt x="889332" y="73515"/>
                    </a:lnTo>
                    <a:cubicBezTo>
                      <a:pt x="879616" y="66276"/>
                      <a:pt x="865995" y="67419"/>
                      <a:pt x="857804" y="76373"/>
                    </a:cubicBezTo>
                    <a:lnTo>
                      <a:pt x="779413" y="161241"/>
                    </a:lnTo>
                    <a:cubicBezTo>
                      <a:pt x="739408" y="144762"/>
                      <a:pt x="696831" y="133713"/>
                      <a:pt x="652826" y="128665"/>
                    </a:cubicBezTo>
                    <a:lnTo>
                      <a:pt x="623965" y="17699"/>
                    </a:lnTo>
                    <a:cubicBezTo>
                      <a:pt x="620917" y="5983"/>
                      <a:pt x="609487" y="-1542"/>
                      <a:pt x="597486" y="268"/>
                    </a:cubicBezTo>
                    <a:lnTo>
                      <a:pt x="424417" y="26938"/>
                    </a:lnTo>
                    <a:cubicBezTo>
                      <a:pt x="412415" y="28748"/>
                      <a:pt x="403842" y="39416"/>
                      <a:pt x="404414" y="51513"/>
                    </a:cubicBezTo>
                    <a:lnTo>
                      <a:pt x="410224" y="164003"/>
                    </a:lnTo>
                    <a:cubicBezTo>
                      <a:pt x="372410" y="180195"/>
                      <a:pt x="337358" y="201150"/>
                      <a:pt x="305640" y="225820"/>
                    </a:cubicBezTo>
                    <a:lnTo>
                      <a:pt x="209913" y="167908"/>
                    </a:lnTo>
                    <a:cubicBezTo>
                      <a:pt x="199531" y="161622"/>
                      <a:pt x="186101" y="164193"/>
                      <a:pt x="178862" y="173909"/>
                    </a:cubicBezTo>
                    <a:lnTo>
                      <a:pt x="73611" y="313831"/>
                    </a:lnTo>
                    <a:cubicBezTo>
                      <a:pt x="66372" y="323547"/>
                      <a:pt x="67515" y="337167"/>
                      <a:pt x="76468" y="345359"/>
                    </a:cubicBezTo>
                    <a:lnTo>
                      <a:pt x="157526" y="420321"/>
                    </a:lnTo>
                    <a:cubicBezTo>
                      <a:pt x="140381" y="461754"/>
                      <a:pt x="129046" y="505855"/>
                      <a:pt x="124188" y="551575"/>
                    </a:cubicBezTo>
                    <a:lnTo>
                      <a:pt x="17699" y="579293"/>
                    </a:lnTo>
                    <a:cubicBezTo>
                      <a:pt x="5983" y="582341"/>
                      <a:pt x="-1542" y="593771"/>
                      <a:pt x="268" y="605772"/>
                    </a:cubicBezTo>
                    <a:lnTo>
                      <a:pt x="26938" y="778746"/>
                    </a:lnTo>
                    <a:cubicBezTo>
                      <a:pt x="28748" y="790748"/>
                      <a:pt x="39416" y="799320"/>
                      <a:pt x="51513" y="798749"/>
                    </a:cubicBezTo>
                    <a:lnTo>
                      <a:pt x="161431" y="793034"/>
                    </a:lnTo>
                    <a:cubicBezTo>
                      <a:pt x="178195" y="831324"/>
                      <a:pt x="199722" y="866662"/>
                      <a:pt x="225153" y="898571"/>
                    </a:cubicBezTo>
                    <a:lnTo>
                      <a:pt x="168003" y="993154"/>
                    </a:lnTo>
                    <a:cubicBezTo>
                      <a:pt x="161717" y="1003536"/>
                      <a:pt x="164289" y="1016967"/>
                      <a:pt x="174004" y="1024206"/>
                    </a:cubicBezTo>
                    <a:lnTo>
                      <a:pt x="314117" y="1129457"/>
                    </a:lnTo>
                    <a:cubicBezTo>
                      <a:pt x="323833" y="1136696"/>
                      <a:pt x="337453" y="1135553"/>
                      <a:pt x="345645" y="1126599"/>
                    </a:cubicBezTo>
                    <a:lnTo>
                      <a:pt x="421559" y="1044494"/>
                    </a:lnTo>
                    <a:cubicBezTo>
                      <a:pt x="462612" y="1060877"/>
                      <a:pt x="506141" y="1071831"/>
                      <a:pt x="551194" y="1076307"/>
                    </a:cubicBezTo>
                    <a:lnTo>
                      <a:pt x="579579" y="1185273"/>
                    </a:lnTo>
                    <a:cubicBezTo>
                      <a:pt x="582627" y="1196989"/>
                      <a:pt x="594057" y="1204514"/>
                      <a:pt x="606058" y="1202704"/>
                    </a:cubicBezTo>
                    <a:lnTo>
                      <a:pt x="779032" y="1176034"/>
                    </a:lnTo>
                    <a:cubicBezTo>
                      <a:pt x="791034" y="1174224"/>
                      <a:pt x="799606" y="1163556"/>
                      <a:pt x="799034" y="1151460"/>
                    </a:cubicBezTo>
                    <a:lnTo>
                      <a:pt x="793034" y="1036969"/>
                    </a:lnTo>
                    <a:cubicBezTo>
                      <a:pt x="829705" y="1020586"/>
                      <a:pt x="863710" y="999726"/>
                      <a:pt x="894475" y="975247"/>
                    </a:cubicBezTo>
                    <a:lnTo>
                      <a:pt x="993345" y="1035064"/>
                    </a:lnTo>
                    <a:cubicBezTo>
                      <a:pt x="1003727" y="1041351"/>
                      <a:pt x="1017157" y="1038779"/>
                      <a:pt x="1024396" y="1029063"/>
                    </a:cubicBezTo>
                    <a:lnTo>
                      <a:pt x="1129647" y="889141"/>
                    </a:lnTo>
                    <a:cubicBezTo>
                      <a:pt x="1136887" y="879426"/>
                      <a:pt x="1135744" y="865805"/>
                      <a:pt x="1126790" y="857613"/>
                    </a:cubicBezTo>
                    <a:lnTo>
                      <a:pt x="1040874" y="778270"/>
                    </a:lnTo>
                    <a:cubicBezTo>
                      <a:pt x="1056686" y="738646"/>
                      <a:pt x="1067259" y="696641"/>
                      <a:pt x="1071926" y="653207"/>
                    </a:cubicBezTo>
                    <a:lnTo>
                      <a:pt x="1185368" y="623679"/>
                    </a:lnTo>
                    <a:cubicBezTo>
                      <a:pt x="1197085" y="620631"/>
                      <a:pt x="1204609" y="609201"/>
                      <a:pt x="1202799" y="597200"/>
                    </a:cubicBezTo>
                    <a:lnTo>
                      <a:pt x="1176129" y="424226"/>
                    </a:lnTo>
                    <a:cubicBezTo>
                      <a:pt x="1174415" y="412320"/>
                      <a:pt x="1163747" y="403652"/>
                      <a:pt x="1151650" y="404319"/>
                    </a:cubicBezTo>
                    <a:close/>
                    <a:moveTo>
                      <a:pt x="629966" y="807226"/>
                    </a:moveTo>
                    <a:cubicBezTo>
                      <a:pt x="516714" y="824752"/>
                      <a:pt x="410701" y="747028"/>
                      <a:pt x="393174" y="633776"/>
                    </a:cubicBezTo>
                    <a:cubicBezTo>
                      <a:pt x="375649" y="520524"/>
                      <a:pt x="453372" y="414510"/>
                      <a:pt x="566625" y="396984"/>
                    </a:cubicBezTo>
                    <a:cubicBezTo>
                      <a:pt x="679877" y="379458"/>
                      <a:pt x="785890" y="457182"/>
                      <a:pt x="803416" y="570435"/>
                    </a:cubicBezTo>
                    <a:cubicBezTo>
                      <a:pt x="820942" y="683687"/>
                      <a:pt x="743218" y="789700"/>
                      <a:pt x="629966" y="80722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9" name="" descr="1a489d96-9a7e-4b48-bb68-7f49e1137cad"/>
              <p:cNvGrpSpPr/>
              <p:nvPr/>
            </p:nvGrpSpPr>
            <p:grpSpPr>
              <a:xfrm>
                <a:off x="2991104" y="-266699"/>
                <a:ext cx="7737856" cy="5380736"/>
                <a:chOff x="4276725" y="952500"/>
                <a:chExt cx="4533900" cy="3152775"/>
              </a:xfrm>
              <a:solidFill>
                <a:srgbClr val="5277FF"/>
              </a:solidFill>
            </p:grpSpPr>
            <p:pic>
              <p:nvPicPr>
                <p:cNvPr id="20" name="" descr="a9a18142-2b73-4d1d-8993-85335d4978f1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4276725" y="952500"/>
                  <a:ext cx="4533900" cy="3152775"/>
                </a:xfrm>
                <a:custGeom>
                  <a:gdLst>
                    <a:gd name="connsiteX0" fmla="*/ 184 w 4533900"/>
                    <a:gd name="connsiteY0" fmla="*/ 0 h 3152775"/>
                    <a:gd name="connsiteX1" fmla="*/ 4534084 w 4533900"/>
                    <a:gd name="connsiteY1" fmla="*/ 0 h 3152775"/>
                    <a:gd name="connsiteX2" fmla="*/ 4534084 w 4533900"/>
                    <a:gd name="connsiteY2" fmla="*/ 3152775 h 3152775"/>
                    <a:gd name="connsiteX3" fmla="*/ 184 w 4533900"/>
                    <a:gd name="connsiteY3" fmla="*/ 3152775 h 3152775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533900" h="3152775">
                      <a:moveTo>
                        <a:pt x="184" y="0"/>
                      </a:moveTo>
                      <a:lnTo>
                        <a:pt x="4534084" y="0"/>
                      </a:lnTo>
                      <a:lnTo>
                        <a:pt x="4534084" y="3152775"/>
                      </a:lnTo>
                      <a:lnTo>
                        <a:pt x="184" y="3152775"/>
                      </a:lnTo>
                      <a:close/>
                    </a:path>
                  </a:pathLst>
                </a:custGeom>
              </p:spPr>
            </p:pic>
            <p:grpSp>
              <p:nvGrpSpPr>
                <p:cNvPr id="21" name="" descr="1a3cc1a0-62b8-4dc8-9b85-358daa33c9f1"/>
                <p:cNvGrpSpPr/>
                <p:nvPr/>
              </p:nvGrpSpPr>
              <p:grpSpPr>
                <a:xfrm>
                  <a:off x="4427886" y="1097565"/>
                  <a:ext cx="4232338" cy="2863024"/>
                  <a:chOff x="4427886" y="1097565"/>
                  <a:chExt cx="4232338" cy="2863024"/>
                </a:xfrm>
                <a:solidFill>
                  <a:srgbClr val="5277FF"/>
                </a:solidFill>
              </p:grpSpPr>
              <p:sp>
                <p:nvSpPr>
                  <p:cNvPr id="22" name="" descr="a5c79469-52cd-4c38-ab9b-003a151ac737"/>
                  <p:cNvSpPr/>
                  <p:nvPr/>
                </p:nvSpPr>
                <p:spPr>
                  <a:xfrm>
                    <a:off x="6303930" y="3892391"/>
                    <a:ext cx="68199" cy="68199"/>
                  </a:xfrm>
                  <a:custGeom>
                    <a:gdLst>
                      <a:gd name="connsiteX0" fmla="*/ 68199 w 68199"/>
                      <a:gd name="connsiteY0" fmla="*/ 34100 h 68199"/>
                      <a:gd name="connsiteX1" fmla="*/ 34100 w 68199"/>
                      <a:gd name="connsiteY1" fmla="*/ 68199 h 68199"/>
                      <a:gd name="connsiteX2" fmla="*/ 0 w 68199"/>
                      <a:gd name="connsiteY2" fmla="*/ 34100 h 68199"/>
                      <a:gd name="connsiteX3" fmla="*/ 34100 w 68199"/>
                      <a:gd name="connsiteY3" fmla="*/ 0 h 68199"/>
                      <a:gd name="connsiteX4" fmla="*/ 68199 w 68199"/>
                      <a:gd name="connsiteY4" fmla="*/ 34100 h 6819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199" h="68199">
                        <a:moveTo>
                          <a:pt x="68199" y="34100"/>
                        </a:moveTo>
                        <a:cubicBezTo>
                          <a:pt x="68199" y="52864"/>
                          <a:pt x="52959" y="68199"/>
                          <a:pt x="34100" y="68199"/>
                        </a:cubicBezTo>
                        <a:cubicBezTo>
                          <a:pt x="15335" y="68199"/>
                          <a:pt x="0" y="52959"/>
                          <a:pt x="0" y="34100"/>
                        </a:cubicBezTo>
                        <a:cubicBezTo>
                          <a:pt x="0" y="15240"/>
                          <a:pt x="15240" y="0"/>
                          <a:pt x="34100" y="0"/>
                        </a:cubicBezTo>
                        <a:cubicBezTo>
                          <a:pt x="52959" y="95"/>
                          <a:pt x="68199" y="15335"/>
                          <a:pt x="68199" y="34100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" name="" descr="9c7773ef-e5d7-47a1-9c53-18e27b32a8bb"/>
                  <p:cNvSpPr/>
                  <p:nvPr/>
                </p:nvSpPr>
                <p:spPr>
                  <a:xfrm>
                    <a:off x="8592026" y="3005042"/>
                    <a:ext cx="68199" cy="68198"/>
                  </a:xfrm>
                  <a:custGeom>
                    <a:gdLst>
                      <a:gd name="connsiteX0" fmla="*/ 68199 w 68199"/>
                      <a:gd name="connsiteY0" fmla="*/ 34100 h 68198"/>
                      <a:gd name="connsiteX1" fmla="*/ 34100 w 68199"/>
                      <a:gd name="connsiteY1" fmla="*/ 68199 h 68198"/>
                      <a:gd name="connsiteX2" fmla="*/ 0 w 68199"/>
                      <a:gd name="connsiteY2" fmla="*/ 34100 h 68198"/>
                      <a:gd name="connsiteX3" fmla="*/ 34100 w 68199"/>
                      <a:gd name="connsiteY3" fmla="*/ 0 h 68198"/>
                      <a:gd name="connsiteX4" fmla="*/ 68199 w 68199"/>
                      <a:gd name="connsiteY4" fmla="*/ 34100 h 6819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199" h="68198">
                        <a:moveTo>
                          <a:pt x="68199" y="34100"/>
                        </a:moveTo>
                        <a:cubicBezTo>
                          <a:pt x="68199" y="52864"/>
                          <a:pt x="52959" y="68199"/>
                          <a:pt x="34100" y="68199"/>
                        </a:cubicBezTo>
                        <a:cubicBezTo>
                          <a:pt x="15335" y="68199"/>
                          <a:pt x="0" y="52959"/>
                          <a:pt x="0" y="34100"/>
                        </a:cubicBezTo>
                        <a:cubicBezTo>
                          <a:pt x="0" y="15240"/>
                          <a:pt x="15240" y="0"/>
                          <a:pt x="34100" y="0"/>
                        </a:cubicBezTo>
                        <a:cubicBezTo>
                          <a:pt x="52864" y="0"/>
                          <a:pt x="68199" y="15240"/>
                          <a:pt x="68199" y="34100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" name="" descr="5ec1e37e-be20-48d4-983b-94a8bf62cc50"/>
                  <p:cNvSpPr/>
                  <p:nvPr/>
                </p:nvSpPr>
                <p:spPr>
                  <a:xfrm>
                    <a:off x="7409687" y="1097565"/>
                    <a:ext cx="68199" cy="68198"/>
                  </a:xfrm>
                  <a:custGeom>
                    <a:gdLst>
                      <a:gd name="connsiteX0" fmla="*/ 68199 w 68199"/>
                      <a:gd name="connsiteY0" fmla="*/ 34100 h 68198"/>
                      <a:gd name="connsiteX1" fmla="*/ 34100 w 68199"/>
                      <a:gd name="connsiteY1" fmla="*/ 68199 h 68198"/>
                      <a:gd name="connsiteX2" fmla="*/ 0 w 68199"/>
                      <a:gd name="connsiteY2" fmla="*/ 34100 h 68198"/>
                      <a:gd name="connsiteX3" fmla="*/ 34100 w 68199"/>
                      <a:gd name="connsiteY3" fmla="*/ 0 h 68198"/>
                      <a:gd name="connsiteX4" fmla="*/ 68199 w 68199"/>
                      <a:gd name="connsiteY4" fmla="*/ 34100 h 6819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199" h="68198">
                        <a:moveTo>
                          <a:pt x="68199" y="34100"/>
                        </a:moveTo>
                        <a:cubicBezTo>
                          <a:pt x="68199" y="52864"/>
                          <a:pt x="52959" y="68199"/>
                          <a:pt x="34100" y="68199"/>
                        </a:cubicBezTo>
                        <a:cubicBezTo>
                          <a:pt x="15336" y="68199"/>
                          <a:pt x="0" y="52959"/>
                          <a:pt x="0" y="34100"/>
                        </a:cubicBezTo>
                        <a:cubicBezTo>
                          <a:pt x="0" y="15335"/>
                          <a:pt x="15240" y="0"/>
                          <a:pt x="34100" y="0"/>
                        </a:cubicBezTo>
                        <a:cubicBezTo>
                          <a:pt x="52959" y="95"/>
                          <a:pt x="68199" y="15335"/>
                          <a:pt x="68199" y="34100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" name="" descr="1d6d08bf-67ae-48c7-b27b-3e1862b365b0"/>
                  <p:cNvSpPr/>
                  <p:nvPr/>
                </p:nvSpPr>
                <p:spPr>
                  <a:xfrm>
                    <a:off x="6281261" y="3274599"/>
                    <a:ext cx="45529" cy="45529"/>
                  </a:xfrm>
                  <a:custGeom>
                    <a:gdLst>
                      <a:gd name="connsiteX0" fmla="*/ 45530 w 45529"/>
                      <a:gd name="connsiteY0" fmla="*/ 22765 h 45529"/>
                      <a:gd name="connsiteX1" fmla="*/ 22765 w 45529"/>
                      <a:gd name="connsiteY1" fmla="*/ 45529 h 45529"/>
                      <a:gd name="connsiteX2" fmla="*/ 0 w 45529"/>
                      <a:gd name="connsiteY2" fmla="*/ 22765 h 45529"/>
                      <a:gd name="connsiteX3" fmla="*/ 22765 w 45529"/>
                      <a:gd name="connsiteY3" fmla="*/ 0 h 45529"/>
                      <a:gd name="connsiteX4" fmla="*/ 45530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30" y="22765"/>
                        </a:moveTo>
                        <a:cubicBezTo>
                          <a:pt x="45530" y="35337"/>
                          <a:pt x="35337" y="45529"/>
                          <a:pt x="22765" y="45529"/>
                        </a:cubicBezTo>
                        <a:cubicBezTo>
                          <a:pt x="10192" y="45529"/>
                          <a:pt x="0" y="35337"/>
                          <a:pt x="0" y="22765"/>
                        </a:cubicBezTo>
                        <a:cubicBezTo>
                          <a:pt x="0" y="10192"/>
                          <a:pt x="10192" y="0"/>
                          <a:pt x="22765" y="0"/>
                        </a:cubicBezTo>
                        <a:cubicBezTo>
                          <a:pt x="35337" y="0"/>
                          <a:pt x="45530" y="10192"/>
                          <a:pt x="45530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" name="" descr="b79ef05d-6d38-4bec-a867-3506db0af90b"/>
                  <p:cNvSpPr/>
                  <p:nvPr/>
                </p:nvSpPr>
                <p:spPr>
                  <a:xfrm>
                    <a:off x="6553581" y="1863375"/>
                    <a:ext cx="45529" cy="45529"/>
                  </a:xfrm>
                  <a:custGeom>
                    <a:gdLst>
                      <a:gd name="connsiteX0" fmla="*/ 45529 w 45529"/>
                      <a:gd name="connsiteY0" fmla="*/ 22765 h 45529"/>
                      <a:gd name="connsiteX1" fmla="*/ 22765 w 45529"/>
                      <a:gd name="connsiteY1" fmla="*/ 45530 h 45529"/>
                      <a:gd name="connsiteX2" fmla="*/ 0 w 45529"/>
                      <a:gd name="connsiteY2" fmla="*/ 22765 h 45529"/>
                      <a:gd name="connsiteX3" fmla="*/ 22765 w 45529"/>
                      <a:gd name="connsiteY3" fmla="*/ 0 h 45529"/>
                      <a:gd name="connsiteX4" fmla="*/ 45529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29" y="22765"/>
                        </a:moveTo>
                        <a:cubicBezTo>
                          <a:pt x="45529" y="35338"/>
                          <a:pt x="35338" y="45530"/>
                          <a:pt x="22765" y="45530"/>
                        </a:cubicBezTo>
                        <a:cubicBezTo>
                          <a:pt x="10192" y="45530"/>
                          <a:pt x="0" y="35338"/>
                          <a:pt x="0" y="22765"/>
                        </a:cubicBezTo>
                        <a:cubicBezTo>
                          <a:pt x="0" y="10192"/>
                          <a:pt x="10192" y="0"/>
                          <a:pt x="22765" y="0"/>
                        </a:cubicBezTo>
                        <a:cubicBezTo>
                          <a:pt x="35338" y="0"/>
                          <a:pt x="45529" y="10192"/>
                          <a:pt x="45529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" name="" descr="1773ceb9-2421-47ff-9d2c-a7bdd9a77b64"/>
                  <p:cNvSpPr/>
                  <p:nvPr/>
                </p:nvSpPr>
                <p:spPr>
                  <a:xfrm>
                    <a:off x="6445853" y="2001488"/>
                    <a:ext cx="45529" cy="45529"/>
                  </a:xfrm>
                  <a:custGeom>
                    <a:gdLst>
                      <a:gd name="connsiteX0" fmla="*/ 45529 w 45529"/>
                      <a:gd name="connsiteY0" fmla="*/ 22765 h 45529"/>
                      <a:gd name="connsiteX1" fmla="*/ 22765 w 45529"/>
                      <a:gd name="connsiteY1" fmla="*/ 45530 h 45529"/>
                      <a:gd name="connsiteX2" fmla="*/ 0 w 45529"/>
                      <a:gd name="connsiteY2" fmla="*/ 22765 h 45529"/>
                      <a:gd name="connsiteX3" fmla="*/ 22765 w 45529"/>
                      <a:gd name="connsiteY3" fmla="*/ 0 h 45529"/>
                      <a:gd name="connsiteX4" fmla="*/ 45529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29" y="22765"/>
                        </a:moveTo>
                        <a:cubicBezTo>
                          <a:pt x="45529" y="35338"/>
                          <a:pt x="35338" y="45530"/>
                          <a:pt x="22765" y="45530"/>
                        </a:cubicBezTo>
                        <a:cubicBezTo>
                          <a:pt x="10192" y="45530"/>
                          <a:pt x="0" y="35338"/>
                          <a:pt x="0" y="22765"/>
                        </a:cubicBezTo>
                        <a:cubicBezTo>
                          <a:pt x="0" y="10192"/>
                          <a:pt x="10192" y="0"/>
                          <a:pt x="22765" y="0"/>
                        </a:cubicBezTo>
                        <a:cubicBezTo>
                          <a:pt x="35338" y="95"/>
                          <a:pt x="45529" y="10287"/>
                          <a:pt x="45529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" name="" descr="0b98536d-853b-457e-abfd-01a1e288b32c"/>
                  <p:cNvSpPr/>
                  <p:nvPr/>
                </p:nvSpPr>
                <p:spPr>
                  <a:xfrm>
                    <a:off x="6185439" y="3745515"/>
                    <a:ext cx="45529" cy="45529"/>
                  </a:xfrm>
                  <a:custGeom>
                    <a:gdLst>
                      <a:gd name="connsiteX0" fmla="*/ 45529 w 45529"/>
                      <a:gd name="connsiteY0" fmla="*/ 22765 h 45529"/>
                      <a:gd name="connsiteX1" fmla="*/ 22765 w 45529"/>
                      <a:gd name="connsiteY1" fmla="*/ 45529 h 45529"/>
                      <a:gd name="connsiteX2" fmla="*/ 0 w 45529"/>
                      <a:gd name="connsiteY2" fmla="*/ 22765 h 45529"/>
                      <a:gd name="connsiteX3" fmla="*/ 22765 w 45529"/>
                      <a:gd name="connsiteY3" fmla="*/ 0 h 45529"/>
                      <a:gd name="connsiteX4" fmla="*/ 45529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29" y="22765"/>
                        </a:moveTo>
                        <a:cubicBezTo>
                          <a:pt x="45529" y="35338"/>
                          <a:pt x="35338" y="45529"/>
                          <a:pt x="22765" y="45529"/>
                        </a:cubicBezTo>
                        <a:cubicBezTo>
                          <a:pt x="10192" y="45529"/>
                          <a:pt x="0" y="35338"/>
                          <a:pt x="0" y="22765"/>
                        </a:cubicBezTo>
                        <a:cubicBezTo>
                          <a:pt x="0" y="10192"/>
                          <a:pt x="10192" y="0"/>
                          <a:pt x="22765" y="0"/>
                        </a:cubicBezTo>
                        <a:cubicBezTo>
                          <a:pt x="35433" y="0"/>
                          <a:pt x="45529" y="10192"/>
                          <a:pt x="45529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" name="" descr="3c2f0476-2445-49d0-940e-289639c0e84e"/>
                  <p:cNvSpPr/>
                  <p:nvPr/>
                </p:nvSpPr>
                <p:spPr>
                  <a:xfrm>
                    <a:off x="5258466" y="2693860"/>
                    <a:ext cx="45529" cy="45529"/>
                  </a:xfrm>
                  <a:custGeom>
                    <a:gdLst>
                      <a:gd name="connsiteX0" fmla="*/ 45530 w 45529"/>
                      <a:gd name="connsiteY0" fmla="*/ 22765 h 45529"/>
                      <a:gd name="connsiteX1" fmla="*/ 22765 w 45529"/>
                      <a:gd name="connsiteY1" fmla="*/ 45530 h 45529"/>
                      <a:gd name="connsiteX2" fmla="*/ 0 w 45529"/>
                      <a:gd name="connsiteY2" fmla="*/ 22765 h 45529"/>
                      <a:gd name="connsiteX3" fmla="*/ 22765 w 45529"/>
                      <a:gd name="connsiteY3" fmla="*/ 0 h 45529"/>
                      <a:gd name="connsiteX4" fmla="*/ 45530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30" y="22765"/>
                        </a:moveTo>
                        <a:cubicBezTo>
                          <a:pt x="45530" y="35337"/>
                          <a:pt x="35337" y="45530"/>
                          <a:pt x="22765" y="45530"/>
                        </a:cubicBezTo>
                        <a:cubicBezTo>
                          <a:pt x="10192" y="45530"/>
                          <a:pt x="0" y="35337"/>
                          <a:pt x="0" y="22765"/>
                        </a:cubicBezTo>
                        <a:cubicBezTo>
                          <a:pt x="0" y="10192"/>
                          <a:pt x="10192" y="0"/>
                          <a:pt x="22765" y="0"/>
                        </a:cubicBezTo>
                        <a:cubicBezTo>
                          <a:pt x="35337" y="0"/>
                          <a:pt x="45530" y="10192"/>
                          <a:pt x="45530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" name="" descr="20e3a3c9-9983-4e72-bb9a-755f95e959c8"/>
                  <p:cNvSpPr/>
                  <p:nvPr/>
                </p:nvSpPr>
                <p:spPr>
                  <a:xfrm>
                    <a:off x="8284464" y="2069687"/>
                    <a:ext cx="45529" cy="45529"/>
                  </a:xfrm>
                  <a:custGeom>
                    <a:gdLst>
                      <a:gd name="connsiteX0" fmla="*/ 45529 w 45529"/>
                      <a:gd name="connsiteY0" fmla="*/ 22765 h 45529"/>
                      <a:gd name="connsiteX1" fmla="*/ 22764 w 45529"/>
                      <a:gd name="connsiteY1" fmla="*/ 45529 h 45529"/>
                      <a:gd name="connsiteX2" fmla="*/ 0 w 45529"/>
                      <a:gd name="connsiteY2" fmla="*/ 22765 h 45529"/>
                      <a:gd name="connsiteX3" fmla="*/ 22764 w 45529"/>
                      <a:gd name="connsiteY3" fmla="*/ 0 h 45529"/>
                      <a:gd name="connsiteX4" fmla="*/ 45529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29" y="22765"/>
                        </a:moveTo>
                        <a:cubicBezTo>
                          <a:pt x="45529" y="35337"/>
                          <a:pt x="35337" y="45529"/>
                          <a:pt x="22764" y="45529"/>
                        </a:cubicBezTo>
                        <a:cubicBezTo>
                          <a:pt x="10192" y="45529"/>
                          <a:pt x="0" y="35337"/>
                          <a:pt x="0" y="22765"/>
                        </a:cubicBezTo>
                        <a:cubicBezTo>
                          <a:pt x="0" y="10192"/>
                          <a:pt x="10192" y="0"/>
                          <a:pt x="22764" y="0"/>
                        </a:cubicBezTo>
                        <a:cubicBezTo>
                          <a:pt x="35337" y="0"/>
                          <a:pt x="45529" y="10192"/>
                          <a:pt x="45529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" name="" descr="b6e2605b-eff6-4912-827a-3a49ea65c8cd"/>
                  <p:cNvSpPr/>
                  <p:nvPr/>
                </p:nvSpPr>
                <p:spPr>
                  <a:xfrm>
                    <a:off x="8468963" y="1397317"/>
                    <a:ext cx="45529" cy="45529"/>
                  </a:xfrm>
                  <a:custGeom>
                    <a:gdLst>
                      <a:gd name="connsiteX0" fmla="*/ 45529 w 45529"/>
                      <a:gd name="connsiteY0" fmla="*/ 22765 h 45529"/>
                      <a:gd name="connsiteX1" fmla="*/ 22764 w 45529"/>
                      <a:gd name="connsiteY1" fmla="*/ 45529 h 45529"/>
                      <a:gd name="connsiteX2" fmla="*/ -1 w 45529"/>
                      <a:gd name="connsiteY2" fmla="*/ 22765 h 45529"/>
                      <a:gd name="connsiteX3" fmla="*/ 22764 w 45529"/>
                      <a:gd name="connsiteY3" fmla="*/ 0 h 45529"/>
                      <a:gd name="connsiteX4" fmla="*/ 45529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29" y="22765"/>
                        </a:moveTo>
                        <a:cubicBezTo>
                          <a:pt x="45529" y="35337"/>
                          <a:pt x="35337" y="45529"/>
                          <a:pt x="22764" y="45529"/>
                        </a:cubicBezTo>
                        <a:cubicBezTo>
                          <a:pt x="10192" y="45529"/>
                          <a:pt x="-1" y="35337"/>
                          <a:pt x="-1" y="22765"/>
                        </a:cubicBezTo>
                        <a:cubicBezTo>
                          <a:pt x="-1" y="10192"/>
                          <a:pt x="10192" y="0"/>
                          <a:pt x="22764" y="0"/>
                        </a:cubicBezTo>
                        <a:cubicBezTo>
                          <a:pt x="35337" y="0"/>
                          <a:pt x="45529" y="10192"/>
                          <a:pt x="45529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" name="" descr="0bc3ed0a-724e-4a83-a3ec-d0303e226326"/>
                  <p:cNvSpPr/>
                  <p:nvPr/>
                </p:nvSpPr>
                <p:spPr>
                  <a:xfrm>
                    <a:off x="4427886" y="3590448"/>
                    <a:ext cx="45529" cy="45529"/>
                  </a:xfrm>
                  <a:custGeom>
                    <a:gdLst>
                      <a:gd name="connsiteX0" fmla="*/ 45529 w 45529"/>
                      <a:gd name="connsiteY0" fmla="*/ 22765 h 45529"/>
                      <a:gd name="connsiteX1" fmla="*/ 22765 w 45529"/>
                      <a:gd name="connsiteY1" fmla="*/ 45529 h 45529"/>
                      <a:gd name="connsiteX2" fmla="*/ 0 w 45529"/>
                      <a:gd name="connsiteY2" fmla="*/ 22765 h 45529"/>
                      <a:gd name="connsiteX3" fmla="*/ 22765 w 45529"/>
                      <a:gd name="connsiteY3" fmla="*/ 0 h 45529"/>
                      <a:gd name="connsiteX4" fmla="*/ 45529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29" y="22765"/>
                        </a:moveTo>
                        <a:cubicBezTo>
                          <a:pt x="45529" y="35338"/>
                          <a:pt x="35338" y="45529"/>
                          <a:pt x="22765" y="45529"/>
                        </a:cubicBezTo>
                        <a:cubicBezTo>
                          <a:pt x="10192" y="45529"/>
                          <a:pt x="0" y="35338"/>
                          <a:pt x="0" y="22765"/>
                        </a:cubicBezTo>
                        <a:cubicBezTo>
                          <a:pt x="0" y="10192"/>
                          <a:pt x="10192" y="0"/>
                          <a:pt x="22765" y="0"/>
                        </a:cubicBezTo>
                        <a:cubicBezTo>
                          <a:pt x="35338" y="95"/>
                          <a:pt x="45529" y="10287"/>
                          <a:pt x="45529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34" name="" descr="75a2949f-a2d7-4159-bee4-62eef366c820"/>
              <p:cNvSpPr/>
              <p:nvPr/>
            </p:nvSpPr>
            <p:spPr>
              <a:xfrm>
                <a:off x="8369239" y="4947087"/>
                <a:ext cx="3822759" cy="1743618"/>
              </a:xfrm>
              <a:custGeom>
                <a:gdLst>
                  <a:gd name="connsiteX0" fmla="*/ 1299400 w 2239898"/>
                  <a:gd name="connsiteY0" fmla="*/ 564547 h 1021651"/>
                  <a:gd name="connsiteX1" fmla="*/ 511492 w 2239898"/>
                  <a:gd name="connsiteY1" fmla="*/ 730091 h 1021651"/>
                  <a:gd name="connsiteX2" fmla="*/ 0 w 2239898"/>
                  <a:gd name="connsiteY2" fmla="*/ 1021651 h 1021651"/>
                  <a:gd name="connsiteX3" fmla="*/ 2239899 w 2239898"/>
                  <a:gd name="connsiteY3" fmla="*/ 1021651 h 1021651"/>
                  <a:gd name="connsiteX4" fmla="*/ 2239899 w 2239898"/>
                  <a:gd name="connsiteY4" fmla="*/ 0 h 1021651"/>
                  <a:gd name="connsiteX5" fmla="*/ 1955101 w 2239898"/>
                  <a:gd name="connsiteY5" fmla="*/ 259271 h 1021651"/>
                  <a:gd name="connsiteX6" fmla="*/ 1299400 w 2239898"/>
                  <a:gd name="connsiteY6" fmla="*/ 564547 h 102165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39898" h="1021650">
                    <a:moveTo>
                      <a:pt x="1299400" y="564547"/>
                    </a:moveTo>
                    <a:cubicBezTo>
                      <a:pt x="1038225" y="627412"/>
                      <a:pt x="765048" y="641318"/>
                      <a:pt x="511492" y="730091"/>
                    </a:cubicBezTo>
                    <a:cubicBezTo>
                      <a:pt x="324898" y="795433"/>
                      <a:pt x="155734" y="899065"/>
                      <a:pt x="0" y="1021651"/>
                    </a:cubicBezTo>
                    <a:lnTo>
                      <a:pt x="2239899" y="1021651"/>
                    </a:lnTo>
                    <a:lnTo>
                      <a:pt x="2239899" y="0"/>
                    </a:lnTo>
                    <a:cubicBezTo>
                      <a:pt x="2145792" y="87249"/>
                      <a:pt x="2055971" y="180118"/>
                      <a:pt x="1955101" y="259271"/>
                    </a:cubicBezTo>
                    <a:cubicBezTo>
                      <a:pt x="1764030" y="409384"/>
                      <a:pt x="1535620" y="507778"/>
                      <a:pt x="1299400" y="56454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rPr lang="en-US" altLang="zh-CN"/>
                  <a:t>c</a:t>
                </a:r>
                <a:endParaRPr lang="zh-CN" altLang="en-US"/>
              </a:p>
            </p:txBody>
          </p:sp>
          <p:sp>
            <p:nvSpPr>
              <p:cNvPr id="35" name="" descr="45560894-e631-4c65-8cdb-2a781a2dc428"/>
              <p:cNvSpPr/>
              <p:nvPr/>
            </p:nvSpPr>
            <p:spPr>
              <a:xfrm>
                <a:off x="0" y="5238395"/>
                <a:ext cx="4539162" cy="1452472"/>
              </a:xfrm>
              <a:custGeom>
                <a:gdLst>
                  <a:gd name="connsiteX0" fmla="*/ 1387126 w 2659665"/>
                  <a:gd name="connsiteY0" fmla="*/ 615601 h 851058"/>
                  <a:gd name="connsiteX1" fmla="*/ 1010603 w 2659665"/>
                  <a:gd name="connsiteY1" fmla="*/ 396430 h 851058"/>
                  <a:gd name="connsiteX2" fmla="*/ 198882 w 2659665"/>
                  <a:gd name="connsiteY2" fmla="*/ 37910 h 851058"/>
                  <a:gd name="connsiteX3" fmla="*/ 0 w 2659665"/>
                  <a:gd name="connsiteY3" fmla="*/ 0 h 851058"/>
                  <a:gd name="connsiteX4" fmla="*/ 0 w 2659665"/>
                  <a:gd name="connsiteY4" fmla="*/ 851059 h 851058"/>
                  <a:gd name="connsiteX5" fmla="*/ 2659666 w 2659665"/>
                  <a:gd name="connsiteY5" fmla="*/ 851059 h 851058"/>
                  <a:gd name="connsiteX6" fmla="*/ 2513362 w 2659665"/>
                  <a:gd name="connsiteY6" fmla="*/ 761619 h 851058"/>
                  <a:gd name="connsiteX7" fmla="*/ 1387126 w 2659665"/>
                  <a:gd name="connsiteY7" fmla="*/ 615601 h 85105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59665" h="851058">
                    <a:moveTo>
                      <a:pt x="1387126" y="615601"/>
                    </a:moveTo>
                    <a:cubicBezTo>
                      <a:pt x="1250728" y="564737"/>
                      <a:pt x="1132904" y="475393"/>
                      <a:pt x="1010603" y="396430"/>
                    </a:cubicBezTo>
                    <a:cubicBezTo>
                      <a:pt x="761143" y="235268"/>
                      <a:pt x="486061" y="113824"/>
                      <a:pt x="198882" y="37910"/>
                    </a:cubicBezTo>
                    <a:cubicBezTo>
                      <a:pt x="134303" y="20860"/>
                      <a:pt x="67056" y="6382"/>
                      <a:pt x="0" y="0"/>
                    </a:cubicBezTo>
                    <a:lnTo>
                      <a:pt x="0" y="851059"/>
                    </a:lnTo>
                    <a:lnTo>
                      <a:pt x="2659666" y="851059"/>
                    </a:lnTo>
                    <a:cubicBezTo>
                      <a:pt x="2613279" y="817340"/>
                      <a:pt x="2565178" y="786194"/>
                      <a:pt x="2513362" y="761619"/>
                    </a:cubicBezTo>
                    <a:cubicBezTo>
                      <a:pt x="2168747" y="597980"/>
                      <a:pt x="1744504" y="748855"/>
                      <a:pt x="1387126" y="61560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" name="" descr="2b6e413f-dcb8-42b4-92b6-cff85cdd2ef1"/>
              <p:cNvSpPr/>
              <p:nvPr/>
            </p:nvSpPr>
            <p:spPr>
              <a:xfrm>
                <a:off x="2710147" y="5187069"/>
                <a:ext cx="918146" cy="918214"/>
              </a:xfrm>
              <a:custGeom>
                <a:gdLst>
                  <a:gd name="connsiteX0" fmla="*/ 1138837 w 1158114"/>
                  <a:gd name="connsiteY0" fmla="*/ 499233 h 1158200"/>
                  <a:gd name="connsiteX1" fmla="*/ 1026632 w 1158114"/>
                  <a:gd name="connsiteY1" fmla="*/ 482183 h 1158200"/>
                  <a:gd name="connsiteX2" fmla="*/ 989485 w 1158114"/>
                  <a:gd name="connsiteY2" fmla="*/ 375313 h 1158200"/>
                  <a:gd name="connsiteX3" fmla="*/ 1066351 w 1158114"/>
                  <a:gd name="connsiteY3" fmla="*/ 292255 h 1158200"/>
                  <a:gd name="connsiteX4" fmla="*/ 1066732 w 1158114"/>
                  <a:gd name="connsiteY4" fmla="*/ 261679 h 1158200"/>
                  <a:gd name="connsiteX5" fmla="*/ 954623 w 1158114"/>
                  <a:gd name="connsiteY5" fmla="*/ 134616 h 1158200"/>
                  <a:gd name="connsiteX6" fmla="*/ 924238 w 1158114"/>
                  <a:gd name="connsiteY6" fmla="*/ 131187 h 1158200"/>
                  <a:gd name="connsiteX7" fmla="*/ 833370 w 1158114"/>
                  <a:gd name="connsiteY7" fmla="*/ 196338 h 1158200"/>
                  <a:gd name="connsiteX8" fmla="*/ 719737 w 1158114"/>
                  <a:gd name="connsiteY8" fmla="*/ 140807 h 1158200"/>
                  <a:gd name="connsiteX9" fmla="*/ 714021 w 1158114"/>
                  <a:gd name="connsiteY9" fmla="*/ 30032 h 1158200"/>
                  <a:gd name="connsiteX10" fmla="*/ 692305 w 1158114"/>
                  <a:gd name="connsiteY10" fmla="*/ 8410 h 1158200"/>
                  <a:gd name="connsiteX11" fmla="*/ 523045 w 1158114"/>
                  <a:gd name="connsiteY11" fmla="*/ 28 h 1158200"/>
                  <a:gd name="connsiteX12" fmla="*/ 499328 w 1158114"/>
                  <a:gd name="connsiteY12" fmla="*/ 19363 h 1158200"/>
                  <a:gd name="connsiteX13" fmla="*/ 482945 w 1158114"/>
                  <a:gd name="connsiteY13" fmla="*/ 127091 h 1158200"/>
                  <a:gd name="connsiteX14" fmla="*/ 371788 w 1158114"/>
                  <a:gd name="connsiteY14" fmla="*/ 165286 h 1158200"/>
                  <a:gd name="connsiteX15" fmla="*/ 292350 w 1158114"/>
                  <a:gd name="connsiteY15" fmla="*/ 91753 h 1158200"/>
                  <a:gd name="connsiteX16" fmla="*/ 261775 w 1158114"/>
                  <a:gd name="connsiteY16" fmla="*/ 91373 h 1158200"/>
                  <a:gd name="connsiteX17" fmla="*/ 134711 w 1158114"/>
                  <a:gd name="connsiteY17" fmla="*/ 203482 h 1158200"/>
                  <a:gd name="connsiteX18" fmla="*/ 131282 w 1158114"/>
                  <a:gd name="connsiteY18" fmla="*/ 233866 h 1158200"/>
                  <a:gd name="connsiteX19" fmla="*/ 193575 w 1158114"/>
                  <a:gd name="connsiteY19" fmla="*/ 320734 h 1158200"/>
                  <a:gd name="connsiteX20" fmla="*/ 136425 w 1158114"/>
                  <a:gd name="connsiteY20" fmla="*/ 438654 h 1158200"/>
                  <a:gd name="connsiteX21" fmla="*/ 30031 w 1158114"/>
                  <a:gd name="connsiteY21" fmla="*/ 444178 h 1158200"/>
                  <a:gd name="connsiteX22" fmla="*/ 8410 w 1158114"/>
                  <a:gd name="connsiteY22" fmla="*/ 465895 h 1158200"/>
                  <a:gd name="connsiteX23" fmla="*/ 28 w 1158114"/>
                  <a:gd name="connsiteY23" fmla="*/ 635155 h 1158200"/>
                  <a:gd name="connsiteX24" fmla="*/ 19363 w 1158114"/>
                  <a:gd name="connsiteY24" fmla="*/ 658872 h 1158200"/>
                  <a:gd name="connsiteX25" fmla="*/ 124615 w 1158114"/>
                  <a:gd name="connsiteY25" fmla="*/ 674874 h 1158200"/>
                  <a:gd name="connsiteX26" fmla="*/ 164429 w 1158114"/>
                  <a:gd name="connsiteY26" fmla="*/ 787364 h 1158200"/>
                  <a:gd name="connsiteX27" fmla="*/ 91753 w 1158114"/>
                  <a:gd name="connsiteY27" fmla="*/ 865850 h 1158200"/>
                  <a:gd name="connsiteX28" fmla="*/ 91372 w 1158114"/>
                  <a:gd name="connsiteY28" fmla="*/ 896425 h 1158200"/>
                  <a:gd name="connsiteX29" fmla="*/ 203482 w 1158114"/>
                  <a:gd name="connsiteY29" fmla="*/ 1023489 h 1158200"/>
                  <a:gd name="connsiteX30" fmla="*/ 233866 w 1158114"/>
                  <a:gd name="connsiteY30" fmla="*/ 1026918 h 1158200"/>
                  <a:gd name="connsiteX31" fmla="*/ 321782 w 1158114"/>
                  <a:gd name="connsiteY31" fmla="*/ 963862 h 1158200"/>
                  <a:gd name="connsiteX32" fmla="*/ 438463 w 1158114"/>
                  <a:gd name="connsiteY32" fmla="*/ 1019298 h 1158200"/>
                  <a:gd name="connsiteX33" fmla="*/ 444083 w 1158114"/>
                  <a:gd name="connsiteY33" fmla="*/ 1128169 h 1158200"/>
                  <a:gd name="connsiteX34" fmla="*/ 465800 w 1158114"/>
                  <a:gd name="connsiteY34" fmla="*/ 1149791 h 1158200"/>
                  <a:gd name="connsiteX35" fmla="*/ 635059 w 1158114"/>
                  <a:gd name="connsiteY35" fmla="*/ 1158173 h 1158200"/>
                  <a:gd name="connsiteX36" fmla="*/ 658777 w 1158114"/>
                  <a:gd name="connsiteY36" fmla="*/ 1138837 h 1158200"/>
                  <a:gd name="connsiteX37" fmla="*/ 675445 w 1158114"/>
                  <a:gd name="connsiteY37" fmla="*/ 1029109 h 1158200"/>
                  <a:gd name="connsiteX38" fmla="*/ 783649 w 1158114"/>
                  <a:gd name="connsiteY38" fmla="*/ 990437 h 1158200"/>
                  <a:gd name="connsiteX39" fmla="*/ 865755 w 1158114"/>
                  <a:gd name="connsiteY39" fmla="*/ 1066447 h 1158200"/>
                  <a:gd name="connsiteX40" fmla="*/ 896330 w 1158114"/>
                  <a:gd name="connsiteY40" fmla="*/ 1066828 h 1158200"/>
                  <a:gd name="connsiteX41" fmla="*/ 1023394 w 1158114"/>
                  <a:gd name="connsiteY41" fmla="*/ 954718 h 1158200"/>
                  <a:gd name="connsiteX42" fmla="*/ 1026823 w 1158114"/>
                  <a:gd name="connsiteY42" fmla="*/ 924334 h 1158200"/>
                  <a:gd name="connsiteX43" fmla="*/ 960910 w 1158114"/>
                  <a:gd name="connsiteY43" fmla="*/ 832322 h 1158200"/>
                  <a:gd name="connsiteX44" fmla="*/ 1014726 w 1158114"/>
                  <a:gd name="connsiteY44" fmla="*/ 719832 h 1158200"/>
                  <a:gd name="connsiteX45" fmla="*/ 1128073 w 1158114"/>
                  <a:gd name="connsiteY45" fmla="*/ 714022 h 1158200"/>
                  <a:gd name="connsiteX46" fmla="*/ 1149695 w 1158114"/>
                  <a:gd name="connsiteY46" fmla="*/ 692305 h 1158200"/>
                  <a:gd name="connsiteX47" fmla="*/ 1158077 w 1158114"/>
                  <a:gd name="connsiteY47" fmla="*/ 523045 h 1158200"/>
                  <a:gd name="connsiteX48" fmla="*/ 1138837 w 1158114"/>
                  <a:gd name="connsiteY48" fmla="*/ 499233 h 1158200"/>
                  <a:gd name="connsiteX49" fmla="*/ 565717 w 1158114"/>
                  <a:gd name="connsiteY49" fmla="*/ 779363 h 1158200"/>
                  <a:gd name="connsiteX50" fmla="*/ 375122 w 1158114"/>
                  <a:gd name="connsiteY50" fmla="*/ 568766 h 1158200"/>
                  <a:gd name="connsiteX51" fmla="*/ 585720 w 1158114"/>
                  <a:gd name="connsiteY51" fmla="*/ 378170 h 1158200"/>
                  <a:gd name="connsiteX52" fmla="*/ 776315 w 1158114"/>
                  <a:gd name="connsiteY52" fmla="*/ 588768 h 1158200"/>
                  <a:gd name="connsiteX53" fmla="*/ 565717 w 1158114"/>
                  <a:gd name="connsiteY53" fmla="*/ 779363 h 115820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158114" h="1158200">
                    <a:moveTo>
                      <a:pt x="1138837" y="499233"/>
                    </a:moveTo>
                    <a:lnTo>
                      <a:pt x="1026632" y="482183"/>
                    </a:lnTo>
                    <a:cubicBezTo>
                      <a:pt x="1018631" y="444750"/>
                      <a:pt x="1006058" y="408936"/>
                      <a:pt x="989485" y="375313"/>
                    </a:cubicBezTo>
                    <a:lnTo>
                      <a:pt x="1066351" y="292255"/>
                    </a:lnTo>
                    <a:cubicBezTo>
                      <a:pt x="1074352" y="283682"/>
                      <a:pt x="1074448" y="270442"/>
                      <a:pt x="1066732" y="261679"/>
                    </a:cubicBezTo>
                    <a:lnTo>
                      <a:pt x="954623" y="134616"/>
                    </a:lnTo>
                    <a:cubicBezTo>
                      <a:pt x="946908" y="125853"/>
                      <a:pt x="933763" y="124329"/>
                      <a:pt x="924238" y="131187"/>
                    </a:cubicBezTo>
                    <a:lnTo>
                      <a:pt x="833370" y="196338"/>
                    </a:lnTo>
                    <a:cubicBezTo>
                      <a:pt x="798604" y="172907"/>
                      <a:pt x="760408" y="154142"/>
                      <a:pt x="719737" y="140807"/>
                    </a:cubicBezTo>
                    <a:lnTo>
                      <a:pt x="714021" y="30032"/>
                    </a:lnTo>
                    <a:cubicBezTo>
                      <a:pt x="713450" y="18316"/>
                      <a:pt x="704020" y="8981"/>
                      <a:pt x="692305" y="8410"/>
                    </a:cubicBezTo>
                    <a:lnTo>
                      <a:pt x="523045" y="28"/>
                    </a:lnTo>
                    <a:cubicBezTo>
                      <a:pt x="511329" y="-544"/>
                      <a:pt x="501138" y="7838"/>
                      <a:pt x="499328" y="19363"/>
                    </a:cubicBezTo>
                    <a:lnTo>
                      <a:pt x="482945" y="127091"/>
                    </a:lnTo>
                    <a:cubicBezTo>
                      <a:pt x="443892" y="135092"/>
                      <a:pt x="406650" y="148046"/>
                      <a:pt x="371788" y="165286"/>
                    </a:cubicBezTo>
                    <a:lnTo>
                      <a:pt x="292350" y="91753"/>
                    </a:lnTo>
                    <a:cubicBezTo>
                      <a:pt x="283777" y="83752"/>
                      <a:pt x="270538" y="83657"/>
                      <a:pt x="261775" y="91373"/>
                    </a:cubicBezTo>
                    <a:lnTo>
                      <a:pt x="134711" y="203482"/>
                    </a:lnTo>
                    <a:cubicBezTo>
                      <a:pt x="125948" y="211197"/>
                      <a:pt x="124424" y="224341"/>
                      <a:pt x="131282" y="233866"/>
                    </a:cubicBezTo>
                    <a:lnTo>
                      <a:pt x="193575" y="320734"/>
                    </a:lnTo>
                    <a:cubicBezTo>
                      <a:pt x="169287" y="356644"/>
                      <a:pt x="149951" y="396268"/>
                      <a:pt x="136425" y="438654"/>
                    </a:cubicBezTo>
                    <a:lnTo>
                      <a:pt x="30031" y="444178"/>
                    </a:lnTo>
                    <a:cubicBezTo>
                      <a:pt x="18316" y="444750"/>
                      <a:pt x="8981" y="454180"/>
                      <a:pt x="8410" y="465895"/>
                    </a:cubicBezTo>
                    <a:lnTo>
                      <a:pt x="28" y="635155"/>
                    </a:lnTo>
                    <a:cubicBezTo>
                      <a:pt x="-544" y="646870"/>
                      <a:pt x="7838" y="657062"/>
                      <a:pt x="19363" y="658872"/>
                    </a:cubicBezTo>
                    <a:lnTo>
                      <a:pt x="124615" y="674874"/>
                    </a:lnTo>
                    <a:cubicBezTo>
                      <a:pt x="132996" y="714403"/>
                      <a:pt x="146522" y="752122"/>
                      <a:pt x="164429" y="787364"/>
                    </a:cubicBezTo>
                    <a:lnTo>
                      <a:pt x="91753" y="865850"/>
                    </a:lnTo>
                    <a:cubicBezTo>
                      <a:pt x="83752" y="874423"/>
                      <a:pt x="83657" y="887662"/>
                      <a:pt x="91372" y="896425"/>
                    </a:cubicBezTo>
                    <a:lnTo>
                      <a:pt x="203482" y="1023489"/>
                    </a:lnTo>
                    <a:cubicBezTo>
                      <a:pt x="211197" y="1032252"/>
                      <a:pt x="224341" y="1033776"/>
                      <a:pt x="233866" y="1026918"/>
                    </a:cubicBezTo>
                    <a:lnTo>
                      <a:pt x="321782" y="963862"/>
                    </a:lnTo>
                    <a:cubicBezTo>
                      <a:pt x="357501" y="987484"/>
                      <a:pt x="396649" y="1006249"/>
                      <a:pt x="438463" y="1019298"/>
                    </a:cubicBezTo>
                    <a:lnTo>
                      <a:pt x="444083" y="1128169"/>
                    </a:lnTo>
                    <a:cubicBezTo>
                      <a:pt x="444654" y="1139884"/>
                      <a:pt x="454084" y="1149219"/>
                      <a:pt x="465800" y="1149791"/>
                    </a:cubicBezTo>
                    <a:lnTo>
                      <a:pt x="635059" y="1158173"/>
                    </a:lnTo>
                    <a:cubicBezTo>
                      <a:pt x="646775" y="1158744"/>
                      <a:pt x="656967" y="1150362"/>
                      <a:pt x="658777" y="1138837"/>
                    </a:cubicBezTo>
                    <a:lnTo>
                      <a:pt x="675445" y="1029109"/>
                    </a:lnTo>
                    <a:cubicBezTo>
                      <a:pt x="713450" y="1020727"/>
                      <a:pt x="749740" y="1007582"/>
                      <a:pt x="783649" y="990437"/>
                    </a:cubicBezTo>
                    <a:lnTo>
                      <a:pt x="865755" y="1066447"/>
                    </a:lnTo>
                    <a:cubicBezTo>
                      <a:pt x="874327" y="1074448"/>
                      <a:pt x="887567" y="1074543"/>
                      <a:pt x="896330" y="1066828"/>
                    </a:cubicBezTo>
                    <a:lnTo>
                      <a:pt x="1023394" y="954718"/>
                    </a:lnTo>
                    <a:cubicBezTo>
                      <a:pt x="1032157" y="947003"/>
                      <a:pt x="1033681" y="933859"/>
                      <a:pt x="1026823" y="924334"/>
                    </a:cubicBezTo>
                    <a:lnTo>
                      <a:pt x="960910" y="832322"/>
                    </a:lnTo>
                    <a:cubicBezTo>
                      <a:pt x="983579" y="797842"/>
                      <a:pt x="1001867" y="760123"/>
                      <a:pt x="1014726" y="719832"/>
                    </a:cubicBezTo>
                    <a:lnTo>
                      <a:pt x="1128073" y="714022"/>
                    </a:lnTo>
                    <a:cubicBezTo>
                      <a:pt x="1139789" y="713450"/>
                      <a:pt x="1149124" y="704020"/>
                      <a:pt x="1149695" y="692305"/>
                    </a:cubicBezTo>
                    <a:lnTo>
                      <a:pt x="1158077" y="523045"/>
                    </a:lnTo>
                    <a:cubicBezTo>
                      <a:pt x="1158744" y="511234"/>
                      <a:pt x="1150362" y="500948"/>
                      <a:pt x="1138837" y="499233"/>
                    </a:cubicBezTo>
                    <a:close/>
                    <a:moveTo>
                      <a:pt x="565717" y="779363"/>
                    </a:moveTo>
                    <a:cubicBezTo>
                      <a:pt x="454942" y="773839"/>
                      <a:pt x="369598" y="679541"/>
                      <a:pt x="375122" y="568766"/>
                    </a:cubicBezTo>
                    <a:cubicBezTo>
                      <a:pt x="380646" y="457990"/>
                      <a:pt x="474944" y="372646"/>
                      <a:pt x="585720" y="378170"/>
                    </a:cubicBezTo>
                    <a:cubicBezTo>
                      <a:pt x="696496" y="383695"/>
                      <a:pt x="781840" y="477992"/>
                      <a:pt x="776315" y="588768"/>
                    </a:cubicBezTo>
                    <a:cubicBezTo>
                      <a:pt x="770791" y="699544"/>
                      <a:pt x="676493" y="784888"/>
                      <a:pt x="565717" y="77936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" descr="f87b9cfb-b8d9-4b2b-903b-d0014a5f06f0"/>
              <p:cNvSpPr/>
              <p:nvPr/>
            </p:nvSpPr>
            <p:spPr>
              <a:xfrm>
                <a:off x="8668983" y="211903"/>
                <a:ext cx="1258735" cy="1258673"/>
              </a:xfrm>
              <a:custGeom>
                <a:gdLst>
                  <a:gd name="connsiteX0" fmla="*/ 361674 w 737540"/>
                  <a:gd name="connsiteY0" fmla="*/ 737505 h 737504"/>
                  <a:gd name="connsiteX1" fmla="*/ 358340 w 737540"/>
                  <a:gd name="connsiteY1" fmla="*/ 737219 h 737504"/>
                  <a:gd name="connsiteX2" fmla="*/ 253946 w 737540"/>
                  <a:gd name="connsiteY2" fmla="*/ 719026 h 737504"/>
                  <a:gd name="connsiteX3" fmla="*/ 238230 w 737540"/>
                  <a:gd name="connsiteY3" fmla="*/ 698929 h 737504"/>
                  <a:gd name="connsiteX4" fmla="*/ 242897 w 737540"/>
                  <a:gd name="connsiteY4" fmla="*/ 634254 h 737504"/>
                  <a:gd name="connsiteX5" fmla="*/ 179080 w 737540"/>
                  <a:gd name="connsiteY5" fmla="*/ 593677 h 737504"/>
                  <a:gd name="connsiteX6" fmla="*/ 122501 w 737540"/>
                  <a:gd name="connsiteY6" fmla="*/ 624538 h 737504"/>
                  <a:gd name="connsiteX7" fmla="*/ 97641 w 737540"/>
                  <a:gd name="connsiteY7" fmla="*/ 618538 h 737504"/>
                  <a:gd name="connsiteX8" fmla="*/ 37824 w 737540"/>
                  <a:gd name="connsiteY8" fmla="*/ 531098 h 737504"/>
                  <a:gd name="connsiteX9" fmla="*/ 41253 w 737540"/>
                  <a:gd name="connsiteY9" fmla="*/ 505762 h 737504"/>
                  <a:gd name="connsiteX10" fmla="*/ 89831 w 737540"/>
                  <a:gd name="connsiteY10" fmla="*/ 464709 h 737504"/>
                  <a:gd name="connsiteX11" fmla="*/ 74876 w 737540"/>
                  <a:gd name="connsiteY11" fmla="*/ 397081 h 737504"/>
                  <a:gd name="connsiteX12" fmla="*/ 13916 w 737540"/>
                  <a:gd name="connsiteY12" fmla="*/ 379936 h 737504"/>
                  <a:gd name="connsiteX13" fmla="*/ 295 w 737540"/>
                  <a:gd name="connsiteY13" fmla="*/ 358315 h 737504"/>
                  <a:gd name="connsiteX14" fmla="*/ 18488 w 737540"/>
                  <a:gd name="connsiteY14" fmla="*/ 253921 h 737504"/>
                  <a:gd name="connsiteX15" fmla="*/ 38586 w 737540"/>
                  <a:gd name="connsiteY15" fmla="*/ 238204 h 737504"/>
                  <a:gd name="connsiteX16" fmla="*/ 101737 w 737540"/>
                  <a:gd name="connsiteY16" fmla="*/ 242681 h 737504"/>
                  <a:gd name="connsiteX17" fmla="*/ 143456 w 737540"/>
                  <a:gd name="connsiteY17" fmla="*/ 178292 h 737504"/>
                  <a:gd name="connsiteX18" fmla="*/ 113072 w 737540"/>
                  <a:gd name="connsiteY18" fmla="*/ 122476 h 737504"/>
                  <a:gd name="connsiteX19" fmla="*/ 119072 w 737540"/>
                  <a:gd name="connsiteY19" fmla="*/ 97615 h 737504"/>
                  <a:gd name="connsiteX20" fmla="*/ 206512 w 737540"/>
                  <a:gd name="connsiteY20" fmla="*/ 37798 h 737504"/>
                  <a:gd name="connsiteX21" fmla="*/ 231848 w 737540"/>
                  <a:gd name="connsiteY21" fmla="*/ 41227 h 737504"/>
                  <a:gd name="connsiteX22" fmla="*/ 273472 w 737540"/>
                  <a:gd name="connsiteY22" fmla="*/ 90472 h 737504"/>
                  <a:gd name="connsiteX23" fmla="*/ 340147 w 737540"/>
                  <a:gd name="connsiteY23" fmla="*/ 76375 h 737504"/>
                  <a:gd name="connsiteX24" fmla="*/ 357674 w 737540"/>
                  <a:gd name="connsiteY24" fmla="*/ 13891 h 737504"/>
                  <a:gd name="connsiteX25" fmla="*/ 379295 w 737540"/>
                  <a:gd name="connsiteY25" fmla="*/ 270 h 737504"/>
                  <a:gd name="connsiteX26" fmla="*/ 483689 w 737540"/>
                  <a:gd name="connsiteY26" fmla="*/ 18463 h 737504"/>
                  <a:gd name="connsiteX27" fmla="*/ 499406 w 737540"/>
                  <a:gd name="connsiteY27" fmla="*/ 38560 h 737504"/>
                  <a:gd name="connsiteX28" fmla="*/ 494643 w 737540"/>
                  <a:gd name="connsiteY28" fmla="*/ 104569 h 737504"/>
                  <a:gd name="connsiteX29" fmla="*/ 556556 w 737540"/>
                  <a:gd name="connsiteY29" fmla="*/ 144859 h 737504"/>
                  <a:gd name="connsiteX30" fmla="*/ 615039 w 737540"/>
                  <a:gd name="connsiteY30" fmla="*/ 112951 h 737504"/>
                  <a:gd name="connsiteX31" fmla="*/ 639899 w 737540"/>
                  <a:gd name="connsiteY31" fmla="*/ 118951 h 737504"/>
                  <a:gd name="connsiteX32" fmla="*/ 699716 w 737540"/>
                  <a:gd name="connsiteY32" fmla="*/ 206391 h 737504"/>
                  <a:gd name="connsiteX33" fmla="*/ 696287 w 737540"/>
                  <a:gd name="connsiteY33" fmla="*/ 231727 h 737504"/>
                  <a:gd name="connsiteX34" fmla="*/ 644757 w 737540"/>
                  <a:gd name="connsiteY34" fmla="*/ 275257 h 737504"/>
                  <a:gd name="connsiteX35" fmla="*/ 658473 w 737540"/>
                  <a:gd name="connsiteY35" fmla="*/ 339169 h 737504"/>
                  <a:gd name="connsiteX36" fmla="*/ 723624 w 737540"/>
                  <a:gd name="connsiteY36" fmla="*/ 357457 h 737504"/>
                  <a:gd name="connsiteX37" fmla="*/ 737245 w 737540"/>
                  <a:gd name="connsiteY37" fmla="*/ 379079 h 737504"/>
                  <a:gd name="connsiteX38" fmla="*/ 719052 w 737540"/>
                  <a:gd name="connsiteY38" fmla="*/ 483473 h 737504"/>
                  <a:gd name="connsiteX39" fmla="*/ 698954 w 737540"/>
                  <a:gd name="connsiteY39" fmla="*/ 499189 h 737504"/>
                  <a:gd name="connsiteX40" fmla="*/ 631422 w 737540"/>
                  <a:gd name="connsiteY40" fmla="*/ 494332 h 737504"/>
                  <a:gd name="connsiteX41" fmla="*/ 592179 w 737540"/>
                  <a:gd name="connsiteY41" fmla="*/ 555577 h 737504"/>
                  <a:gd name="connsiteX42" fmla="*/ 624469 w 737540"/>
                  <a:gd name="connsiteY42" fmla="*/ 614823 h 737504"/>
                  <a:gd name="connsiteX43" fmla="*/ 618468 w 737540"/>
                  <a:gd name="connsiteY43" fmla="*/ 639683 h 737504"/>
                  <a:gd name="connsiteX44" fmla="*/ 531029 w 737540"/>
                  <a:gd name="connsiteY44" fmla="*/ 699500 h 737504"/>
                  <a:gd name="connsiteX45" fmla="*/ 505692 w 737540"/>
                  <a:gd name="connsiteY45" fmla="*/ 696071 h 737504"/>
                  <a:gd name="connsiteX46" fmla="*/ 462639 w 737540"/>
                  <a:gd name="connsiteY46" fmla="*/ 645208 h 737504"/>
                  <a:gd name="connsiteX47" fmla="*/ 397773 w 737540"/>
                  <a:gd name="connsiteY47" fmla="*/ 659781 h 737504"/>
                  <a:gd name="connsiteX48" fmla="*/ 379866 w 737540"/>
                  <a:gd name="connsiteY48" fmla="*/ 723503 h 737504"/>
                  <a:gd name="connsiteX49" fmla="*/ 361674 w 737540"/>
                  <a:gd name="connsiteY49" fmla="*/ 737505 h 737504"/>
                  <a:gd name="connsiteX50" fmla="*/ 180318 w 737540"/>
                  <a:gd name="connsiteY50" fmla="*/ 582247 h 737504"/>
                  <a:gd name="connsiteX51" fmla="*/ 182794 w 737540"/>
                  <a:gd name="connsiteY51" fmla="*/ 584343 h 737504"/>
                  <a:gd name="connsiteX52" fmla="*/ 249851 w 737540"/>
                  <a:gd name="connsiteY52" fmla="*/ 626920 h 737504"/>
                  <a:gd name="connsiteX53" fmla="*/ 252899 w 737540"/>
                  <a:gd name="connsiteY53" fmla="*/ 628253 h 737504"/>
                  <a:gd name="connsiteX54" fmla="*/ 247850 w 737540"/>
                  <a:gd name="connsiteY54" fmla="*/ 699595 h 737504"/>
                  <a:gd name="connsiteX55" fmla="*/ 255756 w 737540"/>
                  <a:gd name="connsiteY55" fmla="*/ 709692 h 737504"/>
                  <a:gd name="connsiteX56" fmla="*/ 360150 w 737540"/>
                  <a:gd name="connsiteY56" fmla="*/ 727885 h 737504"/>
                  <a:gd name="connsiteX57" fmla="*/ 370913 w 737540"/>
                  <a:gd name="connsiteY57" fmla="*/ 721122 h 737504"/>
                  <a:gd name="connsiteX58" fmla="*/ 390535 w 737540"/>
                  <a:gd name="connsiteY58" fmla="*/ 651208 h 737504"/>
                  <a:gd name="connsiteX59" fmla="*/ 393773 w 737540"/>
                  <a:gd name="connsiteY59" fmla="*/ 650923 h 737504"/>
                  <a:gd name="connsiteX60" fmla="*/ 462734 w 737540"/>
                  <a:gd name="connsiteY60" fmla="*/ 635492 h 737504"/>
                  <a:gd name="connsiteX61" fmla="*/ 465877 w 737540"/>
                  <a:gd name="connsiteY61" fmla="*/ 634349 h 737504"/>
                  <a:gd name="connsiteX62" fmla="*/ 513122 w 737540"/>
                  <a:gd name="connsiteY62" fmla="*/ 690261 h 737504"/>
                  <a:gd name="connsiteX63" fmla="*/ 525790 w 737540"/>
                  <a:gd name="connsiteY63" fmla="*/ 691975 h 737504"/>
                  <a:gd name="connsiteX64" fmla="*/ 613229 w 737540"/>
                  <a:gd name="connsiteY64" fmla="*/ 632158 h 737504"/>
                  <a:gd name="connsiteX65" fmla="*/ 616182 w 737540"/>
                  <a:gd name="connsiteY65" fmla="*/ 619776 h 737504"/>
                  <a:gd name="connsiteX66" fmla="*/ 580749 w 737540"/>
                  <a:gd name="connsiteY66" fmla="*/ 554815 h 737504"/>
                  <a:gd name="connsiteX67" fmla="*/ 582844 w 737540"/>
                  <a:gd name="connsiteY67" fmla="*/ 552339 h 737504"/>
                  <a:gd name="connsiteX68" fmla="*/ 624183 w 737540"/>
                  <a:gd name="connsiteY68" fmla="*/ 487759 h 737504"/>
                  <a:gd name="connsiteX69" fmla="*/ 625517 w 737540"/>
                  <a:gd name="connsiteY69" fmla="*/ 484807 h 737504"/>
                  <a:gd name="connsiteX70" fmla="*/ 699525 w 737540"/>
                  <a:gd name="connsiteY70" fmla="*/ 490141 h 737504"/>
                  <a:gd name="connsiteX71" fmla="*/ 709622 w 737540"/>
                  <a:gd name="connsiteY71" fmla="*/ 482235 h 737504"/>
                  <a:gd name="connsiteX72" fmla="*/ 727815 w 737540"/>
                  <a:gd name="connsiteY72" fmla="*/ 377841 h 737504"/>
                  <a:gd name="connsiteX73" fmla="*/ 721052 w 737540"/>
                  <a:gd name="connsiteY73" fmla="*/ 367078 h 737504"/>
                  <a:gd name="connsiteX74" fmla="*/ 649615 w 737540"/>
                  <a:gd name="connsiteY74" fmla="*/ 346980 h 737504"/>
                  <a:gd name="connsiteX75" fmla="*/ 649329 w 737540"/>
                  <a:gd name="connsiteY75" fmla="*/ 343741 h 737504"/>
                  <a:gd name="connsiteX76" fmla="*/ 634756 w 737540"/>
                  <a:gd name="connsiteY76" fmla="*/ 275733 h 737504"/>
                  <a:gd name="connsiteX77" fmla="*/ 633708 w 737540"/>
                  <a:gd name="connsiteY77" fmla="*/ 272685 h 737504"/>
                  <a:gd name="connsiteX78" fmla="*/ 690286 w 737540"/>
                  <a:gd name="connsiteY78" fmla="*/ 224869 h 737504"/>
                  <a:gd name="connsiteX79" fmla="*/ 692001 w 737540"/>
                  <a:gd name="connsiteY79" fmla="*/ 212201 h 737504"/>
                  <a:gd name="connsiteX80" fmla="*/ 632184 w 737540"/>
                  <a:gd name="connsiteY80" fmla="*/ 124762 h 737504"/>
                  <a:gd name="connsiteX81" fmla="*/ 619801 w 737540"/>
                  <a:gd name="connsiteY81" fmla="*/ 121809 h 737504"/>
                  <a:gd name="connsiteX82" fmla="*/ 555507 w 737540"/>
                  <a:gd name="connsiteY82" fmla="*/ 156861 h 737504"/>
                  <a:gd name="connsiteX83" fmla="*/ 553031 w 737540"/>
                  <a:gd name="connsiteY83" fmla="*/ 154670 h 737504"/>
                  <a:gd name="connsiteX84" fmla="*/ 487880 w 737540"/>
                  <a:gd name="connsiteY84" fmla="*/ 112189 h 737504"/>
                  <a:gd name="connsiteX85" fmla="*/ 484927 w 737540"/>
                  <a:gd name="connsiteY85" fmla="*/ 110760 h 737504"/>
                  <a:gd name="connsiteX86" fmla="*/ 490071 w 737540"/>
                  <a:gd name="connsiteY86" fmla="*/ 38275 h 737504"/>
                  <a:gd name="connsiteX87" fmla="*/ 482165 w 737540"/>
                  <a:gd name="connsiteY87" fmla="*/ 28178 h 737504"/>
                  <a:gd name="connsiteX88" fmla="*/ 377771 w 737540"/>
                  <a:gd name="connsiteY88" fmla="*/ 9985 h 737504"/>
                  <a:gd name="connsiteX89" fmla="*/ 367008 w 737540"/>
                  <a:gd name="connsiteY89" fmla="*/ 16748 h 737504"/>
                  <a:gd name="connsiteX90" fmla="*/ 347672 w 737540"/>
                  <a:gd name="connsiteY90" fmla="*/ 85519 h 737504"/>
                  <a:gd name="connsiteX91" fmla="*/ 344338 w 737540"/>
                  <a:gd name="connsiteY91" fmla="*/ 85804 h 737504"/>
                  <a:gd name="connsiteX92" fmla="*/ 273663 w 737540"/>
                  <a:gd name="connsiteY92" fmla="*/ 100759 h 737504"/>
                  <a:gd name="connsiteX93" fmla="*/ 270520 w 737540"/>
                  <a:gd name="connsiteY93" fmla="*/ 101806 h 737504"/>
                  <a:gd name="connsiteX94" fmla="*/ 224704 w 737540"/>
                  <a:gd name="connsiteY94" fmla="*/ 47609 h 737504"/>
                  <a:gd name="connsiteX95" fmla="*/ 212036 w 737540"/>
                  <a:gd name="connsiteY95" fmla="*/ 45895 h 737504"/>
                  <a:gd name="connsiteX96" fmla="*/ 124597 w 737540"/>
                  <a:gd name="connsiteY96" fmla="*/ 105712 h 737504"/>
                  <a:gd name="connsiteX97" fmla="*/ 121644 w 737540"/>
                  <a:gd name="connsiteY97" fmla="*/ 118094 h 737504"/>
                  <a:gd name="connsiteX98" fmla="*/ 155172 w 737540"/>
                  <a:gd name="connsiteY98" fmla="*/ 179721 h 737504"/>
                  <a:gd name="connsiteX99" fmla="*/ 152981 w 737540"/>
                  <a:gd name="connsiteY99" fmla="*/ 182197 h 737504"/>
                  <a:gd name="connsiteX100" fmla="*/ 109261 w 737540"/>
                  <a:gd name="connsiteY100" fmla="*/ 249825 h 737504"/>
                  <a:gd name="connsiteX101" fmla="*/ 107928 w 737540"/>
                  <a:gd name="connsiteY101" fmla="*/ 252778 h 737504"/>
                  <a:gd name="connsiteX102" fmla="*/ 38205 w 737540"/>
                  <a:gd name="connsiteY102" fmla="*/ 247825 h 737504"/>
                  <a:gd name="connsiteX103" fmla="*/ 28108 w 737540"/>
                  <a:gd name="connsiteY103" fmla="*/ 255730 h 737504"/>
                  <a:gd name="connsiteX104" fmla="*/ 9916 w 737540"/>
                  <a:gd name="connsiteY104" fmla="*/ 360124 h 737504"/>
                  <a:gd name="connsiteX105" fmla="*/ 16679 w 737540"/>
                  <a:gd name="connsiteY105" fmla="*/ 370888 h 737504"/>
                  <a:gd name="connsiteX106" fmla="*/ 83925 w 737540"/>
                  <a:gd name="connsiteY106" fmla="*/ 389747 h 737504"/>
                  <a:gd name="connsiteX107" fmla="*/ 84211 w 737540"/>
                  <a:gd name="connsiteY107" fmla="*/ 392986 h 737504"/>
                  <a:gd name="connsiteX108" fmla="*/ 100022 w 737540"/>
                  <a:gd name="connsiteY108" fmla="*/ 464614 h 737504"/>
                  <a:gd name="connsiteX109" fmla="*/ 101165 w 737540"/>
                  <a:gd name="connsiteY109" fmla="*/ 467757 h 737504"/>
                  <a:gd name="connsiteX110" fmla="*/ 47540 w 737540"/>
                  <a:gd name="connsiteY110" fmla="*/ 513096 h 737504"/>
                  <a:gd name="connsiteX111" fmla="*/ 45825 w 737540"/>
                  <a:gd name="connsiteY111" fmla="*/ 525764 h 737504"/>
                  <a:gd name="connsiteX112" fmla="*/ 105642 w 737540"/>
                  <a:gd name="connsiteY112" fmla="*/ 613204 h 737504"/>
                  <a:gd name="connsiteX113" fmla="*/ 118024 w 737540"/>
                  <a:gd name="connsiteY113" fmla="*/ 616156 h 737504"/>
                  <a:gd name="connsiteX114" fmla="*/ 180318 w 737540"/>
                  <a:gd name="connsiteY114" fmla="*/ 582247 h 737504"/>
                  <a:gd name="connsiteX115" fmla="*/ 367008 w 737540"/>
                  <a:gd name="connsiteY115" fmla="*/ 498904 h 737504"/>
                  <a:gd name="connsiteX116" fmla="*/ 344338 w 737540"/>
                  <a:gd name="connsiteY116" fmla="*/ 496903 h 737504"/>
                  <a:gd name="connsiteX117" fmla="*/ 344338 w 737540"/>
                  <a:gd name="connsiteY117" fmla="*/ 496903 h 737504"/>
                  <a:gd name="connsiteX118" fmla="*/ 238325 w 737540"/>
                  <a:gd name="connsiteY118" fmla="*/ 346123 h 737504"/>
                  <a:gd name="connsiteX119" fmla="*/ 291760 w 737540"/>
                  <a:gd name="connsiteY119" fmla="*/ 261826 h 737504"/>
                  <a:gd name="connsiteX120" fmla="*/ 389106 w 737540"/>
                  <a:gd name="connsiteY120" fmla="*/ 240014 h 737504"/>
                  <a:gd name="connsiteX121" fmla="*/ 473402 w 737540"/>
                  <a:gd name="connsiteY121" fmla="*/ 293449 h 737504"/>
                  <a:gd name="connsiteX122" fmla="*/ 495215 w 737540"/>
                  <a:gd name="connsiteY122" fmla="*/ 390795 h 737504"/>
                  <a:gd name="connsiteX123" fmla="*/ 441779 w 737540"/>
                  <a:gd name="connsiteY123" fmla="*/ 475091 h 737504"/>
                  <a:gd name="connsiteX124" fmla="*/ 367008 w 737540"/>
                  <a:gd name="connsiteY124" fmla="*/ 498904 h 737504"/>
                  <a:gd name="connsiteX125" fmla="*/ 345957 w 737540"/>
                  <a:gd name="connsiteY125" fmla="*/ 487569 h 737504"/>
                  <a:gd name="connsiteX126" fmla="*/ 436255 w 737540"/>
                  <a:gd name="connsiteY126" fmla="*/ 467376 h 737504"/>
                  <a:gd name="connsiteX127" fmla="*/ 485785 w 737540"/>
                  <a:gd name="connsiteY127" fmla="*/ 389271 h 737504"/>
                  <a:gd name="connsiteX128" fmla="*/ 465591 w 737540"/>
                  <a:gd name="connsiteY128" fmla="*/ 298974 h 737504"/>
                  <a:gd name="connsiteX129" fmla="*/ 387487 w 737540"/>
                  <a:gd name="connsiteY129" fmla="*/ 249444 h 737504"/>
                  <a:gd name="connsiteX130" fmla="*/ 297190 w 737540"/>
                  <a:gd name="connsiteY130" fmla="*/ 269637 h 737504"/>
                  <a:gd name="connsiteX131" fmla="*/ 247660 w 737540"/>
                  <a:gd name="connsiteY131" fmla="*/ 347742 h 737504"/>
                  <a:gd name="connsiteX132" fmla="*/ 345957 w 737540"/>
                  <a:gd name="connsiteY132" fmla="*/ 487569 h 737504"/>
                  <a:gd name="connsiteX133" fmla="*/ 345957 w 737540"/>
                  <a:gd name="connsiteY133" fmla="*/ 487569 h 737504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</a:cxnLst>
                <a:rect l="l" t="t" r="r" b="b"/>
                <a:pathLst>
                  <a:path w="737540" h="737504">
                    <a:moveTo>
                      <a:pt x="361674" y="737505"/>
                    </a:moveTo>
                    <a:cubicBezTo>
                      <a:pt x="360626" y="737505"/>
                      <a:pt x="359483" y="737410"/>
                      <a:pt x="358340" y="737219"/>
                    </a:cubicBezTo>
                    <a:lnTo>
                      <a:pt x="253946" y="719026"/>
                    </a:lnTo>
                    <a:cubicBezTo>
                      <a:pt x="244326" y="717312"/>
                      <a:pt x="237563" y="708739"/>
                      <a:pt x="238230" y="698929"/>
                    </a:cubicBezTo>
                    <a:lnTo>
                      <a:pt x="242897" y="634254"/>
                    </a:lnTo>
                    <a:cubicBezTo>
                      <a:pt x="220133" y="623681"/>
                      <a:pt x="198701" y="610060"/>
                      <a:pt x="179080" y="593677"/>
                    </a:cubicBezTo>
                    <a:lnTo>
                      <a:pt x="122501" y="624538"/>
                    </a:lnTo>
                    <a:cubicBezTo>
                      <a:pt x="113929" y="629206"/>
                      <a:pt x="103261" y="626634"/>
                      <a:pt x="97641" y="618538"/>
                    </a:cubicBezTo>
                    <a:lnTo>
                      <a:pt x="37824" y="531098"/>
                    </a:lnTo>
                    <a:cubicBezTo>
                      <a:pt x="32299" y="523002"/>
                      <a:pt x="33728" y="512143"/>
                      <a:pt x="41253" y="505762"/>
                    </a:cubicBezTo>
                    <a:lnTo>
                      <a:pt x="89831" y="464709"/>
                    </a:lnTo>
                    <a:cubicBezTo>
                      <a:pt x="82115" y="442706"/>
                      <a:pt x="77162" y="420037"/>
                      <a:pt x="74876" y="397081"/>
                    </a:cubicBezTo>
                    <a:lnTo>
                      <a:pt x="13916" y="379936"/>
                    </a:lnTo>
                    <a:cubicBezTo>
                      <a:pt x="4486" y="377269"/>
                      <a:pt x="-1419" y="368030"/>
                      <a:pt x="295" y="358315"/>
                    </a:cubicBezTo>
                    <a:lnTo>
                      <a:pt x="18488" y="253921"/>
                    </a:lnTo>
                    <a:cubicBezTo>
                      <a:pt x="20203" y="244300"/>
                      <a:pt x="28585" y="237442"/>
                      <a:pt x="38586" y="238204"/>
                    </a:cubicBezTo>
                    <a:lnTo>
                      <a:pt x="101737" y="242681"/>
                    </a:lnTo>
                    <a:cubicBezTo>
                      <a:pt x="112786" y="219440"/>
                      <a:pt x="126788" y="197723"/>
                      <a:pt x="143456" y="178292"/>
                    </a:cubicBezTo>
                    <a:lnTo>
                      <a:pt x="113072" y="122476"/>
                    </a:lnTo>
                    <a:cubicBezTo>
                      <a:pt x="108404" y="113903"/>
                      <a:pt x="110976" y="103235"/>
                      <a:pt x="119072" y="97615"/>
                    </a:cubicBezTo>
                    <a:lnTo>
                      <a:pt x="206512" y="37798"/>
                    </a:lnTo>
                    <a:cubicBezTo>
                      <a:pt x="214608" y="32274"/>
                      <a:pt x="225467" y="33703"/>
                      <a:pt x="231848" y="41227"/>
                    </a:cubicBezTo>
                    <a:lnTo>
                      <a:pt x="273472" y="90472"/>
                    </a:lnTo>
                    <a:cubicBezTo>
                      <a:pt x="295190" y="83137"/>
                      <a:pt x="317573" y="78375"/>
                      <a:pt x="340147" y="76375"/>
                    </a:cubicBezTo>
                    <a:lnTo>
                      <a:pt x="357674" y="13891"/>
                    </a:lnTo>
                    <a:cubicBezTo>
                      <a:pt x="360340" y="4461"/>
                      <a:pt x="369580" y="-1349"/>
                      <a:pt x="379295" y="270"/>
                    </a:cubicBezTo>
                    <a:lnTo>
                      <a:pt x="483689" y="18463"/>
                    </a:lnTo>
                    <a:cubicBezTo>
                      <a:pt x="493310" y="20177"/>
                      <a:pt x="500072" y="28750"/>
                      <a:pt x="499406" y="38560"/>
                    </a:cubicBezTo>
                    <a:lnTo>
                      <a:pt x="494643" y="104569"/>
                    </a:lnTo>
                    <a:cubicBezTo>
                      <a:pt x="516931" y="115332"/>
                      <a:pt x="537791" y="128953"/>
                      <a:pt x="556556" y="144859"/>
                    </a:cubicBezTo>
                    <a:lnTo>
                      <a:pt x="615039" y="112951"/>
                    </a:lnTo>
                    <a:cubicBezTo>
                      <a:pt x="623611" y="108283"/>
                      <a:pt x="634375" y="110855"/>
                      <a:pt x="639899" y="118951"/>
                    </a:cubicBezTo>
                    <a:lnTo>
                      <a:pt x="699716" y="206391"/>
                    </a:lnTo>
                    <a:cubicBezTo>
                      <a:pt x="705241" y="214487"/>
                      <a:pt x="703812" y="225346"/>
                      <a:pt x="696287" y="231727"/>
                    </a:cubicBezTo>
                    <a:lnTo>
                      <a:pt x="644757" y="275257"/>
                    </a:lnTo>
                    <a:cubicBezTo>
                      <a:pt x="651710" y="296021"/>
                      <a:pt x="656377" y="317452"/>
                      <a:pt x="658473" y="339169"/>
                    </a:cubicBezTo>
                    <a:lnTo>
                      <a:pt x="723624" y="357457"/>
                    </a:lnTo>
                    <a:cubicBezTo>
                      <a:pt x="733054" y="360124"/>
                      <a:pt x="738959" y="369364"/>
                      <a:pt x="737245" y="379079"/>
                    </a:cubicBezTo>
                    <a:lnTo>
                      <a:pt x="719052" y="483473"/>
                    </a:lnTo>
                    <a:cubicBezTo>
                      <a:pt x="717338" y="493189"/>
                      <a:pt x="708765" y="499951"/>
                      <a:pt x="698954" y="499189"/>
                    </a:cubicBezTo>
                    <a:lnTo>
                      <a:pt x="631422" y="494332"/>
                    </a:lnTo>
                    <a:cubicBezTo>
                      <a:pt x="621040" y="516239"/>
                      <a:pt x="607800" y="536813"/>
                      <a:pt x="592179" y="555577"/>
                    </a:cubicBezTo>
                    <a:lnTo>
                      <a:pt x="624469" y="614823"/>
                    </a:lnTo>
                    <a:cubicBezTo>
                      <a:pt x="629136" y="623395"/>
                      <a:pt x="626564" y="634063"/>
                      <a:pt x="618468" y="639683"/>
                    </a:cubicBezTo>
                    <a:lnTo>
                      <a:pt x="531029" y="699500"/>
                    </a:lnTo>
                    <a:cubicBezTo>
                      <a:pt x="522932" y="705025"/>
                      <a:pt x="512073" y="703596"/>
                      <a:pt x="505692" y="696071"/>
                    </a:cubicBezTo>
                    <a:lnTo>
                      <a:pt x="462639" y="645208"/>
                    </a:lnTo>
                    <a:cubicBezTo>
                      <a:pt x="441589" y="652542"/>
                      <a:pt x="419776" y="657400"/>
                      <a:pt x="397773" y="659781"/>
                    </a:cubicBezTo>
                    <a:lnTo>
                      <a:pt x="379866" y="723503"/>
                    </a:lnTo>
                    <a:cubicBezTo>
                      <a:pt x="377676" y="731980"/>
                      <a:pt x="370151" y="737505"/>
                      <a:pt x="361674" y="737505"/>
                    </a:cubicBezTo>
                    <a:close/>
                    <a:moveTo>
                      <a:pt x="180318" y="582247"/>
                    </a:moveTo>
                    <a:lnTo>
                      <a:pt x="182794" y="584343"/>
                    </a:lnTo>
                    <a:cubicBezTo>
                      <a:pt x="203178" y="601774"/>
                      <a:pt x="225752" y="616061"/>
                      <a:pt x="249851" y="626920"/>
                    </a:cubicBezTo>
                    <a:lnTo>
                      <a:pt x="252899" y="628253"/>
                    </a:lnTo>
                    <a:lnTo>
                      <a:pt x="247850" y="699595"/>
                    </a:lnTo>
                    <a:cubicBezTo>
                      <a:pt x="247469" y="704453"/>
                      <a:pt x="250898" y="708835"/>
                      <a:pt x="255756" y="709692"/>
                    </a:cubicBezTo>
                    <a:lnTo>
                      <a:pt x="360150" y="727885"/>
                    </a:lnTo>
                    <a:cubicBezTo>
                      <a:pt x="365007" y="728742"/>
                      <a:pt x="369675" y="725789"/>
                      <a:pt x="370913" y="721122"/>
                    </a:cubicBezTo>
                    <a:lnTo>
                      <a:pt x="390535" y="651208"/>
                    </a:lnTo>
                    <a:lnTo>
                      <a:pt x="393773" y="650923"/>
                    </a:lnTo>
                    <a:cubicBezTo>
                      <a:pt x="417205" y="648732"/>
                      <a:pt x="440446" y="643493"/>
                      <a:pt x="462734" y="635492"/>
                    </a:cubicBezTo>
                    <a:lnTo>
                      <a:pt x="465877" y="634349"/>
                    </a:lnTo>
                    <a:lnTo>
                      <a:pt x="513122" y="690261"/>
                    </a:lnTo>
                    <a:cubicBezTo>
                      <a:pt x="516265" y="693976"/>
                      <a:pt x="521694" y="694738"/>
                      <a:pt x="525790" y="691975"/>
                    </a:cubicBezTo>
                    <a:lnTo>
                      <a:pt x="613229" y="632158"/>
                    </a:lnTo>
                    <a:cubicBezTo>
                      <a:pt x="617230" y="629396"/>
                      <a:pt x="618563" y="624062"/>
                      <a:pt x="616182" y="619776"/>
                    </a:cubicBezTo>
                    <a:lnTo>
                      <a:pt x="580749" y="554815"/>
                    </a:lnTo>
                    <a:lnTo>
                      <a:pt x="582844" y="552339"/>
                    </a:lnTo>
                    <a:cubicBezTo>
                      <a:pt x="599513" y="532717"/>
                      <a:pt x="613420" y="511000"/>
                      <a:pt x="624183" y="487759"/>
                    </a:cubicBezTo>
                    <a:lnTo>
                      <a:pt x="625517" y="484807"/>
                    </a:lnTo>
                    <a:lnTo>
                      <a:pt x="699525" y="490141"/>
                    </a:lnTo>
                    <a:cubicBezTo>
                      <a:pt x="704765" y="490522"/>
                      <a:pt x="708765" y="487093"/>
                      <a:pt x="709622" y="482235"/>
                    </a:cubicBezTo>
                    <a:lnTo>
                      <a:pt x="727815" y="377841"/>
                    </a:lnTo>
                    <a:cubicBezTo>
                      <a:pt x="728672" y="372983"/>
                      <a:pt x="725719" y="368411"/>
                      <a:pt x="721052" y="367078"/>
                    </a:cubicBezTo>
                    <a:lnTo>
                      <a:pt x="649615" y="346980"/>
                    </a:lnTo>
                    <a:lnTo>
                      <a:pt x="649329" y="343741"/>
                    </a:lnTo>
                    <a:cubicBezTo>
                      <a:pt x="647329" y="320596"/>
                      <a:pt x="642375" y="297736"/>
                      <a:pt x="634756" y="275733"/>
                    </a:cubicBezTo>
                    <a:lnTo>
                      <a:pt x="633708" y="272685"/>
                    </a:lnTo>
                    <a:lnTo>
                      <a:pt x="690286" y="224869"/>
                    </a:lnTo>
                    <a:cubicBezTo>
                      <a:pt x="694001" y="221726"/>
                      <a:pt x="694763" y="216297"/>
                      <a:pt x="692001" y="212201"/>
                    </a:cubicBezTo>
                    <a:lnTo>
                      <a:pt x="632184" y="124762"/>
                    </a:lnTo>
                    <a:cubicBezTo>
                      <a:pt x="629422" y="120761"/>
                      <a:pt x="624088" y="119428"/>
                      <a:pt x="619801" y="121809"/>
                    </a:cubicBezTo>
                    <a:lnTo>
                      <a:pt x="555507" y="156861"/>
                    </a:lnTo>
                    <a:lnTo>
                      <a:pt x="553031" y="154670"/>
                    </a:lnTo>
                    <a:cubicBezTo>
                      <a:pt x="533410" y="137620"/>
                      <a:pt x="511502" y="123333"/>
                      <a:pt x="487880" y="112189"/>
                    </a:cubicBezTo>
                    <a:lnTo>
                      <a:pt x="484927" y="110760"/>
                    </a:lnTo>
                    <a:lnTo>
                      <a:pt x="490071" y="38275"/>
                    </a:lnTo>
                    <a:cubicBezTo>
                      <a:pt x="490452" y="33417"/>
                      <a:pt x="487023" y="29035"/>
                      <a:pt x="482165" y="28178"/>
                    </a:cubicBezTo>
                    <a:lnTo>
                      <a:pt x="377771" y="9985"/>
                    </a:lnTo>
                    <a:cubicBezTo>
                      <a:pt x="372913" y="9128"/>
                      <a:pt x="368246" y="12081"/>
                      <a:pt x="367008" y="16748"/>
                    </a:cubicBezTo>
                    <a:lnTo>
                      <a:pt x="347672" y="85519"/>
                    </a:lnTo>
                    <a:lnTo>
                      <a:pt x="344338" y="85804"/>
                    </a:lnTo>
                    <a:cubicBezTo>
                      <a:pt x="320431" y="87709"/>
                      <a:pt x="296618" y="92758"/>
                      <a:pt x="273663" y="100759"/>
                    </a:cubicBezTo>
                    <a:lnTo>
                      <a:pt x="270520" y="101806"/>
                    </a:lnTo>
                    <a:lnTo>
                      <a:pt x="224704" y="47609"/>
                    </a:lnTo>
                    <a:cubicBezTo>
                      <a:pt x="221561" y="43894"/>
                      <a:pt x="216132" y="43132"/>
                      <a:pt x="212036" y="45895"/>
                    </a:cubicBezTo>
                    <a:lnTo>
                      <a:pt x="124597" y="105712"/>
                    </a:lnTo>
                    <a:cubicBezTo>
                      <a:pt x="120596" y="108474"/>
                      <a:pt x="119263" y="113808"/>
                      <a:pt x="121644" y="118094"/>
                    </a:cubicBezTo>
                    <a:lnTo>
                      <a:pt x="155172" y="179721"/>
                    </a:lnTo>
                    <a:lnTo>
                      <a:pt x="152981" y="182197"/>
                    </a:lnTo>
                    <a:cubicBezTo>
                      <a:pt x="135265" y="202486"/>
                      <a:pt x="120501" y="225250"/>
                      <a:pt x="109261" y="249825"/>
                    </a:cubicBezTo>
                    <a:lnTo>
                      <a:pt x="107928" y="252778"/>
                    </a:lnTo>
                    <a:lnTo>
                      <a:pt x="38205" y="247825"/>
                    </a:lnTo>
                    <a:cubicBezTo>
                      <a:pt x="33157" y="247444"/>
                      <a:pt x="28966" y="250873"/>
                      <a:pt x="28108" y="255730"/>
                    </a:cubicBezTo>
                    <a:lnTo>
                      <a:pt x="9916" y="360124"/>
                    </a:lnTo>
                    <a:cubicBezTo>
                      <a:pt x="9058" y="364982"/>
                      <a:pt x="12011" y="369554"/>
                      <a:pt x="16679" y="370888"/>
                    </a:cubicBezTo>
                    <a:lnTo>
                      <a:pt x="83925" y="389747"/>
                    </a:lnTo>
                    <a:lnTo>
                      <a:pt x="84211" y="392986"/>
                    </a:lnTo>
                    <a:cubicBezTo>
                      <a:pt x="86306" y="417370"/>
                      <a:pt x="91640" y="441468"/>
                      <a:pt x="100022" y="464614"/>
                    </a:cubicBezTo>
                    <a:lnTo>
                      <a:pt x="101165" y="467757"/>
                    </a:lnTo>
                    <a:lnTo>
                      <a:pt x="47540" y="513096"/>
                    </a:lnTo>
                    <a:cubicBezTo>
                      <a:pt x="43825" y="516239"/>
                      <a:pt x="43063" y="521668"/>
                      <a:pt x="45825" y="525764"/>
                    </a:cubicBezTo>
                    <a:lnTo>
                      <a:pt x="105642" y="613204"/>
                    </a:lnTo>
                    <a:cubicBezTo>
                      <a:pt x="108404" y="617204"/>
                      <a:pt x="113738" y="618538"/>
                      <a:pt x="118024" y="616156"/>
                    </a:cubicBezTo>
                    <a:lnTo>
                      <a:pt x="180318" y="582247"/>
                    </a:lnTo>
                    <a:close/>
                    <a:moveTo>
                      <a:pt x="367008" y="498904"/>
                    </a:moveTo>
                    <a:cubicBezTo>
                      <a:pt x="359483" y="498904"/>
                      <a:pt x="351958" y="498237"/>
                      <a:pt x="344338" y="496903"/>
                    </a:cubicBezTo>
                    <a:lnTo>
                      <a:pt x="344338" y="496903"/>
                    </a:lnTo>
                    <a:cubicBezTo>
                      <a:pt x="273568" y="484521"/>
                      <a:pt x="225943" y="416893"/>
                      <a:pt x="238325" y="346123"/>
                    </a:cubicBezTo>
                    <a:cubicBezTo>
                      <a:pt x="244326" y="311833"/>
                      <a:pt x="263281" y="281924"/>
                      <a:pt x="291760" y="261826"/>
                    </a:cubicBezTo>
                    <a:cubicBezTo>
                      <a:pt x="320240" y="241824"/>
                      <a:pt x="354816" y="234109"/>
                      <a:pt x="389106" y="240014"/>
                    </a:cubicBezTo>
                    <a:cubicBezTo>
                      <a:pt x="423396" y="246015"/>
                      <a:pt x="453304" y="264970"/>
                      <a:pt x="473402" y="293449"/>
                    </a:cubicBezTo>
                    <a:cubicBezTo>
                      <a:pt x="493405" y="321929"/>
                      <a:pt x="501215" y="356505"/>
                      <a:pt x="495215" y="390795"/>
                    </a:cubicBezTo>
                    <a:cubicBezTo>
                      <a:pt x="489214" y="425085"/>
                      <a:pt x="470259" y="454993"/>
                      <a:pt x="441779" y="475091"/>
                    </a:cubicBezTo>
                    <a:cubicBezTo>
                      <a:pt x="419491" y="490712"/>
                      <a:pt x="393582" y="498904"/>
                      <a:pt x="367008" y="498904"/>
                    </a:cubicBezTo>
                    <a:close/>
                    <a:moveTo>
                      <a:pt x="345957" y="487569"/>
                    </a:moveTo>
                    <a:cubicBezTo>
                      <a:pt x="377771" y="493093"/>
                      <a:pt x="409775" y="485950"/>
                      <a:pt x="436255" y="467376"/>
                    </a:cubicBezTo>
                    <a:cubicBezTo>
                      <a:pt x="462639" y="448802"/>
                      <a:pt x="480260" y="421084"/>
                      <a:pt x="485785" y="389271"/>
                    </a:cubicBezTo>
                    <a:cubicBezTo>
                      <a:pt x="491309" y="357457"/>
                      <a:pt x="484165" y="325453"/>
                      <a:pt x="465591" y="298974"/>
                    </a:cubicBezTo>
                    <a:cubicBezTo>
                      <a:pt x="447018" y="272590"/>
                      <a:pt x="419300" y="254968"/>
                      <a:pt x="387487" y="249444"/>
                    </a:cubicBezTo>
                    <a:cubicBezTo>
                      <a:pt x="355673" y="243919"/>
                      <a:pt x="323669" y="251063"/>
                      <a:pt x="297190" y="269637"/>
                    </a:cubicBezTo>
                    <a:cubicBezTo>
                      <a:pt x="270806" y="288211"/>
                      <a:pt x="253184" y="315928"/>
                      <a:pt x="247660" y="347742"/>
                    </a:cubicBezTo>
                    <a:cubicBezTo>
                      <a:pt x="236230" y="413369"/>
                      <a:pt x="280331" y="476139"/>
                      <a:pt x="345957" y="487569"/>
                    </a:cubicBezTo>
                    <a:lnTo>
                      <a:pt x="345957" y="487569"/>
                    </a:lnTo>
                    <a:close/>
                  </a:path>
                </a:pathLst>
              </a:custGeom>
              <a:solidFill>
                <a:srgbClr val="5277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9" name="" descr="7e960729-b1d8-4329-8309-cb09daf8232a"/>
              <p:cNvSpPr/>
              <p:nvPr/>
            </p:nvSpPr>
            <p:spPr>
              <a:xfrm>
                <a:off x="341281" y="312700"/>
                <a:ext cx="638237" cy="638284"/>
              </a:xfrm>
              <a:custGeom>
                <a:gdLst>
                  <a:gd name="connsiteX0" fmla="*/ 1138837 w 1158114"/>
                  <a:gd name="connsiteY0" fmla="*/ 499233 h 1158200"/>
                  <a:gd name="connsiteX1" fmla="*/ 1026632 w 1158114"/>
                  <a:gd name="connsiteY1" fmla="*/ 482183 h 1158200"/>
                  <a:gd name="connsiteX2" fmla="*/ 989485 w 1158114"/>
                  <a:gd name="connsiteY2" fmla="*/ 375313 h 1158200"/>
                  <a:gd name="connsiteX3" fmla="*/ 1066351 w 1158114"/>
                  <a:gd name="connsiteY3" fmla="*/ 292255 h 1158200"/>
                  <a:gd name="connsiteX4" fmla="*/ 1066732 w 1158114"/>
                  <a:gd name="connsiteY4" fmla="*/ 261679 h 1158200"/>
                  <a:gd name="connsiteX5" fmla="*/ 954623 w 1158114"/>
                  <a:gd name="connsiteY5" fmla="*/ 134616 h 1158200"/>
                  <a:gd name="connsiteX6" fmla="*/ 924238 w 1158114"/>
                  <a:gd name="connsiteY6" fmla="*/ 131187 h 1158200"/>
                  <a:gd name="connsiteX7" fmla="*/ 833370 w 1158114"/>
                  <a:gd name="connsiteY7" fmla="*/ 196338 h 1158200"/>
                  <a:gd name="connsiteX8" fmla="*/ 719737 w 1158114"/>
                  <a:gd name="connsiteY8" fmla="*/ 140807 h 1158200"/>
                  <a:gd name="connsiteX9" fmla="*/ 714021 w 1158114"/>
                  <a:gd name="connsiteY9" fmla="*/ 30032 h 1158200"/>
                  <a:gd name="connsiteX10" fmla="*/ 692305 w 1158114"/>
                  <a:gd name="connsiteY10" fmla="*/ 8410 h 1158200"/>
                  <a:gd name="connsiteX11" fmla="*/ 523045 w 1158114"/>
                  <a:gd name="connsiteY11" fmla="*/ 28 h 1158200"/>
                  <a:gd name="connsiteX12" fmla="*/ 499328 w 1158114"/>
                  <a:gd name="connsiteY12" fmla="*/ 19363 h 1158200"/>
                  <a:gd name="connsiteX13" fmla="*/ 482945 w 1158114"/>
                  <a:gd name="connsiteY13" fmla="*/ 127091 h 1158200"/>
                  <a:gd name="connsiteX14" fmla="*/ 371788 w 1158114"/>
                  <a:gd name="connsiteY14" fmla="*/ 165286 h 1158200"/>
                  <a:gd name="connsiteX15" fmla="*/ 292350 w 1158114"/>
                  <a:gd name="connsiteY15" fmla="*/ 91753 h 1158200"/>
                  <a:gd name="connsiteX16" fmla="*/ 261775 w 1158114"/>
                  <a:gd name="connsiteY16" fmla="*/ 91373 h 1158200"/>
                  <a:gd name="connsiteX17" fmla="*/ 134711 w 1158114"/>
                  <a:gd name="connsiteY17" fmla="*/ 203482 h 1158200"/>
                  <a:gd name="connsiteX18" fmla="*/ 131282 w 1158114"/>
                  <a:gd name="connsiteY18" fmla="*/ 233866 h 1158200"/>
                  <a:gd name="connsiteX19" fmla="*/ 193575 w 1158114"/>
                  <a:gd name="connsiteY19" fmla="*/ 320734 h 1158200"/>
                  <a:gd name="connsiteX20" fmla="*/ 136425 w 1158114"/>
                  <a:gd name="connsiteY20" fmla="*/ 438654 h 1158200"/>
                  <a:gd name="connsiteX21" fmla="*/ 30031 w 1158114"/>
                  <a:gd name="connsiteY21" fmla="*/ 444178 h 1158200"/>
                  <a:gd name="connsiteX22" fmla="*/ 8410 w 1158114"/>
                  <a:gd name="connsiteY22" fmla="*/ 465895 h 1158200"/>
                  <a:gd name="connsiteX23" fmla="*/ 28 w 1158114"/>
                  <a:gd name="connsiteY23" fmla="*/ 635155 h 1158200"/>
                  <a:gd name="connsiteX24" fmla="*/ 19363 w 1158114"/>
                  <a:gd name="connsiteY24" fmla="*/ 658872 h 1158200"/>
                  <a:gd name="connsiteX25" fmla="*/ 124615 w 1158114"/>
                  <a:gd name="connsiteY25" fmla="*/ 674874 h 1158200"/>
                  <a:gd name="connsiteX26" fmla="*/ 164429 w 1158114"/>
                  <a:gd name="connsiteY26" fmla="*/ 787364 h 1158200"/>
                  <a:gd name="connsiteX27" fmla="*/ 91753 w 1158114"/>
                  <a:gd name="connsiteY27" fmla="*/ 865850 h 1158200"/>
                  <a:gd name="connsiteX28" fmla="*/ 91372 w 1158114"/>
                  <a:gd name="connsiteY28" fmla="*/ 896425 h 1158200"/>
                  <a:gd name="connsiteX29" fmla="*/ 203482 w 1158114"/>
                  <a:gd name="connsiteY29" fmla="*/ 1023489 h 1158200"/>
                  <a:gd name="connsiteX30" fmla="*/ 233866 w 1158114"/>
                  <a:gd name="connsiteY30" fmla="*/ 1026918 h 1158200"/>
                  <a:gd name="connsiteX31" fmla="*/ 321782 w 1158114"/>
                  <a:gd name="connsiteY31" fmla="*/ 963862 h 1158200"/>
                  <a:gd name="connsiteX32" fmla="*/ 438463 w 1158114"/>
                  <a:gd name="connsiteY32" fmla="*/ 1019298 h 1158200"/>
                  <a:gd name="connsiteX33" fmla="*/ 444083 w 1158114"/>
                  <a:gd name="connsiteY33" fmla="*/ 1128169 h 1158200"/>
                  <a:gd name="connsiteX34" fmla="*/ 465800 w 1158114"/>
                  <a:gd name="connsiteY34" fmla="*/ 1149791 h 1158200"/>
                  <a:gd name="connsiteX35" fmla="*/ 635059 w 1158114"/>
                  <a:gd name="connsiteY35" fmla="*/ 1158173 h 1158200"/>
                  <a:gd name="connsiteX36" fmla="*/ 658777 w 1158114"/>
                  <a:gd name="connsiteY36" fmla="*/ 1138837 h 1158200"/>
                  <a:gd name="connsiteX37" fmla="*/ 675445 w 1158114"/>
                  <a:gd name="connsiteY37" fmla="*/ 1029109 h 1158200"/>
                  <a:gd name="connsiteX38" fmla="*/ 783649 w 1158114"/>
                  <a:gd name="connsiteY38" fmla="*/ 990437 h 1158200"/>
                  <a:gd name="connsiteX39" fmla="*/ 865755 w 1158114"/>
                  <a:gd name="connsiteY39" fmla="*/ 1066447 h 1158200"/>
                  <a:gd name="connsiteX40" fmla="*/ 896330 w 1158114"/>
                  <a:gd name="connsiteY40" fmla="*/ 1066828 h 1158200"/>
                  <a:gd name="connsiteX41" fmla="*/ 1023394 w 1158114"/>
                  <a:gd name="connsiteY41" fmla="*/ 954718 h 1158200"/>
                  <a:gd name="connsiteX42" fmla="*/ 1026823 w 1158114"/>
                  <a:gd name="connsiteY42" fmla="*/ 924334 h 1158200"/>
                  <a:gd name="connsiteX43" fmla="*/ 960910 w 1158114"/>
                  <a:gd name="connsiteY43" fmla="*/ 832322 h 1158200"/>
                  <a:gd name="connsiteX44" fmla="*/ 1014726 w 1158114"/>
                  <a:gd name="connsiteY44" fmla="*/ 719832 h 1158200"/>
                  <a:gd name="connsiteX45" fmla="*/ 1128073 w 1158114"/>
                  <a:gd name="connsiteY45" fmla="*/ 714022 h 1158200"/>
                  <a:gd name="connsiteX46" fmla="*/ 1149695 w 1158114"/>
                  <a:gd name="connsiteY46" fmla="*/ 692305 h 1158200"/>
                  <a:gd name="connsiteX47" fmla="*/ 1158077 w 1158114"/>
                  <a:gd name="connsiteY47" fmla="*/ 523045 h 1158200"/>
                  <a:gd name="connsiteX48" fmla="*/ 1138837 w 1158114"/>
                  <a:gd name="connsiteY48" fmla="*/ 499233 h 1158200"/>
                  <a:gd name="connsiteX49" fmla="*/ 565717 w 1158114"/>
                  <a:gd name="connsiteY49" fmla="*/ 779363 h 1158200"/>
                  <a:gd name="connsiteX50" fmla="*/ 375122 w 1158114"/>
                  <a:gd name="connsiteY50" fmla="*/ 568766 h 1158200"/>
                  <a:gd name="connsiteX51" fmla="*/ 585720 w 1158114"/>
                  <a:gd name="connsiteY51" fmla="*/ 378170 h 1158200"/>
                  <a:gd name="connsiteX52" fmla="*/ 776315 w 1158114"/>
                  <a:gd name="connsiteY52" fmla="*/ 588768 h 1158200"/>
                  <a:gd name="connsiteX53" fmla="*/ 565717 w 1158114"/>
                  <a:gd name="connsiteY53" fmla="*/ 779363 h 115820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158114" h="1158200">
                    <a:moveTo>
                      <a:pt x="1138837" y="499233"/>
                    </a:moveTo>
                    <a:lnTo>
                      <a:pt x="1026632" y="482183"/>
                    </a:lnTo>
                    <a:cubicBezTo>
                      <a:pt x="1018631" y="444750"/>
                      <a:pt x="1006058" y="408936"/>
                      <a:pt x="989485" y="375313"/>
                    </a:cubicBezTo>
                    <a:lnTo>
                      <a:pt x="1066351" y="292255"/>
                    </a:lnTo>
                    <a:cubicBezTo>
                      <a:pt x="1074352" y="283682"/>
                      <a:pt x="1074448" y="270442"/>
                      <a:pt x="1066732" y="261679"/>
                    </a:cubicBezTo>
                    <a:lnTo>
                      <a:pt x="954623" y="134616"/>
                    </a:lnTo>
                    <a:cubicBezTo>
                      <a:pt x="946908" y="125853"/>
                      <a:pt x="933763" y="124329"/>
                      <a:pt x="924238" y="131187"/>
                    </a:cubicBezTo>
                    <a:lnTo>
                      <a:pt x="833370" y="196338"/>
                    </a:lnTo>
                    <a:cubicBezTo>
                      <a:pt x="798604" y="172907"/>
                      <a:pt x="760408" y="154142"/>
                      <a:pt x="719737" y="140807"/>
                    </a:cubicBezTo>
                    <a:lnTo>
                      <a:pt x="714021" y="30032"/>
                    </a:lnTo>
                    <a:cubicBezTo>
                      <a:pt x="713450" y="18316"/>
                      <a:pt x="704020" y="8981"/>
                      <a:pt x="692305" y="8410"/>
                    </a:cubicBezTo>
                    <a:lnTo>
                      <a:pt x="523045" y="28"/>
                    </a:lnTo>
                    <a:cubicBezTo>
                      <a:pt x="511329" y="-544"/>
                      <a:pt x="501138" y="7838"/>
                      <a:pt x="499328" y="19363"/>
                    </a:cubicBezTo>
                    <a:lnTo>
                      <a:pt x="482945" y="127091"/>
                    </a:lnTo>
                    <a:cubicBezTo>
                      <a:pt x="443892" y="135092"/>
                      <a:pt x="406650" y="148046"/>
                      <a:pt x="371788" y="165286"/>
                    </a:cubicBezTo>
                    <a:lnTo>
                      <a:pt x="292350" y="91753"/>
                    </a:lnTo>
                    <a:cubicBezTo>
                      <a:pt x="283777" y="83752"/>
                      <a:pt x="270538" y="83657"/>
                      <a:pt x="261775" y="91373"/>
                    </a:cubicBezTo>
                    <a:lnTo>
                      <a:pt x="134711" y="203482"/>
                    </a:lnTo>
                    <a:cubicBezTo>
                      <a:pt x="125948" y="211197"/>
                      <a:pt x="124424" y="224341"/>
                      <a:pt x="131282" y="233866"/>
                    </a:cubicBezTo>
                    <a:lnTo>
                      <a:pt x="193575" y="320734"/>
                    </a:lnTo>
                    <a:cubicBezTo>
                      <a:pt x="169287" y="356644"/>
                      <a:pt x="149951" y="396268"/>
                      <a:pt x="136425" y="438654"/>
                    </a:cubicBezTo>
                    <a:lnTo>
                      <a:pt x="30031" y="444178"/>
                    </a:lnTo>
                    <a:cubicBezTo>
                      <a:pt x="18316" y="444750"/>
                      <a:pt x="8981" y="454180"/>
                      <a:pt x="8410" y="465895"/>
                    </a:cubicBezTo>
                    <a:lnTo>
                      <a:pt x="28" y="635155"/>
                    </a:lnTo>
                    <a:cubicBezTo>
                      <a:pt x="-544" y="646870"/>
                      <a:pt x="7838" y="657062"/>
                      <a:pt x="19363" y="658872"/>
                    </a:cubicBezTo>
                    <a:lnTo>
                      <a:pt x="124615" y="674874"/>
                    </a:lnTo>
                    <a:cubicBezTo>
                      <a:pt x="132996" y="714403"/>
                      <a:pt x="146522" y="752122"/>
                      <a:pt x="164429" y="787364"/>
                    </a:cubicBezTo>
                    <a:lnTo>
                      <a:pt x="91753" y="865850"/>
                    </a:lnTo>
                    <a:cubicBezTo>
                      <a:pt x="83752" y="874423"/>
                      <a:pt x="83657" y="887662"/>
                      <a:pt x="91372" y="896425"/>
                    </a:cubicBezTo>
                    <a:lnTo>
                      <a:pt x="203482" y="1023489"/>
                    </a:lnTo>
                    <a:cubicBezTo>
                      <a:pt x="211197" y="1032252"/>
                      <a:pt x="224341" y="1033776"/>
                      <a:pt x="233866" y="1026918"/>
                    </a:cubicBezTo>
                    <a:lnTo>
                      <a:pt x="321782" y="963862"/>
                    </a:lnTo>
                    <a:cubicBezTo>
                      <a:pt x="357501" y="987484"/>
                      <a:pt x="396649" y="1006249"/>
                      <a:pt x="438463" y="1019298"/>
                    </a:cubicBezTo>
                    <a:lnTo>
                      <a:pt x="444083" y="1128169"/>
                    </a:lnTo>
                    <a:cubicBezTo>
                      <a:pt x="444654" y="1139884"/>
                      <a:pt x="454084" y="1149219"/>
                      <a:pt x="465800" y="1149791"/>
                    </a:cubicBezTo>
                    <a:lnTo>
                      <a:pt x="635059" y="1158173"/>
                    </a:lnTo>
                    <a:cubicBezTo>
                      <a:pt x="646775" y="1158744"/>
                      <a:pt x="656967" y="1150362"/>
                      <a:pt x="658777" y="1138837"/>
                    </a:cubicBezTo>
                    <a:lnTo>
                      <a:pt x="675445" y="1029109"/>
                    </a:lnTo>
                    <a:cubicBezTo>
                      <a:pt x="713450" y="1020727"/>
                      <a:pt x="749740" y="1007582"/>
                      <a:pt x="783649" y="990437"/>
                    </a:cubicBezTo>
                    <a:lnTo>
                      <a:pt x="865755" y="1066447"/>
                    </a:lnTo>
                    <a:cubicBezTo>
                      <a:pt x="874327" y="1074448"/>
                      <a:pt x="887567" y="1074543"/>
                      <a:pt x="896330" y="1066828"/>
                    </a:cubicBezTo>
                    <a:lnTo>
                      <a:pt x="1023394" y="954718"/>
                    </a:lnTo>
                    <a:cubicBezTo>
                      <a:pt x="1032157" y="947003"/>
                      <a:pt x="1033681" y="933859"/>
                      <a:pt x="1026823" y="924334"/>
                    </a:cubicBezTo>
                    <a:lnTo>
                      <a:pt x="960910" y="832322"/>
                    </a:lnTo>
                    <a:cubicBezTo>
                      <a:pt x="983579" y="797842"/>
                      <a:pt x="1001867" y="760123"/>
                      <a:pt x="1014726" y="719832"/>
                    </a:cubicBezTo>
                    <a:lnTo>
                      <a:pt x="1128073" y="714022"/>
                    </a:lnTo>
                    <a:cubicBezTo>
                      <a:pt x="1139789" y="713450"/>
                      <a:pt x="1149124" y="704020"/>
                      <a:pt x="1149695" y="692305"/>
                    </a:cubicBezTo>
                    <a:lnTo>
                      <a:pt x="1158077" y="523045"/>
                    </a:lnTo>
                    <a:cubicBezTo>
                      <a:pt x="1158744" y="511234"/>
                      <a:pt x="1150362" y="500948"/>
                      <a:pt x="1138837" y="499233"/>
                    </a:cubicBezTo>
                    <a:close/>
                    <a:moveTo>
                      <a:pt x="565717" y="779363"/>
                    </a:moveTo>
                    <a:cubicBezTo>
                      <a:pt x="454942" y="773839"/>
                      <a:pt x="369598" y="679541"/>
                      <a:pt x="375122" y="568766"/>
                    </a:cubicBezTo>
                    <a:cubicBezTo>
                      <a:pt x="380646" y="457990"/>
                      <a:pt x="474944" y="372646"/>
                      <a:pt x="585720" y="378170"/>
                    </a:cubicBezTo>
                    <a:cubicBezTo>
                      <a:pt x="696496" y="383695"/>
                      <a:pt x="781840" y="477992"/>
                      <a:pt x="776315" y="588768"/>
                    </a:cubicBezTo>
                    <a:cubicBezTo>
                      <a:pt x="770791" y="699544"/>
                      <a:pt x="676493" y="784888"/>
                      <a:pt x="565717" y="77936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7" name="" descr="b9d0144c-3358-4673-a7c9-fd0c229f3ccd"/>
            <p:cNvGrpSpPr/>
            <p:nvPr/>
          </p:nvGrpSpPr>
          <p:grpSpPr>
            <a:xfrm>
              <a:off x="4332865" y="148012"/>
              <a:ext cx="7508219" cy="6709988"/>
              <a:chOff x="4332865" y="148012"/>
              <a:chExt cx="7508219" cy="6709988"/>
            </a:xfrm>
          </p:grpSpPr>
          <p:sp>
            <p:nvSpPr>
              <p:cNvPr id="86" name="" descr="a6f38d3b-49dd-4f4e-a175-dd1322329750"/>
              <p:cNvSpPr/>
              <p:nvPr/>
            </p:nvSpPr>
            <p:spPr>
              <a:xfrm>
                <a:off x="7106055" y="5813309"/>
                <a:ext cx="2665094" cy="1044691"/>
              </a:xfrm>
              <a:custGeom>
                <a:gdLst>
                  <a:gd name="connsiteX0" fmla="*/ 1332548 w 2665094"/>
                  <a:gd name="connsiteY0" fmla="*/ 0 h 1044691"/>
                  <a:gd name="connsiteX1" fmla="*/ 2659132 w 2665094"/>
                  <a:gd name="connsiteY1" fmla="*/ 942323 h 1044691"/>
                  <a:gd name="connsiteX2" fmla="*/ 2665094 w 2665094"/>
                  <a:gd name="connsiteY2" fmla="*/ 1044691 h 1044691"/>
                  <a:gd name="connsiteX3" fmla="*/ 0 w 2665094"/>
                  <a:gd name="connsiteY3" fmla="*/ 1044691 h 1044691"/>
                  <a:gd name="connsiteX4" fmla="*/ 5960 w 2665094"/>
                  <a:gd name="connsiteY4" fmla="*/ 942349 h 1044691"/>
                  <a:gd name="connsiteX5" fmla="*/ 1332548 w 2665094"/>
                  <a:gd name="connsiteY5" fmla="*/ 0 h 104469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65094" h="1044691">
                    <a:moveTo>
                      <a:pt x="1332548" y="0"/>
                    </a:moveTo>
                    <a:cubicBezTo>
                      <a:pt x="2022860" y="0"/>
                      <a:pt x="2590832" y="365097"/>
                      <a:pt x="2659132" y="942323"/>
                    </a:cubicBezTo>
                    <a:lnTo>
                      <a:pt x="2665094" y="1044691"/>
                    </a:lnTo>
                    <a:lnTo>
                      <a:pt x="0" y="1044691"/>
                    </a:lnTo>
                    <a:lnTo>
                      <a:pt x="5960" y="942349"/>
                    </a:lnTo>
                    <a:cubicBezTo>
                      <a:pt x="74244" y="365235"/>
                      <a:pt x="642087" y="0"/>
                      <a:pt x="133254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4FF"/>
                  </a:gs>
                  <a:gs pos="50000">
                    <a:srgbClr val="D3D8E4"/>
                  </a:gs>
                  <a:gs pos="100000">
                    <a:srgbClr val="B7BCCA"/>
                  </a:gs>
                </a:gsLst>
                <a:lin ang="3433879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1" name="" descr="b6ffea86-2ef7-438c-8fae-5dc2d1b320e9"/>
              <p:cNvGrpSpPr/>
              <p:nvPr/>
            </p:nvGrpSpPr>
            <p:grpSpPr>
              <a:xfrm>
                <a:off x="4332865" y="3599174"/>
                <a:ext cx="3369088" cy="1653714"/>
                <a:chOff x="4799702" y="3395583"/>
                <a:chExt cx="2051820" cy="1007134"/>
              </a:xfrm>
            </p:grpSpPr>
            <p:grpSp>
              <p:nvGrpSpPr>
                <p:cNvPr id="42" name="" descr="aaad7af5-d999-4970-8e47-397ca73060c9"/>
                <p:cNvGrpSpPr/>
                <p:nvPr/>
              </p:nvGrpSpPr>
              <p:grpSpPr>
                <a:xfrm>
                  <a:off x="4799702" y="3395583"/>
                  <a:ext cx="1304466" cy="939951"/>
                  <a:chOff x="4799702" y="3395583"/>
                  <a:chExt cx="1304466" cy="939951"/>
                </a:xfrm>
              </p:grpSpPr>
              <p:sp>
                <p:nvSpPr>
                  <p:cNvPr id="43" name="" descr="43319e90-9433-4d5e-9855-7c3b1faab699"/>
                  <p:cNvSpPr/>
                  <p:nvPr/>
                </p:nvSpPr>
                <p:spPr>
                  <a:xfrm>
                    <a:off x="5054830" y="3547067"/>
                    <a:ext cx="1049338" cy="788467"/>
                  </a:xfrm>
                  <a:custGeom>
                    <a:gdLst>
                      <a:gd name="connsiteX0" fmla="*/ 367466 w 1049338"/>
                      <a:gd name="connsiteY0" fmla="*/ 715275 h 788467"/>
                      <a:gd name="connsiteX1" fmla="*/ 1025453 w 1049338"/>
                      <a:gd name="connsiteY1" fmla="*/ 605547 h 788467"/>
                      <a:gd name="connsiteX2" fmla="*/ 664170 w 1049338"/>
                      <a:gd name="connsiteY2" fmla="*/ 75481 h 788467"/>
                      <a:gd name="connsiteX3" fmla="*/ 25709 w 1049338"/>
                      <a:gd name="connsiteY3" fmla="*/ 179018 h 788467"/>
                      <a:gd name="connsiteX4" fmla="*/ 367466 w 1049338"/>
                      <a:gd name="connsiteY4" fmla="*/ 715275 h 788467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49338" h="788467">
                        <a:moveTo>
                          <a:pt x="367466" y="715275"/>
                        </a:moveTo>
                        <a:cubicBezTo>
                          <a:pt x="643596" y="833004"/>
                          <a:pt x="935156" y="817193"/>
                          <a:pt x="1025453" y="605547"/>
                        </a:cubicBezTo>
                        <a:cubicBezTo>
                          <a:pt x="1115750" y="393902"/>
                          <a:pt x="940205" y="193305"/>
                          <a:pt x="664170" y="75481"/>
                        </a:cubicBezTo>
                        <a:cubicBezTo>
                          <a:pt x="388136" y="-42343"/>
                          <a:pt x="116006" y="-32628"/>
                          <a:pt x="25709" y="179018"/>
                        </a:cubicBezTo>
                        <a:cubicBezTo>
                          <a:pt x="-64683" y="390663"/>
                          <a:pt x="91337" y="597451"/>
                          <a:pt x="367466" y="71527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0F4FF"/>
                      </a:gs>
                      <a:gs pos="50000">
                        <a:srgbClr val="D3D8E4"/>
                      </a:gs>
                      <a:gs pos="100000">
                        <a:srgbClr val="B7BCCA"/>
                      </a:gs>
                    </a:gsLst>
                    <a:lin ang="3642525" scaled="1"/>
                  </a:gra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44" name="" descr="b954a9c0-456d-4d6b-b3c2-a8c6704d8e25"/>
                  <p:cNvGrpSpPr/>
                  <p:nvPr/>
                </p:nvGrpSpPr>
                <p:grpSpPr>
                  <a:xfrm>
                    <a:off x="4799702" y="3395583"/>
                    <a:ext cx="521259" cy="812390"/>
                    <a:chOff x="4799702" y="3395583"/>
                    <a:chExt cx="521259" cy="812390"/>
                  </a:xfrm>
                  <a:solidFill>
                    <a:srgbClr val="333333"/>
                  </a:solidFill>
                </p:grpSpPr>
                <p:sp>
                  <p:nvSpPr>
                    <p:cNvPr id="45" name="" descr="caa5cad5-b252-4990-a443-972bff5f8621"/>
                    <p:cNvSpPr/>
                    <p:nvPr/>
                  </p:nvSpPr>
                  <p:spPr>
                    <a:xfrm>
                      <a:off x="5174711" y="3395583"/>
                      <a:ext cx="146251" cy="254542"/>
                    </a:xfrm>
                    <a:custGeom>
                      <a:gdLst>
                        <a:gd name="connsiteX0" fmla="*/ 131762 w 146251"/>
                        <a:gd name="connsiteY0" fmla="*/ 83233 h 254542"/>
                        <a:gd name="connsiteX1" fmla="*/ 115760 w 146251"/>
                        <a:gd name="connsiteY1" fmla="*/ 30464 h 254542"/>
                        <a:gd name="connsiteX2" fmla="*/ 72040 w 146251"/>
                        <a:gd name="connsiteY2" fmla="*/ 79 h 254542"/>
                        <a:gd name="connsiteX3" fmla="*/ 24796 w 146251"/>
                        <a:gd name="connsiteY3" fmla="*/ 25511 h 254542"/>
                        <a:gd name="connsiteX4" fmla="*/ 5841 w 146251"/>
                        <a:gd name="connsiteY4" fmla="*/ 77803 h 254542"/>
                        <a:gd name="connsiteX5" fmla="*/ 4222 w 146251"/>
                        <a:gd name="connsiteY5" fmla="*/ 199914 h 254542"/>
                        <a:gd name="connsiteX6" fmla="*/ 12604 w 146251"/>
                        <a:gd name="connsiteY6" fmla="*/ 227822 h 254542"/>
                        <a:gd name="connsiteX7" fmla="*/ 77850 w 146251"/>
                        <a:gd name="connsiteY7" fmla="*/ 254397 h 254542"/>
                        <a:gd name="connsiteX8" fmla="*/ 146240 w 146251"/>
                        <a:gd name="connsiteY8" fmla="*/ 204010 h 254542"/>
                        <a:gd name="connsiteX9" fmla="*/ 131762 w 146251"/>
                        <a:gd name="connsiteY9" fmla="*/ 83233 h 254542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46251" h="254542">
                          <a:moveTo>
                            <a:pt x="131762" y="83233"/>
                          </a:moveTo>
                          <a:cubicBezTo>
                            <a:pt x="128618" y="65040"/>
                            <a:pt x="124999" y="46466"/>
                            <a:pt x="115760" y="30464"/>
                          </a:cubicBezTo>
                          <a:cubicBezTo>
                            <a:pt x="106520" y="14462"/>
                            <a:pt x="90423" y="1222"/>
                            <a:pt x="72040" y="79"/>
                          </a:cubicBezTo>
                          <a:cubicBezTo>
                            <a:pt x="53371" y="-1064"/>
                            <a:pt x="35559" y="10271"/>
                            <a:pt x="24796" y="25511"/>
                          </a:cubicBezTo>
                          <a:cubicBezTo>
                            <a:pt x="14033" y="40751"/>
                            <a:pt x="9080" y="59420"/>
                            <a:pt x="5841" y="77803"/>
                          </a:cubicBezTo>
                          <a:cubicBezTo>
                            <a:pt x="-1398" y="118094"/>
                            <a:pt x="-1874" y="159528"/>
                            <a:pt x="4222" y="199914"/>
                          </a:cubicBezTo>
                          <a:cubicBezTo>
                            <a:pt x="5651" y="209629"/>
                            <a:pt x="7651" y="219440"/>
                            <a:pt x="12604" y="227822"/>
                          </a:cubicBezTo>
                          <a:cubicBezTo>
                            <a:pt x="25082" y="249158"/>
                            <a:pt x="53180" y="255635"/>
                            <a:pt x="77850" y="254397"/>
                          </a:cubicBezTo>
                          <a:cubicBezTo>
                            <a:pt x="109092" y="252873"/>
                            <a:pt x="147002" y="239347"/>
                            <a:pt x="146240" y="204010"/>
                          </a:cubicBezTo>
                          <a:cubicBezTo>
                            <a:pt x="145287" y="163909"/>
                            <a:pt x="138524" y="122761"/>
                            <a:pt x="131762" y="83233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" name="" descr="c0f27dde-a911-4c64-b240-d9232f2e79b0"/>
                    <p:cNvSpPr/>
                    <p:nvPr/>
                  </p:nvSpPr>
                  <p:spPr>
                    <a:xfrm>
                      <a:off x="4835612" y="3629337"/>
                      <a:ext cx="320226" cy="175363"/>
                    </a:xfrm>
                    <a:custGeom>
                      <a:gdLst>
                        <a:gd name="connsiteX0" fmla="*/ 74239 w 320226"/>
                        <a:gd name="connsiteY0" fmla="*/ 122370 h 175363"/>
                        <a:gd name="connsiteX1" fmla="*/ 17375 w 320226"/>
                        <a:gd name="connsiteY1" fmla="*/ 84079 h 175363"/>
                        <a:gd name="connsiteX2" fmla="*/ 3373 w 320226"/>
                        <a:gd name="connsiteY2" fmla="*/ 29787 h 175363"/>
                        <a:gd name="connsiteX3" fmla="*/ 56237 w 320226"/>
                        <a:gd name="connsiteY3" fmla="*/ 735 h 175363"/>
                        <a:gd name="connsiteX4" fmla="*/ 126436 w 320226"/>
                        <a:gd name="connsiteY4" fmla="*/ 6355 h 175363"/>
                        <a:gd name="connsiteX5" fmla="*/ 279026 w 320226"/>
                        <a:gd name="connsiteY5" fmla="*/ 40264 h 175363"/>
                        <a:gd name="connsiteX6" fmla="*/ 315793 w 320226"/>
                        <a:gd name="connsiteY6" fmla="*/ 124179 h 175363"/>
                        <a:gd name="connsiteX7" fmla="*/ 259786 w 320226"/>
                        <a:gd name="connsiteY7" fmla="*/ 174947 h 175363"/>
                        <a:gd name="connsiteX8" fmla="*/ 222638 w 320226"/>
                        <a:gd name="connsiteY8" fmla="*/ 171804 h 175363"/>
                        <a:gd name="connsiteX9" fmla="*/ 74239 w 320226"/>
                        <a:gd name="connsiteY9" fmla="*/ 122370 h 175363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0226" h="175363">
                          <a:moveTo>
                            <a:pt x="74239" y="122370"/>
                          </a:moveTo>
                          <a:cubicBezTo>
                            <a:pt x="52998" y="112082"/>
                            <a:pt x="32043" y="100176"/>
                            <a:pt x="17375" y="84079"/>
                          </a:cubicBezTo>
                          <a:cubicBezTo>
                            <a:pt x="2706" y="67982"/>
                            <a:pt x="-4819" y="46836"/>
                            <a:pt x="3373" y="29787"/>
                          </a:cubicBezTo>
                          <a:cubicBezTo>
                            <a:pt x="11469" y="12927"/>
                            <a:pt x="33376" y="3116"/>
                            <a:pt x="56237" y="735"/>
                          </a:cubicBezTo>
                          <a:cubicBezTo>
                            <a:pt x="79097" y="-1646"/>
                            <a:pt x="103100" y="2164"/>
                            <a:pt x="126436" y="6355"/>
                          </a:cubicBezTo>
                          <a:cubicBezTo>
                            <a:pt x="177109" y="15594"/>
                            <a:pt x="229687" y="25310"/>
                            <a:pt x="279026" y="40264"/>
                          </a:cubicBezTo>
                          <a:cubicBezTo>
                            <a:pt x="322460" y="53409"/>
                            <a:pt x="325223" y="94271"/>
                            <a:pt x="315793" y="124179"/>
                          </a:cubicBezTo>
                          <a:cubicBezTo>
                            <a:pt x="308363" y="147801"/>
                            <a:pt x="290266" y="171519"/>
                            <a:pt x="259786" y="174947"/>
                          </a:cubicBezTo>
                          <a:cubicBezTo>
                            <a:pt x="247689" y="176281"/>
                            <a:pt x="235021" y="174186"/>
                            <a:pt x="222638" y="171804"/>
                          </a:cubicBezTo>
                          <a:cubicBezTo>
                            <a:pt x="171108" y="161708"/>
                            <a:pt x="120721" y="144944"/>
                            <a:pt x="74239" y="122370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7" name="" descr="552d94dc-3376-416f-acfe-5a0cf8ec67e2"/>
                    <p:cNvSpPr/>
                    <p:nvPr/>
                  </p:nvSpPr>
                  <p:spPr>
                    <a:xfrm>
                      <a:off x="4799702" y="3828089"/>
                      <a:ext cx="347882" cy="143891"/>
                    </a:xfrm>
                    <a:custGeom>
                      <a:gdLst>
                        <a:gd name="connsiteX0" fmla="*/ 99291 w 347882"/>
                        <a:gd name="connsiteY0" fmla="*/ 134215 h 143891"/>
                        <a:gd name="connsiteX1" fmla="*/ 30139 w 347882"/>
                        <a:gd name="connsiteY1" fmla="*/ 112594 h 143891"/>
                        <a:gd name="connsiteX2" fmla="*/ 612 w 347882"/>
                        <a:gd name="connsiteY2" fmla="*/ 64111 h 143891"/>
                        <a:gd name="connsiteX3" fmla="*/ 46713 w 347882"/>
                        <a:gd name="connsiteY3" fmla="*/ 21916 h 143891"/>
                        <a:gd name="connsiteX4" fmla="*/ 120341 w 347882"/>
                        <a:gd name="connsiteY4" fmla="*/ 8486 h 143891"/>
                        <a:gd name="connsiteX5" fmla="*/ 286552 w 347882"/>
                        <a:gd name="connsiteY5" fmla="*/ 199 h 143891"/>
                        <a:gd name="connsiteX6" fmla="*/ 347798 w 347882"/>
                        <a:gd name="connsiteY6" fmla="*/ 71160 h 143891"/>
                        <a:gd name="connsiteX7" fmla="*/ 304459 w 347882"/>
                        <a:gd name="connsiteY7" fmla="*/ 135073 h 143891"/>
                        <a:gd name="connsiteX8" fmla="*/ 265502 w 347882"/>
                        <a:gd name="connsiteY8" fmla="*/ 142026 h 143891"/>
                        <a:gd name="connsiteX9" fmla="*/ 99291 w 347882"/>
                        <a:gd name="connsiteY9" fmla="*/ 134215 h 143891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47882" h="143891">
                          <a:moveTo>
                            <a:pt x="99291" y="134215"/>
                          </a:moveTo>
                          <a:cubicBezTo>
                            <a:pt x="74621" y="130024"/>
                            <a:pt x="49761" y="124214"/>
                            <a:pt x="30139" y="112594"/>
                          </a:cubicBezTo>
                          <a:cubicBezTo>
                            <a:pt x="10518" y="101069"/>
                            <a:pt x="-3103" y="82685"/>
                            <a:pt x="612" y="64111"/>
                          </a:cubicBezTo>
                          <a:cubicBezTo>
                            <a:pt x="4231" y="45728"/>
                            <a:pt x="23948" y="30393"/>
                            <a:pt x="46713" y="21916"/>
                          </a:cubicBezTo>
                          <a:cubicBezTo>
                            <a:pt x="69477" y="13438"/>
                            <a:pt x="95195" y="10676"/>
                            <a:pt x="120341" y="8486"/>
                          </a:cubicBezTo>
                          <a:cubicBezTo>
                            <a:pt x="174919" y="3723"/>
                            <a:pt x="231688" y="-1039"/>
                            <a:pt x="286552" y="199"/>
                          </a:cubicBezTo>
                          <a:cubicBezTo>
                            <a:pt x="334844" y="1246"/>
                            <a:pt x="349131" y="39823"/>
                            <a:pt x="347798" y="71160"/>
                          </a:cubicBezTo>
                          <a:cubicBezTo>
                            <a:pt x="346750" y="95925"/>
                            <a:pt x="334844" y="123643"/>
                            <a:pt x="304459" y="135073"/>
                          </a:cubicBezTo>
                          <a:cubicBezTo>
                            <a:pt x="292458" y="139645"/>
                            <a:pt x="278837" y="141073"/>
                            <a:pt x="265502" y="142026"/>
                          </a:cubicBezTo>
                          <a:cubicBezTo>
                            <a:pt x="209781" y="146122"/>
                            <a:pt x="153393" y="143455"/>
                            <a:pt x="99291" y="134215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8" name="" descr="1cf20731-acb5-4ed9-82bc-4cf680a9b049"/>
                    <p:cNvSpPr/>
                    <p:nvPr/>
                  </p:nvSpPr>
                  <p:spPr>
                    <a:xfrm>
                      <a:off x="4926818" y="3975886"/>
                      <a:ext cx="279821" cy="232087"/>
                    </a:xfrm>
                    <a:custGeom>
                      <a:gdLst>
                        <a:gd name="connsiteX0" fmla="*/ 117145 w 279821"/>
                        <a:gd name="connsiteY0" fmla="*/ 214732 h 232087"/>
                        <a:gd name="connsiteX1" fmla="*/ 53232 w 279821"/>
                        <a:gd name="connsiteY1" fmla="*/ 232068 h 232087"/>
                        <a:gd name="connsiteX2" fmla="*/ 3512 w 279821"/>
                        <a:gd name="connsiteY2" fmla="*/ 207208 h 232087"/>
                        <a:gd name="connsiteX3" fmla="*/ 13799 w 279821"/>
                        <a:gd name="connsiteY3" fmla="*/ 149105 h 232087"/>
                        <a:gd name="connsiteX4" fmla="*/ 61043 w 279821"/>
                        <a:gd name="connsiteY4" fmla="*/ 100718 h 232087"/>
                        <a:gd name="connsiteX5" fmla="*/ 180201 w 279821"/>
                        <a:gd name="connsiteY5" fmla="*/ 9564 h 232087"/>
                        <a:gd name="connsiteX6" fmla="*/ 266307 w 279821"/>
                        <a:gd name="connsiteY6" fmla="*/ 36710 h 232087"/>
                        <a:gd name="connsiteX7" fmla="*/ 270498 w 279821"/>
                        <a:gd name="connsiteY7" fmla="*/ 111196 h 232087"/>
                        <a:gd name="connsiteX8" fmla="*/ 245447 w 279821"/>
                        <a:gd name="connsiteY8" fmla="*/ 136723 h 232087"/>
                        <a:gd name="connsiteX9" fmla="*/ 117145 w 279821"/>
                        <a:gd name="connsiteY9" fmla="*/ 214732 h 232087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79821" h="232087">
                          <a:moveTo>
                            <a:pt x="117145" y="214732"/>
                          </a:moveTo>
                          <a:cubicBezTo>
                            <a:pt x="96285" y="223781"/>
                            <a:pt x="74473" y="231687"/>
                            <a:pt x="53232" y="232068"/>
                          </a:cubicBezTo>
                          <a:cubicBezTo>
                            <a:pt x="31992" y="232544"/>
                            <a:pt x="11418" y="224353"/>
                            <a:pt x="3512" y="207208"/>
                          </a:cubicBezTo>
                          <a:cubicBezTo>
                            <a:pt x="-4299" y="190253"/>
                            <a:pt x="1702" y="167679"/>
                            <a:pt x="13799" y="149105"/>
                          </a:cubicBezTo>
                          <a:cubicBezTo>
                            <a:pt x="25991" y="130531"/>
                            <a:pt x="43517" y="115291"/>
                            <a:pt x="61043" y="100718"/>
                          </a:cubicBezTo>
                          <a:cubicBezTo>
                            <a:pt x="99048" y="69095"/>
                            <a:pt x="138672" y="36424"/>
                            <a:pt x="180201" y="9564"/>
                          </a:cubicBezTo>
                          <a:cubicBezTo>
                            <a:pt x="216777" y="-14058"/>
                            <a:pt x="249447" y="10326"/>
                            <a:pt x="266307" y="36710"/>
                          </a:cubicBezTo>
                          <a:cubicBezTo>
                            <a:pt x="279641" y="57570"/>
                            <a:pt x="286595" y="86335"/>
                            <a:pt x="270498" y="111196"/>
                          </a:cubicBezTo>
                          <a:cubicBezTo>
                            <a:pt x="264116" y="121006"/>
                            <a:pt x="254781" y="129103"/>
                            <a:pt x="245447" y="136723"/>
                          </a:cubicBezTo>
                          <a:cubicBezTo>
                            <a:pt x="206299" y="168441"/>
                            <a:pt x="162770" y="194920"/>
                            <a:pt x="117145" y="214732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49" name="" descr="97bbcf3a-f2e9-46a9-aa82-b0aa1953aab5"/>
                <p:cNvSpPr/>
                <p:nvPr/>
              </p:nvSpPr>
              <p:spPr>
                <a:xfrm>
                  <a:off x="5932800" y="3682885"/>
                  <a:ext cx="918722" cy="719832"/>
                </a:xfrm>
                <a:custGeom>
                  <a:gdLst>
                    <a:gd name="connsiteX0" fmla="*/ 684027 w 918722"/>
                    <a:gd name="connsiteY0" fmla="*/ 148165 h 719832"/>
                    <a:gd name="connsiteX1" fmla="*/ 559535 w 918722"/>
                    <a:gd name="connsiteY1" fmla="*/ 518116 h 719832"/>
                    <a:gd name="connsiteX2" fmla="*/ 77951 w 918722"/>
                    <a:gd name="connsiteY2" fmla="*/ 355238 h 719832"/>
                    <a:gd name="connsiteX3" fmla="*/ 8800 w 918722"/>
                    <a:gd name="connsiteY3" fmla="*/ 428390 h 719832"/>
                    <a:gd name="connsiteX4" fmla="*/ 20896 w 918722"/>
                    <a:gd name="connsiteY4" fmla="*/ 523640 h 719832"/>
                    <a:gd name="connsiteX5" fmla="*/ 502861 w 918722"/>
                    <a:gd name="connsiteY5" fmla="*/ 686613 h 719832"/>
                    <a:gd name="connsiteX6" fmla="*/ 586872 w 918722"/>
                    <a:gd name="connsiteY6" fmla="*/ 715093 h 719832"/>
                    <a:gd name="connsiteX7" fmla="*/ 699553 w 918722"/>
                    <a:gd name="connsiteY7" fmla="*/ 659276 h 719832"/>
                    <a:gd name="connsiteX8" fmla="*/ 918723 w 918722"/>
                    <a:gd name="connsiteY8" fmla="*/ 8147 h 719832"/>
                    <a:gd name="connsiteX9" fmla="*/ 684027 w 918722"/>
                    <a:gd name="connsiteY9" fmla="*/ 148165 h 719832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18722" h="719832">
                      <a:moveTo>
                        <a:pt x="684027" y="148165"/>
                      </a:moveTo>
                      <a:lnTo>
                        <a:pt x="559535" y="518116"/>
                      </a:lnTo>
                      <a:lnTo>
                        <a:pt x="77951" y="355238"/>
                      </a:lnTo>
                      <a:cubicBezTo>
                        <a:pt x="77951" y="355238"/>
                        <a:pt x="34136" y="353619"/>
                        <a:pt x="8800" y="428390"/>
                      </a:cubicBezTo>
                      <a:cubicBezTo>
                        <a:pt x="-16537" y="503162"/>
                        <a:pt x="20896" y="523640"/>
                        <a:pt x="20896" y="523640"/>
                      </a:cubicBezTo>
                      <a:lnTo>
                        <a:pt x="502861" y="686613"/>
                      </a:lnTo>
                      <a:lnTo>
                        <a:pt x="586872" y="715093"/>
                      </a:lnTo>
                      <a:cubicBezTo>
                        <a:pt x="633354" y="730904"/>
                        <a:pt x="683932" y="705854"/>
                        <a:pt x="699553" y="659276"/>
                      </a:cubicBezTo>
                      <a:lnTo>
                        <a:pt x="918723" y="8147"/>
                      </a:lnTo>
                      <a:cubicBezTo>
                        <a:pt x="825854" y="-23380"/>
                        <a:pt x="720698" y="39389"/>
                        <a:pt x="684027" y="148165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" descr="3b64302c-0f58-4dcc-a698-00b1b8192691"/>
              <p:cNvSpPr/>
              <p:nvPr/>
            </p:nvSpPr>
            <p:spPr>
              <a:xfrm>
                <a:off x="8096866" y="5418710"/>
                <a:ext cx="583687" cy="789352"/>
              </a:xfrm>
              <a:custGeom>
                <a:gdLst>
                  <a:gd name="connsiteX0" fmla="*/ 355473 w 355473"/>
                  <a:gd name="connsiteY0" fmla="*/ 396716 h 480726"/>
                  <a:gd name="connsiteX1" fmla="*/ 182880 w 355473"/>
                  <a:gd name="connsiteY1" fmla="*/ 480727 h 480726"/>
                  <a:gd name="connsiteX2" fmla="*/ 0 w 355473"/>
                  <a:gd name="connsiteY2" fmla="*/ 396716 h 480726"/>
                  <a:gd name="connsiteX3" fmla="*/ 0 w 355473"/>
                  <a:gd name="connsiteY3" fmla="*/ 0 h 480726"/>
                  <a:gd name="connsiteX4" fmla="*/ 355473 w 355473"/>
                  <a:gd name="connsiteY4" fmla="*/ 0 h 480726"/>
                  <a:gd name="connsiteX5" fmla="*/ 355473 w 355473"/>
                  <a:gd name="connsiteY5" fmla="*/ 396716 h 480726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5473" h="480726">
                    <a:moveTo>
                      <a:pt x="355473" y="396716"/>
                    </a:moveTo>
                    <a:cubicBezTo>
                      <a:pt x="355473" y="396716"/>
                      <a:pt x="340614" y="480727"/>
                      <a:pt x="182880" y="480727"/>
                    </a:cubicBezTo>
                    <a:cubicBezTo>
                      <a:pt x="25146" y="480727"/>
                      <a:pt x="0" y="396716"/>
                      <a:pt x="0" y="396716"/>
                    </a:cubicBezTo>
                    <a:lnTo>
                      <a:pt x="0" y="0"/>
                    </a:lnTo>
                    <a:lnTo>
                      <a:pt x="355473" y="0"/>
                    </a:lnTo>
                    <a:lnTo>
                      <a:pt x="355473" y="396716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" descr="6a778391-0471-4615-bfd7-4f1e7372fdd6"/>
              <p:cNvSpPr/>
              <p:nvPr/>
            </p:nvSpPr>
            <p:spPr>
              <a:xfrm>
                <a:off x="7270446" y="3822799"/>
                <a:ext cx="2335998" cy="1912151"/>
              </a:xfrm>
              <a:custGeom>
                <a:gdLst>
                  <a:gd name="connsiteX0" fmla="*/ 1422654 w 1422654"/>
                  <a:gd name="connsiteY0" fmla="*/ 645890 h 1164526"/>
                  <a:gd name="connsiteX1" fmla="*/ 711327 w 1422654"/>
                  <a:gd name="connsiteY1" fmla="*/ 1164526 h 1164526"/>
                  <a:gd name="connsiteX2" fmla="*/ 0 w 1422654"/>
                  <a:gd name="connsiteY2" fmla="*/ 645890 h 1164526"/>
                  <a:gd name="connsiteX3" fmla="*/ 711327 w 1422654"/>
                  <a:gd name="connsiteY3" fmla="*/ 0 h 1164526"/>
                  <a:gd name="connsiteX4" fmla="*/ 1422654 w 1422654"/>
                  <a:gd name="connsiteY4" fmla="*/ 645890 h 1164526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2654" h="1164526">
                    <a:moveTo>
                      <a:pt x="1422654" y="645890"/>
                    </a:moveTo>
                    <a:cubicBezTo>
                      <a:pt x="1422654" y="1038701"/>
                      <a:pt x="1104233" y="1164526"/>
                      <a:pt x="711327" y="1164526"/>
                    </a:cubicBezTo>
                    <a:cubicBezTo>
                      <a:pt x="318516" y="1164526"/>
                      <a:pt x="0" y="1038701"/>
                      <a:pt x="0" y="645890"/>
                    </a:cubicBezTo>
                    <a:cubicBezTo>
                      <a:pt x="0" y="253079"/>
                      <a:pt x="318421" y="0"/>
                      <a:pt x="711327" y="0"/>
                    </a:cubicBezTo>
                    <a:cubicBezTo>
                      <a:pt x="1104233" y="95"/>
                      <a:pt x="1422654" y="253079"/>
                      <a:pt x="1422654" y="645890"/>
                    </a:cubicBezTo>
                    <a:close/>
                  </a:path>
                </a:pathLst>
              </a:custGeom>
              <a:solidFill>
                <a:srgbClr val="F0F4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" descr="afe94869-da4b-4fac-8629-cf9ea6b08a70"/>
              <p:cNvSpPr/>
              <p:nvPr/>
            </p:nvSpPr>
            <p:spPr>
              <a:xfrm>
                <a:off x="8096866" y="3347496"/>
                <a:ext cx="583687" cy="789352"/>
              </a:xfrm>
              <a:custGeom>
                <a:gdLst>
                  <a:gd name="connsiteX0" fmla="*/ 355473 w 355473"/>
                  <a:gd name="connsiteY0" fmla="*/ 396716 h 480726"/>
                  <a:gd name="connsiteX1" fmla="*/ 182880 w 355473"/>
                  <a:gd name="connsiteY1" fmla="*/ 480727 h 480726"/>
                  <a:gd name="connsiteX2" fmla="*/ 0 w 355473"/>
                  <a:gd name="connsiteY2" fmla="*/ 396716 h 480726"/>
                  <a:gd name="connsiteX3" fmla="*/ 0 w 355473"/>
                  <a:gd name="connsiteY3" fmla="*/ 0 h 480726"/>
                  <a:gd name="connsiteX4" fmla="*/ 355473 w 355473"/>
                  <a:gd name="connsiteY4" fmla="*/ 0 h 480726"/>
                  <a:gd name="connsiteX5" fmla="*/ 355473 w 355473"/>
                  <a:gd name="connsiteY5" fmla="*/ 396716 h 480726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5473" h="480726">
                    <a:moveTo>
                      <a:pt x="355473" y="396716"/>
                    </a:moveTo>
                    <a:cubicBezTo>
                      <a:pt x="355473" y="396716"/>
                      <a:pt x="340614" y="480727"/>
                      <a:pt x="182880" y="480727"/>
                    </a:cubicBezTo>
                    <a:cubicBezTo>
                      <a:pt x="25146" y="480727"/>
                      <a:pt x="0" y="396716"/>
                      <a:pt x="0" y="396716"/>
                    </a:cubicBezTo>
                    <a:lnTo>
                      <a:pt x="0" y="0"/>
                    </a:lnTo>
                    <a:lnTo>
                      <a:pt x="355473" y="0"/>
                    </a:lnTo>
                    <a:lnTo>
                      <a:pt x="355473" y="396716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" descr="79b7d0f4-5f40-4779-9114-1ece78ac936f"/>
              <p:cNvSpPr/>
              <p:nvPr/>
            </p:nvSpPr>
            <p:spPr>
              <a:xfrm>
                <a:off x="6393197" y="1858721"/>
                <a:ext cx="1019731" cy="1256521"/>
              </a:xfrm>
              <a:custGeom>
                <a:gdLst>
                  <a:gd name="connsiteX0" fmla="*/ 621030 w 621030"/>
                  <a:gd name="connsiteY0" fmla="*/ 382619 h 765238"/>
                  <a:gd name="connsiteX1" fmla="*/ 310515 w 621030"/>
                  <a:gd name="connsiteY1" fmla="*/ 765239 h 765238"/>
                  <a:gd name="connsiteX2" fmla="*/ 0 w 621030"/>
                  <a:gd name="connsiteY2" fmla="*/ 382619 h 765238"/>
                  <a:gd name="connsiteX3" fmla="*/ 310515 w 621030"/>
                  <a:gd name="connsiteY3" fmla="*/ 0 h 765238"/>
                  <a:gd name="connsiteX4" fmla="*/ 621030 w 621030"/>
                  <a:gd name="connsiteY4" fmla="*/ 382619 h 76523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1030" h="765238">
                    <a:moveTo>
                      <a:pt x="621030" y="382619"/>
                    </a:moveTo>
                    <a:cubicBezTo>
                      <a:pt x="621030" y="593934"/>
                      <a:pt x="482008" y="765239"/>
                      <a:pt x="310515" y="765239"/>
                    </a:cubicBezTo>
                    <a:cubicBezTo>
                      <a:pt x="139022" y="765239"/>
                      <a:pt x="0" y="593934"/>
                      <a:pt x="0" y="382619"/>
                    </a:cubicBezTo>
                    <a:cubicBezTo>
                      <a:pt x="0" y="171305"/>
                      <a:pt x="139022" y="0"/>
                      <a:pt x="310515" y="0"/>
                    </a:cubicBezTo>
                    <a:cubicBezTo>
                      <a:pt x="482008" y="0"/>
                      <a:pt x="621030" y="171305"/>
                      <a:pt x="621030" y="382619"/>
                    </a:cubicBezTo>
                    <a:close/>
                  </a:path>
                </a:pathLst>
              </a:custGeom>
              <a:gradFill>
                <a:gsLst>
                  <a:gs pos="0">
                    <a:srgbClr val="3ED63E"/>
                  </a:gs>
                  <a:gs pos="50000">
                    <a:srgbClr val="38AF38"/>
                  </a:gs>
                  <a:gs pos="100000">
                    <a:srgbClr val="328932"/>
                  </a:gs>
                </a:gsLst>
                <a:lin ang="5149388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" descr="d8a50d86-d421-46c4-903d-daa18df4e392"/>
              <p:cNvSpPr/>
              <p:nvPr/>
            </p:nvSpPr>
            <p:spPr>
              <a:xfrm>
                <a:off x="6811254" y="1136307"/>
                <a:ext cx="3157725" cy="2713547"/>
              </a:xfrm>
              <a:custGeom>
                <a:gdLst>
                  <a:gd name="connsiteX0" fmla="*/ 1923098 w 1923097"/>
                  <a:gd name="connsiteY0" fmla="*/ 880301 h 1652587"/>
                  <a:gd name="connsiteX1" fmla="*/ 938975 w 1923097"/>
                  <a:gd name="connsiteY1" fmla="*/ 1652587 h 1652587"/>
                  <a:gd name="connsiteX2" fmla="*/ 0 w 1923097"/>
                  <a:gd name="connsiteY2" fmla="*/ 880301 h 1652587"/>
                  <a:gd name="connsiteX3" fmla="*/ 961549 w 1923097"/>
                  <a:gd name="connsiteY3" fmla="*/ 0 h 1652587"/>
                  <a:gd name="connsiteX4" fmla="*/ 1923098 w 1923097"/>
                  <a:gd name="connsiteY4" fmla="*/ 880301 h 165258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3097" h="1652586">
                    <a:moveTo>
                      <a:pt x="1923098" y="880301"/>
                    </a:moveTo>
                    <a:cubicBezTo>
                      <a:pt x="1923098" y="1366457"/>
                      <a:pt x="1470089" y="1652587"/>
                      <a:pt x="938975" y="1652587"/>
                    </a:cubicBezTo>
                    <a:cubicBezTo>
                      <a:pt x="407956" y="1652587"/>
                      <a:pt x="0" y="1366457"/>
                      <a:pt x="0" y="880301"/>
                    </a:cubicBezTo>
                    <a:cubicBezTo>
                      <a:pt x="0" y="394144"/>
                      <a:pt x="430530" y="0"/>
                      <a:pt x="961549" y="0"/>
                    </a:cubicBezTo>
                    <a:cubicBezTo>
                      <a:pt x="1492568" y="95"/>
                      <a:pt x="1923098" y="394240"/>
                      <a:pt x="1923098" y="88030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4FF"/>
                  </a:gs>
                  <a:gs pos="50000">
                    <a:srgbClr val="D3D8E4"/>
                  </a:gs>
                  <a:gs pos="100000">
                    <a:srgbClr val="B7BCCA"/>
                  </a:gs>
                </a:gsLst>
                <a:lin ang="5013508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" name="" descr="3db78ea2-2733-4915-b7c8-4a1afc8d2678"/>
              <p:cNvSpPr/>
              <p:nvPr/>
            </p:nvSpPr>
            <p:spPr>
              <a:xfrm>
                <a:off x="6952482" y="1863100"/>
                <a:ext cx="2400277" cy="1588308"/>
              </a:xfrm>
              <a:custGeom>
                <a:gdLst>
                  <a:gd name="connsiteX0" fmla="*/ 1461802 w 1461801"/>
                  <a:gd name="connsiteY0" fmla="*/ 473488 h 967301"/>
                  <a:gd name="connsiteX1" fmla="*/ 714661 w 1461801"/>
                  <a:gd name="connsiteY1" fmla="*/ 965549 h 967301"/>
                  <a:gd name="connsiteX2" fmla="*/ 0 w 1461801"/>
                  <a:gd name="connsiteY2" fmla="*/ 473488 h 967301"/>
                  <a:gd name="connsiteX3" fmla="*/ 673418 w 1461801"/>
                  <a:gd name="connsiteY3" fmla="*/ 0 h 967301"/>
                  <a:gd name="connsiteX4" fmla="*/ 1461802 w 1461801"/>
                  <a:gd name="connsiteY4" fmla="*/ 473488 h 96730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1801" h="967301">
                    <a:moveTo>
                      <a:pt x="1461802" y="473488"/>
                    </a:moveTo>
                    <a:cubicBezTo>
                      <a:pt x="1461802" y="787336"/>
                      <a:pt x="1108615" y="988314"/>
                      <a:pt x="714661" y="965549"/>
                    </a:cubicBezTo>
                    <a:cubicBezTo>
                      <a:pt x="311658" y="942213"/>
                      <a:pt x="0" y="787336"/>
                      <a:pt x="0" y="473488"/>
                    </a:cubicBezTo>
                    <a:cubicBezTo>
                      <a:pt x="0" y="159639"/>
                      <a:pt x="269748" y="0"/>
                      <a:pt x="673418" y="0"/>
                    </a:cubicBezTo>
                    <a:cubicBezTo>
                      <a:pt x="1077182" y="95"/>
                      <a:pt x="1461802" y="159734"/>
                      <a:pt x="1461802" y="473488"/>
                    </a:cubicBezTo>
                    <a:close/>
                  </a:path>
                </a:pathLst>
              </a:custGeom>
              <a:solidFill>
                <a:srgbClr val="2842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56" name="" descr="b4ddb0af-c895-4f35-bc40-330d069c550f"/>
              <p:cNvGrpSpPr/>
              <p:nvPr/>
            </p:nvGrpSpPr>
            <p:grpSpPr>
              <a:xfrm>
                <a:off x="7086988" y="2277719"/>
                <a:ext cx="1626565" cy="1126083"/>
                <a:chOff x="6477000" y="2590800"/>
                <a:chExt cx="990600" cy="685800"/>
              </a:xfrm>
              <a:solidFill>
                <a:srgbClr val="4BF94B"/>
              </a:solidFill>
            </p:grpSpPr>
            <p:grpSp>
              <p:nvGrpSpPr>
                <p:cNvPr id="57" name="" descr="aba6299b-2dd7-4376-a79d-508ee600a8f0"/>
                <p:cNvGrpSpPr/>
                <p:nvPr/>
              </p:nvGrpSpPr>
              <p:grpSpPr>
                <a:xfrm>
                  <a:off x="6477000" y="2590800"/>
                  <a:ext cx="419100" cy="533400"/>
                  <a:chOff x="6477000" y="2590800"/>
                  <a:chExt cx="419100" cy="533400"/>
                </a:xfrm>
                <a:solidFill>
                  <a:srgbClr val="4BF94B"/>
                </a:solidFill>
              </p:grpSpPr>
              <p:pic>
                <p:nvPicPr>
                  <p:cNvPr id="58" name="" descr="fa1b4138-ba7e-4ee6-8e66-c273a6cf5cb5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6477000" y="2590800"/>
                    <a:ext cx="419100" cy="533400"/>
                  </a:xfrm>
                  <a:custGeom>
                    <a:gdLst>
                      <a:gd name="connsiteX0" fmla="*/ 415 w 419100"/>
                      <a:gd name="connsiteY0" fmla="*/ 172 h 533400"/>
                      <a:gd name="connsiteX1" fmla="*/ 419515 w 419100"/>
                      <a:gd name="connsiteY1" fmla="*/ 172 h 533400"/>
                      <a:gd name="connsiteX2" fmla="*/ 419515 w 419100"/>
                      <a:gd name="connsiteY2" fmla="*/ 533572 h 533400"/>
                      <a:gd name="connsiteX3" fmla="*/ 415 w 419100"/>
                      <a:gd name="connsiteY3" fmla="*/ 533572 h 53340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9100" h="533400">
                        <a:moveTo>
                          <a:pt x="415" y="172"/>
                        </a:moveTo>
                        <a:lnTo>
                          <a:pt x="419515" y="172"/>
                        </a:lnTo>
                        <a:lnTo>
                          <a:pt x="419515" y="533572"/>
                        </a:lnTo>
                        <a:lnTo>
                          <a:pt x="415" y="533572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59" name="" descr="596631a9-93f7-4542-83f9-2bb6e7a91b31"/>
                  <p:cNvSpPr/>
                  <p:nvPr/>
                </p:nvSpPr>
                <p:spPr>
                  <a:xfrm>
                    <a:off x="6629114" y="2735008"/>
                    <a:ext cx="115633" cy="240982"/>
                  </a:xfrm>
                  <a:custGeom>
                    <a:gdLst>
                      <a:gd name="connsiteX0" fmla="*/ 115633 w 115633"/>
                      <a:gd name="connsiteY0" fmla="*/ 120491 h 240982"/>
                      <a:gd name="connsiteX1" fmla="*/ 57817 w 115633"/>
                      <a:gd name="connsiteY1" fmla="*/ 240983 h 240982"/>
                      <a:gd name="connsiteX2" fmla="*/ 0 w 115633"/>
                      <a:gd name="connsiteY2" fmla="*/ 120491 h 240982"/>
                      <a:gd name="connsiteX3" fmla="*/ 57817 w 115633"/>
                      <a:gd name="connsiteY3" fmla="*/ 0 h 240982"/>
                      <a:gd name="connsiteX4" fmla="*/ 115633 w 115633"/>
                      <a:gd name="connsiteY4" fmla="*/ 120491 h 24098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5633" h="240982">
                        <a:moveTo>
                          <a:pt x="115633" y="120491"/>
                        </a:moveTo>
                        <a:cubicBezTo>
                          <a:pt x="115633" y="187071"/>
                          <a:pt x="89726" y="240983"/>
                          <a:pt x="57817" y="240983"/>
                        </a:cubicBezTo>
                        <a:cubicBezTo>
                          <a:pt x="25908" y="240983"/>
                          <a:pt x="0" y="186976"/>
                          <a:pt x="0" y="120491"/>
                        </a:cubicBezTo>
                        <a:cubicBezTo>
                          <a:pt x="0" y="53912"/>
                          <a:pt x="25908" y="0"/>
                          <a:pt x="57817" y="0"/>
                        </a:cubicBezTo>
                        <a:cubicBezTo>
                          <a:pt x="89726" y="-95"/>
                          <a:pt x="115633" y="53912"/>
                          <a:pt x="115633" y="120491"/>
                        </a:cubicBezTo>
                        <a:close/>
                      </a:path>
                    </a:pathLst>
                  </a:custGeom>
                  <a:solidFill>
                    <a:srgbClr val="4BF94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" name="" descr="067157a3-8481-4db3-a896-4c184403f50a"/>
                <p:cNvGrpSpPr/>
                <p:nvPr/>
              </p:nvGrpSpPr>
              <p:grpSpPr>
                <a:xfrm>
                  <a:off x="7058025" y="2628900"/>
                  <a:ext cx="409575" cy="533400"/>
                  <a:chOff x="7058025" y="2628900"/>
                  <a:chExt cx="409575" cy="533400"/>
                </a:xfrm>
                <a:solidFill>
                  <a:srgbClr val="4BF94B"/>
                </a:solidFill>
              </p:grpSpPr>
              <p:pic>
                <p:nvPicPr>
                  <p:cNvPr id="61" name="" descr="e4f43b9b-9845-420d-a35e-7624d9cd8f1c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058025" y="2628900"/>
                    <a:ext cx="409575" cy="533400"/>
                  </a:xfrm>
                  <a:custGeom>
                    <a:gdLst>
                      <a:gd name="connsiteX0" fmla="*/ 476 w 409575"/>
                      <a:gd name="connsiteY0" fmla="*/ 176 h 533400"/>
                      <a:gd name="connsiteX1" fmla="*/ 410051 w 409575"/>
                      <a:gd name="connsiteY1" fmla="*/ 176 h 533400"/>
                      <a:gd name="connsiteX2" fmla="*/ 410051 w 409575"/>
                      <a:gd name="connsiteY2" fmla="*/ 533576 h 533400"/>
                      <a:gd name="connsiteX3" fmla="*/ 476 w 409575"/>
                      <a:gd name="connsiteY3" fmla="*/ 533576 h 53340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09575" h="533400">
                        <a:moveTo>
                          <a:pt x="476" y="176"/>
                        </a:moveTo>
                        <a:lnTo>
                          <a:pt x="410051" y="176"/>
                        </a:lnTo>
                        <a:lnTo>
                          <a:pt x="410051" y="533576"/>
                        </a:lnTo>
                        <a:lnTo>
                          <a:pt x="476" y="533576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62" name="" descr="2d55d2bf-e2da-4bd0-bddc-244cbb019cde"/>
                  <p:cNvSpPr/>
                  <p:nvPr/>
                </p:nvSpPr>
                <p:spPr>
                  <a:xfrm>
                    <a:off x="7204424" y="2774727"/>
                    <a:ext cx="115633" cy="240982"/>
                  </a:xfrm>
                  <a:custGeom>
                    <a:gdLst>
                      <a:gd name="connsiteX0" fmla="*/ 115634 w 115633"/>
                      <a:gd name="connsiteY0" fmla="*/ 120491 h 240982"/>
                      <a:gd name="connsiteX1" fmla="*/ 57817 w 115633"/>
                      <a:gd name="connsiteY1" fmla="*/ 240983 h 240982"/>
                      <a:gd name="connsiteX2" fmla="*/ 0 w 115633"/>
                      <a:gd name="connsiteY2" fmla="*/ 120491 h 240982"/>
                      <a:gd name="connsiteX3" fmla="*/ 57817 w 115633"/>
                      <a:gd name="connsiteY3" fmla="*/ 0 h 240982"/>
                      <a:gd name="connsiteX4" fmla="*/ 115634 w 115633"/>
                      <a:gd name="connsiteY4" fmla="*/ 120491 h 24098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5633" h="240982">
                        <a:moveTo>
                          <a:pt x="115634" y="120491"/>
                        </a:moveTo>
                        <a:cubicBezTo>
                          <a:pt x="115634" y="187071"/>
                          <a:pt x="89726" y="240983"/>
                          <a:pt x="57817" y="240983"/>
                        </a:cubicBezTo>
                        <a:cubicBezTo>
                          <a:pt x="25908" y="240983"/>
                          <a:pt x="0" y="186976"/>
                          <a:pt x="0" y="120491"/>
                        </a:cubicBezTo>
                        <a:cubicBezTo>
                          <a:pt x="0" y="53912"/>
                          <a:pt x="25908" y="0"/>
                          <a:pt x="57817" y="0"/>
                        </a:cubicBezTo>
                        <a:cubicBezTo>
                          <a:pt x="89726" y="0"/>
                          <a:pt x="115634" y="53912"/>
                          <a:pt x="115634" y="120491"/>
                        </a:cubicBezTo>
                        <a:close/>
                      </a:path>
                    </a:pathLst>
                  </a:custGeom>
                  <a:solidFill>
                    <a:srgbClr val="4BF94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3" name="" descr="a43d7d26-02e8-4ee4-a318-1b4b4cb11b61"/>
                <p:cNvGrpSpPr/>
                <p:nvPr/>
              </p:nvGrpSpPr>
              <p:grpSpPr>
                <a:xfrm>
                  <a:off x="6638925" y="2857500"/>
                  <a:ext cx="657225" cy="419100"/>
                  <a:chOff x="6638925" y="2857500"/>
                  <a:chExt cx="657225" cy="419100"/>
                </a:xfrm>
                <a:solidFill>
                  <a:srgbClr val="4BF94B"/>
                </a:solidFill>
              </p:grpSpPr>
              <p:pic>
                <p:nvPicPr>
                  <p:cNvPr id="64" name="" descr="f1d33d1a-a15b-49ee-83ee-2fd488d5dcca"/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638925" y="2857500"/>
                    <a:ext cx="657225" cy="419100"/>
                  </a:xfrm>
                  <a:custGeom>
                    <a:gdLst>
                      <a:gd name="connsiteX0" fmla="*/ 432 w 657225"/>
                      <a:gd name="connsiteY0" fmla="*/ 200 h 419100"/>
                      <a:gd name="connsiteX1" fmla="*/ 657657 w 657225"/>
                      <a:gd name="connsiteY1" fmla="*/ 200 h 419100"/>
                      <a:gd name="connsiteX2" fmla="*/ 657657 w 657225"/>
                      <a:gd name="connsiteY2" fmla="*/ 419300 h 419100"/>
                      <a:gd name="connsiteX3" fmla="*/ 432 w 657225"/>
                      <a:gd name="connsiteY3" fmla="*/ 419300 h 41910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57225" h="419100">
                        <a:moveTo>
                          <a:pt x="432" y="200"/>
                        </a:moveTo>
                        <a:lnTo>
                          <a:pt x="657657" y="200"/>
                        </a:lnTo>
                        <a:lnTo>
                          <a:pt x="657657" y="419300"/>
                        </a:lnTo>
                        <a:lnTo>
                          <a:pt x="432" y="419300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65" name="" descr="ff679768-f7da-4509-a897-cfc0b4eec05c"/>
                  <p:cNvSpPr/>
                  <p:nvPr/>
                </p:nvSpPr>
                <p:spPr>
                  <a:xfrm>
                    <a:off x="6784943" y="3009042"/>
                    <a:ext cx="366807" cy="120731"/>
                  </a:xfrm>
                  <a:custGeom>
                    <a:gdLst>
                      <a:gd name="connsiteX0" fmla="*/ 0 w 366807"/>
                      <a:gd name="connsiteY0" fmla="*/ 0 h 120731"/>
                      <a:gd name="connsiteX1" fmla="*/ 366808 w 366807"/>
                      <a:gd name="connsiteY1" fmla="*/ 23813 h 120731"/>
                      <a:gd name="connsiteX2" fmla="*/ 183547 w 366807"/>
                      <a:gd name="connsiteY2" fmla="*/ 119920 h 120731"/>
                      <a:gd name="connsiteX3" fmla="*/ 0 w 366807"/>
                      <a:gd name="connsiteY3" fmla="*/ 0 h 12073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66807" h="120730">
                        <a:moveTo>
                          <a:pt x="0" y="0"/>
                        </a:moveTo>
                        <a:lnTo>
                          <a:pt x="366808" y="23813"/>
                        </a:lnTo>
                        <a:cubicBezTo>
                          <a:pt x="366808" y="23813"/>
                          <a:pt x="306705" y="131064"/>
                          <a:pt x="183547" y="119920"/>
                        </a:cubicBezTo>
                        <a:cubicBezTo>
                          <a:pt x="60484" y="108775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4BF94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66" name="" descr="e91071c7-002c-4d16-866b-89c72c3df179"/>
              <p:cNvSpPr/>
              <p:nvPr/>
            </p:nvSpPr>
            <p:spPr>
              <a:xfrm>
                <a:off x="9404218" y="2009491"/>
                <a:ext cx="1019731" cy="1256521"/>
              </a:xfrm>
              <a:custGeom>
                <a:gdLst>
                  <a:gd name="connsiteX0" fmla="*/ 621030 w 621030"/>
                  <a:gd name="connsiteY0" fmla="*/ 382619 h 765238"/>
                  <a:gd name="connsiteX1" fmla="*/ 310515 w 621030"/>
                  <a:gd name="connsiteY1" fmla="*/ 765239 h 765238"/>
                  <a:gd name="connsiteX2" fmla="*/ 0 w 621030"/>
                  <a:gd name="connsiteY2" fmla="*/ 382619 h 765238"/>
                  <a:gd name="connsiteX3" fmla="*/ 310515 w 621030"/>
                  <a:gd name="connsiteY3" fmla="*/ 0 h 765238"/>
                  <a:gd name="connsiteX4" fmla="*/ 621030 w 621030"/>
                  <a:gd name="connsiteY4" fmla="*/ 382619 h 76523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1030" h="765238">
                    <a:moveTo>
                      <a:pt x="621030" y="382619"/>
                    </a:moveTo>
                    <a:cubicBezTo>
                      <a:pt x="621030" y="593934"/>
                      <a:pt x="482008" y="765239"/>
                      <a:pt x="310515" y="765239"/>
                    </a:cubicBezTo>
                    <a:cubicBezTo>
                      <a:pt x="139023" y="765239"/>
                      <a:pt x="0" y="593934"/>
                      <a:pt x="0" y="382619"/>
                    </a:cubicBezTo>
                    <a:cubicBezTo>
                      <a:pt x="0" y="171305"/>
                      <a:pt x="139023" y="0"/>
                      <a:pt x="310515" y="0"/>
                    </a:cubicBezTo>
                    <a:cubicBezTo>
                      <a:pt x="482008" y="0"/>
                      <a:pt x="621030" y="171305"/>
                      <a:pt x="621030" y="382619"/>
                    </a:cubicBezTo>
                    <a:close/>
                  </a:path>
                </a:pathLst>
              </a:custGeom>
              <a:gradFill>
                <a:gsLst>
                  <a:gs pos="0">
                    <a:srgbClr val="3ED63E"/>
                  </a:gs>
                  <a:gs pos="50000">
                    <a:srgbClr val="38AF38"/>
                  </a:gs>
                  <a:gs pos="100000">
                    <a:srgbClr val="328932"/>
                  </a:gs>
                </a:gsLst>
                <a:lin ang="5179917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7" name="" descr="8c569fc0-4d14-4783-89be-31382b0aa90d"/>
              <p:cNvSpPr/>
              <p:nvPr/>
            </p:nvSpPr>
            <p:spPr>
              <a:xfrm>
                <a:off x="9823527" y="2207493"/>
                <a:ext cx="534890" cy="860515"/>
              </a:xfrm>
              <a:custGeom>
                <a:gdLst>
                  <a:gd name="connsiteX0" fmla="*/ 325755 w 325755"/>
                  <a:gd name="connsiteY0" fmla="*/ 262033 h 524065"/>
                  <a:gd name="connsiteX1" fmla="*/ 162878 w 325755"/>
                  <a:gd name="connsiteY1" fmla="*/ 524066 h 524065"/>
                  <a:gd name="connsiteX2" fmla="*/ 0 w 325755"/>
                  <a:gd name="connsiteY2" fmla="*/ 262033 h 524065"/>
                  <a:gd name="connsiteX3" fmla="*/ 162878 w 325755"/>
                  <a:gd name="connsiteY3" fmla="*/ 0 h 524065"/>
                  <a:gd name="connsiteX4" fmla="*/ 325755 w 325755"/>
                  <a:gd name="connsiteY4" fmla="*/ 262033 h 52406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755" h="524065">
                    <a:moveTo>
                      <a:pt x="325755" y="262033"/>
                    </a:moveTo>
                    <a:cubicBezTo>
                      <a:pt x="325755" y="406750"/>
                      <a:pt x="252832" y="524066"/>
                      <a:pt x="162878" y="524066"/>
                    </a:cubicBezTo>
                    <a:cubicBezTo>
                      <a:pt x="72923" y="524066"/>
                      <a:pt x="0" y="406749"/>
                      <a:pt x="0" y="262033"/>
                    </a:cubicBezTo>
                    <a:cubicBezTo>
                      <a:pt x="0" y="117316"/>
                      <a:pt x="72923" y="0"/>
                      <a:pt x="162878" y="0"/>
                    </a:cubicBezTo>
                    <a:cubicBezTo>
                      <a:pt x="252833" y="0"/>
                      <a:pt x="325755" y="117316"/>
                      <a:pt x="325755" y="262033"/>
                    </a:cubicBezTo>
                    <a:close/>
                  </a:path>
                </a:pathLst>
              </a:custGeom>
              <a:solidFill>
                <a:srgbClr val="3ED63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68" name="" descr="6a4fcde0-fb19-4cb2-916e-dea43f19b7cc"/>
              <p:cNvGrpSpPr/>
              <p:nvPr/>
            </p:nvGrpSpPr>
            <p:grpSpPr>
              <a:xfrm>
                <a:off x="9065380" y="3411285"/>
                <a:ext cx="2775704" cy="1841462"/>
                <a:chOff x="7681866" y="3281157"/>
                <a:chExt cx="1690441" cy="1121475"/>
              </a:xfrm>
            </p:grpSpPr>
            <p:sp>
              <p:nvSpPr>
                <p:cNvPr id="69" name="" descr="351bf0cb-2258-43b8-a756-eeb834d01e35"/>
                <p:cNvSpPr/>
                <p:nvPr/>
              </p:nvSpPr>
              <p:spPr>
                <a:xfrm>
                  <a:off x="7681866" y="3745589"/>
                  <a:ext cx="860763" cy="657043"/>
                </a:xfrm>
                <a:custGeom>
                  <a:gdLst>
                    <a:gd name="connsiteX0" fmla="*/ 851962 w 860763"/>
                    <a:gd name="connsiteY0" fmla="*/ 365686 h 657043"/>
                    <a:gd name="connsiteX1" fmla="*/ 782810 w 860763"/>
                    <a:gd name="connsiteY1" fmla="*/ 292534 h 657043"/>
                    <a:gd name="connsiteX2" fmla="*/ 300941 w 860763"/>
                    <a:gd name="connsiteY2" fmla="*/ 455507 h 657043"/>
                    <a:gd name="connsiteX3" fmla="*/ 176735 w 860763"/>
                    <a:gd name="connsiteY3" fmla="*/ 88413 h 657043"/>
                    <a:gd name="connsiteX4" fmla="*/ 54148 w 860763"/>
                    <a:gd name="connsiteY4" fmla="*/ 3545 h 657043"/>
                    <a:gd name="connsiteX5" fmla="*/ 54148 w 860763"/>
                    <a:gd name="connsiteY5" fmla="*/ 3545 h 657043"/>
                    <a:gd name="connsiteX6" fmla="*/ 8333 w 860763"/>
                    <a:gd name="connsiteY6" fmla="*/ 145278 h 657043"/>
                    <a:gd name="connsiteX7" fmla="*/ 161114 w 860763"/>
                    <a:gd name="connsiteY7" fmla="*/ 596667 h 657043"/>
                    <a:gd name="connsiteX8" fmla="*/ 273794 w 860763"/>
                    <a:gd name="connsiteY8" fmla="*/ 652293 h 657043"/>
                    <a:gd name="connsiteX9" fmla="*/ 357996 w 860763"/>
                    <a:gd name="connsiteY9" fmla="*/ 623718 h 657043"/>
                    <a:gd name="connsiteX10" fmla="*/ 839960 w 860763"/>
                    <a:gd name="connsiteY10" fmla="*/ 460745 h 657043"/>
                    <a:gd name="connsiteX11" fmla="*/ 851962 w 860763"/>
                    <a:gd name="connsiteY11" fmla="*/ 365686 h 657043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60763" h="657043">
                      <a:moveTo>
                        <a:pt x="851962" y="365686"/>
                      </a:moveTo>
                      <a:cubicBezTo>
                        <a:pt x="826626" y="291010"/>
                        <a:pt x="782810" y="292534"/>
                        <a:pt x="782810" y="292534"/>
                      </a:cubicBezTo>
                      <a:lnTo>
                        <a:pt x="300941" y="455507"/>
                      </a:lnTo>
                      <a:lnTo>
                        <a:pt x="176735" y="88413"/>
                      </a:lnTo>
                      <a:cubicBezTo>
                        <a:pt x="155589" y="25834"/>
                        <a:pt x="100630" y="-12171"/>
                        <a:pt x="54148" y="3545"/>
                      </a:cubicBezTo>
                      <a:lnTo>
                        <a:pt x="54148" y="3545"/>
                      </a:lnTo>
                      <a:cubicBezTo>
                        <a:pt x="7666" y="19262"/>
                        <a:pt x="-12812" y="82698"/>
                        <a:pt x="8333" y="145278"/>
                      </a:cubicBezTo>
                      <a:lnTo>
                        <a:pt x="161114" y="596667"/>
                      </a:lnTo>
                      <a:cubicBezTo>
                        <a:pt x="176830" y="643149"/>
                        <a:pt x="227312" y="668105"/>
                        <a:pt x="273794" y="652293"/>
                      </a:cubicBezTo>
                      <a:lnTo>
                        <a:pt x="357996" y="623718"/>
                      </a:lnTo>
                      <a:lnTo>
                        <a:pt x="839960" y="460745"/>
                      </a:lnTo>
                      <a:cubicBezTo>
                        <a:pt x="839865" y="460841"/>
                        <a:pt x="877298" y="440362"/>
                        <a:pt x="851962" y="365686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70" name="" descr="301b35b4-9899-40be-a968-701ac416fe0f"/>
                <p:cNvGrpSpPr/>
                <p:nvPr/>
              </p:nvGrpSpPr>
              <p:grpSpPr>
                <a:xfrm>
                  <a:off x="8157812" y="3281157"/>
                  <a:ext cx="1214494" cy="1075438"/>
                  <a:chOff x="8157812" y="3281157"/>
                  <a:chExt cx="1214494" cy="1075438"/>
                </a:xfrm>
              </p:grpSpPr>
              <p:sp>
                <p:nvSpPr>
                  <p:cNvPr id="71" name="" descr="d8105340-8fd5-476c-8913-edc0575b4a68"/>
                  <p:cNvSpPr/>
                  <p:nvPr/>
                </p:nvSpPr>
                <p:spPr>
                  <a:xfrm>
                    <a:off x="8157812" y="3450188"/>
                    <a:ext cx="968243" cy="906407"/>
                  </a:xfrm>
                  <a:custGeom>
                    <a:gdLst>
                      <a:gd name="connsiteX0" fmla="*/ 730155 w 968243"/>
                      <a:gd name="connsiteY0" fmla="*/ 712998 h 906407"/>
                      <a:gd name="connsiteX1" fmla="*/ 69882 w 968243"/>
                      <a:gd name="connsiteY1" fmla="*/ 808058 h 906407"/>
                      <a:gd name="connsiteX2" fmla="*/ 253334 w 968243"/>
                      <a:gd name="connsiteY2" fmla="*/ 193410 h 906407"/>
                      <a:gd name="connsiteX3" fmla="*/ 893128 w 968243"/>
                      <a:gd name="connsiteY3" fmla="*/ 98350 h 906407"/>
                      <a:gd name="connsiteX4" fmla="*/ 730155 w 968243"/>
                      <a:gd name="connsiteY4" fmla="*/ 712998 h 906407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68243" h="906407">
                        <a:moveTo>
                          <a:pt x="730155" y="712998"/>
                        </a:moveTo>
                        <a:cubicBezTo>
                          <a:pt x="502793" y="909023"/>
                          <a:pt x="220187" y="982365"/>
                          <a:pt x="69882" y="808058"/>
                        </a:cubicBezTo>
                        <a:cubicBezTo>
                          <a:pt x="-80422" y="633751"/>
                          <a:pt x="25972" y="389339"/>
                          <a:pt x="253334" y="193410"/>
                        </a:cubicBezTo>
                        <a:cubicBezTo>
                          <a:pt x="480695" y="-2615"/>
                          <a:pt x="742823" y="-75957"/>
                          <a:pt x="893128" y="98350"/>
                        </a:cubicBezTo>
                        <a:cubicBezTo>
                          <a:pt x="1043432" y="272658"/>
                          <a:pt x="957517" y="517069"/>
                          <a:pt x="730155" y="71299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0F4FF"/>
                      </a:gs>
                      <a:gs pos="50000">
                        <a:srgbClr val="D3D8E4"/>
                      </a:gs>
                      <a:gs pos="100000">
                        <a:srgbClr val="B7BCCA"/>
                      </a:gs>
                    </a:gsLst>
                    <a:lin ang="2432934" scaled="1"/>
                  </a:gra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2" name="" descr="260d2c60-0f52-4a02-8f5b-9a3e1252f465"/>
                  <p:cNvGrpSpPr/>
                  <p:nvPr/>
                </p:nvGrpSpPr>
                <p:grpSpPr>
                  <a:xfrm>
                    <a:off x="8757560" y="3281157"/>
                    <a:ext cx="614747" cy="700684"/>
                    <a:chOff x="8757560" y="3281157"/>
                    <a:chExt cx="614747" cy="700684"/>
                  </a:xfrm>
                  <a:solidFill>
                    <a:srgbClr val="333333"/>
                  </a:solidFill>
                </p:grpSpPr>
                <p:sp>
                  <p:nvSpPr>
                    <p:cNvPr id="73" name="" descr="d1ed17c7-8d5a-4afe-9724-988929851783"/>
                    <p:cNvSpPr/>
                    <p:nvPr/>
                  </p:nvSpPr>
                  <p:spPr>
                    <a:xfrm>
                      <a:off x="8757560" y="3281157"/>
                      <a:ext cx="161650" cy="251054"/>
                    </a:xfrm>
                    <a:custGeom>
                      <a:gdLst>
                        <a:gd name="connsiteX0" fmla="*/ 2963 w 161650"/>
                        <a:gd name="connsiteY0" fmla="*/ 100312 h 251054"/>
                        <a:gd name="connsiteX1" fmla="*/ 2201 w 161650"/>
                        <a:gd name="connsiteY1" fmla="*/ 45163 h 251054"/>
                        <a:gd name="connsiteX2" fmla="*/ 34681 w 161650"/>
                        <a:gd name="connsiteY2" fmla="*/ 2967 h 251054"/>
                        <a:gd name="connsiteX3" fmla="*/ 87450 w 161650"/>
                        <a:gd name="connsiteY3" fmla="*/ 12873 h 251054"/>
                        <a:gd name="connsiteX4" fmla="*/ 121359 w 161650"/>
                        <a:gd name="connsiteY4" fmla="*/ 56878 h 251054"/>
                        <a:gd name="connsiteX5" fmla="*/ 159935 w 161650"/>
                        <a:gd name="connsiteY5" fmla="*/ 172702 h 251054"/>
                        <a:gd name="connsiteX6" fmla="*/ 160507 w 161650"/>
                        <a:gd name="connsiteY6" fmla="*/ 201849 h 251054"/>
                        <a:gd name="connsiteX7" fmla="*/ 106404 w 161650"/>
                        <a:gd name="connsiteY7" fmla="*/ 246998 h 251054"/>
                        <a:gd name="connsiteX8" fmla="*/ 25918 w 161650"/>
                        <a:gd name="connsiteY8" fmla="*/ 219756 h 251054"/>
                        <a:gd name="connsiteX9" fmla="*/ 2963 w 161650"/>
                        <a:gd name="connsiteY9" fmla="*/ 100312 h 251054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61650" h="251054">
                          <a:moveTo>
                            <a:pt x="2963" y="100312"/>
                          </a:moveTo>
                          <a:cubicBezTo>
                            <a:pt x="391" y="82024"/>
                            <a:pt x="-1800" y="63165"/>
                            <a:pt x="2201" y="45163"/>
                          </a:cubicBezTo>
                          <a:cubicBezTo>
                            <a:pt x="6202" y="27065"/>
                            <a:pt x="17441" y="9635"/>
                            <a:pt x="34681" y="2967"/>
                          </a:cubicBezTo>
                          <a:cubicBezTo>
                            <a:pt x="52112" y="-3796"/>
                            <a:pt x="72495" y="1633"/>
                            <a:pt x="87450" y="12873"/>
                          </a:cubicBezTo>
                          <a:cubicBezTo>
                            <a:pt x="102404" y="24112"/>
                            <a:pt x="112691" y="40400"/>
                            <a:pt x="121359" y="56878"/>
                          </a:cubicBezTo>
                          <a:cubicBezTo>
                            <a:pt x="140409" y="93074"/>
                            <a:pt x="153553" y="132316"/>
                            <a:pt x="159935" y="172702"/>
                          </a:cubicBezTo>
                          <a:cubicBezTo>
                            <a:pt x="161459" y="182323"/>
                            <a:pt x="162602" y="192324"/>
                            <a:pt x="160507" y="201849"/>
                          </a:cubicBezTo>
                          <a:cubicBezTo>
                            <a:pt x="155077" y="225947"/>
                            <a:pt x="130312" y="240616"/>
                            <a:pt x="106404" y="246998"/>
                          </a:cubicBezTo>
                          <a:cubicBezTo>
                            <a:pt x="76210" y="254999"/>
                            <a:pt x="35920" y="253665"/>
                            <a:pt x="25918" y="219756"/>
                          </a:cubicBezTo>
                          <a:cubicBezTo>
                            <a:pt x="14584" y="181275"/>
                            <a:pt x="8583" y="140032"/>
                            <a:pt x="2963" y="100312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" name="" descr="990f0044-49d1-4305-9396-f43b85f96ce6"/>
                    <p:cNvSpPr/>
                    <p:nvPr/>
                  </p:nvSpPr>
                  <p:spPr>
                    <a:xfrm>
                      <a:off x="8975657" y="3397825"/>
                      <a:ext cx="294908" cy="230985"/>
                    </a:xfrm>
                    <a:custGeom>
                      <a:gdLst>
                        <a:gd name="connsiteX0" fmla="*/ 245590 w 294908"/>
                        <a:gd name="connsiteY0" fmla="*/ 123376 h 230985"/>
                        <a:gd name="connsiteX1" fmla="*/ 288167 w 294908"/>
                        <a:gd name="connsiteY1" fmla="*/ 69655 h 230985"/>
                        <a:gd name="connsiteX2" fmla="*/ 285024 w 294908"/>
                        <a:gd name="connsiteY2" fmla="*/ 13743 h 230985"/>
                        <a:gd name="connsiteX3" fmla="*/ 225873 w 294908"/>
                        <a:gd name="connsiteY3" fmla="*/ 2123 h 230985"/>
                        <a:gd name="connsiteX4" fmla="*/ 160723 w 294908"/>
                        <a:gd name="connsiteY4" fmla="*/ 28793 h 230985"/>
                        <a:gd name="connsiteX5" fmla="*/ 25563 w 294908"/>
                        <a:gd name="connsiteY5" fmla="*/ 107374 h 230985"/>
                        <a:gd name="connsiteX6" fmla="*/ 15942 w 294908"/>
                        <a:gd name="connsiteY6" fmla="*/ 198433 h 230985"/>
                        <a:gd name="connsiteX7" fmla="*/ 84713 w 294908"/>
                        <a:gd name="connsiteY7" fmla="*/ 229770 h 230985"/>
                        <a:gd name="connsiteX8" fmla="*/ 119098 w 294908"/>
                        <a:gd name="connsiteY8" fmla="*/ 215483 h 230985"/>
                        <a:gd name="connsiteX9" fmla="*/ 245590 w 294908"/>
                        <a:gd name="connsiteY9" fmla="*/ 123376 h 230985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94908" h="230985">
                          <a:moveTo>
                            <a:pt x="245590" y="123376"/>
                          </a:moveTo>
                          <a:cubicBezTo>
                            <a:pt x="262735" y="107088"/>
                            <a:pt x="279118" y="89467"/>
                            <a:pt x="288167" y="69655"/>
                          </a:cubicBezTo>
                          <a:cubicBezTo>
                            <a:pt x="297311" y="49843"/>
                            <a:pt x="297978" y="27459"/>
                            <a:pt x="285024" y="13743"/>
                          </a:cubicBezTo>
                          <a:cubicBezTo>
                            <a:pt x="272165" y="123"/>
                            <a:pt x="248353" y="-2544"/>
                            <a:pt x="225873" y="2123"/>
                          </a:cubicBezTo>
                          <a:cubicBezTo>
                            <a:pt x="203394" y="6790"/>
                            <a:pt x="181678" y="17648"/>
                            <a:pt x="160723" y="28793"/>
                          </a:cubicBezTo>
                          <a:cubicBezTo>
                            <a:pt x="115193" y="52891"/>
                            <a:pt x="68044" y="78228"/>
                            <a:pt x="25563" y="107374"/>
                          </a:cubicBezTo>
                          <a:cubicBezTo>
                            <a:pt x="-11775" y="133092"/>
                            <a:pt x="-2060" y="172906"/>
                            <a:pt x="15942" y="198433"/>
                          </a:cubicBezTo>
                          <a:cubicBezTo>
                            <a:pt x="30230" y="218626"/>
                            <a:pt x="54614" y="235771"/>
                            <a:pt x="84713" y="229770"/>
                          </a:cubicBezTo>
                          <a:cubicBezTo>
                            <a:pt x="96619" y="227389"/>
                            <a:pt x="108144" y="221579"/>
                            <a:pt x="119098" y="215483"/>
                          </a:cubicBezTo>
                          <a:cubicBezTo>
                            <a:pt x="165294" y="190242"/>
                            <a:pt x="208157" y="159000"/>
                            <a:pt x="245590" y="123376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" name="" descr="f2e3d6eb-f04d-40e9-b4ce-60f12100ca37"/>
                    <p:cNvSpPr/>
                    <p:nvPr/>
                  </p:nvSpPr>
                  <p:spPr>
                    <a:xfrm>
                      <a:off x="9034175" y="3595526"/>
                      <a:ext cx="338131" cy="186284"/>
                    </a:xfrm>
                    <a:custGeom>
                      <a:gdLst>
                        <a:gd name="connsiteX0" fmla="*/ 261367 w 338131"/>
                        <a:gd name="connsiteY0" fmla="*/ 123033 h 186284"/>
                        <a:gd name="connsiteX1" fmla="*/ 320708 w 338131"/>
                        <a:gd name="connsiteY1" fmla="*/ 81504 h 186284"/>
                        <a:gd name="connsiteX2" fmla="*/ 334138 w 338131"/>
                        <a:gd name="connsiteY2" fmla="*/ 26354 h 186284"/>
                        <a:gd name="connsiteX3" fmla="*/ 277369 w 338131"/>
                        <a:gd name="connsiteY3" fmla="*/ 161 h 186284"/>
                        <a:gd name="connsiteX4" fmla="*/ 203169 w 338131"/>
                        <a:gd name="connsiteY4" fmla="*/ 9781 h 186284"/>
                        <a:gd name="connsiteX5" fmla="*/ 42292 w 338131"/>
                        <a:gd name="connsiteY5" fmla="*/ 52262 h 186284"/>
                        <a:gd name="connsiteX6" fmla="*/ 5430 w 338131"/>
                        <a:gd name="connsiteY6" fmla="*/ 138463 h 186284"/>
                        <a:gd name="connsiteX7" fmla="*/ 66104 w 338131"/>
                        <a:gd name="connsiteY7" fmla="*/ 186184 h 186284"/>
                        <a:gd name="connsiteX8" fmla="*/ 105348 w 338131"/>
                        <a:gd name="connsiteY8" fmla="*/ 180945 h 186284"/>
                        <a:gd name="connsiteX9" fmla="*/ 261367 w 338131"/>
                        <a:gd name="connsiteY9" fmla="*/ 123033 h 186284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38131" h="186284">
                          <a:moveTo>
                            <a:pt x="261367" y="123033"/>
                          </a:moveTo>
                          <a:cubicBezTo>
                            <a:pt x="283655" y="111508"/>
                            <a:pt x="305563" y="98459"/>
                            <a:pt x="320708" y="81504"/>
                          </a:cubicBezTo>
                          <a:cubicBezTo>
                            <a:pt x="335852" y="64550"/>
                            <a:pt x="343282" y="42928"/>
                            <a:pt x="334138" y="26354"/>
                          </a:cubicBezTo>
                          <a:cubicBezTo>
                            <a:pt x="325089" y="9971"/>
                            <a:pt x="301658" y="1303"/>
                            <a:pt x="277369" y="161"/>
                          </a:cubicBezTo>
                          <a:cubicBezTo>
                            <a:pt x="253080" y="-982"/>
                            <a:pt x="227744" y="4161"/>
                            <a:pt x="203169" y="9781"/>
                          </a:cubicBezTo>
                          <a:cubicBezTo>
                            <a:pt x="149734" y="21878"/>
                            <a:pt x="94203" y="34546"/>
                            <a:pt x="42292" y="52262"/>
                          </a:cubicBezTo>
                          <a:cubicBezTo>
                            <a:pt x="-3428" y="67883"/>
                            <a:pt x="-5333" y="109031"/>
                            <a:pt x="5430" y="138463"/>
                          </a:cubicBezTo>
                          <a:cubicBezTo>
                            <a:pt x="13907" y="161704"/>
                            <a:pt x="33719" y="184564"/>
                            <a:pt x="66104" y="186184"/>
                          </a:cubicBezTo>
                          <a:cubicBezTo>
                            <a:pt x="78963" y="186851"/>
                            <a:pt x="92393" y="184088"/>
                            <a:pt x="105348" y="180945"/>
                          </a:cubicBezTo>
                          <a:cubicBezTo>
                            <a:pt x="159735" y="167896"/>
                            <a:pt x="212599" y="148274"/>
                            <a:pt x="261367" y="123033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" name="" descr="c583a42c-d934-4793-bce7-708454e56bb8"/>
                    <p:cNvSpPr/>
                    <p:nvPr/>
                  </p:nvSpPr>
                  <p:spPr>
                    <a:xfrm>
                      <a:off x="9027339" y="3801498"/>
                      <a:ext cx="305523" cy="180342"/>
                    </a:xfrm>
                    <a:custGeom>
                      <a:gdLst>
                        <a:gd name="connsiteX0" fmla="*/ 199337 w 305523"/>
                        <a:gd name="connsiteY0" fmla="*/ 178618 h 180342"/>
                        <a:gd name="connsiteX1" fmla="*/ 265441 w 305523"/>
                        <a:gd name="connsiteY1" fmla="*/ 175760 h 180342"/>
                        <a:gd name="connsiteX2" fmla="*/ 305255 w 305523"/>
                        <a:gd name="connsiteY2" fmla="*/ 136993 h 180342"/>
                        <a:gd name="connsiteX3" fmla="*/ 277823 w 305523"/>
                        <a:gd name="connsiteY3" fmla="*/ 84797 h 180342"/>
                        <a:gd name="connsiteX4" fmla="*/ 218102 w 305523"/>
                        <a:gd name="connsiteY4" fmla="*/ 53078 h 180342"/>
                        <a:gd name="connsiteX5" fmla="*/ 76941 w 305523"/>
                        <a:gd name="connsiteY5" fmla="*/ 2310 h 180342"/>
                        <a:gd name="connsiteX6" fmla="*/ 3123 w 305523"/>
                        <a:gd name="connsiteY6" fmla="*/ 54316 h 180342"/>
                        <a:gd name="connsiteX7" fmla="*/ 21791 w 305523"/>
                        <a:gd name="connsiteY7" fmla="*/ 126516 h 180342"/>
                        <a:gd name="connsiteX8" fmla="*/ 53414 w 305523"/>
                        <a:gd name="connsiteY8" fmla="*/ 143185 h 180342"/>
                        <a:gd name="connsiteX9" fmla="*/ 199337 w 305523"/>
                        <a:gd name="connsiteY9" fmla="*/ 178618 h 180342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05523" h="180342">
                          <a:moveTo>
                            <a:pt x="199337" y="178618"/>
                          </a:moveTo>
                          <a:cubicBezTo>
                            <a:pt x="221912" y="180904"/>
                            <a:pt x="245153" y="181761"/>
                            <a:pt x="265441" y="175760"/>
                          </a:cubicBezTo>
                          <a:cubicBezTo>
                            <a:pt x="285825" y="169759"/>
                            <a:pt x="302969" y="155758"/>
                            <a:pt x="305255" y="136993"/>
                          </a:cubicBezTo>
                          <a:cubicBezTo>
                            <a:pt x="307541" y="118515"/>
                            <a:pt x="294968" y="98798"/>
                            <a:pt x="277823" y="84797"/>
                          </a:cubicBezTo>
                          <a:cubicBezTo>
                            <a:pt x="260583" y="70795"/>
                            <a:pt x="239247" y="61651"/>
                            <a:pt x="218102" y="53078"/>
                          </a:cubicBezTo>
                          <a:cubicBezTo>
                            <a:pt x="172287" y="34505"/>
                            <a:pt x="124662" y="15359"/>
                            <a:pt x="76941" y="2310"/>
                          </a:cubicBezTo>
                          <a:cubicBezTo>
                            <a:pt x="34936" y="-9120"/>
                            <a:pt x="11123" y="24027"/>
                            <a:pt x="3123" y="54316"/>
                          </a:cubicBezTo>
                          <a:cubicBezTo>
                            <a:pt x="-3260" y="78224"/>
                            <a:pt x="-1164" y="107752"/>
                            <a:pt x="21791" y="126516"/>
                          </a:cubicBezTo>
                          <a:cubicBezTo>
                            <a:pt x="30840" y="133946"/>
                            <a:pt x="42175" y="138803"/>
                            <a:pt x="53414" y="143185"/>
                          </a:cubicBezTo>
                          <a:cubicBezTo>
                            <a:pt x="100373" y="161568"/>
                            <a:pt x="149903" y="173569"/>
                            <a:pt x="199337" y="178618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sp>
            <p:nvSpPr>
              <p:cNvPr id="77" name="" descr="0baf62b3-2e87-48d5-8dd3-a65103e95073"/>
              <p:cNvSpPr/>
              <p:nvPr/>
            </p:nvSpPr>
            <p:spPr>
              <a:xfrm>
                <a:off x="8106562" y="148012"/>
                <a:ext cx="409769" cy="1223050"/>
              </a:xfrm>
              <a:custGeom>
                <a:gdLst>
                  <a:gd name="connsiteX0" fmla="*/ 249555 w 249555"/>
                  <a:gd name="connsiteY0" fmla="*/ 124777 h 744854"/>
                  <a:gd name="connsiteX1" fmla="*/ 124778 w 249555"/>
                  <a:gd name="connsiteY1" fmla="*/ 0 h 744854"/>
                  <a:gd name="connsiteX2" fmla="*/ 0 w 249555"/>
                  <a:gd name="connsiteY2" fmla="*/ 124777 h 744854"/>
                  <a:gd name="connsiteX3" fmla="*/ 109919 w 249555"/>
                  <a:gd name="connsiteY3" fmla="*/ 248602 h 744854"/>
                  <a:gd name="connsiteX4" fmla="*/ 109919 w 249555"/>
                  <a:gd name="connsiteY4" fmla="*/ 737330 h 744854"/>
                  <a:gd name="connsiteX5" fmla="*/ 125254 w 249555"/>
                  <a:gd name="connsiteY5" fmla="*/ 744855 h 744854"/>
                  <a:gd name="connsiteX6" fmla="*/ 139732 w 249555"/>
                  <a:gd name="connsiteY6" fmla="*/ 737330 h 744854"/>
                  <a:gd name="connsiteX7" fmla="*/ 139732 w 249555"/>
                  <a:gd name="connsiteY7" fmla="*/ 248602 h 744854"/>
                  <a:gd name="connsiteX8" fmla="*/ 249555 w 249555"/>
                  <a:gd name="connsiteY8" fmla="*/ 124777 h 744854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9554" h="744854">
                    <a:moveTo>
                      <a:pt x="249555" y="124777"/>
                    </a:moveTo>
                    <a:cubicBezTo>
                      <a:pt x="249555" y="55816"/>
                      <a:pt x="193643" y="0"/>
                      <a:pt x="124778" y="0"/>
                    </a:cubicBezTo>
                    <a:cubicBezTo>
                      <a:pt x="55816" y="0"/>
                      <a:pt x="0" y="55912"/>
                      <a:pt x="0" y="124777"/>
                    </a:cubicBezTo>
                    <a:cubicBezTo>
                      <a:pt x="0" y="188690"/>
                      <a:pt x="48006" y="241268"/>
                      <a:pt x="109919" y="248602"/>
                    </a:cubicBezTo>
                    <a:lnTo>
                      <a:pt x="109919" y="737330"/>
                    </a:lnTo>
                    <a:cubicBezTo>
                      <a:pt x="109919" y="737330"/>
                      <a:pt x="112014" y="744855"/>
                      <a:pt x="125254" y="744855"/>
                    </a:cubicBezTo>
                    <a:cubicBezTo>
                      <a:pt x="138494" y="744855"/>
                      <a:pt x="139732" y="737330"/>
                      <a:pt x="139732" y="737330"/>
                    </a:cubicBezTo>
                    <a:lnTo>
                      <a:pt x="139732" y="248602"/>
                    </a:lnTo>
                    <a:cubicBezTo>
                      <a:pt x="201549" y="241268"/>
                      <a:pt x="249555" y="188690"/>
                      <a:pt x="249555" y="124777"/>
                    </a:cubicBezTo>
                    <a:close/>
                  </a:path>
                </a:pathLst>
              </a:custGeom>
              <a:gradFill>
                <a:gsLst>
                  <a:gs pos="0">
                    <a:srgbClr val="3ED63E"/>
                  </a:gs>
                  <a:gs pos="50000">
                    <a:srgbClr val="38AF38"/>
                  </a:gs>
                  <a:gs pos="100000">
                    <a:srgbClr val="328932"/>
                  </a:gs>
                </a:gsLst>
                <a:lin ang="4686678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78" name="" descr="438f6eee-d99c-4721-8666-645e3662bb20"/>
              <p:cNvGrpSpPr/>
              <p:nvPr/>
            </p:nvGrpSpPr>
            <p:grpSpPr>
              <a:xfrm>
                <a:off x="7227749" y="4342899"/>
                <a:ext cx="1657845" cy="1147874"/>
                <a:chOff x="6562725" y="3848523"/>
                <a:chExt cx="1009650" cy="699071"/>
              </a:xfrm>
            </p:grpSpPr>
            <p:sp>
              <p:nvSpPr>
                <p:cNvPr id="79" name="" descr="5588a607-380c-4af8-ae24-952506c53acb"/>
                <p:cNvSpPr/>
                <p:nvPr/>
              </p:nvSpPr>
              <p:spPr>
                <a:xfrm rot="-4769072">
                  <a:off x="6785787" y="3872020"/>
                  <a:ext cx="589975" cy="652077"/>
                </a:xfrm>
                <a:custGeom>
                  <a:gdLst>
                    <a:gd name="connsiteX0" fmla="*/ 589975 w 589975"/>
                    <a:gd name="connsiteY0" fmla="*/ 326039 h 652077"/>
                    <a:gd name="connsiteX1" fmla="*/ 294988 w 589975"/>
                    <a:gd name="connsiteY1" fmla="*/ 652078 h 652077"/>
                    <a:gd name="connsiteX2" fmla="*/ 0 w 589975"/>
                    <a:gd name="connsiteY2" fmla="*/ 326039 h 652077"/>
                    <a:gd name="connsiteX3" fmla="*/ 294988 w 589975"/>
                    <a:gd name="connsiteY3" fmla="*/ 0 h 652077"/>
                    <a:gd name="connsiteX4" fmla="*/ 589975 w 589975"/>
                    <a:gd name="connsiteY4" fmla="*/ 326039 h 652077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9975" h="652077">
                      <a:moveTo>
                        <a:pt x="589975" y="326039"/>
                      </a:moveTo>
                      <a:cubicBezTo>
                        <a:pt x="589975" y="506105"/>
                        <a:pt x="457905" y="652078"/>
                        <a:pt x="294988" y="652078"/>
                      </a:cubicBezTo>
                      <a:cubicBezTo>
                        <a:pt x="132071" y="652078"/>
                        <a:pt x="0" y="506105"/>
                        <a:pt x="0" y="326039"/>
                      </a:cubicBezTo>
                      <a:cubicBezTo>
                        <a:pt x="0" y="145973"/>
                        <a:pt x="132071" y="0"/>
                        <a:pt x="294988" y="0"/>
                      </a:cubicBezTo>
                      <a:cubicBezTo>
                        <a:pt x="457905" y="0"/>
                        <a:pt x="589975" y="145972"/>
                        <a:pt x="589975" y="326039"/>
                      </a:cubicBezTo>
                      <a:close/>
                    </a:path>
                  </a:pathLst>
                </a:custGeom>
                <a:solidFill>
                  <a:srgbClr val="28422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80" name="" descr="4a50833e-b9f9-4d9b-84e0-f25e839ffffd"/>
                <p:cNvGrpSpPr/>
                <p:nvPr/>
              </p:nvGrpSpPr>
              <p:grpSpPr>
                <a:xfrm>
                  <a:off x="6562725" y="3971925"/>
                  <a:ext cx="1009650" cy="438150"/>
                  <a:chOff x="6562725" y="3971925"/>
                  <a:chExt cx="1009650" cy="438150"/>
                </a:xfrm>
                <a:solidFill>
                  <a:srgbClr val="4BF94B"/>
                </a:solidFill>
              </p:grpSpPr>
              <p:pic>
                <p:nvPicPr>
                  <p:cNvPr id="81" name="" descr="61a61400-ec0b-4a10-9948-28b54460bd03"/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562725" y="3971925"/>
                    <a:ext cx="1009650" cy="438150"/>
                  </a:xfrm>
                  <a:custGeom>
                    <a:gdLst>
                      <a:gd name="connsiteX0" fmla="*/ 424 w 1009650"/>
                      <a:gd name="connsiteY0" fmla="*/ 317 h 438150"/>
                      <a:gd name="connsiteX1" fmla="*/ 1010074 w 1009650"/>
                      <a:gd name="connsiteY1" fmla="*/ 317 h 438150"/>
                      <a:gd name="connsiteX2" fmla="*/ 1010074 w 1009650"/>
                      <a:gd name="connsiteY2" fmla="*/ 438467 h 438150"/>
                      <a:gd name="connsiteX3" fmla="*/ 424 w 1009650"/>
                      <a:gd name="connsiteY3" fmla="*/ 438467 h 43815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09650" h="438150">
                        <a:moveTo>
                          <a:pt x="424" y="317"/>
                        </a:moveTo>
                        <a:lnTo>
                          <a:pt x="1010074" y="317"/>
                        </a:lnTo>
                        <a:lnTo>
                          <a:pt x="1010074" y="438467"/>
                        </a:lnTo>
                        <a:lnTo>
                          <a:pt x="424" y="438467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82" name="" descr="961102b6-1912-48e9-8cbe-1c8f83f9a2e1"/>
                  <p:cNvSpPr/>
                  <p:nvPr/>
                </p:nvSpPr>
                <p:spPr>
                  <a:xfrm>
                    <a:off x="6707219" y="4116705"/>
                    <a:ext cx="720566" cy="149637"/>
                  </a:xfrm>
                  <a:custGeom>
                    <a:gdLst>
                      <a:gd name="connsiteX0" fmla="*/ 719899 w 720566"/>
                      <a:gd name="connsiteY0" fmla="*/ 149638 h 149637"/>
                      <a:gd name="connsiteX1" fmla="*/ 599884 w 720566"/>
                      <a:gd name="connsiteY1" fmla="*/ 140494 h 149637"/>
                      <a:gd name="connsiteX2" fmla="*/ 582263 w 720566"/>
                      <a:gd name="connsiteY2" fmla="*/ 36862 h 149637"/>
                      <a:gd name="connsiteX3" fmla="*/ 542544 w 720566"/>
                      <a:gd name="connsiteY3" fmla="*/ 144685 h 149637"/>
                      <a:gd name="connsiteX4" fmla="*/ 350806 w 720566"/>
                      <a:gd name="connsiteY4" fmla="*/ 132493 h 149637"/>
                      <a:gd name="connsiteX5" fmla="*/ 332613 w 720566"/>
                      <a:gd name="connsiteY5" fmla="*/ 35623 h 149637"/>
                      <a:gd name="connsiteX6" fmla="*/ 279273 w 720566"/>
                      <a:gd name="connsiteY6" fmla="*/ 141732 h 149637"/>
                      <a:gd name="connsiteX7" fmla="*/ 244792 w 720566"/>
                      <a:gd name="connsiteY7" fmla="*/ 24098 h 149637"/>
                      <a:gd name="connsiteX8" fmla="*/ 174593 w 720566"/>
                      <a:gd name="connsiteY8" fmla="*/ 129064 h 149637"/>
                      <a:gd name="connsiteX9" fmla="*/ 171736 w 720566"/>
                      <a:gd name="connsiteY9" fmla="*/ 128778 h 149637"/>
                      <a:gd name="connsiteX10" fmla="*/ 0 w 720566"/>
                      <a:gd name="connsiteY10" fmla="*/ 111919 h 149637"/>
                      <a:gd name="connsiteX11" fmla="*/ 1143 w 720566"/>
                      <a:gd name="connsiteY11" fmla="*/ 102489 h 149637"/>
                      <a:gd name="connsiteX12" fmla="*/ 169735 w 720566"/>
                      <a:gd name="connsiteY12" fmla="*/ 119063 h 149637"/>
                      <a:gd name="connsiteX13" fmla="*/ 248126 w 720566"/>
                      <a:gd name="connsiteY13" fmla="*/ 1905 h 149637"/>
                      <a:gd name="connsiteX14" fmla="*/ 281559 w 720566"/>
                      <a:gd name="connsiteY14" fmla="*/ 115824 h 149637"/>
                      <a:gd name="connsiteX15" fmla="*/ 336709 w 720566"/>
                      <a:gd name="connsiteY15" fmla="*/ 6096 h 149637"/>
                      <a:gd name="connsiteX16" fmla="*/ 358711 w 720566"/>
                      <a:gd name="connsiteY16" fmla="*/ 123444 h 149637"/>
                      <a:gd name="connsiteX17" fmla="*/ 535972 w 720566"/>
                      <a:gd name="connsiteY17" fmla="*/ 134683 h 149637"/>
                      <a:gd name="connsiteX18" fmla="*/ 585597 w 720566"/>
                      <a:gd name="connsiteY18" fmla="*/ 0 h 149637"/>
                      <a:gd name="connsiteX19" fmla="*/ 607981 w 720566"/>
                      <a:gd name="connsiteY19" fmla="*/ 131445 h 149637"/>
                      <a:gd name="connsiteX20" fmla="*/ 720566 w 720566"/>
                      <a:gd name="connsiteY20" fmla="*/ 140017 h 149637"/>
                      <a:gd name="connsiteX21" fmla="*/ 719899 w 720566"/>
                      <a:gd name="connsiteY21" fmla="*/ 149638 h 149637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720566" h="149637">
                        <a:moveTo>
                          <a:pt x="719899" y="149638"/>
                        </a:moveTo>
                        <a:lnTo>
                          <a:pt x="599884" y="140494"/>
                        </a:lnTo>
                        <a:lnTo>
                          <a:pt x="582263" y="36862"/>
                        </a:lnTo>
                        <a:lnTo>
                          <a:pt x="542544" y="144685"/>
                        </a:lnTo>
                        <a:lnTo>
                          <a:pt x="350806" y="132493"/>
                        </a:lnTo>
                        <a:lnTo>
                          <a:pt x="332613" y="35623"/>
                        </a:lnTo>
                        <a:lnTo>
                          <a:pt x="279273" y="141732"/>
                        </a:lnTo>
                        <a:lnTo>
                          <a:pt x="244792" y="24098"/>
                        </a:lnTo>
                        <a:lnTo>
                          <a:pt x="174593" y="129064"/>
                        </a:lnTo>
                        <a:lnTo>
                          <a:pt x="171736" y="128778"/>
                        </a:lnTo>
                        <a:cubicBezTo>
                          <a:pt x="170497" y="128683"/>
                          <a:pt x="50673" y="117919"/>
                          <a:pt x="0" y="111919"/>
                        </a:cubicBezTo>
                        <a:lnTo>
                          <a:pt x="1143" y="102489"/>
                        </a:lnTo>
                        <a:cubicBezTo>
                          <a:pt x="47339" y="108013"/>
                          <a:pt x="151352" y="117443"/>
                          <a:pt x="169735" y="119063"/>
                        </a:cubicBezTo>
                        <a:lnTo>
                          <a:pt x="248126" y="1905"/>
                        </a:lnTo>
                        <a:lnTo>
                          <a:pt x="281559" y="115824"/>
                        </a:lnTo>
                        <a:lnTo>
                          <a:pt x="336709" y="6096"/>
                        </a:lnTo>
                        <a:lnTo>
                          <a:pt x="358711" y="123444"/>
                        </a:lnTo>
                        <a:lnTo>
                          <a:pt x="535972" y="134683"/>
                        </a:lnTo>
                        <a:lnTo>
                          <a:pt x="585597" y="0"/>
                        </a:lnTo>
                        <a:lnTo>
                          <a:pt x="607981" y="131445"/>
                        </a:lnTo>
                        <a:lnTo>
                          <a:pt x="720566" y="140017"/>
                        </a:lnTo>
                        <a:lnTo>
                          <a:pt x="719899" y="149638"/>
                        </a:lnTo>
                        <a:close/>
                      </a:path>
                    </a:pathLst>
                  </a:custGeom>
                  <a:solidFill>
                    <a:srgbClr val="4BF94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5" name="" descr="8dea57a9-7009-4c7d-8260-6aca709c05cb"/>
          <p:cNvSpPr>
            <a:spLocks noGrp="1"/>
          </p:cNvSpPr>
          <p:nvPr>
            <p:ph type="ctrTitle" hasCustomPrompt="1"/>
          </p:nvPr>
        </p:nvSpPr>
        <p:spPr>
          <a:xfrm flipV="false" flipH="false">
            <a:off x="661072" y="1130300"/>
            <a:ext cx="5718138" cy="2029011"/>
          </a:xfrm>
          <a:prstGeom prst="rect">
            <a:avLst/>
          </a:prstGeo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381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9" name="" descr="fa294fc3-1ca5-4f3b-a2e6-f97c754d33a3"/>
          <p:cNvSpPr>
            <a:spLocks noGrp="1"/>
          </p:cNvSpPr>
          <p:nvPr>
            <p:ph type="subTitle" sz="quarter" idx="1" hasCustomPrompt="1"/>
          </p:nvPr>
        </p:nvSpPr>
        <p:spPr>
          <a:xfrm flipV="false" flipH="false">
            <a:off x="661073" y="3531829"/>
            <a:ext cx="4194872" cy="6372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/>
              <a:t>Click to add subtitle</a:t>
            </a:r>
            <a:endParaRPr lang="en-US"/>
          </a:p>
        </p:txBody>
      </p:sp>
      <p:sp>
        <p:nvSpPr>
          <p:cNvPr id="4" name="" descr="c817a41d-4350-4740-b116-bc4339367a77"/>
          <p:cNvSpPr>
            <a:spLocks noGrp="1"/>
          </p:cNvSpPr>
          <p:nvPr>
            <p:ph type="body" sz="quarter" idx="13" hasCustomPrompt="1"/>
          </p:nvPr>
        </p:nvSpPr>
        <p:spPr>
          <a:xfrm flipV="false" flipH="false">
            <a:off x="660400" y="4998040"/>
            <a:ext cx="2967893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" descr="aa3a7fa4-0678-46f4-959e-fbf1ffe8319c"/>
          <p:cNvSpPr>
            <a:spLocks noGrp="1"/>
          </p:cNvSpPr>
          <p:nvPr>
            <p:ph type="body" sz="quarter" idx="14" hasCustomPrompt="1"/>
          </p:nvPr>
        </p:nvSpPr>
        <p:spPr>
          <a:xfrm flipV="false" flipH="false">
            <a:off x="660400" y="4657967"/>
            <a:ext cx="2967893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2d6b7a38-e5f7-4262-8f32-3d363d2e84a0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" descr="9cba3dc7-7730-437b-a714-e884f5e2ec73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" descr="900a561a-af07-4a5f-85e7-8703d1969a3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" descr="f3e7ab1b-80e3-479e-8a83-eef77066b46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" descr="1bc4f817-4a2a-4311-90bc-73a444ef912f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" descr="cef7c298-71c5-4c7e-bab6-797937e62956"/>
          <p:cNvSpPr/>
          <p:nvPr/>
        </p:nvSpPr>
        <p:spPr>
          <a:xfrm>
            <a:off x="-1" y="0"/>
            <a:ext cx="12191997" cy="5130800"/>
          </a:xfrm>
          <a:prstGeom prst="rect">
            <a:avLst/>
          </a:prstGeom>
          <a:solidFill>
            <a:srgbClr val="1C48E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8" name="" descr="9afd7b4e-645f-4c5b-ab42-67726c236570"/>
          <p:cNvSpPr/>
          <p:nvPr/>
        </p:nvSpPr>
        <p:spPr>
          <a:xfrm>
            <a:off x="660402" y="609600"/>
            <a:ext cx="10858498" cy="5626100"/>
          </a:xfrm>
          <a:prstGeom prst="roundRect">
            <a:avLst>
              <a:gd name="adj" fmla="val 2446"/>
            </a:avLst>
          </a:pr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en-US" altLang="zh-CN" sz="2000" b="1">
              <a:solidFill>
                <a:schemeClr val="bg1"/>
              </a:solidFill>
            </a:endParaRPr>
          </a:p>
          <a:p>
            <a:pPr algn="ctr" defTabSz="913765"/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2" name="" descr="b6d47c2a-8294-4ff2-99a4-971d8bf67f3a"/>
          <p:cNvSpPr>
            <a:spLocks noGrp="1"/>
          </p:cNvSpPr>
          <p:nvPr>
            <p:ph type="title" hasCustomPrompt="1"/>
          </p:nvPr>
        </p:nvSpPr>
        <p:spPr>
          <a:xfrm>
            <a:off x="800100" y="1605286"/>
            <a:ext cx="1922161" cy="864515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Agenda</a:t>
            </a:r>
            <a:endParaRPr lang="en-US"/>
          </a:p>
        </p:txBody>
      </p:sp>
      <p:sp>
        <p:nvSpPr>
          <p:cNvPr id="3" name="" descr="3ca52142-6f07-4f2e-883a-d6ea6a58e7ea"/>
          <p:cNvSpPr>
            <a:spLocks noGrp="1"/>
          </p:cNvSpPr>
          <p:nvPr>
            <p:ph sz="quarter" idx="1" hasCustomPrompt="1"/>
          </p:nvPr>
        </p:nvSpPr>
        <p:spPr>
          <a:xfrm>
            <a:off x="2970377" y="1605286"/>
            <a:ext cx="8231021" cy="4071936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" descr="53105f9b-1ff8-48b8-be65-3da4e5395c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" descr="3c3eb488-e5db-4140-a44c-59649fd904de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" descr="4edff3b3-3c8c-4828-8cc7-79e203a2aa0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" descr="74d30e42-8193-4c44-8841-d38accf0eb6a"/>
          <p:cNvCxnSpPr/>
          <p:nvPr/>
        </p:nvCxnSpPr>
        <p:spPr>
          <a:xfrm flipH="1">
            <a:off x="2846319" y="1605285"/>
            <a:ext cx="0" cy="4071937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" descr="145177b4-d22f-4ce6-b887-a2bd8430d70c"/>
          <p:cNvSpPr>
            <a:spLocks noChangeAspect="1"/>
          </p:cNvSpPr>
          <p:nvPr/>
        </p:nvSpPr>
        <p:spPr bwMode="auto">
          <a:xfrm>
            <a:off x="1851756" y="4761555"/>
            <a:ext cx="870506" cy="915667"/>
          </a:xfrm>
          <a:custGeom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Section Header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" descr="f3de1bd6-f354-440a-971f-11d8bf59b83f"/>
          <p:cNvGrpSpPr/>
          <p:nvPr/>
        </p:nvGrpSpPr>
        <p:grpSpPr>
          <a:xfrm flipH="1">
            <a:off x="0" y="399026"/>
            <a:ext cx="11698515" cy="6458973"/>
            <a:chOff x="-7048851" y="-3696383"/>
            <a:chExt cx="19116135" cy="10554383"/>
          </a:xfrm>
        </p:grpSpPr>
        <p:grpSp>
          <p:nvGrpSpPr>
            <p:cNvPr id="3" name="" descr="2104aee5-832c-4615-aa2a-767f90317da1"/>
            <p:cNvGrpSpPr/>
            <p:nvPr/>
          </p:nvGrpSpPr>
          <p:grpSpPr>
            <a:xfrm>
              <a:off x="-7048851" y="-3696383"/>
              <a:ext cx="19116135" cy="10199249"/>
              <a:chOff x="-7048851" y="-3863516"/>
              <a:chExt cx="19116135" cy="10199249"/>
            </a:xfrm>
          </p:grpSpPr>
          <p:sp>
            <p:nvSpPr>
              <p:cNvPr id="63" name="" descr="4f893e66-34e6-4a67-9b97-003e1f96e194"/>
              <p:cNvSpPr/>
              <p:nvPr/>
            </p:nvSpPr>
            <p:spPr>
              <a:xfrm>
                <a:off x="10014051" y="848654"/>
                <a:ext cx="2053234" cy="2053072"/>
              </a:xfrm>
              <a:custGeom>
                <a:gdLst>
                  <a:gd name="connsiteX0" fmla="*/ 1151650 w 1203067"/>
                  <a:gd name="connsiteY0" fmla="*/ 404319 h 1202972"/>
                  <a:gd name="connsiteX1" fmla="*/ 1034588 w 1203067"/>
                  <a:gd name="connsiteY1" fmla="*/ 410415 h 1202972"/>
                  <a:gd name="connsiteX2" fmla="*/ 974771 w 1203067"/>
                  <a:gd name="connsiteY2" fmla="*/ 309926 h 1202972"/>
                  <a:gd name="connsiteX3" fmla="*/ 1035255 w 1203067"/>
                  <a:gd name="connsiteY3" fmla="*/ 209818 h 1202972"/>
                  <a:gd name="connsiteX4" fmla="*/ 1029254 w 1203067"/>
                  <a:gd name="connsiteY4" fmla="*/ 178767 h 1202972"/>
                  <a:gd name="connsiteX5" fmla="*/ 889332 w 1203067"/>
                  <a:gd name="connsiteY5" fmla="*/ 73515 h 1202972"/>
                  <a:gd name="connsiteX6" fmla="*/ 857804 w 1203067"/>
                  <a:gd name="connsiteY6" fmla="*/ 76373 h 1202972"/>
                  <a:gd name="connsiteX7" fmla="*/ 779413 w 1203067"/>
                  <a:gd name="connsiteY7" fmla="*/ 161241 h 1202972"/>
                  <a:gd name="connsiteX8" fmla="*/ 652826 w 1203067"/>
                  <a:gd name="connsiteY8" fmla="*/ 128665 h 1202972"/>
                  <a:gd name="connsiteX9" fmla="*/ 623965 w 1203067"/>
                  <a:gd name="connsiteY9" fmla="*/ 17699 h 1202972"/>
                  <a:gd name="connsiteX10" fmla="*/ 597486 w 1203067"/>
                  <a:gd name="connsiteY10" fmla="*/ 268 h 1202972"/>
                  <a:gd name="connsiteX11" fmla="*/ 424417 w 1203067"/>
                  <a:gd name="connsiteY11" fmla="*/ 26938 h 1202972"/>
                  <a:gd name="connsiteX12" fmla="*/ 404414 w 1203067"/>
                  <a:gd name="connsiteY12" fmla="*/ 51513 h 1202972"/>
                  <a:gd name="connsiteX13" fmla="*/ 410224 w 1203067"/>
                  <a:gd name="connsiteY13" fmla="*/ 164003 h 1202972"/>
                  <a:gd name="connsiteX14" fmla="*/ 305640 w 1203067"/>
                  <a:gd name="connsiteY14" fmla="*/ 225820 h 1202972"/>
                  <a:gd name="connsiteX15" fmla="*/ 209913 w 1203067"/>
                  <a:gd name="connsiteY15" fmla="*/ 167908 h 1202972"/>
                  <a:gd name="connsiteX16" fmla="*/ 178862 w 1203067"/>
                  <a:gd name="connsiteY16" fmla="*/ 173909 h 1202972"/>
                  <a:gd name="connsiteX17" fmla="*/ 73611 w 1203067"/>
                  <a:gd name="connsiteY17" fmla="*/ 313831 h 1202972"/>
                  <a:gd name="connsiteX18" fmla="*/ 76468 w 1203067"/>
                  <a:gd name="connsiteY18" fmla="*/ 345359 h 1202972"/>
                  <a:gd name="connsiteX19" fmla="*/ 157526 w 1203067"/>
                  <a:gd name="connsiteY19" fmla="*/ 420321 h 1202972"/>
                  <a:gd name="connsiteX20" fmla="*/ 124188 w 1203067"/>
                  <a:gd name="connsiteY20" fmla="*/ 551575 h 1202972"/>
                  <a:gd name="connsiteX21" fmla="*/ 17699 w 1203067"/>
                  <a:gd name="connsiteY21" fmla="*/ 579293 h 1202972"/>
                  <a:gd name="connsiteX22" fmla="*/ 268 w 1203067"/>
                  <a:gd name="connsiteY22" fmla="*/ 605772 h 1202972"/>
                  <a:gd name="connsiteX23" fmla="*/ 26938 w 1203067"/>
                  <a:gd name="connsiteY23" fmla="*/ 778746 h 1202972"/>
                  <a:gd name="connsiteX24" fmla="*/ 51513 w 1203067"/>
                  <a:gd name="connsiteY24" fmla="*/ 798749 h 1202972"/>
                  <a:gd name="connsiteX25" fmla="*/ 161431 w 1203067"/>
                  <a:gd name="connsiteY25" fmla="*/ 793034 h 1202972"/>
                  <a:gd name="connsiteX26" fmla="*/ 225153 w 1203067"/>
                  <a:gd name="connsiteY26" fmla="*/ 898571 h 1202972"/>
                  <a:gd name="connsiteX27" fmla="*/ 168003 w 1203067"/>
                  <a:gd name="connsiteY27" fmla="*/ 993154 h 1202972"/>
                  <a:gd name="connsiteX28" fmla="*/ 174004 w 1203067"/>
                  <a:gd name="connsiteY28" fmla="*/ 1024206 h 1202972"/>
                  <a:gd name="connsiteX29" fmla="*/ 314117 w 1203067"/>
                  <a:gd name="connsiteY29" fmla="*/ 1129457 h 1202972"/>
                  <a:gd name="connsiteX30" fmla="*/ 345645 w 1203067"/>
                  <a:gd name="connsiteY30" fmla="*/ 1126599 h 1202972"/>
                  <a:gd name="connsiteX31" fmla="*/ 421559 w 1203067"/>
                  <a:gd name="connsiteY31" fmla="*/ 1044494 h 1202972"/>
                  <a:gd name="connsiteX32" fmla="*/ 551194 w 1203067"/>
                  <a:gd name="connsiteY32" fmla="*/ 1076307 h 1202972"/>
                  <a:gd name="connsiteX33" fmla="*/ 579579 w 1203067"/>
                  <a:gd name="connsiteY33" fmla="*/ 1185273 h 1202972"/>
                  <a:gd name="connsiteX34" fmla="*/ 606058 w 1203067"/>
                  <a:gd name="connsiteY34" fmla="*/ 1202704 h 1202972"/>
                  <a:gd name="connsiteX35" fmla="*/ 779032 w 1203067"/>
                  <a:gd name="connsiteY35" fmla="*/ 1176034 h 1202972"/>
                  <a:gd name="connsiteX36" fmla="*/ 799034 w 1203067"/>
                  <a:gd name="connsiteY36" fmla="*/ 1151460 h 1202972"/>
                  <a:gd name="connsiteX37" fmla="*/ 793034 w 1203067"/>
                  <a:gd name="connsiteY37" fmla="*/ 1036969 h 1202972"/>
                  <a:gd name="connsiteX38" fmla="*/ 894475 w 1203067"/>
                  <a:gd name="connsiteY38" fmla="*/ 975247 h 1202972"/>
                  <a:gd name="connsiteX39" fmla="*/ 993345 w 1203067"/>
                  <a:gd name="connsiteY39" fmla="*/ 1035064 h 1202972"/>
                  <a:gd name="connsiteX40" fmla="*/ 1024396 w 1203067"/>
                  <a:gd name="connsiteY40" fmla="*/ 1029063 h 1202972"/>
                  <a:gd name="connsiteX41" fmla="*/ 1129647 w 1203067"/>
                  <a:gd name="connsiteY41" fmla="*/ 889141 h 1202972"/>
                  <a:gd name="connsiteX42" fmla="*/ 1126790 w 1203067"/>
                  <a:gd name="connsiteY42" fmla="*/ 857613 h 1202972"/>
                  <a:gd name="connsiteX43" fmla="*/ 1040874 w 1203067"/>
                  <a:gd name="connsiteY43" fmla="*/ 778270 h 1202972"/>
                  <a:gd name="connsiteX44" fmla="*/ 1071926 w 1203067"/>
                  <a:gd name="connsiteY44" fmla="*/ 653207 h 1202972"/>
                  <a:gd name="connsiteX45" fmla="*/ 1185368 w 1203067"/>
                  <a:gd name="connsiteY45" fmla="*/ 623679 h 1202972"/>
                  <a:gd name="connsiteX46" fmla="*/ 1202799 w 1203067"/>
                  <a:gd name="connsiteY46" fmla="*/ 597200 h 1202972"/>
                  <a:gd name="connsiteX47" fmla="*/ 1176129 w 1203067"/>
                  <a:gd name="connsiteY47" fmla="*/ 424226 h 1202972"/>
                  <a:gd name="connsiteX48" fmla="*/ 1151650 w 1203067"/>
                  <a:gd name="connsiteY48" fmla="*/ 404319 h 1202972"/>
                  <a:gd name="connsiteX49" fmla="*/ 629966 w 1203067"/>
                  <a:gd name="connsiteY49" fmla="*/ 807226 h 1202972"/>
                  <a:gd name="connsiteX50" fmla="*/ 393174 w 1203067"/>
                  <a:gd name="connsiteY50" fmla="*/ 633776 h 1202972"/>
                  <a:gd name="connsiteX51" fmla="*/ 566625 w 1203067"/>
                  <a:gd name="connsiteY51" fmla="*/ 396984 h 1202972"/>
                  <a:gd name="connsiteX52" fmla="*/ 803416 w 1203067"/>
                  <a:gd name="connsiteY52" fmla="*/ 570435 h 1202972"/>
                  <a:gd name="connsiteX53" fmla="*/ 629966 w 1203067"/>
                  <a:gd name="connsiteY53" fmla="*/ 807226 h 1202972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203067" h="1202972">
                    <a:moveTo>
                      <a:pt x="1151650" y="404319"/>
                    </a:moveTo>
                    <a:lnTo>
                      <a:pt x="1034588" y="410415"/>
                    </a:lnTo>
                    <a:cubicBezTo>
                      <a:pt x="1018681" y="374124"/>
                      <a:pt x="998488" y="340501"/>
                      <a:pt x="974771" y="309926"/>
                    </a:cubicBezTo>
                    <a:lnTo>
                      <a:pt x="1035255" y="209818"/>
                    </a:lnTo>
                    <a:cubicBezTo>
                      <a:pt x="1041541" y="199436"/>
                      <a:pt x="1038969" y="186006"/>
                      <a:pt x="1029254" y="178767"/>
                    </a:cubicBezTo>
                    <a:lnTo>
                      <a:pt x="889332" y="73515"/>
                    </a:lnTo>
                    <a:cubicBezTo>
                      <a:pt x="879616" y="66276"/>
                      <a:pt x="865995" y="67419"/>
                      <a:pt x="857804" y="76373"/>
                    </a:cubicBezTo>
                    <a:lnTo>
                      <a:pt x="779413" y="161241"/>
                    </a:lnTo>
                    <a:cubicBezTo>
                      <a:pt x="739408" y="144762"/>
                      <a:pt x="696831" y="133713"/>
                      <a:pt x="652826" y="128665"/>
                    </a:cubicBezTo>
                    <a:lnTo>
                      <a:pt x="623965" y="17699"/>
                    </a:lnTo>
                    <a:cubicBezTo>
                      <a:pt x="620917" y="5983"/>
                      <a:pt x="609487" y="-1542"/>
                      <a:pt x="597486" y="268"/>
                    </a:cubicBezTo>
                    <a:lnTo>
                      <a:pt x="424417" y="26938"/>
                    </a:lnTo>
                    <a:cubicBezTo>
                      <a:pt x="412415" y="28748"/>
                      <a:pt x="403842" y="39416"/>
                      <a:pt x="404414" y="51513"/>
                    </a:cubicBezTo>
                    <a:lnTo>
                      <a:pt x="410224" y="164003"/>
                    </a:lnTo>
                    <a:cubicBezTo>
                      <a:pt x="372410" y="180195"/>
                      <a:pt x="337358" y="201150"/>
                      <a:pt x="305640" y="225820"/>
                    </a:cubicBezTo>
                    <a:lnTo>
                      <a:pt x="209913" y="167908"/>
                    </a:lnTo>
                    <a:cubicBezTo>
                      <a:pt x="199531" y="161622"/>
                      <a:pt x="186101" y="164193"/>
                      <a:pt x="178862" y="173909"/>
                    </a:cubicBezTo>
                    <a:lnTo>
                      <a:pt x="73611" y="313831"/>
                    </a:lnTo>
                    <a:cubicBezTo>
                      <a:pt x="66372" y="323547"/>
                      <a:pt x="67515" y="337167"/>
                      <a:pt x="76468" y="345359"/>
                    </a:cubicBezTo>
                    <a:lnTo>
                      <a:pt x="157526" y="420321"/>
                    </a:lnTo>
                    <a:cubicBezTo>
                      <a:pt x="140381" y="461754"/>
                      <a:pt x="129046" y="505855"/>
                      <a:pt x="124188" y="551575"/>
                    </a:cubicBezTo>
                    <a:lnTo>
                      <a:pt x="17699" y="579293"/>
                    </a:lnTo>
                    <a:cubicBezTo>
                      <a:pt x="5983" y="582341"/>
                      <a:pt x="-1542" y="593771"/>
                      <a:pt x="268" y="605772"/>
                    </a:cubicBezTo>
                    <a:lnTo>
                      <a:pt x="26938" y="778746"/>
                    </a:lnTo>
                    <a:cubicBezTo>
                      <a:pt x="28748" y="790748"/>
                      <a:pt x="39416" y="799320"/>
                      <a:pt x="51513" y="798749"/>
                    </a:cubicBezTo>
                    <a:lnTo>
                      <a:pt x="161431" y="793034"/>
                    </a:lnTo>
                    <a:cubicBezTo>
                      <a:pt x="178195" y="831324"/>
                      <a:pt x="199722" y="866662"/>
                      <a:pt x="225153" y="898571"/>
                    </a:cubicBezTo>
                    <a:lnTo>
                      <a:pt x="168003" y="993154"/>
                    </a:lnTo>
                    <a:cubicBezTo>
                      <a:pt x="161717" y="1003536"/>
                      <a:pt x="164289" y="1016967"/>
                      <a:pt x="174004" y="1024206"/>
                    </a:cubicBezTo>
                    <a:lnTo>
                      <a:pt x="314117" y="1129457"/>
                    </a:lnTo>
                    <a:cubicBezTo>
                      <a:pt x="323833" y="1136696"/>
                      <a:pt x="337453" y="1135553"/>
                      <a:pt x="345645" y="1126599"/>
                    </a:cubicBezTo>
                    <a:lnTo>
                      <a:pt x="421559" y="1044494"/>
                    </a:lnTo>
                    <a:cubicBezTo>
                      <a:pt x="462612" y="1060877"/>
                      <a:pt x="506141" y="1071831"/>
                      <a:pt x="551194" y="1076307"/>
                    </a:cubicBezTo>
                    <a:lnTo>
                      <a:pt x="579579" y="1185273"/>
                    </a:lnTo>
                    <a:cubicBezTo>
                      <a:pt x="582627" y="1196989"/>
                      <a:pt x="594057" y="1204514"/>
                      <a:pt x="606058" y="1202704"/>
                    </a:cubicBezTo>
                    <a:lnTo>
                      <a:pt x="779032" y="1176034"/>
                    </a:lnTo>
                    <a:cubicBezTo>
                      <a:pt x="791034" y="1174224"/>
                      <a:pt x="799606" y="1163556"/>
                      <a:pt x="799034" y="1151460"/>
                    </a:cubicBezTo>
                    <a:lnTo>
                      <a:pt x="793034" y="1036969"/>
                    </a:lnTo>
                    <a:cubicBezTo>
                      <a:pt x="829705" y="1020586"/>
                      <a:pt x="863710" y="999726"/>
                      <a:pt x="894475" y="975247"/>
                    </a:cubicBezTo>
                    <a:lnTo>
                      <a:pt x="993345" y="1035064"/>
                    </a:lnTo>
                    <a:cubicBezTo>
                      <a:pt x="1003727" y="1041351"/>
                      <a:pt x="1017157" y="1038779"/>
                      <a:pt x="1024396" y="1029063"/>
                    </a:cubicBezTo>
                    <a:lnTo>
                      <a:pt x="1129647" y="889141"/>
                    </a:lnTo>
                    <a:cubicBezTo>
                      <a:pt x="1136887" y="879426"/>
                      <a:pt x="1135744" y="865805"/>
                      <a:pt x="1126790" y="857613"/>
                    </a:cubicBezTo>
                    <a:lnTo>
                      <a:pt x="1040874" y="778270"/>
                    </a:lnTo>
                    <a:cubicBezTo>
                      <a:pt x="1056686" y="738646"/>
                      <a:pt x="1067259" y="696641"/>
                      <a:pt x="1071926" y="653207"/>
                    </a:cubicBezTo>
                    <a:lnTo>
                      <a:pt x="1185368" y="623679"/>
                    </a:lnTo>
                    <a:cubicBezTo>
                      <a:pt x="1197085" y="620631"/>
                      <a:pt x="1204609" y="609201"/>
                      <a:pt x="1202799" y="597200"/>
                    </a:cubicBezTo>
                    <a:lnTo>
                      <a:pt x="1176129" y="424226"/>
                    </a:lnTo>
                    <a:cubicBezTo>
                      <a:pt x="1174415" y="412320"/>
                      <a:pt x="1163747" y="403652"/>
                      <a:pt x="1151650" y="404319"/>
                    </a:cubicBezTo>
                    <a:close/>
                    <a:moveTo>
                      <a:pt x="629966" y="807226"/>
                    </a:moveTo>
                    <a:cubicBezTo>
                      <a:pt x="516714" y="824752"/>
                      <a:pt x="410701" y="747028"/>
                      <a:pt x="393174" y="633776"/>
                    </a:cubicBezTo>
                    <a:cubicBezTo>
                      <a:pt x="375649" y="520524"/>
                      <a:pt x="453372" y="414510"/>
                      <a:pt x="566625" y="396984"/>
                    </a:cubicBezTo>
                    <a:cubicBezTo>
                      <a:pt x="679877" y="379458"/>
                      <a:pt x="785890" y="457182"/>
                      <a:pt x="803416" y="570435"/>
                    </a:cubicBezTo>
                    <a:cubicBezTo>
                      <a:pt x="820942" y="683687"/>
                      <a:pt x="743218" y="789700"/>
                      <a:pt x="629966" y="80722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64" name="" descr="62501650-4e37-48fe-83af-fd55bb5b940f"/>
              <p:cNvGrpSpPr/>
              <p:nvPr/>
            </p:nvGrpSpPr>
            <p:grpSpPr>
              <a:xfrm>
                <a:off x="2991104" y="-266699"/>
                <a:ext cx="7737856" cy="5380736"/>
                <a:chOff x="4276725" y="952500"/>
                <a:chExt cx="4533900" cy="3152775"/>
              </a:xfrm>
              <a:solidFill>
                <a:srgbClr val="5277FF"/>
              </a:solidFill>
            </p:grpSpPr>
            <p:pic>
              <p:nvPicPr>
                <p:cNvPr id="70" name="" descr="7eaa0765-4065-4dbc-8ee4-f92bef6014e9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4276725" y="952500"/>
                  <a:ext cx="4533900" cy="3152775"/>
                </a:xfrm>
                <a:custGeom>
                  <a:gdLst>
                    <a:gd name="connsiteX0" fmla="*/ 184 w 4533900"/>
                    <a:gd name="connsiteY0" fmla="*/ 0 h 3152775"/>
                    <a:gd name="connsiteX1" fmla="*/ 4534084 w 4533900"/>
                    <a:gd name="connsiteY1" fmla="*/ 0 h 3152775"/>
                    <a:gd name="connsiteX2" fmla="*/ 4534084 w 4533900"/>
                    <a:gd name="connsiteY2" fmla="*/ 3152775 h 3152775"/>
                    <a:gd name="connsiteX3" fmla="*/ 184 w 4533900"/>
                    <a:gd name="connsiteY3" fmla="*/ 3152775 h 3152775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533900" h="3152775">
                      <a:moveTo>
                        <a:pt x="184" y="0"/>
                      </a:moveTo>
                      <a:lnTo>
                        <a:pt x="4534084" y="0"/>
                      </a:lnTo>
                      <a:lnTo>
                        <a:pt x="4534084" y="3152775"/>
                      </a:lnTo>
                      <a:lnTo>
                        <a:pt x="184" y="3152775"/>
                      </a:lnTo>
                      <a:close/>
                    </a:path>
                  </a:pathLst>
                </a:custGeom>
              </p:spPr>
            </p:pic>
            <p:grpSp>
              <p:nvGrpSpPr>
                <p:cNvPr id="71" name="" descr="db2b2511-3e90-42ca-b1ff-f97bd1a5f718"/>
                <p:cNvGrpSpPr/>
                <p:nvPr/>
              </p:nvGrpSpPr>
              <p:grpSpPr>
                <a:xfrm>
                  <a:off x="4427886" y="1097565"/>
                  <a:ext cx="4232338" cy="2863024"/>
                  <a:chOff x="4427886" y="1097565"/>
                  <a:chExt cx="4232338" cy="2863024"/>
                </a:xfrm>
                <a:solidFill>
                  <a:srgbClr val="5277FF"/>
                </a:solidFill>
              </p:grpSpPr>
              <p:sp>
                <p:nvSpPr>
                  <p:cNvPr id="72" name="" descr="d9793986-f053-4339-8b90-0f1bca85b045"/>
                  <p:cNvSpPr/>
                  <p:nvPr/>
                </p:nvSpPr>
                <p:spPr>
                  <a:xfrm>
                    <a:off x="6303930" y="3892391"/>
                    <a:ext cx="68199" cy="68199"/>
                  </a:xfrm>
                  <a:custGeom>
                    <a:gdLst>
                      <a:gd name="connsiteX0" fmla="*/ 68199 w 68199"/>
                      <a:gd name="connsiteY0" fmla="*/ 34100 h 68199"/>
                      <a:gd name="connsiteX1" fmla="*/ 34100 w 68199"/>
                      <a:gd name="connsiteY1" fmla="*/ 68199 h 68199"/>
                      <a:gd name="connsiteX2" fmla="*/ 0 w 68199"/>
                      <a:gd name="connsiteY2" fmla="*/ 34100 h 68199"/>
                      <a:gd name="connsiteX3" fmla="*/ 34100 w 68199"/>
                      <a:gd name="connsiteY3" fmla="*/ 0 h 68199"/>
                      <a:gd name="connsiteX4" fmla="*/ 68199 w 68199"/>
                      <a:gd name="connsiteY4" fmla="*/ 34100 h 6819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199" h="68199">
                        <a:moveTo>
                          <a:pt x="68199" y="34100"/>
                        </a:moveTo>
                        <a:cubicBezTo>
                          <a:pt x="68199" y="52864"/>
                          <a:pt x="52959" y="68199"/>
                          <a:pt x="34100" y="68199"/>
                        </a:cubicBezTo>
                        <a:cubicBezTo>
                          <a:pt x="15335" y="68199"/>
                          <a:pt x="0" y="52959"/>
                          <a:pt x="0" y="34100"/>
                        </a:cubicBezTo>
                        <a:cubicBezTo>
                          <a:pt x="0" y="15240"/>
                          <a:pt x="15240" y="0"/>
                          <a:pt x="34100" y="0"/>
                        </a:cubicBezTo>
                        <a:cubicBezTo>
                          <a:pt x="52959" y="95"/>
                          <a:pt x="68199" y="15335"/>
                          <a:pt x="68199" y="34100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3" name="" descr="ba562ca7-ec26-48e9-b782-72d477e14d77"/>
                  <p:cNvSpPr/>
                  <p:nvPr/>
                </p:nvSpPr>
                <p:spPr>
                  <a:xfrm>
                    <a:off x="8592026" y="3005042"/>
                    <a:ext cx="68199" cy="68198"/>
                  </a:xfrm>
                  <a:custGeom>
                    <a:gdLst>
                      <a:gd name="connsiteX0" fmla="*/ 68199 w 68199"/>
                      <a:gd name="connsiteY0" fmla="*/ 34100 h 68198"/>
                      <a:gd name="connsiteX1" fmla="*/ 34100 w 68199"/>
                      <a:gd name="connsiteY1" fmla="*/ 68199 h 68198"/>
                      <a:gd name="connsiteX2" fmla="*/ 0 w 68199"/>
                      <a:gd name="connsiteY2" fmla="*/ 34100 h 68198"/>
                      <a:gd name="connsiteX3" fmla="*/ 34100 w 68199"/>
                      <a:gd name="connsiteY3" fmla="*/ 0 h 68198"/>
                      <a:gd name="connsiteX4" fmla="*/ 68199 w 68199"/>
                      <a:gd name="connsiteY4" fmla="*/ 34100 h 6819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199" h="68198">
                        <a:moveTo>
                          <a:pt x="68199" y="34100"/>
                        </a:moveTo>
                        <a:cubicBezTo>
                          <a:pt x="68199" y="52864"/>
                          <a:pt x="52959" y="68199"/>
                          <a:pt x="34100" y="68199"/>
                        </a:cubicBezTo>
                        <a:cubicBezTo>
                          <a:pt x="15335" y="68199"/>
                          <a:pt x="0" y="52959"/>
                          <a:pt x="0" y="34100"/>
                        </a:cubicBezTo>
                        <a:cubicBezTo>
                          <a:pt x="0" y="15240"/>
                          <a:pt x="15240" y="0"/>
                          <a:pt x="34100" y="0"/>
                        </a:cubicBezTo>
                        <a:cubicBezTo>
                          <a:pt x="52864" y="0"/>
                          <a:pt x="68199" y="15240"/>
                          <a:pt x="68199" y="34100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" name="" descr="775c8653-1238-4b03-b21c-c402b27f3ba6"/>
                  <p:cNvSpPr/>
                  <p:nvPr/>
                </p:nvSpPr>
                <p:spPr>
                  <a:xfrm>
                    <a:off x="7409687" y="1097565"/>
                    <a:ext cx="68199" cy="68198"/>
                  </a:xfrm>
                  <a:custGeom>
                    <a:gdLst>
                      <a:gd name="connsiteX0" fmla="*/ 68199 w 68199"/>
                      <a:gd name="connsiteY0" fmla="*/ 34100 h 68198"/>
                      <a:gd name="connsiteX1" fmla="*/ 34100 w 68199"/>
                      <a:gd name="connsiteY1" fmla="*/ 68199 h 68198"/>
                      <a:gd name="connsiteX2" fmla="*/ 0 w 68199"/>
                      <a:gd name="connsiteY2" fmla="*/ 34100 h 68198"/>
                      <a:gd name="connsiteX3" fmla="*/ 34100 w 68199"/>
                      <a:gd name="connsiteY3" fmla="*/ 0 h 68198"/>
                      <a:gd name="connsiteX4" fmla="*/ 68199 w 68199"/>
                      <a:gd name="connsiteY4" fmla="*/ 34100 h 6819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199" h="68198">
                        <a:moveTo>
                          <a:pt x="68199" y="34100"/>
                        </a:moveTo>
                        <a:cubicBezTo>
                          <a:pt x="68199" y="52864"/>
                          <a:pt x="52959" y="68199"/>
                          <a:pt x="34100" y="68199"/>
                        </a:cubicBezTo>
                        <a:cubicBezTo>
                          <a:pt x="15336" y="68199"/>
                          <a:pt x="0" y="52959"/>
                          <a:pt x="0" y="34100"/>
                        </a:cubicBezTo>
                        <a:cubicBezTo>
                          <a:pt x="0" y="15335"/>
                          <a:pt x="15240" y="0"/>
                          <a:pt x="34100" y="0"/>
                        </a:cubicBezTo>
                        <a:cubicBezTo>
                          <a:pt x="52959" y="95"/>
                          <a:pt x="68199" y="15335"/>
                          <a:pt x="68199" y="34100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" name="" descr="cafa67f7-e74b-4692-8dde-9c91e3df16ad"/>
                  <p:cNvSpPr/>
                  <p:nvPr/>
                </p:nvSpPr>
                <p:spPr>
                  <a:xfrm>
                    <a:off x="6281261" y="3274599"/>
                    <a:ext cx="45529" cy="45529"/>
                  </a:xfrm>
                  <a:custGeom>
                    <a:gdLst>
                      <a:gd name="connsiteX0" fmla="*/ 45530 w 45529"/>
                      <a:gd name="connsiteY0" fmla="*/ 22765 h 45529"/>
                      <a:gd name="connsiteX1" fmla="*/ 22765 w 45529"/>
                      <a:gd name="connsiteY1" fmla="*/ 45529 h 45529"/>
                      <a:gd name="connsiteX2" fmla="*/ 0 w 45529"/>
                      <a:gd name="connsiteY2" fmla="*/ 22765 h 45529"/>
                      <a:gd name="connsiteX3" fmla="*/ 22765 w 45529"/>
                      <a:gd name="connsiteY3" fmla="*/ 0 h 45529"/>
                      <a:gd name="connsiteX4" fmla="*/ 45530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30" y="22765"/>
                        </a:moveTo>
                        <a:cubicBezTo>
                          <a:pt x="45530" y="35337"/>
                          <a:pt x="35337" y="45529"/>
                          <a:pt x="22765" y="45529"/>
                        </a:cubicBezTo>
                        <a:cubicBezTo>
                          <a:pt x="10192" y="45529"/>
                          <a:pt x="0" y="35337"/>
                          <a:pt x="0" y="22765"/>
                        </a:cubicBezTo>
                        <a:cubicBezTo>
                          <a:pt x="0" y="10192"/>
                          <a:pt x="10192" y="0"/>
                          <a:pt x="22765" y="0"/>
                        </a:cubicBezTo>
                        <a:cubicBezTo>
                          <a:pt x="35337" y="0"/>
                          <a:pt x="45530" y="10192"/>
                          <a:pt x="45530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6" name="" descr="29b1ee12-b02c-4b0a-ba86-3d2e3ae49d6c"/>
                  <p:cNvSpPr/>
                  <p:nvPr/>
                </p:nvSpPr>
                <p:spPr>
                  <a:xfrm>
                    <a:off x="6553581" y="1863375"/>
                    <a:ext cx="45529" cy="45529"/>
                  </a:xfrm>
                  <a:custGeom>
                    <a:gdLst>
                      <a:gd name="connsiteX0" fmla="*/ 45529 w 45529"/>
                      <a:gd name="connsiteY0" fmla="*/ 22765 h 45529"/>
                      <a:gd name="connsiteX1" fmla="*/ 22765 w 45529"/>
                      <a:gd name="connsiteY1" fmla="*/ 45530 h 45529"/>
                      <a:gd name="connsiteX2" fmla="*/ 0 w 45529"/>
                      <a:gd name="connsiteY2" fmla="*/ 22765 h 45529"/>
                      <a:gd name="connsiteX3" fmla="*/ 22765 w 45529"/>
                      <a:gd name="connsiteY3" fmla="*/ 0 h 45529"/>
                      <a:gd name="connsiteX4" fmla="*/ 45529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29" y="22765"/>
                        </a:moveTo>
                        <a:cubicBezTo>
                          <a:pt x="45529" y="35338"/>
                          <a:pt x="35338" y="45530"/>
                          <a:pt x="22765" y="45530"/>
                        </a:cubicBezTo>
                        <a:cubicBezTo>
                          <a:pt x="10192" y="45530"/>
                          <a:pt x="0" y="35338"/>
                          <a:pt x="0" y="22765"/>
                        </a:cubicBezTo>
                        <a:cubicBezTo>
                          <a:pt x="0" y="10192"/>
                          <a:pt x="10192" y="0"/>
                          <a:pt x="22765" y="0"/>
                        </a:cubicBezTo>
                        <a:cubicBezTo>
                          <a:pt x="35338" y="0"/>
                          <a:pt x="45529" y="10192"/>
                          <a:pt x="45529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7" name="" descr="4b165461-fda9-4251-bdbf-34ce486e0bf1"/>
                  <p:cNvSpPr/>
                  <p:nvPr/>
                </p:nvSpPr>
                <p:spPr>
                  <a:xfrm>
                    <a:off x="6445853" y="2001488"/>
                    <a:ext cx="45529" cy="45529"/>
                  </a:xfrm>
                  <a:custGeom>
                    <a:gdLst>
                      <a:gd name="connsiteX0" fmla="*/ 45529 w 45529"/>
                      <a:gd name="connsiteY0" fmla="*/ 22765 h 45529"/>
                      <a:gd name="connsiteX1" fmla="*/ 22765 w 45529"/>
                      <a:gd name="connsiteY1" fmla="*/ 45530 h 45529"/>
                      <a:gd name="connsiteX2" fmla="*/ 0 w 45529"/>
                      <a:gd name="connsiteY2" fmla="*/ 22765 h 45529"/>
                      <a:gd name="connsiteX3" fmla="*/ 22765 w 45529"/>
                      <a:gd name="connsiteY3" fmla="*/ 0 h 45529"/>
                      <a:gd name="connsiteX4" fmla="*/ 45529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29" y="22765"/>
                        </a:moveTo>
                        <a:cubicBezTo>
                          <a:pt x="45529" y="35338"/>
                          <a:pt x="35338" y="45530"/>
                          <a:pt x="22765" y="45530"/>
                        </a:cubicBezTo>
                        <a:cubicBezTo>
                          <a:pt x="10192" y="45530"/>
                          <a:pt x="0" y="35338"/>
                          <a:pt x="0" y="22765"/>
                        </a:cubicBezTo>
                        <a:cubicBezTo>
                          <a:pt x="0" y="10192"/>
                          <a:pt x="10192" y="0"/>
                          <a:pt x="22765" y="0"/>
                        </a:cubicBezTo>
                        <a:cubicBezTo>
                          <a:pt x="35338" y="95"/>
                          <a:pt x="45529" y="10287"/>
                          <a:pt x="45529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" name="" descr="1c0bef78-f7dd-4aa7-a9a8-77310da41fff"/>
                  <p:cNvSpPr/>
                  <p:nvPr/>
                </p:nvSpPr>
                <p:spPr>
                  <a:xfrm>
                    <a:off x="6185439" y="3745515"/>
                    <a:ext cx="45529" cy="45529"/>
                  </a:xfrm>
                  <a:custGeom>
                    <a:gdLst>
                      <a:gd name="connsiteX0" fmla="*/ 45529 w 45529"/>
                      <a:gd name="connsiteY0" fmla="*/ 22765 h 45529"/>
                      <a:gd name="connsiteX1" fmla="*/ 22765 w 45529"/>
                      <a:gd name="connsiteY1" fmla="*/ 45529 h 45529"/>
                      <a:gd name="connsiteX2" fmla="*/ 0 w 45529"/>
                      <a:gd name="connsiteY2" fmla="*/ 22765 h 45529"/>
                      <a:gd name="connsiteX3" fmla="*/ 22765 w 45529"/>
                      <a:gd name="connsiteY3" fmla="*/ 0 h 45529"/>
                      <a:gd name="connsiteX4" fmla="*/ 45529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29" y="22765"/>
                        </a:moveTo>
                        <a:cubicBezTo>
                          <a:pt x="45529" y="35338"/>
                          <a:pt x="35338" y="45529"/>
                          <a:pt x="22765" y="45529"/>
                        </a:cubicBezTo>
                        <a:cubicBezTo>
                          <a:pt x="10192" y="45529"/>
                          <a:pt x="0" y="35338"/>
                          <a:pt x="0" y="22765"/>
                        </a:cubicBezTo>
                        <a:cubicBezTo>
                          <a:pt x="0" y="10192"/>
                          <a:pt x="10192" y="0"/>
                          <a:pt x="22765" y="0"/>
                        </a:cubicBezTo>
                        <a:cubicBezTo>
                          <a:pt x="35433" y="0"/>
                          <a:pt x="45529" y="10192"/>
                          <a:pt x="45529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9" name="" descr="d2e29094-40f8-4ccf-95f3-d83dabece754"/>
                  <p:cNvSpPr/>
                  <p:nvPr/>
                </p:nvSpPr>
                <p:spPr>
                  <a:xfrm>
                    <a:off x="5258466" y="2693860"/>
                    <a:ext cx="45529" cy="45529"/>
                  </a:xfrm>
                  <a:custGeom>
                    <a:gdLst>
                      <a:gd name="connsiteX0" fmla="*/ 45530 w 45529"/>
                      <a:gd name="connsiteY0" fmla="*/ 22765 h 45529"/>
                      <a:gd name="connsiteX1" fmla="*/ 22765 w 45529"/>
                      <a:gd name="connsiteY1" fmla="*/ 45530 h 45529"/>
                      <a:gd name="connsiteX2" fmla="*/ 0 w 45529"/>
                      <a:gd name="connsiteY2" fmla="*/ 22765 h 45529"/>
                      <a:gd name="connsiteX3" fmla="*/ 22765 w 45529"/>
                      <a:gd name="connsiteY3" fmla="*/ 0 h 45529"/>
                      <a:gd name="connsiteX4" fmla="*/ 45530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30" y="22765"/>
                        </a:moveTo>
                        <a:cubicBezTo>
                          <a:pt x="45530" y="35337"/>
                          <a:pt x="35337" y="45530"/>
                          <a:pt x="22765" y="45530"/>
                        </a:cubicBezTo>
                        <a:cubicBezTo>
                          <a:pt x="10192" y="45530"/>
                          <a:pt x="0" y="35337"/>
                          <a:pt x="0" y="22765"/>
                        </a:cubicBezTo>
                        <a:cubicBezTo>
                          <a:pt x="0" y="10192"/>
                          <a:pt x="10192" y="0"/>
                          <a:pt x="22765" y="0"/>
                        </a:cubicBezTo>
                        <a:cubicBezTo>
                          <a:pt x="35337" y="0"/>
                          <a:pt x="45530" y="10192"/>
                          <a:pt x="45530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" name="" descr="c03166d5-7716-4ced-a8f6-086f1fcd021f"/>
                  <p:cNvSpPr/>
                  <p:nvPr/>
                </p:nvSpPr>
                <p:spPr>
                  <a:xfrm>
                    <a:off x="8284464" y="2069687"/>
                    <a:ext cx="45529" cy="45529"/>
                  </a:xfrm>
                  <a:custGeom>
                    <a:gdLst>
                      <a:gd name="connsiteX0" fmla="*/ 45529 w 45529"/>
                      <a:gd name="connsiteY0" fmla="*/ 22765 h 45529"/>
                      <a:gd name="connsiteX1" fmla="*/ 22764 w 45529"/>
                      <a:gd name="connsiteY1" fmla="*/ 45529 h 45529"/>
                      <a:gd name="connsiteX2" fmla="*/ 0 w 45529"/>
                      <a:gd name="connsiteY2" fmla="*/ 22765 h 45529"/>
                      <a:gd name="connsiteX3" fmla="*/ 22764 w 45529"/>
                      <a:gd name="connsiteY3" fmla="*/ 0 h 45529"/>
                      <a:gd name="connsiteX4" fmla="*/ 45529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29" y="22765"/>
                        </a:moveTo>
                        <a:cubicBezTo>
                          <a:pt x="45529" y="35337"/>
                          <a:pt x="35337" y="45529"/>
                          <a:pt x="22764" y="45529"/>
                        </a:cubicBezTo>
                        <a:cubicBezTo>
                          <a:pt x="10192" y="45529"/>
                          <a:pt x="0" y="35337"/>
                          <a:pt x="0" y="22765"/>
                        </a:cubicBezTo>
                        <a:cubicBezTo>
                          <a:pt x="0" y="10192"/>
                          <a:pt x="10192" y="0"/>
                          <a:pt x="22764" y="0"/>
                        </a:cubicBezTo>
                        <a:cubicBezTo>
                          <a:pt x="35337" y="0"/>
                          <a:pt x="45529" y="10192"/>
                          <a:pt x="45529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1" name="" descr="4a007503-f2ad-4aca-af43-aff51825a7e3"/>
                  <p:cNvSpPr/>
                  <p:nvPr/>
                </p:nvSpPr>
                <p:spPr>
                  <a:xfrm>
                    <a:off x="8468963" y="1397317"/>
                    <a:ext cx="45529" cy="45529"/>
                  </a:xfrm>
                  <a:custGeom>
                    <a:gdLst>
                      <a:gd name="connsiteX0" fmla="*/ 45529 w 45529"/>
                      <a:gd name="connsiteY0" fmla="*/ 22765 h 45529"/>
                      <a:gd name="connsiteX1" fmla="*/ 22764 w 45529"/>
                      <a:gd name="connsiteY1" fmla="*/ 45529 h 45529"/>
                      <a:gd name="connsiteX2" fmla="*/ -1 w 45529"/>
                      <a:gd name="connsiteY2" fmla="*/ 22765 h 45529"/>
                      <a:gd name="connsiteX3" fmla="*/ 22764 w 45529"/>
                      <a:gd name="connsiteY3" fmla="*/ 0 h 45529"/>
                      <a:gd name="connsiteX4" fmla="*/ 45529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29" y="22765"/>
                        </a:moveTo>
                        <a:cubicBezTo>
                          <a:pt x="45529" y="35337"/>
                          <a:pt x="35337" y="45529"/>
                          <a:pt x="22764" y="45529"/>
                        </a:cubicBezTo>
                        <a:cubicBezTo>
                          <a:pt x="10192" y="45529"/>
                          <a:pt x="-1" y="35337"/>
                          <a:pt x="-1" y="22765"/>
                        </a:cubicBezTo>
                        <a:cubicBezTo>
                          <a:pt x="-1" y="10192"/>
                          <a:pt x="10192" y="0"/>
                          <a:pt x="22764" y="0"/>
                        </a:cubicBezTo>
                        <a:cubicBezTo>
                          <a:pt x="35337" y="0"/>
                          <a:pt x="45529" y="10192"/>
                          <a:pt x="45529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" name="" descr="e5c0dc15-b1c8-4f1a-a594-d47578d00f6d"/>
                  <p:cNvSpPr/>
                  <p:nvPr/>
                </p:nvSpPr>
                <p:spPr>
                  <a:xfrm>
                    <a:off x="4427886" y="3590448"/>
                    <a:ext cx="45529" cy="45529"/>
                  </a:xfrm>
                  <a:custGeom>
                    <a:gdLst>
                      <a:gd name="connsiteX0" fmla="*/ 45529 w 45529"/>
                      <a:gd name="connsiteY0" fmla="*/ 22765 h 45529"/>
                      <a:gd name="connsiteX1" fmla="*/ 22765 w 45529"/>
                      <a:gd name="connsiteY1" fmla="*/ 45529 h 45529"/>
                      <a:gd name="connsiteX2" fmla="*/ 0 w 45529"/>
                      <a:gd name="connsiteY2" fmla="*/ 22765 h 45529"/>
                      <a:gd name="connsiteX3" fmla="*/ 22765 w 45529"/>
                      <a:gd name="connsiteY3" fmla="*/ 0 h 45529"/>
                      <a:gd name="connsiteX4" fmla="*/ 45529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29" y="22765"/>
                        </a:moveTo>
                        <a:cubicBezTo>
                          <a:pt x="45529" y="35338"/>
                          <a:pt x="35338" y="45529"/>
                          <a:pt x="22765" y="45529"/>
                        </a:cubicBezTo>
                        <a:cubicBezTo>
                          <a:pt x="10192" y="45529"/>
                          <a:pt x="0" y="35338"/>
                          <a:pt x="0" y="22765"/>
                        </a:cubicBezTo>
                        <a:cubicBezTo>
                          <a:pt x="0" y="10192"/>
                          <a:pt x="10192" y="0"/>
                          <a:pt x="22765" y="0"/>
                        </a:cubicBezTo>
                        <a:cubicBezTo>
                          <a:pt x="35338" y="95"/>
                          <a:pt x="45529" y="10287"/>
                          <a:pt x="45529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67" name="" descr="9c7574ec-12ed-497a-827d-fd0b61731b2b"/>
              <p:cNvSpPr/>
              <p:nvPr/>
            </p:nvSpPr>
            <p:spPr>
              <a:xfrm>
                <a:off x="2330934" y="4915081"/>
                <a:ext cx="1420547" cy="1420652"/>
              </a:xfrm>
              <a:custGeom>
                <a:gdLst>
                  <a:gd name="connsiteX0" fmla="*/ 1138837 w 1158114"/>
                  <a:gd name="connsiteY0" fmla="*/ 499233 h 1158200"/>
                  <a:gd name="connsiteX1" fmla="*/ 1026632 w 1158114"/>
                  <a:gd name="connsiteY1" fmla="*/ 482183 h 1158200"/>
                  <a:gd name="connsiteX2" fmla="*/ 989485 w 1158114"/>
                  <a:gd name="connsiteY2" fmla="*/ 375313 h 1158200"/>
                  <a:gd name="connsiteX3" fmla="*/ 1066351 w 1158114"/>
                  <a:gd name="connsiteY3" fmla="*/ 292255 h 1158200"/>
                  <a:gd name="connsiteX4" fmla="*/ 1066732 w 1158114"/>
                  <a:gd name="connsiteY4" fmla="*/ 261679 h 1158200"/>
                  <a:gd name="connsiteX5" fmla="*/ 954623 w 1158114"/>
                  <a:gd name="connsiteY5" fmla="*/ 134616 h 1158200"/>
                  <a:gd name="connsiteX6" fmla="*/ 924238 w 1158114"/>
                  <a:gd name="connsiteY6" fmla="*/ 131187 h 1158200"/>
                  <a:gd name="connsiteX7" fmla="*/ 833370 w 1158114"/>
                  <a:gd name="connsiteY7" fmla="*/ 196338 h 1158200"/>
                  <a:gd name="connsiteX8" fmla="*/ 719737 w 1158114"/>
                  <a:gd name="connsiteY8" fmla="*/ 140807 h 1158200"/>
                  <a:gd name="connsiteX9" fmla="*/ 714021 w 1158114"/>
                  <a:gd name="connsiteY9" fmla="*/ 30032 h 1158200"/>
                  <a:gd name="connsiteX10" fmla="*/ 692305 w 1158114"/>
                  <a:gd name="connsiteY10" fmla="*/ 8410 h 1158200"/>
                  <a:gd name="connsiteX11" fmla="*/ 523045 w 1158114"/>
                  <a:gd name="connsiteY11" fmla="*/ 28 h 1158200"/>
                  <a:gd name="connsiteX12" fmla="*/ 499328 w 1158114"/>
                  <a:gd name="connsiteY12" fmla="*/ 19363 h 1158200"/>
                  <a:gd name="connsiteX13" fmla="*/ 482945 w 1158114"/>
                  <a:gd name="connsiteY13" fmla="*/ 127091 h 1158200"/>
                  <a:gd name="connsiteX14" fmla="*/ 371788 w 1158114"/>
                  <a:gd name="connsiteY14" fmla="*/ 165286 h 1158200"/>
                  <a:gd name="connsiteX15" fmla="*/ 292350 w 1158114"/>
                  <a:gd name="connsiteY15" fmla="*/ 91753 h 1158200"/>
                  <a:gd name="connsiteX16" fmla="*/ 261775 w 1158114"/>
                  <a:gd name="connsiteY16" fmla="*/ 91373 h 1158200"/>
                  <a:gd name="connsiteX17" fmla="*/ 134711 w 1158114"/>
                  <a:gd name="connsiteY17" fmla="*/ 203482 h 1158200"/>
                  <a:gd name="connsiteX18" fmla="*/ 131282 w 1158114"/>
                  <a:gd name="connsiteY18" fmla="*/ 233866 h 1158200"/>
                  <a:gd name="connsiteX19" fmla="*/ 193575 w 1158114"/>
                  <a:gd name="connsiteY19" fmla="*/ 320734 h 1158200"/>
                  <a:gd name="connsiteX20" fmla="*/ 136425 w 1158114"/>
                  <a:gd name="connsiteY20" fmla="*/ 438654 h 1158200"/>
                  <a:gd name="connsiteX21" fmla="*/ 30031 w 1158114"/>
                  <a:gd name="connsiteY21" fmla="*/ 444178 h 1158200"/>
                  <a:gd name="connsiteX22" fmla="*/ 8410 w 1158114"/>
                  <a:gd name="connsiteY22" fmla="*/ 465895 h 1158200"/>
                  <a:gd name="connsiteX23" fmla="*/ 28 w 1158114"/>
                  <a:gd name="connsiteY23" fmla="*/ 635155 h 1158200"/>
                  <a:gd name="connsiteX24" fmla="*/ 19363 w 1158114"/>
                  <a:gd name="connsiteY24" fmla="*/ 658872 h 1158200"/>
                  <a:gd name="connsiteX25" fmla="*/ 124615 w 1158114"/>
                  <a:gd name="connsiteY25" fmla="*/ 674874 h 1158200"/>
                  <a:gd name="connsiteX26" fmla="*/ 164429 w 1158114"/>
                  <a:gd name="connsiteY26" fmla="*/ 787364 h 1158200"/>
                  <a:gd name="connsiteX27" fmla="*/ 91753 w 1158114"/>
                  <a:gd name="connsiteY27" fmla="*/ 865850 h 1158200"/>
                  <a:gd name="connsiteX28" fmla="*/ 91372 w 1158114"/>
                  <a:gd name="connsiteY28" fmla="*/ 896425 h 1158200"/>
                  <a:gd name="connsiteX29" fmla="*/ 203482 w 1158114"/>
                  <a:gd name="connsiteY29" fmla="*/ 1023489 h 1158200"/>
                  <a:gd name="connsiteX30" fmla="*/ 233866 w 1158114"/>
                  <a:gd name="connsiteY30" fmla="*/ 1026918 h 1158200"/>
                  <a:gd name="connsiteX31" fmla="*/ 321782 w 1158114"/>
                  <a:gd name="connsiteY31" fmla="*/ 963862 h 1158200"/>
                  <a:gd name="connsiteX32" fmla="*/ 438463 w 1158114"/>
                  <a:gd name="connsiteY32" fmla="*/ 1019298 h 1158200"/>
                  <a:gd name="connsiteX33" fmla="*/ 444083 w 1158114"/>
                  <a:gd name="connsiteY33" fmla="*/ 1128169 h 1158200"/>
                  <a:gd name="connsiteX34" fmla="*/ 465800 w 1158114"/>
                  <a:gd name="connsiteY34" fmla="*/ 1149791 h 1158200"/>
                  <a:gd name="connsiteX35" fmla="*/ 635059 w 1158114"/>
                  <a:gd name="connsiteY35" fmla="*/ 1158173 h 1158200"/>
                  <a:gd name="connsiteX36" fmla="*/ 658777 w 1158114"/>
                  <a:gd name="connsiteY36" fmla="*/ 1138837 h 1158200"/>
                  <a:gd name="connsiteX37" fmla="*/ 675445 w 1158114"/>
                  <a:gd name="connsiteY37" fmla="*/ 1029109 h 1158200"/>
                  <a:gd name="connsiteX38" fmla="*/ 783649 w 1158114"/>
                  <a:gd name="connsiteY38" fmla="*/ 990437 h 1158200"/>
                  <a:gd name="connsiteX39" fmla="*/ 865755 w 1158114"/>
                  <a:gd name="connsiteY39" fmla="*/ 1066447 h 1158200"/>
                  <a:gd name="connsiteX40" fmla="*/ 896330 w 1158114"/>
                  <a:gd name="connsiteY40" fmla="*/ 1066828 h 1158200"/>
                  <a:gd name="connsiteX41" fmla="*/ 1023394 w 1158114"/>
                  <a:gd name="connsiteY41" fmla="*/ 954718 h 1158200"/>
                  <a:gd name="connsiteX42" fmla="*/ 1026823 w 1158114"/>
                  <a:gd name="connsiteY42" fmla="*/ 924334 h 1158200"/>
                  <a:gd name="connsiteX43" fmla="*/ 960910 w 1158114"/>
                  <a:gd name="connsiteY43" fmla="*/ 832322 h 1158200"/>
                  <a:gd name="connsiteX44" fmla="*/ 1014726 w 1158114"/>
                  <a:gd name="connsiteY44" fmla="*/ 719832 h 1158200"/>
                  <a:gd name="connsiteX45" fmla="*/ 1128073 w 1158114"/>
                  <a:gd name="connsiteY45" fmla="*/ 714022 h 1158200"/>
                  <a:gd name="connsiteX46" fmla="*/ 1149695 w 1158114"/>
                  <a:gd name="connsiteY46" fmla="*/ 692305 h 1158200"/>
                  <a:gd name="connsiteX47" fmla="*/ 1158077 w 1158114"/>
                  <a:gd name="connsiteY47" fmla="*/ 523045 h 1158200"/>
                  <a:gd name="connsiteX48" fmla="*/ 1138837 w 1158114"/>
                  <a:gd name="connsiteY48" fmla="*/ 499233 h 1158200"/>
                  <a:gd name="connsiteX49" fmla="*/ 565717 w 1158114"/>
                  <a:gd name="connsiteY49" fmla="*/ 779363 h 1158200"/>
                  <a:gd name="connsiteX50" fmla="*/ 375122 w 1158114"/>
                  <a:gd name="connsiteY50" fmla="*/ 568766 h 1158200"/>
                  <a:gd name="connsiteX51" fmla="*/ 585720 w 1158114"/>
                  <a:gd name="connsiteY51" fmla="*/ 378170 h 1158200"/>
                  <a:gd name="connsiteX52" fmla="*/ 776315 w 1158114"/>
                  <a:gd name="connsiteY52" fmla="*/ 588768 h 1158200"/>
                  <a:gd name="connsiteX53" fmla="*/ 565717 w 1158114"/>
                  <a:gd name="connsiteY53" fmla="*/ 779363 h 115820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158114" h="1158200">
                    <a:moveTo>
                      <a:pt x="1138837" y="499233"/>
                    </a:moveTo>
                    <a:lnTo>
                      <a:pt x="1026632" y="482183"/>
                    </a:lnTo>
                    <a:cubicBezTo>
                      <a:pt x="1018631" y="444750"/>
                      <a:pt x="1006058" y="408936"/>
                      <a:pt x="989485" y="375313"/>
                    </a:cubicBezTo>
                    <a:lnTo>
                      <a:pt x="1066351" y="292255"/>
                    </a:lnTo>
                    <a:cubicBezTo>
                      <a:pt x="1074352" y="283682"/>
                      <a:pt x="1074448" y="270442"/>
                      <a:pt x="1066732" y="261679"/>
                    </a:cubicBezTo>
                    <a:lnTo>
                      <a:pt x="954623" y="134616"/>
                    </a:lnTo>
                    <a:cubicBezTo>
                      <a:pt x="946908" y="125853"/>
                      <a:pt x="933763" y="124329"/>
                      <a:pt x="924238" y="131187"/>
                    </a:cubicBezTo>
                    <a:lnTo>
                      <a:pt x="833370" y="196338"/>
                    </a:lnTo>
                    <a:cubicBezTo>
                      <a:pt x="798604" y="172907"/>
                      <a:pt x="760408" y="154142"/>
                      <a:pt x="719737" y="140807"/>
                    </a:cubicBezTo>
                    <a:lnTo>
                      <a:pt x="714021" y="30032"/>
                    </a:lnTo>
                    <a:cubicBezTo>
                      <a:pt x="713450" y="18316"/>
                      <a:pt x="704020" y="8981"/>
                      <a:pt x="692305" y="8410"/>
                    </a:cubicBezTo>
                    <a:lnTo>
                      <a:pt x="523045" y="28"/>
                    </a:lnTo>
                    <a:cubicBezTo>
                      <a:pt x="511329" y="-544"/>
                      <a:pt x="501138" y="7838"/>
                      <a:pt x="499328" y="19363"/>
                    </a:cubicBezTo>
                    <a:lnTo>
                      <a:pt x="482945" y="127091"/>
                    </a:lnTo>
                    <a:cubicBezTo>
                      <a:pt x="443892" y="135092"/>
                      <a:pt x="406650" y="148046"/>
                      <a:pt x="371788" y="165286"/>
                    </a:cubicBezTo>
                    <a:lnTo>
                      <a:pt x="292350" y="91753"/>
                    </a:lnTo>
                    <a:cubicBezTo>
                      <a:pt x="283777" y="83752"/>
                      <a:pt x="270538" y="83657"/>
                      <a:pt x="261775" y="91373"/>
                    </a:cubicBezTo>
                    <a:lnTo>
                      <a:pt x="134711" y="203482"/>
                    </a:lnTo>
                    <a:cubicBezTo>
                      <a:pt x="125948" y="211197"/>
                      <a:pt x="124424" y="224341"/>
                      <a:pt x="131282" y="233866"/>
                    </a:cubicBezTo>
                    <a:lnTo>
                      <a:pt x="193575" y="320734"/>
                    </a:lnTo>
                    <a:cubicBezTo>
                      <a:pt x="169287" y="356644"/>
                      <a:pt x="149951" y="396268"/>
                      <a:pt x="136425" y="438654"/>
                    </a:cubicBezTo>
                    <a:lnTo>
                      <a:pt x="30031" y="444178"/>
                    </a:lnTo>
                    <a:cubicBezTo>
                      <a:pt x="18316" y="444750"/>
                      <a:pt x="8981" y="454180"/>
                      <a:pt x="8410" y="465895"/>
                    </a:cubicBezTo>
                    <a:lnTo>
                      <a:pt x="28" y="635155"/>
                    </a:lnTo>
                    <a:cubicBezTo>
                      <a:pt x="-544" y="646870"/>
                      <a:pt x="7838" y="657062"/>
                      <a:pt x="19363" y="658872"/>
                    </a:cubicBezTo>
                    <a:lnTo>
                      <a:pt x="124615" y="674874"/>
                    </a:lnTo>
                    <a:cubicBezTo>
                      <a:pt x="132996" y="714403"/>
                      <a:pt x="146522" y="752122"/>
                      <a:pt x="164429" y="787364"/>
                    </a:cubicBezTo>
                    <a:lnTo>
                      <a:pt x="91753" y="865850"/>
                    </a:lnTo>
                    <a:cubicBezTo>
                      <a:pt x="83752" y="874423"/>
                      <a:pt x="83657" y="887662"/>
                      <a:pt x="91372" y="896425"/>
                    </a:cubicBezTo>
                    <a:lnTo>
                      <a:pt x="203482" y="1023489"/>
                    </a:lnTo>
                    <a:cubicBezTo>
                      <a:pt x="211197" y="1032252"/>
                      <a:pt x="224341" y="1033776"/>
                      <a:pt x="233866" y="1026918"/>
                    </a:cubicBezTo>
                    <a:lnTo>
                      <a:pt x="321782" y="963862"/>
                    </a:lnTo>
                    <a:cubicBezTo>
                      <a:pt x="357501" y="987484"/>
                      <a:pt x="396649" y="1006249"/>
                      <a:pt x="438463" y="1019298"/>
                    </a:cubicBezTo>
                    <a:lnTo>
                      <a:pt x="444083" y="1128169"/>
                    </a:lnTo>
                    <a:cubicBezTo>
                      <a:pt x="444654" y="1139884"/>
                      <a:pt x="454084" y="1149219"/>
                      <a:pt x="465800" y="1149791"/>
                    </a:cubicBezTo>
                    <a:lnTo>
                      <a:pt x="635059" y="1158173"/>
                    </a:lnTo>
                    <a:cubicBezTo>
                      <a:pt x="646775" y="1158744"/>
                      <a:pt x="656967" y="1150362"/>
                      <a:pt x="658777" y="1138837"/>
                    </a:cubicBezTo>
                    <a:lnTo>
                      <a:pt x="675445" y="1029109"/>
                    </a:lnTo>
                    <a:cubicBezTo>
                      <a:pt x="713450" y="1020727"/>
                      <a:pt x="749740" y="1007582"/>
                      <a:pt x="783649" y="990437"/>
                    </a:cubicBezTo>
                    <a:lnTo>
                      <a:pt x="865755" y="1066447"/>
                    </a:lnTo>
                    <a:cubicBezTo>
                      <a:pt x="874327" y="1074448"/>
                      <a:pt x="887567" y="1074543"/>
                      <a:pt x="896330" y="1066828"/>
                    </a:cubicBezTo>
                    <a:lnTo>
                      <a:pt x="1023394" y="954718"/>
                    </a:lnTo>
                    <a:cubicBezTo>
                      <a:pt x="1032157" y="947003"/>
                      <a:pt x="1033681" y="933859"/>
                      <a:pt x="1026823" y="924334"/>
                    </a:cubicBezTo>
                    <a:lnTo>
                      <a:pt x="960910" y="832322"/>
                    </a:lnTo>
                    <a:cubicBezTo>
                      <a:pt x="983579" y="797842"/>
                      <a:pt x="1001867" y="760123"/>
                      <a:pt x="1014726" y="719832"/>
                    </a:cubicBezTo>
                    <a:lnTo>
                      <a:pt x="1128073" y="714022"/>
                    </a:lnTo>
                    <a:cubicBezTo>
                      <a:pt x="1139789" y="713450"/>
                      <a:pt x="1149124" y="704020"/>
                      <a:pt x="1149695" y="692305"/>
                    </a:cubicBezTo>
                    <a:lnTo>
                      <a:pt x="1158077" y="523045"/>
                    </a:lnTo>
                    <a:cubicBezTo>
                      <a:pt x="1158744" y="511234"/>
                      <a:pt x="1150362" y="500948"/>
                      <a:pt x="1138837" y="499233"/>
                    </a:cubicBezTo>
                    <a:close/>
                    <a:moveTo>
                      <a:pt x="565717" y="779363"/>
                    </a:moveTo>
                    <a:cubicBezTo>
                      <a:pt x="454942" y="773839"/>
                      <a:pt x="369598" y="679541"/>
                      <a:pt x="375122" y="568766"/>
                    </a:cubicBezTo>
                    <a:cubicBezTo>
                      <a:pt x="380646" y="457990"/>
                      <a:pt x="474944" y="372646"/>
                      <a:pt x="585720" y="378170"/>
                    </a:cubicBezTo>
                    <a:cubicBezTo>
                      <a:pt x="696496" y="383695"/>
                      <a:pt x="781840" y="477992"/>
                      <a:pt x="776315" y="588768"/>
                    </a:cubicBezTo>
                    <a:cubicBezTo>
                      <a:pt x="770791" y="699544"/>
                      <a:pt x="676493" y="784888"/>
                      <a:pt x="565717" y="77936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8" name="" descr="c45a5c5b-4d86-411f-ba2f-9b044f7c6aec"/>
              <p:cNvSpPr/>
              <p:nvPr/>
            </p:nvSpPr>
            <p:spPr>
              <a:xfrm>
                <a:off x="8668983" y="211903"/>
                <a:ext cx="1258735" cy="1258673"/>
              </a:xfrm>
              <a:custGeom>
                <a:gdLst>
                  <a:gd name="connsiteX0" fmla="*/ 361674 w 737540"/>
                  <a:gd name="connsiteY0" fmla="*/ 737505 h 737504"/>
                  <a:gd name="connsiteX1" fmla="*/ 358340 w 737540"/>
                  <a:gd name="connsiteY1" fmla="*/ 737219 h 737504"/>
                  <a:gd name="connsiteX2" fmla="*/ 253946 w 737540"/>
                  <a:gd name="connsiteY2" fmla="*/ 719026 h 737504"/>
                  <a:gd name="connsiteX3" fmla="*/ 238230 w 737540"/>
                  <a:gd name="connsiteY3" fmla="*/ 698929 h 737504"/>
                  <a:gd name="connsiteX4" fmla="*/ 242897 w 737540"/>
                  <a:gd name="connsiteY4" fmla="*/ 634254 h 737504"/>
                  <a:gd name="connsiteX5" fmla="*/ 179080 w 737540"/>
                  <a:gd name="connsiteY5" fmla="*/ 593677 h 737504"/>
                  <a:gd name="connsiteX6" fmla="*/ 122501 w 737540"/>
                  <a:gd name="connsiteY6" fmla="*/ 624538 h 737504"/>
                  <a:gd name="connsiteX7" fmla="*/ 97641 w 737540"/>
                  <a:gd name="connsiteY7" fmla="*/ 618538 h 737504"/>
                  <a:gd name="connsiteX8" fmla="*/ 37824 w 737540"/>
                  <a:gd name="connsiteY8" fmla="*/ 531098 h 737504"/>
                  <a:gd name="connsiteX9" fmla="*/ 41253 w 737540"/>
                  <a:gd name="connsiteY9" fmla="*/ 505762 h 737504"/>
                  <a:gd name="connsiteX10" fmla="*/ 89831 w 737540"/>
                  <a:gd name="connsiteY10" fmla="*/ 464709 h 737504"/>
                  <a:gd name="connsiteX11" fmla="*/ 74876 w 737540"/>
                  <a:gd name="connsiteY11" fmla="*/ 397081 h 737504"/>
                  <a:gd name="connsiteX12" fmla="*/ 13916 w 737540"/>
                  <a:gd name="connsiteY12" fmla="*/ 379936 h 737504"/>
                  <a:gd name="connsiteX13" fmla="*/ 295 w 737540"/>
                  <a:gd name="connsiteY13" fmla="*/ 358315 h 737504"/>
                  <a:gd name="connsiteX14" fmla="*/ 18488 w 737540"/>
                  <a:gd name="connsiteY14" fmla="*/ 253921 h 737504"/>
                  <a:gd name="connsiteX15" fmla="*/ 38586 w 737540"/>
                  <a:gd name="connsiteY15" fmla="*/ 238204 h 737504"/>
                  <a:gd name="connsiteX16" fmla="*/ 101737 w 737540"/>
                  <a:gd name="connsiteY16" fmla="*/ 242681 h 737504"/>
                  <a:gd name="connsiteX17" fmla="*/ 143456 w 737540"/>
                  <a:gd name="connsiteY17" fmla="*/ 178292 h 737504"/>
                  <a:gd name="connsiteX18" fmla="*/ 113072 w 737540"/>
                  <a:gd name="connsiteY18" fmla="*/ 122476 h 737504"/>
                  <a:gd name="connsiteX19" fmla="*/ 119072 w 737540"/>
                  <a:gd name="connsiteY19" fmla="*/ 97615 h 737504"/>
                  <a:gd name="connsiteX20" fmla="*/ 206512 w 737540"/>
                  <a:gd name="connsiteY20" fmla="*/ 37798 h 737504"/>
                  <a:gd name="connsiteX21" fmla="*/ 231848 w 737540"/>
                  <a:gd name="connsiteY21" fmla="*/ 41227 h 737504"/>
                  <a:gd name="connsiteX22" fmla="*/ 273472 w 737540"/>
                  <a:gd name="connsiteY22" fmla="*/ 90472 h 737504"/>
                  <a:gd name="connsiteX23" fmla="*/ 340147 w 737540"/>
                  <a:gd name="connsiteY23" fmla="*/ 76375 h 737504"/>
                  <a:gd name="connsiteX24" fmla="*/ 357674 w 737540"/>
                  <a:gd name="connsiteY24" fmla="*/ 13891 h 737504"/>
                  <a:gd name="connsiteX25" fmla="*/ 379295 w 737540"/>
                  <a:gd name="connsiteY25" fmla="*/ 270 h 737504"/>
                  <a:gd name="connsiteX26" fmla="*/ 483689 w 737540"/>
                  <a:gd name="connsiteY26" fmla="*/ 18463 h 737504"/>
                  <a:gd name="connsiteX27" fmla="*/ 499406 w 737540"/>
                  <a:gd name="connsiteY27" fmla="*/ 38560 h 737504"/>
                  <a:gd name="connsiteX28" fmla="*/ 494643 w 737540"/>
                  <a:gd name="connsiteY28" fmla="*/ 104569 h 737504"/>
                  <a:gd name="connsiteX29" fmla="*/ 556556 w 737540"/>
                  <a:gd name="connsiteY29" fmla="*/ 144859 h 737504"/>
                  <a:gd name="connsiteX30" fmla="*/ 615039 w 737540"/>
                  <a:gd name="connsiteY30" fmla="*/ 112951 h 737504"/>
                  <a:gd name="connsiteX31" fmla="*/ 639899 w 737540"/>
                  <a:gd name="connsiteY31" fmla="*/ 118951 h 737504"/>
                  <a:gd name="connsiteX32" fmla="*/ 699716 w 737540"/>
                  <a:gd name="connsiteY32" fmla="*/ 206391 h 737504"/>
                  <a:gd name="connsiteX33" fmla="*/ 696287 w 737540"/>
                  <a:gd name="connsiteY33" fmla="*/ 231727 h 737504"/>
                  <a:gd name="connsiteX34" fmla="*/ 644757 w 737540"/>
                  <a:gd name="connsiteY34" fmla="*/ 275257 h 737504"/>
                  <a:gd name="connsiteX35" fmla="*/ 658473 w 737540"/>
                  <a:gd name="connsiteY35" fmla="*/ 339169 h 737504"/>
                  <a:gd name="connsiteX36" fmla="*/ 723624 w 737540"/>
                  <a:gd name="connsiteY36" fmla="*/ 357457 h 737504"/>
                  <a:gd name="connsiteX37" fmla="*/ 737245 w 737540"/>
                  <a:gd name="connsiteY37" fmla="*/ 379079 h 737504"/>
                  <a:gd name="connsiteX38" fmla="*/ 719052 w 737540"/>
                  <a:gd name="connsiteY38" fmla="*/ 483473 h 737504"/>
                  <a:gd name="connsiteX39" fmla="*/ 698954 w 737540"/>
                  <a:gd name="connsiteY39" fmla="*/ 499189 h 737504"/>
                  <a:gd name="connsiteX40" fmla="*/ 631422 w 737540"/>
                  <a:gd name="connsiteY40" fmla="*/ 494332 h 737504"/>
                  <a:gd name="connsiteX41" fmla="*/ 592179 w 737540"/>
                  <a:gd name="connsiteY41" fmla="*/ 555577 h 737504"/>
                  <a:gd name="connsiteX42" fmla="*/ 624469 w 737540"/>
                  <a:gd name="connsiteY42" fmla="*/ 614823 h 737504"/>
                  <a:gd name="connsiteX43" fmla="*/ 618468 w 737540"/>
                  <a:gd name="connsiteY43" fmla="*/ 639683 h 737504"/>
                  <a:gd name="connsiteX44" fmla="*/ 531029 w 737540"/>
                  <a:gd name="connsiteY44" fmla="*/ 699500 h 737504"/>
                  <a:gd name="connsiteX45" fmla="*/ 505692 w 737540"/>
                  <a:gd name="connsiteY45" fmla="*/ 696071 h 737504"/>
                  <a:gd name="connsiteX46" fmla="*/ 462639 w 737540"/>
                  <a:gd name="connsiteY46" fmla="*/ 645208 h 737504"/>
                  <a:gd name="connsiteX47" fmla="*/ 397773 w 737540"/>
                  <a:gd name="connsiteY47" fmla="*/ 659781 h 737504"/>
                  <a:gd name="connsiteX48" fmla="*/ 379866 w 737540"/>
                  <a:gd name="connsiteY48" fmla="*/ 723503 h 737504"/>
                  <a:gd name="connsiteX49" fmla="*/ 361674 w 737540"/>
                  <a:gd name="connsiteY49" fmla="*/ 737505 h 737504"/>
                  <a:gd name="connsiteX50" fmla="*/ 180318 w 737540"/>
                  <a:gd name="connsiteY50" fmla="*/ 582247 h 737504"/>
                  <a:gd name="connsiteX51" fmla="*/ 182794 w 737540"/>
                  <a:gd name="connsiteY51" fmla="*/ 584343 h 737504"/>
                  <a:gd name="connsiteX52" fmla="*/ 249851 w 737540"/>
                  <a:gd name="connsiteY52" fmla="*/ 626920 h 737504"/>
                  <a:gd name="connsiteX53" fmla="*/ 252899 w 737540"/>
                  <a:gd name="connsiteY53" fmla="*/ 628253 h 737504"/>
                  <a:gd name="connsiteX54" fmla="*/ 247850 w 737540"/>
                  <a:gd name="connsiteY54" fmla="*/ 699595 h 737504"/>
                  <a:gd name="connsiteX55" fmla="*/ 255756 w 737540"/>
                  <a:gd name="connsiteY55" fmla="*/ 709692 h 737504"/>
                  <a:gd name="connsiteX56" fmla="*/ 360150 w 737540"/>
                  <a:gd name="connsiteY56" fmla="*/ 727885 h 737504"/>
                  <a:gd name="connsiteX57" fmla="*/ 370913 w 737540"/>
                  <a:gd name="connsiteY57" fmla="*/ 721122 h 737504"/>
                  <a:gd name="connsiteX58" fmla="*/ 390535 w 737540"/>
                  <a:gd name="connsiteY58" fmla="*/ 651208 h 737504"/>
                  <a:gd name="connsiteX59" fmla="*/ 393773 w 737540"/>
                  <a:gd name="connsiteY59" fmla="*/ 650923 h 737504"/>
                  <a:gd name="connsiteX60" fmla="*/ 462734 w 737540"/>
                  <a:gd name="connsiteY60" fmla="*/ 635492 h 737504"/>
                  <a:gd name="connsiteX61" fmla="*/ 465877 w 737540"/>
                  <a:gd name="connsiteY61" fmla="*/ 634349 h 737504"/>
                  <a:gd name="connsiteX62" fmla="*/ 513122 w 737540"/>
                  <a:gd name="connsiteY62" fmla="*/ 690261 h 737504"/>
                  <a:gd name="connsiteX63" fmla="*/ 525790 w 737540"/>
                  <a:gd name="connsiteY63" fmla="*/ 691975 h 737504"/>
                  <a:gd name="connsiteX64" fmla="*/ 613229 w 737540"/>
                  <a:gd name="connsiteY64" fmla="*/ 632158 h 737504"/>
                  <a:gd name="connsiteX65" fmla="*/ 616182 w 737540"/>
                  <a:gd name="connsiteY65" fmla="*/ 619776 h 737504"/>
                  <a:gd name="connsiteX66" fmla="*/ 580749 w 737540"/>
                  <a:gd name="connsiteY66" fmla="*/ 554815 h 737504"/>
                  <a:gd name="connsiteX67" fmla="*/ 582844 w 737540"/>
                  <a:gd name="connsiteY67" fmla="*/ 552339 h 737504"/>
                  <a:gd name="connsiteX68" fmla="*/ 624183 w 737540"/>
                  <a:gd name="connsiteY68" fmla="*/ 487759 h 737504"/>
                  <a:gd name="connsiteX69" fmla="*/ 625517 w 737540"/>
                  <a:gd name="connsiteY69" fmla="*/ 484807 h 737504"/>
                  <a:gd name="connsiteX70" fmla="*/ 699525 w 737540"/>
                  <a:gd name="connsiteY70" fmla="*/ 490141 h 737504"/>
                  <a:gd name="connsiteX71" fmla="*/ 709622 w 737540"/>
                  <a:gd name="connsiteY71" fmla="*/ 482235 h 737504"/>
                  <a:gd name="connsiteX72" fmla="*/ 727815 w 737540"/>
                  <a:gd name="connsiteY72" fmla="*/ 377841 h 737504"/>
                  <a:gd name="connsiteX73" fmla="*/ 721052 w 737540"/>
                  <a:gd name="connsiteY73" fmla="*/ 367078 h 737504"/>
                  <a:gd name="connsiteX74" fmla="*/ 649615 w 737540"/>
                  <a:gd name="connsiteY74" fmla="*/ 346980 h 737504"/>
                  <a:gd name="connsiteX75" fmla="*/ 649329 w 737540"/>
                  <a:gd name="connsiteY75" fmla="*/ 343741 h 737504"/>
                  <a:gd name="connsiteX76" fmla="*/ 634756 w 737540"/>
                  <a:gd name="connsiteY76" fmla="*/ 275733 h 737504"/>
                  <a:gd name="connsiteX77" fmla="*/ 633708 w 737540"/>
                  <a:gd name="connsiteY77" fmla="*/ 272685 h 737504"/>
                  <a:gd name="connsiteX78" fmla="*/ 690286 w 737540"/>
                  <a:gd name="connsiteY78" fmla="*/ 224869 h 737504"/>
                  <a:gd name="connsiteX79" fmla="*/ 692001 w 737540"/>
                  <a:gd name="connsiteY79" fmla="*/ 212201 h 737504"/>
                  <a:gd name="connsiteX80" fmla="*/ 632184 w 737540"/>
                  <a:gd name="connsiteY80" fmla="*/ 124762 h 737504"/>
                  <a:gd name="connsiteX81" fmla="*/ 619801 w 737540"/>
                  <a:gd name="connsiteY81" fmla="*/ 121809 h 737504"/>
                  <a:gd name="connsiteX82" fmla="*/ 555507 w 737540"/>
                  <a:gd name="connsiteY82" fmla="*/ 156861 h 737504"/>
                  <a:gd name="connsiteX83" fmla="*/ 553031 w 737540"/>
                  <a:gd name="connsiteY83" fmla="*/ 154670 h 737504"/>
                  <a:gd name="connsiteX84" fmla="*/ 487880 w 737540"/>
                  <a:gd name="connsiteY84" fmla="*/ 112189 h 737504"/>
                  <a:gd name="connsiteX85" fmla="*/ 484927 w 737540"/>
                  <a:gd name="connsiteY85" fmla="*/ 110760 h 737504"/>
                  <a:gd name="connsiteX86" fmla="*/ 490071 w 737540"/>
                  <a:gd name="connsiteY86" fmla="*/ 38275 h 737504"/>
                  <a:gd name="connsiteX87" fmla="*/ 482165 w 737540"/>
                  <a:gd name="connsiteY87" fmla="*/ 28178 h 737504"/>
                  <a:gd name="connsiteX88" fmla="*/ 377771 w 737540"/>
                  <a:gd name="connsiteY88" fmla="*/ 9985 h 737504"/>
                  <a:gd name="connsiteX89" fmla="*/ 367008 w 737540"/>
                  <a:gd name="connsiteY89" fmla="*/ 16748 h 737504"/>
                  <a:gd name="connsiteX90" fmla="*/ 347672 w 737540"/>
                  <a:gd name="connsiteY90" fmla="*/ 85519 h 737504"/>
                  <a:gd name="connsiteX91" fmla="*/ 344338 w 737540"/>
                  <a:gd name="connsiteY91" fmla="*/ 85804 h 737504"/>
                  <a:gd name="connsiteX92" fmla="*/ 273663 w 737540"/>
                  <a:gd name="connsiteY92" fmla="*/ 100759 h 737504"/>
                  <a:gd name="connsiteX93" fmla="*/ 270520 w 737540"/>
                  <a:gd name="connsiteY93" fmla="*/ 101806 h 737504"/>
                  <a:gd name="connsiteX94" fmla="*/ 224704 w 737540"/>
                  <a:gd name="connsiteY94" fmla="*/ 47609 h 737504"/>
                  <a:gd name="connsiteX95" fmla="*/ 212036 w 737540"/>
                  <a:gd name="connsiteY95" fmla="*/ 45895 h 737504"/>
                  <a:gd name="connsiteX96" fmla="*/ 124597 w 737540"/>
                  <a:gd name="connsiteY96" fmla="*/ 105712 h 737504"/>
                  <a:gd name="connsiteX97" fmla="*/ 121644 w 737540"/>
                  <a:gd name="connsiteY97" fmla="*/ 118094 h 737504"/>
                  <a:gd name="connsiteX98" fmla="*/ 155172 w 737540"/>
                  <a:gd name="connsiteY98" fmla="*/ 179721 h 737504"/>
                  <a:gd name="connsiteX99" fmla="*/ 152981 w 737540"/>
                  <a:gd name="connsiteY99" fmla="*/ 182197 h 737504"/>
                  <a:gd name="connsiteX100" fmla="*/ 109261 w 737540"/>
                  <a:gd name="connsiteY100" fmla="*/ 249825 h 737504"/>
                  <a:gd name="connsiteX101" fmla="*/ 107928 w 737540"/>
                  <a:gd name="connsiteY101" fmla="*/ 252778 h 737504"/>
                  <a:gd name="connsiteX102" fmla="*/ 38205 w 737540"/>
                  <a:gd name="connsiteY102" fmla="*/ 247825 h 737504"/>
                  <a:gd name="connsiteX103" fmla="*/ 28108 w 737540"/>
                  <a:gd name="connsiteY103" fmla="*/ 255730 h 737504"/>
                  <a:gd name="connsiteX104" fmla="*/ 9916 w 737540"/>
                  <a:gd name="connsiteY104" fmla="*/ 360124 h 737504"/>
                  <a:gd name="connsiteX105" fmla="*/ 16679 w 737540"/>
                  <a:gd name="connsiteY105" fmla="*/ 370888 h 737504"/>
                  <a:gd name="connsiteX106" fmla="*/ 83925 w 737540"/>
                  <a:gd name="connsiteY106" fmla="*/ 389747 h 737504"/>
                  <a:gd name="connsiteX107" fmla="*/ 84211 w 737540"/>
                  <a:gd name="connsiteY107" fmla="*/ 392986 h 737504"/>
                  <a:gd name="connsiteX108" fmla="*/ 100022 w 737540"/>
                  <a:gd name="connsiteY108" fmla="*/ 464614 h 737504"/>
                  <a:gd name="connsiteX109" fmla="*/ 101165 w 737540"/>
                  <a:gd name="connsiteY109" fmla="*/ 467757 h 737504"/>
                  <a:gd name="connsiteX110" fmla="*/ 47540 w 737540"/>
                  <a:gd name="connsiteY110" fmla="*/ 513096 h 737504"/>
                  <a:gd name="connsiteX111" fmla="*/ 45825 w 737540"/>
                  <a:gd name="connsiteY111" fmla="*/ 525764 h 737504"/>
                  <a:gd name="connsiteX112" fmla="*/ 105642 w 737540"/>
                  <a:gd name="connsiteY112" fmla="*/ 613204 h 737504"/>
                  <a:gd name="connsiteX113" fmla="*/ 118024 w 737540"/>
                  <a:gd name="connsiteY113" fmla="*/ 616156 h 737504"/>
                  <a:gd name="connsiteX114" fmla="*/ 180318 w 737540"/>
                  <a:gd name="connsiteY114" fmla="*/ 582247 h 737504"/>
                  <a:gd name="connsiteX115" fmla="*/ 367008 w 737540"/>
                  <a:gd name="connsiteY115" fmla="*/ 498904 h 737504"/>
                  <a:gd name="connsiteX116" fmla="*/ 344338 w 737540"/>
                  <a:gd name="connsiteY116" fmla="*/ 496903 h 737504"/>
                  <a:gd name="connsiteX117" fmla="*/ 344338 w 737540"/>
                  <a:gd name="connsiteY117" fmla="*/ 496903 h 737504"/>
                  <a:gd name="connsiteX118" fmla="*/ 238325 w 737540"/>
                  <a:gd name="connsiteY118" fmla="*/ 346123 h 737504"/>
                  <a:gd name="connsiteX119" fmla="*/ 291760 w 737540"/>
                  <a:gd name="connsiteY119" fmla="*/ 261826 h 737504"/>
                  <a:gd name="connsiteX120" fmla="*/ 389106 w 737540"/>
                  <a:gd name="connsiteY120" fmla="*/ 240014 h 737504"/>
                  <a:gd name="connsiteX121" fmla="*/ 473402 w 737540"/>
                  <a:gd name="connsiteY121" fmla="*/ 293449 h 737504"/>
                  <a:gd name="connsiteX122" fmla="*/ 495215 w 737540"/>
                  <a:gd name="connsiteY122" fmla="*/ 390795 h 737504"/>
                  <a:gd name="connsiteX123" fmla="*/ 441779 w 737540"/>
                  <a:gd name="connsiteY123" fmla="*/ 475091 h 737504"/>
                  <a:gd name="connsiteX124" fmla="*/ 367008 w 737540"/>
                  <a:gd name="connsiteY124" fmla="*/ 498904 h 737504"/>
                  <a:gd name="connsiteX125" fmla="*/ 345957 w 737540"/>
                  <a:gd name="connsiteY125" fmla="*/ 487569 h 737504"/>
                  <a:gd name="connsiteX126" fmla="*/ 436255 w 737540"/>
                  <a:gd name="connsiteY126" fmla="*/ 467376 h 737504"/>
                  <a:gd name="connsiteX127" fmla="*/ 485785 w 737540"/>
                  <a:gd name="connsiteY127" fmla="*/ 389271 h 737504"/>
                  <a:gd name="connsiteX128" fmla="*/ 465591 w 737540"/>
                  <a:gd name="connsiteY128" fmla="*/ 298974 h 737504"/>
                  <a:gd name="connsiteX129" fmla="*/ 387487 w 737540"/>
                  <a:gd name="connsiteY129" fmla="*/ 249444 h 737504"/>
                  <a:gd name="connsiteX130" fmla="*/ 297190 w 737540"/>
                  <a:gd name="connsiteY130" fmla="*/ 269637 h 737504"/>
                  <a:gd name="connsiteX131" fmla="*/ 247660 w 737540"/>
                  <a:gd name="connsiteY131" fmla="*/ 347742 h 737504"/>
                  <a:gd name="connsiteX132" fmla="*/ 345957 w 737540"/>
                  <a:gd name="connsiteY132" fmla="*/ 487569 h 737504"/>
                  <a:gd name="connsiteX133" fmla="*/ 345957 w 737540"/>
                  <a:gd name="connsiteY133" fmla="*/ 487569 h 737504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</a:cxnLst>
                <a:rect l="l" t="t" r="r" b="b"/>
                <a:pathLst>
                  <a:path w="737540" h="737504">
                    <a:moveTo>
                      <a:pt x="361674" y="737505"/>
                    </a:moveTo>
                    <a:cubicBezTo>
                      <a:pt x="360626" y="737505"/>
                      <a:pt x="359483" y="737410"/>
                      <a:pt x="358340" y="737219"/>
                    </a:cubicBezTo>
                    <a:lnTo>
                      <a:pt x="253946" y="719026"/>
                    </a:lnTo>
                    <a:cubicBezTo>
                      <a:pt x="244326" y="717312"/>
                      <a:pt x="237563" y="708739"/>
                      <a:pt x="238230" y="698929"/>
                    </a:cubicBezTo>
                    <a:lnTo>
                      <a:pt x="242897" y="634254"/>
                    </a:lnTo>
                    <a:cubicBezTo>
                      <a:pt x="220133" y="623681"/>
                      <a:pt x="198701" y="610060"/>
                      <a:pt x="179080" y="593677"/>
                    </a:cubicBezTo>
                    <a:lnTo>
                      <a:pt x="122501" y="624538"/>
                    </a:lnTo>
                    <a:cubicBezTo>
                      <a:pt x="113929" y="629206"/>
                      <a:pt x="103261" y="626634"/>
                      <a:pt x="97641" y="618538"/>
                    </a:cubicBezTo>
                    <a:lnTo>
                      <a:pt x="37824" y="531098"/>
                    </a:lnTo>
                    <a:cubicBezTo>
                      <a:pt x="32299" y="523002"/>
                      <a:pt x="33728" y="512143"/>
                      <a:pt x="41253" y="505762"/>
                    </a:cubicBezTo>
                    <a:lnTo>
                      <a:pt x="89831" y="464709"/>
                    </a:lnTo>
                    <a:cubicBezTo>
                      <a:pt x="82115" y="442706"/>
                      <a:pt x="77162" y="420037"/>
                      <a:pt x="74876" y="397081"/>
                    </a:cubicBezTo>
                    <a:lnTo>
                      <a:pt x="13916" y="379936"/>
                    </a:lnTo>
                    <a:cubicBezTo>
                      <a:pt x="4486" y="377269"/>
                      <a:pt x="-1419" y="368030"/>
                      <a:pt x="295" y="358315"/>
                    </a:cubicBezTo>
                    <a:lnTo>
                      <a:pt x="18488" y="253921"/>
                    </a:lnTo>
                    <a:cubicBezTo>
                      <a:pt x="20203" y="244300"/>
                      <a:pt x="28585" y="237442"/>
                      <a:pt x="38586" y="238204"/>
                    </a:cubicBezTo>
                    <a:lnTo>
                      <a:pt x="101737" y="242681"/>
                    </a:lnTo>
                    <a:cubicBezTo>
                      <a:pt x="112786" y="219440"/>
                      <a:pt x="126788" y="197723"/>
                      <a:pt x="143456" y="178292"/>
                    </a:cubicBezTo>
                    <a:lnTo>
                      <a:pt x="113072" y="122476"/>
                    </a:lnTo>
                    <a:cubicBezTo>
                      <a:pt x="108404" y="113903"/>
                      <a:pt x="110976" y="103235"/>
                      <a:pt x="119072" y="97615"/>
                    </a:cubicBezTo>
                    <a:lnTo>
                      <a:pt x="206512" y="37798"/>
                    </a:lnTo>
                    <a:cubicBezTo>
                      <a:pt x="214608" y="32274"/>
                      <a:pt x="225467" y="33703"/>
                      <a:pt x="231848" y="41227"/>
                    </a:cubicBezTo>
                    <a:lnTo>
                      <a:pt x="273472" y="90472"/>
                    </a:lnTo>
                    <a:cubicBezTo>
                      <a:pt x="295190" y="83137"/>
                      <a:pt x="317573" y="78375"/>
                      <a:pt x="340147" y="76375"/>
                    </a:cubicBezTo>
                    <a:lnTo>
                      <a:pt x="357674" y="13891"/>
                    </a:lnTo>
                    <a:cubicBezTo>
                      <a:pt x="360340" y="4461"/>
                      <a:pt x="369580" y="-1349"/>
                      <a:pt x="379295" y="270"/>
                    </a:cubicBezTo>
                    <a:lnTo>
                      <a:pt x="483689" y="18463"/>
                    </a:lnTo>
                    <a:cubicBezTo>
                      <a:pt x="493310" y="20177"/>
                      <a:pt x="500072" y="28750"/>
                      <a:pt x="499406" y="38560"/>
                    </a:cubicBezTo>
                    <a:lnTo>
                      <a:pt x="494643" y="104569"/>
                    </a:lnTo>
                    <a:cubicBezTo>
                      <a:pt x="516931" y="115332"/>
                      <a:pt x="537791" y="128953"/>
                      <a:pt x="556556" y="144859"/>
                    </a:cubicBezTo>
                    <a:lnTo>
                      <a:pt x="615039" y="112951"/>
                    </a:lnTo>
                    <a:cubicBezTo>
                      <a:pt x="623611" y="108283"/>
                      <a:pt x="634375" y="110855"/>
                      <a:pt x="639899" y="118951"/>
                    </a:cubicBezTo>
                    <a:lnTo>
                      <a:pt x="699716" y="206391"/>
                    </a:lnTo>
                    <a:cubicBezTo>
                      <a:pt x="705241" y="214487"/>
                      <a:pt x="703812" y="225346"/>
                      <a:pt x="696287" y="231727"/>
                    </a:cubicBezTo>
                    <a:lnTo>
                      <a:pt x="644757" y="275257"/>
                    </a:lnTo>
                    <a:cubicBezTo>
                      <a:pt x="651710" y="296021"/>
                      <a:pt x="656377" y="317452"/>
                      <a:pt x="658473" y="339169"/>
                    </a:cubicBezTo>
                    <a:lnTo>
                      <a:pt x="723624" y="357457"/>
                    </a:lnTo>
                    <a:cubicBezTo>
                      <a:pt x="733054" y="360124"/>
                      <a:pt x="738959" y="369364"/>
                      <a:pt x="737245" y="379079"/>
                    </a:cubicBezTo>
                    <a:lnTo>
                      <a:pt x="719052" y="483473"/>
                    </a:lnTo>
                    <a:cubicBezTo>
                      <a:pt x="717338" y="493189"/>
                      <a:pt x="708765" y="499951"/>
                      <a:pt x="698954" y="499189"/>
                    </a:cubicBezTo>
                    <a:lnTo>
                      <a:pt x="631422" y="494332"/>
                    </a:lnTo>
                    <a:cubicBezTo>
                      <a:pt x="621040" y="516239"/>
                      <a:pt x="607800" y="536813"/>
                      <a:pt x="592179" y="555577"/>
                    </a:cubicBezTo>
                    <a:lnTo>
                      <a:pt x="624469" y="614823"/>
                    </a:lnTo>
                    <a:cubicBezTo>
                      <a:pt x="629136" y="623395"/>
                      <a:pt x="626564" y="634063"/>
                      <a:pt x="618468" y="639683"/>
                    </a:cubicBezTo>
                    <a:lnTo>
                      <a:pt x="531029" y="699500"/>
                    </a:lnTo>
                    <a:cubicBezTo>
                      <a:pt x="522932" y="705025"/>
                      <a:pt x="512073" y="703596"/>
                      <a:pt x="505692" y="696071"/>
                    </a:cubicBezTo>
                    <a:lnTo>
                      <a:pt x="462639" y="645208"/>
                    </a:lnTo>
                    <a:cubicBezTo>
                      <a:pt x="441589" y="652542"/>
                      <a:pt x="419776" y="657400"/>
                      <a:pt x="397773" y="659781"/>
                    </a:cubicBezTo>
                    <a:lnTo>
                      <a:pt x="379866" y="723503"/>
                    </a:lnTo>
                    <a:cubicBezTo>
                      <a:pt x="377676" y="731980"/>
                      <a:pt x="370151" y="737505"/>
                      <a:pt x="361674" y="737505"/>
                    </a:cubicBezTo>
                    <a:close/>
                    <a:moveTo>
                      <a:pt x="180318" y="582247"/>
                    </a:moveTo>
                    <a:lnTo>
                      <a:pt x="182794" y="584343"/>
                    </a:lnTo>
                    <a:cubicBezTo>
                      <a:pt x="203178" y="601774"/>
                      <a:pt x="225752" y="616061"/>
                      <a:pt x="249851" y="626920"/>
                    </a:cubicBezTo>
                    <a:lnTo>
                      <a:pt x="252899" y="628253"/>
                    </a:lnTo>
                    <a:lnTo>
                      <a:pt x="247850" y="699595"/>
                    </a:lnTo>
                    <a:cubicBezTo>
                      <a:pt x="247469" y="704453"/>
                      <a:pt x="250898" y="708835"/>
                      <a:pt x="255756" y="709692"/>
                    </a:cubicBezTo>
                    <a:lnTo>
                      <a:pt x="360150" y="727885"/>
                    </a:lnTo>
                    <a:cubicBezTo>
                      <a:pt x="365007" y="728742"/>
                      <a:pt x="369675" y="725789"/>
                      <a:pt x="370913" y="721122"/>
                    </a:cubicBezTo>
                    <a:lnTo>
                      <a:pt x="390535" y="651208"/>
                    </a:lnTo>
                    <a:lnTo>
                      <a:pt x="393773" y="650923"/>
                    </a:lnTo>
                    <a:cubicBezTo>
                      <a:pt x="417205" y="648732"/>
                      <a:pt x="440446" y="643493"/>
                      <a:pt x="462734" y="635492"/>
                    </a:cubicBezTo>
                    <a:lnTo>
                      <a:pt x="465877" y="634349"/>
                    </a:lnTo>
                    <a:lnTo>
                      <a:pt x="513122" y="690261"/>
                    </a:lnTo>
                    <a:cubicBezTo>
                      <a:pt x="516265" y="693976"/>
                      <a:pt x="521694" y="694738"/>
                      <a:pt x="525790" y="691975"/>
                    </a:cubicBezTo>
                    <a:lnTo>
                      <a:pt x="613229" y="632158"/>
                    </a:lnTo>
                    <a:cubicBezTo>
                      <a:pt x="617230" y="629396"/>
                      <a:pt x="618563" y="624062"/>
                      <a:pt x="616182" y="619776"/>
                    </a:cubicBezTo>
                    <a:lnTo>
                      <a:pt x="580749" y="554815"/>
                    </a:lnTo>
                    <a:lnTo>
                      <a:pt x="582844" y="552339"/>
                    </a:lnTo>
                    <a:cubicBezTo>
                      <a:pt x="599513" y="532717"/>
                      <a:pt x="613420" y="511000"/>
                      <a:pt x="624183" y="487759"/>
                    </a:cubicBezTo>
                    <a:lnTo>
                      <a:pt x="625517" y="484807"/>
                    </a:lnTo>
                    <a:lnTo>
                      <a:pt x="699525" y="490141"/>
                    </a:lnTo>
                    <a:cubicBezTo>
                      <a:pt x="704765" y="490522"/>
                      <a:pt x="708765" y="487093"/>
                      <a:pt x="709622" y="482235"/>
                    </a:cubicBezTo>
                    <a:lnTo>
                      <a:pt x="727815" y="377841"/>
                    </a:lnTo>
                    <a:cubicBezTo>
                      <a:pt x="728672" y="372983"/>
                      <a:pt x="725719" y="368411"/>
                      <a:pt x="721052" y="367078"/>
                    </a:cubicBezTo>
                    <a:lnTo>
                      <a:pt x="649615" y="346980"/>
                    </a:lnTo>
                    <a:lnTo>
                      <a:pt x="649329" y="343741"/>
                    </a:lnTo>
                    <a:cubicBezTo>
                      <a:pt x="647329" y="320596"/>
                      <a:pt x="642375" y="297736"/>
                      <a:pt x="634756" y="275733"/>
                    </a:cubicBezTo>
                    <a:lnTo>
                      <a:pt x="633708" y="272685"/>
                    </a:lnTo>
                    <a:lnTo>
                      <a:pt x="690286" y="224869"/>
                    </a:lnTo>
                    <a:cubicBezTo>
                      <a:pt x="694001" y="221726"/>
                      <a:pt x="694763" y="216297"/>
                      <a:pt x="692001" y="212201"/>
                    </a:cubicBezTo>
                    <a:lnTo>
                      <a:pt x="632184" y="124762"/>
                    </a:lnTo>
                    <a:cubicBezTo>
                      <a:pt x="629422" y="120761"/>
                      <a:pt x="624088" y="119428"/>
                      <a:pt x="619801" y="121809"/>
                    </a:cubicBezTo>
                    <a:lnTo>
                      <a:pt x="555507" y="156861"/>
                    </a:lnTo>
                    <a:lnTo>
                      <a:pt x="553031" y="154670"/>
                    </a:lnTo>
                    <a:cubicBezTo>
                      <a:pt x="533410" y="137620"/>
                      <a:pt x="511502" y="123333"/>
                      <a:pt x="487880" y="112189"/>
                    </a:cubicBezTo>
                    <a:lnTo>
                      <a:pt x="484927" y="110760"/>
                    </a:lnTo>
                    <a:lnTo>
                      <a:pt x="490071" y="38275"/>
                    </a:lnTo>
                    <a:cubicBezTo>
                      <a:pt x="490452" y="33417"/>
                      <a:pt x="487023" y="29035"/>
                      <a:pt x="482165" y="28178"/>
                    </a:cubicBezTo>
                    <a:lnTo>
                      <a:pt x="377771" y="9985"/>
                    </a:lnTo>
                    <a:cubicBezTo>
                      <a:pt x="372913" y="9128"/>
                      <a:pt x="368246" y="12081"/>
                      <a:pt x="367008" y="16748"/>
                    </a:cubicBezTo>
                    <a:lnTo>
                      <a:pt x="347672" y="85519"/>
                    </a:lnTo>
                    <a:lnTo>
                      <a:pt x="344338" y="85804"/>
                    </a:lnTo>
                    <a:cubicBezTo>
                      <a:pt x="320431" y="87709"/>
                      <a:pt x="296618" y="92758"/>
                      <a:pt x="273663" y="100759"/>
                    </a:cubicBezTo>
                    <a:lnTo>
                      <a:pt x="270520" y="101806"/>
                    </a:lnTo>
                    <a:lnTo>
                      <a:pt x="224704" y="47609"/>
                    </a:lnTo>
                    <a:cubicBezTo>
                      <a:pt x="221561" y="43894"/>
                      <a:pt x="216132" y="43132"/>
                      <a:pt x="212036" y="45895"/>
                    </a:cubicBezTo>
                    <a:lnTo>
                      <a:pt x="124597" y="105712"/>
                    </a:lnTo>
                    <a:cubicBezTo>
                      <a:pt x="120596" y="108474"/>
                      <a:pt x="119263" y="113808"/>
                      <a:pt x="121644" y="118094"/>
                    </a:cubicBezTo>
                    <a:lnTo>
                      <a:pt x="155172" y="179721"/>
                    </a:lnTo>
                    <a:lnTo>
                      <a:pt x="152981" y="182197"/>
                    </a:lnTo>
                    <a:cubicBezTo>
                      <a:pt x="135265" y="202486"/>
                      <a:pt x="120501" y="225250"/>
                      <a:pt x="109261" y="249825"/>
                    </a:cubicBezTo>
                    <a:lnTo>
                      <a:pt x="107928" y="252778"/>
                    </a:lnTo>
                    <a:lnTo>
                      <a:pt x="38205" y="247825"/>
                    </a:lnTo>
                    <a:cubicBezTo>
                      <a:pt x="33157" y="247444"/>
                      <a:pt x="28966" y="250873"/>
                      <a:pt x="28108" y="255730"/>
                    </a:cubicBezTo>
                    <a:lnTo>
                      <a:pt x="9916" y="360124"/>
                    </a:lnTo>
                    <a:cubicBezTo>
                      <a:pt x="9058" y="364982"/>
                      <a:pt x="12011" y="369554"/>
                      <a:pt x="16679" y="370888"/>
                    </a:cubicBezTo>
                    <a:lnTo>
                      <a:pt x="83925" y="389747"/>
                    </a:lnTo>
                    <a:lnTo>
                      <a:pt x="84211" y="392986"/>
                    </a:lnTo>
                    <a:cubicBezTo>
                      <a:pt x="86306" y="417370"/>
                      <a:pt x="91640" y="441468"/>
                      <a:pt x="100022" y="464614"/>
                    </a:cubicBezTo>
                    <a:lnTo>
                      <a:pt x="101165" y="467757"/>
                    </a:lnTo>
                    <a:lnTo>
                      <a:pt x="47540" y="513096"/>
                    </a:lnTo>
                    <a:cubicBezTo>
                      <a:pt x="43825" y="516239"/>
                      <a:pt x="43063" y="521668"/>
                      <a:pt x="45825" y="525764"/>
                    </a:cubicBezTo>
                    <a:lnTo>
                      <a:pt x="105642" y="613204"/>
                    </a:lnTo>
                    <a:cubicBezTo>
                      <a:pt x="108404" y="617204"/>
                      <a:pt x="113738" y="618538"/>
                      <a:pt x="118024" y="616156"/>
                    </a:cubicBezTo>
                    <a:lnTo>
                      <a:pt x="180318" y="582247"/>
                    </a:lnTo>
                    <a:close/>
                    <a:moveTo>
                      <a:pt x="367008" y="498904"/>
                    </a:moveTo>
                    <a:cubicBezTo>
                      <a:pt x="359483" y="498904"/>
                      <a:pt x="351958" y="498237"/>
                      <a:pt x="344338" y="496903"/>
                    </a:cubicBezTo>
                    <a:lnTo>
                      <a:pt x="344338" y="496903"/>
                    </a:lnTo>
                    <a:cubicBezTo>
                      <a:pt x="273568" y="484521"/>
                      <a:pt x="225943" y="416893"/>
                      <a:pt x="238325" y="346123"/>
                    </a:cubicBezTo>
                    <a:cubicBezTo>
                      <a:pt x="244326" y="311833"/>
                      <a:pt x="263281" y="281924"/>
                      <a:pt x="291760" y="261826"/>
                    </a:cubicBezTo>
                    <a:cubicBezTo>
                      <a:pt x="320240" y="241824"/>
                      <a:pt x="354816" y="234109"/>
                      <a:pt x="389106" y="240014"/>
                    </a:cubicBezTo>
                    <a:cubicBezTo>
                      <a:pt x="423396" y="246015"/>
                      <a:pt x="453304" y="264970"/>
                      <a:pt x="473402" y="293449"/>
                    </a:cubicBezTo>
                    <a:cubicBezTo>
                      <a:pt x="493405" y="321929"/>
                      <a:pt x="501215" y="356505"/>
                      <a:pt x="495215" y="390795"/>
                    </a:cubicBezTo>
                    <a:cubicBezTo>
                      <a:pt x="489214" y="425085"/>
                      <a:pt x="470259" y="454993"/>
                      <a:pt x="441779" y="475091"/>
                    </a:cubicBezTo>
                    <a:cubicBezTo>
                      <a:pt x="419491" y="490712"/>
                      <a:pt x="393582" y="498904"/>
                      <a:pt x="367008" y="498904"/>
                    </a:cubicBezTo>
                    <a:close/>
                    <a:moveTo>
                      <a:pt x="345957" y="487569"/>
                    </a:moveTo>
                    <a:cubicBezTo>
                      <a:pt x="377771" y="493093"/>
                      <a:pt x="409775" y="485950"/>
                      <a:pt x="436255" y="467376"/>
                    </a:cubicBezTo>
                    <a:cubicBezTo>
                      <a:pt x="462639" y="448802"/>
                      <a:pt x="480260" y="421084"/>
                      <a:pt x="485785" y="389271"/>
                    </a:cubicBezTo>
                    <a:cubicBezTo>
                      <a:pt x="491309" y="357457"/>
                      <a:pt x="484165" y="325453"/>
                      <a:pt x="465591" y="298974"/>
                    </a:cubicBezTo>
                    <a:cubicBezTo>
                      <a:pt x="447018" y="272590"/>
                      <a:pt x="419300" y="254968"/>
                      <a:pt x="387487" y="249444"/>
                    </a:cubicBezTo>
                    <a:cubicBezTo>
                      <a:pt x="355673" y="243919"/>
                      <a:pt x="323669" y="251063"/>
                      <a:pt x="297190" y="269637"/>
                    </a:cubicBezTo>
                    <a:cubicBezTo>
                      <a:pt x="270806" y="288211"/>
                      <a:pt x="253184" y="315928"/>
                      <a:pt x="247660" y="347742"/>
                    </a:cubicBezTo>
                    <a:cubicBezTo>
                      <a:pt x="236230" y="413369"/>
                      <a:pt x="280331" y="476139"/>
                      <a:pt x="345957" y="487569"/>
                    </a:cubicBezTo>
                    <a:lnTo>
                      <a:pt x="345957" y="487569"/>
                    </a:lnTo>
                    <a:close/>
                  </a:path>
                </a:pathLst>
              </a:custGeom>
              <a:solidFill>
                <a:srgbClr val="5277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9" name="" descr="974bb5f8-42a4-46f7-8beb-0ae599efdc61"/>
              <p:cNvSpPr/>
              <p:nvPr/>
            </p:nvSpPr>
            <p:spPr>
              <a:xfrm>
                <a:off x="-7048851" y="-3863516"/>
                <a:ext cx="1577265" cy="1577383"/>
              </a:xfrm>
              <a:custGeom>
                <a:gdLst>
                  <a:gd name="connsiteX0" fmla="*/ 1138837 w 1158114"/>
                  <a:gd name="connsiteY0" fmla="*/ 499233 h 1158200"/>
                  <a:gd name="connsiteX1" fmla="*/ 1026632 w 1158114"/>
                  <a:gd name="connsiteY1" fmla="*/ 482183 h 1158200"/>
                  <a:gd name="connsiteX2" fmla="*/ 989485 w 1158114"/>
                  <a:gd name="connsiteY2" fmla="*/ 375313 h 1158200"/>
                  <a:gd name="connsiteX3" fmla="*/ 1066351 w 1158114"/>
                  <a:gd name="connsiteY3" fmla="*/ 292255 h 1158200"/>
                  <a:gd name="connsiteX4" fmla="*/ 1066732 w 1158114"/>
                  <a:gd name="connsiteY4" fmla="*/ 261679 h 1158200"/>
                  <a:gd name="connsiteX5" fmla="*/ 954623 w 1158114"/>
                  <a:gd name="connsiteY5" fmla="*/ 134616 h 1158200"/>
                  <a:gd name="connsiteX6" fmla="*/ 924238 w 1158114"/>
                  <a:gd name="connsiteY6" fmla="*/ 131187 h 1158200"/>
                  <a:gd name="connsiteX7" fmla="*/ 833370 w 1158114"/>
                  <a:gd name="connsiteY7" fmla="*/ 196338 h 1158200"/>
                  <a:gd name="connsiteX8" fmla="*/ 719737 w 1158114"/>
                  <a:gd name="connsiteY8" fmla="*/ 140807 h 1158200"/>
                  <a:gd name="connsiteX9" fmla="*/ 714021 w 1158114"/>
                  <a:gd name="connsiteY9" fmla="*/ 30032 h 1158200"/>
                  <a:gd name="connsiteX10" fmla="*/ 692305 w 1158114"/>
                  <a:gd name="connsiteY10" fmla="*/ 8410 h 1158200"/>
                  <a:gd name="connsiteX11" fmla="*/ 523045 w 1158114"/>
                  <a:gd name="connsiteY11" fmla="*/ 28 h 1158200"/>
                  <a:gd name="connsiteX12" fmla="*/ 499328 w 1158114"/>
                  <a:gd name="connsiteY12" fmla="*/ 19363 h 1158200"/>
                  <a:gd name="connsiteX13" fmla="*/ 482945 w 1158114"/>
                  <a:gd name="connsiteY13" fmla="*/ 127091 h 1158200"/>
                  <a:gd name="connsiteX14" fmla="*/ 371788 w 1158114"/>
                  <a:gd name="connsiteY14" fmla="*/ 165286 h 1158200"/>
                  <a:gd name="connsiteX15" fmla="*/ 292350 w 1158114"/>
                  <a:gd name="connsiteY15" fmla="*/ 91753 h 1158200"/>
                  <a:gd name="connsiteX16" fmla="*/ 261775 w 1158114"/>
                  <a:gd name="connsiteY16" fmla="*/ 91373 h 1158200"/>
                  <a:gd name="connsiteX17" fmla="*/ 134711 w 1158114"/>
                  <a:gd name="connsiteY17" fmla="*/ 203482 h 1158200"/>
                  <a:gd name="connsiteX18" fmla="*/ 131282 w 1158114"/>
                  <a:gd name="connsiteY18" fmla="*/ 233866 h 1158200"/>
                  <a:gd name="connsiteX19" fmla="*/ 193575 w 1158114"/>
                  <a:gd name="connsiteY19" fmla="*/ 320734 h 1158200"/>
                  <a:gd name="connsiteX20" fmla="*/ 136425 w 1158114"/>
                  <a:gd name="connsiteY20" fmla="*/ 438654 h 1158200"/>
                  <a:gd name="connsiteX21" fmla="*/ 30031 w 1158114"/>
                  <a:gd name="connsiteY21" fmla="*/ 444178 h 1158200"/>
                  <a:gd name="connsiteX22" fmla="*/ 8410 w 1158114"/>
                  <a:gd name="connsiteY22" fmla="*/ 465895 h 1158200"/>
                  <a:gd name="connsiteX23" fmla="*/ 28 w 1158114"/>
                  <a:gd name="connsiteY23" fmla="*/ 635155 h 1158200"/>
                  <a:gd name="connsiteX24" fmla="*/ 19363 w 1158114"/>
                  <a:gd name="connsiteY24" fmla="*/ 658872 h 1158200"/>
                  <a:gd name="connsiteX25" fmla="*/ 124615 w 1158114"/>
                  <a:gd name="connsiteY25" fmla="*/ 674874 h 1158200"/>
                  <a:gd name="connsiteX26" fmla="*/ 164429 w 1158114"/>
                  <a:gd name="connsiteY26" fmla="*/ 787364 h 1158200"/>
                  <a:gd name="connsiteX27" fmla="*/ 91753 w 1158114"/>
                  <a:gd name="connsiteY27" fmla="*/ 865850 h 1158200"/>
                  <a:gd name="connsiteX28" fmla="*/ 91372 w 1158114"/>
                  <a:gd name="connsiteY28" fmla="*/ 896425 h 1158200"/>
                  <a:gd name="connsiteX29" fmla="*/ 203482 w 1158114"/>
                  <a:gd name="connsiteY29" fmla="*/ 1023489 h 1158200"/>
                  <a:gd name="connsiteX30" fmla="*/ 233866 w 1158114"/>
                  <a:gd name="connsiteY30" fmla="*/ 1026918 h 1158200"/>
                  <a:gd name="connsiteX31" fmla="*/ 321782 w 1158114"/>
                  <a:gd name="connsiteY31" fmla="*/ 963862 h 1158200"/>
                  <a:gd name="connsiteX32" fmla="*/ 438463 w 1158114"/>
                  <a:gd name="connsiteY32" fmla="*/ 1019298 h 1158200"/>
                  <a:gd name="connsiteX33" fmla="*/ 444083 w 1158114"/>
                  <a:gd name="connsiteY33" fmla="*/ 1128169 h 1158200"/>
                  <a:gd name="connsiteX34" fmla="*/ 465800 w 1158114"/>
                  <a:gd name="connsiteY34" fmla="*/ 1149791 h 1158200"/>
                  <a:gd name="connsiteX35" fmla="*/ 635059 w 1158114"/>
                  <a:gd name="connsiteY35" fmla="*/ 1158173 h 1158200"/>
                  <a:gd name="connsiteX36" fmla="*/ 658777 w 1158114"/>
                  <a:gd name="connsiteY36" fmla="*/ 1138837 h 1158200"/>
                  <a:gd name="connsiteX37" fmla="*/ 675445 w 1158114"/>
                  <a:gd name="connsiteY37" fmla="*/ 1029109 h 1158200"/>
                  <a:gd name="connsiteX38" fmla="*/ 783649 w 1158114"/>
                  <a:gd name="connsiteY38" fmla="*/ 990437 h 1158200"/>
                  <a:gd name="connsiteX39" fmla="*/ 865755 w 1158114"/>
                  <a:gd name="connsiteY39" fmla="*/ 1066447 h 1158200"/>
                  <a:gd name="connsiteX40" fmla="*/ 896330 w 1158114"/>
                  <a:gd name="connsiteY40" fmla="*/ 1066828 h 1158200"/>
                  <a:gd name="connsiteX41" fmla="*/ 1023394 w 1158114"/>
                  <a:gd name="connsiteY41" fmla="*/ 954718 h 1158200"/>
                  <a:gd name="connsiteX42" fmla="*/ 1026823 w 1158114"/>
                  <a:gd name="connsiteY42" fmla="*/ 924334 h 1158200"/>
                  <a:gd name="connsiteX43" fmla="*/ 960910 w 1158114"/>
                  <a:gd name="connsiteY43" fmla="*/ 832322 h 1158200"/>
                  <a:gd name="connsiteX44" fmla="*/ 1014726 w 1158114"/>
                  <a:gd name="connsiteY44" fmla="*/ 719832 h 1158200"/>
                  <a:gd name="connsiteX45" fmla="*/ 1128073 w 1158114"/>
                  <a:gd name="connsiteY45" fmla="*/ 714022 h 1158200"/>
                  <a:gd name="connsiteX46" fmla="*/ 1149695 w 1158114"/>
                  <a:gd name="connsiteY46" fmla="*/ 692305 h 1158200"/>
                  <a:gd name="connsiteX47" fmla="*/ 1158077 w 1158114"/>
                  <a:gd name="connsiteY47" fmla="*/ 523045 h 1158200"/>
                  <a:gd name="connsiteX48" fmla="*/ 1138837 w 1158114"/>
                  <a:gd name="connsiteY48" fmla="*/ 499233 h 1158200"/>
                  <a:gd name="connsiteX49" fmla="*/ 565717 w 1158114"/>
                  <a:gd name="connsiteY49" fmla="*/ 779363 h 1158200"/>
                  <a:gd name="connsiteX50" fmla="*/ 375122 w 1158114"/>
                  <a:gd name="connsiteY50" fmla="*/ 568766 h 1158200"/>
                  <a:gd name="connsiteX51" fmla="*/ 585720 w 1158114"/>
                  <a:gd name="connsiteY51" fmla="*/ 378170 h 1158200"/>
                  <a:gd name="connsiteX52" fmla="*/ 776315 w 1158114"/>
                  <a:gd name="connsiteY52" fmla="*/ 588768 h 1158200"/>
                  <a:gd name="connsiteX53" fmla="*/ 565717 w 1158114"/>
                  <a:gd name="connsiteY53" fmla="*/ 779363 h 115820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158114" h="1158200">
                    <a:moveTo>
                      <a:pt x="1138837" y="499233"/>
                    </a:moveTo>
                    <a:lnTo>
                      <a:pt x="1026632" y="482183"/>
                    </a:lnTo>
                    <a:cubicBezTo>
                      <a:pt x="1018631" y="444750"/>
                      <a:pt x="1006058" y="408936"/>
                      <a:pt x="989485" y="375313"/>
                    </a:cubicBezTo>
                    <a:lnTo>
                      <a:pt x="1066351" y="292255"/>
                    </a:lnTo>
                    <a:cubicBezTo>
                      <a:pt x="1074352" y="283682"/>
                      <a:pt x="1074448" y="270442"/>
                      <a:pt x="1066732" y="261679"/>
                    </a:cubicBezTo>
                    <a:lnTo>
                      <a:pt x="954623" y="134616"/>
                    </a:lnTo>
                    <a:cubicBezTo>
                      <a:pt x="946908" y="125853"/>
                      <a:pt x="933763" y="124329"/>
                      <a:pt x="924238" y="131187"/>
                    </a:cubicBezTo>
                    <a:lnTo>
                      <a:pt x="833370" y="196338"/>
                    </a:lnTo>
                    <a:cubicBezTo>
                      <a:pt x="798604" y="172907"/>
                      <a:pt x="760408" y="154142"/>
                      <a:pt x="719737" y="140807"/>
                    </a:cubicBezTo>
                    <a:lnTo>
                      <a:pt x="714021" y="30032"/>
                    </a:lnTo>
                    <a:cubicBezTo>
                      <a:pt x="713450" y="18316"/>
                      <a:pt x="704020" y="8981"/>
                      <a:pt x="692305" y="8410"/>
                    </a:cubicBezTo>
                    <a:lnTo>
                      <a:pt x="523045" y="28"/>
                    </a:lnTo>
                    <a:cubicBezTo>
                      <a:pt x="511329" y="-544"/>
                      <a:pt x="501138" y="7838"/>
                      <a:pt x="499328" y="19363"/>
                    </a:cubicBezTo>
                    <a:lnTo>
                      <a:pt x="482945" y="127091"/>
                    </a:lnTo>
                    <a:cubicBezTo>
                      <a:pt x="443892" y="135092"/>
                      <a:pt x="406650" y="148046"/>
                      <a:pt x="371788" y="165286"/>
                    </a:cubicBezTo>
                    <a:lnTo>
                      <a:pt x="292350" y="91753"/>
                    </a:lnTo>
                    <a:cubicBezTo>
                      <a:pt x="283777" y="83752"/>
                      <a:pt x="270538" y="83657"/>
                      <a:pt x="261775" y="91373"/>
                    </a:cubicBezTo>
                    <a:lnTo>
                      <a:pt x="134711" y="203482"/>
                    </a:lnTo>
                    <a:cubicBezTo>
                      <a:pt x="125948" y="211197"/>
                      <a:pt x="124424" y="224341"/>
                      <a:pt x="131282" y="233866"/>
                    </a:cubicBezTo>
                    <a:lnTo>
                      <a:pt x="193575" y="320734"/>
                    </a:lnTo>
                    <a:cubicBezTo>
                      <a:pt x="169287" y="356644"/>
                      <a:pt x="149951" y="396268"/>
                      <a:pt x="136425" y="438654"/>
                    </a:cubicBezTo>
                    <a:lnTo>
                      <a:pt x="30031" y="444178"/>
                    </a:lnTo>
                    <a:cubicBezTo>
                      <a:pt x="18316" y="444750"/>
                      <a:pt x="8981" y="454180"/>
                      <a:pt x="8410" y="465895"/>
                    </a:cubicBezTo>
                    <a:lnTo>
                      <a:pt x="28" y="635155"/>
                    </a:lnTo>
                    <a:cubicBezTo>
                      <a:pt x="-544" y="646870"/>
                      <a:pt x="7838" y="657062"/>
                      <a:pt x="19363" y="658872"/>
                    </a:cubicBezTo>
                    <a:lnTo>
                      <a:pt x="124615" y="674874"/>
                    </a:lnTo>
                    <a:cubicBezTo>
                      <a:pt x="132996" y="714403"/>
                      <a:pt x="146522" y="752122"/>
                      <a:pt x="164429" y="787364"/>
                    </a:cubicBezTo>
                    <a:lnTo>
                      <a:pt x="91753" y="865850"/>
                    </a:lnTo>
                    <a:cubicBezTo>
                      <a:pt x="83752" y="874423"/>
                      <a:pt x="83657" y="887662"/>
                      <a:pt x="91372" y="896425"/>
                    </a:cubicBezTo>
                    <a:lnTo>
                      <a:pt x="203482" y="1023489"/>
                    </a:lnTo>
                    <a:cubicBezTo>
                      <a:pt x="211197" y="1032252"/>
                      <a:pt x="224341" y="1033776"/>
                      <a:pt x="233866" y="1026918"/>
                    </a:cubicBezTo>
                    <a:lnTo>
                      <a:pt x="321782" y="963862"/>
                    </a:lnTo>
                    <a:cubicBezTo>
                      <a:pt x="357501" y="987484"/>
                      <a:pt x="396649" y="1006249"/>
                      <a:pt x="438463" y="1019298"/>
                    </a:cubicBezTo>
                    <a:lnTo>
                      <a:pt x="444083" y="1128169"/>
                    </a:lnTo>
                    <a:cubicBezTo>
                      <a:pt x="444654" y="1139884"/>
                      <a:pt x="454084" y="1149219"/>
                      <a:pt x="465800" y="1149791"/>
                    </a:cubicBezTo>
                    <a:lnTo>
                      <a:pt x="635059" y="1158173"/>
                    </a:lnTo>
                    <a:cubicBezTo>
                      <a:pt x="646775" y="1158744"/>
                      <a:pt x="656967" y="1150362"/>
                      <a:pt x="658777" y="1138837"/>
                    </a:cubicBezTo>
                    <a:lnTo>
                      <a:pt x="675445" y="1029109"/>
                    </a:lnTo>
                    <a:cubicBezTo>
                      <a:pt x="713450" y="1020727"/>
                      <a:pt x="749740" y="1007582"/>
                      <a:pt x="783649" y="990437"/>
                    </a:cubicBezTo>
                    <a:lnTo>
                      <a:pt x="865755" y="1066447"/>
                    </a:lnTo>
                    <a:cubicBezTo>
                      <a:pt x="874327" y="1074448"/>
                      <a:pt x="887567" y="1074543"/>
                      <a:pt x="896330" y="1066828"/>
                    </a:cubicBezTo>
                    <a:lnTo>
                      <a:pt x="1023394" y="954718"/>
                    </a:lnTo>
                    <a:cubicBezTo>
                      <a:pt x="1032157" y="947003"/>
                      <a:pt x="1033681" y="933859"/>
                      <a:pt x="1026823" y="924334"/>
                    </a:cubicBezTo>
                    <a:lnTo>
                      <a:pt x="960910" y="832322"/>
                    </a:lnTo>
                    <a:cubicBezTo>
                      <a:pt x="983579" y="797842"/>
                      <a:pt x="1001867" y="760123"/>
                      <a:pt x="1014726" y="719832"/>
                    </a:cubicBezTo>
                    <a:lnTo>
                      <a:pt x="1128073" y="714022"/>
                    </a:lnTo>
                    <a:cubicBezTo>
                      <a:pt x="1139789" y="713450"/>
                      <a:pt x="1149124" y="704020"/>
                      <a:pt x="1149695" y="692305"/>
                    </a:cubicBezTo>
                    <a:lnTo>
                      <a:pt x="1158077" y="523045"/>
                    </a:lnTo>
                    <a:cubicBezTo>
                      <a:pt x="1158744" y="511234"/>
                      <a:pt x="1150362" y="500948"/>
                      <a:pt x="1138837" y="499233"/>
                    </a:cubicBezTo>
                    <a:close/>
                    <a:moveTo>
                      <a:pt x="565717" y="779363"/>
                    </a:moveTo>
                    <a:cubicBezTo>
                      <a:pt x="454942" y="773839"/>
                      <a:pt x="369598" y="679541"/>
                      <a:pt x="375122" y="568766"/>
                    </a:cubicBezTo>
                    <a:cubicBezTo>
                      <a:pt x="380646" y="457990"/>
                      <a:pt x="474944" y="372646"/>
                      <a:pt x="585720" y="378170"/>
                    </a:cubicBezTo>
                    <a:cubicBezTo>
                      <a:pt x="696496" y="383695"/>
                      <a:pt x="781840" y="477992"/>
                      <a:pt x="776315" y="588768"/>
                    </a:cubicBezTo>
                    <a:cubicBezTo>
                      <a:pt x="770791" y="699544"/>
                      <a:pt x="676493" y="784888"/>
                      <a:pt x="565717" y="77936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7" name="" descr="50c22212-71d6-4edf-8db5-8dad05757961"/>
            <p:cNvGrpSpPr/>
            <p:nvPr/>
          </p:nvGrpSpPr>
          <p:grpSpPr>
            <a:xfrm>
              <a:off x="4332865" y="148012"/>
              <a:ext cx="7508219" cy="6709988"/>
              <a:chOff x="4332865" y="148012"/>
              <a:chExt cx="7508219" cy="6709988"/>
            </a:xfrm>
          </p:grpSpPr>
          <p:sp>
            <p:nvSpPr>
              <p:cNvPr id="9" name="" descr="bdbc1afb-1641-4212-9e8e-0c138dcbf701"/>
              <p:cNvSpPr/>
              <p:nvPr/>
            </p:nvSpPr>
            <p:spPr>
              <a:xfrm>
                <a:off x="7106055" y="5813309"/>
                <a:ext cx="2665094" cy="1044691"/>
              </a:xfrm>
              <a:custGeom>
                <a:gdLst>
                  <a:gd name="connsiteX0" fmla="*/ 1332548 w 2665094"/>
                  <a:gd name="connsiteY0" fmla="*/ 0 h 1044691"/>
                  <a:gd name="connsiteX1" fmla="*/ 2659132 w 2665094"/>
                  <a:gd name="connsiteY1" fmla="*/ 942323 h 1044691"/>
                  <a:gd name="connsiteX2" fmla="*/ 2665094 w 2665094"/>
                  <a:gd name="connsiteY2" fmla="*/ 1044691 h 1044691"/>
                  <a:gd name="connsiteX3" fmla="*/ 0 w 2665094"/>
                  <a:gd name="connsiteY3" fmla="*/ 1044691 h 1044691"/>
                  <a:gd name="connsiteX4" fmla="*/ 5960 w 2665094"/>
                  <a:gd name="connsiteY4" fmla="*/ 942349 h 1044691"/>
                  <a:gd name="connsiteX5" fmla="*/ 1332548 w 2665094"/>
                  <a:gd name="connsiteY5" fmla="*/ 0 h 104469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65094" h="1044691">
                    <a:moveTo>
                      <a:pt x="1332548" y="0"/>
                    </a:moveTo>
                    <a:cubicBezTo>
                      <a:pt x="2022860" y="0"/>
                      <a:pt x="2590832" y="365097"/>
                      <a:pt x="2659132" y="942323"/>
                    </a:cubicBezTo>
                    <a:lnTo>
                      <a:pt x="2665094" y="1044691"/>
                    </a:lnTo>
                    <a:lnTo>
                      <a:pt x="0" y="1044691"/>
                    </a:lnTo>
                    <a:lnTo>
                      <a:pt x="5960" y="942349"/>
                    </a:lnTo>
                    <a:cubicBezTo>
                      <a:pt x="74244" y="365235"/>
                      <a:pt x="642087" y="0"/>
                      <a:pt x="133254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4FF"/>
                  </a:gs>
                  <a:gs pos="50000">
                    <a:srgbClr val="D3D8E4"/>
                  </a:gs>
                  <a:gs pos="100000">
                    <a:srgbClr val="B7BCCA"/>
                  </a:gs>
                </a:gsLst>
                <a:lin ang="3433879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0" name="" descr="16b32663-dda9-42c8-98c1-921b88445b64"/>
              <p:cNvGrpSpPr/>
              <p:nvPr/>
            </p:nvGrpSpPr>
            <p:grpSpPr>
              <a:xfrm>
                <a:off x="4332865" y="3599174"/>
                <a:ext cx="3369088" cy="1653714"/>
                <a:chOff x="4799702" y="3395583"/>
                <a:chExt cx="2051820" cy="1007134"/>
              </a:xfrm>
            </p:grpSpPr>
            <p:grpSp>
              <p:nvGrpSpPr>
                <p:cNvPr id="54" name="" descr="afa169ae-a496-41f0-a500-d60c8de7b2a5"/>
                <p:cNvGrpSpPr/>
                <p:nvPr/>
              </p:nvGrpSpPr>
              <p:grpSpPr>
                <a:xfrm>
                  <a:off x="4799702" y="3395583"/>
                  <a:ext cx="1304466" cy="939951"/>
                  <a:chOff x="4799702" y="3395583"/>
                  <a:chExt cx="1304466" cy="939951"/>
                </a:xfrm>
              </p:grpSpPr>
              <p:sp>
                <p:nvSpPr>
                  <p:cNvPr id="56" name="" descr="0bb55a99-d20e-43bf-8d83-15f42268bd1c"/>
                  <p:cNvSpPr/>
                  <p:nvPr/>
                </p:nvSpPr>
                <p:spPr>
                  <a:xfrm>
                    <a:off x="5054830" y="3547067"/>
                    <a:ext cx="1049338" cy="788467"/>
                  </a:xfrm>
                  <a:custGeom>
                    <a:gdLst>
                      <a:gd name="connsiteX0" fmla="*/ 367466 w 1049338"/>
                      <a:gd name="connsiteY0" fmla="*/ 715275 h 788467"/>
                      <a:gd name="connsiteX1" fmla="*/ 1025453 w 1049338"/>
                      <a:gd name="connsiteY1" fmla="*/ 605547 h 788467"/>
                      <a:gd name="connsiteX2" fmla="*/ 664170 w 1049338"/>
                      <a:gd name="connsiteY2" fmla="*/ 75481 h 788467"/>
                      <a:gd name="connsiteX3" fmla="*/ 25709 w 1049338"/>
                      <a:gd name="connsiteY3" fmla="*/ 179018 h 788467"/>
                      <a:gd name="connsiteX4" fmla="*/ 367466 w 1049338"/>
                      <a:gd name="connsiteY4" fmla="*/ 715275 h 788467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49338" h="788467">
                        <a:moveTo>
                          <a:pt x="367466" y="715275"/>
                        </a:moveTo>
                        <a:cubicBezTo>
                          <a:pt x="643596" y="833004"/>
                          <a:pt x="935156" y="817193"/>
                          <a:pt x="1025453" y="605547"/>
                        </a:cubicBezTo>
                        <a:cubicBezTo>
                          <a:pt x="1115750" y="393902"/>
                          <a:pt x="940205" y="193305"/>
                          <a:pt x="664170" y="75481"/>
                        </a:cubicBezTo>
                        <a:cubicBezTo>
                          <a:pt x="388136" y="-42343"/>
                          <a:pt x="116006" y="-32628"/>
                          <a:pt x="25709" y="179018"/>
                        </a:cubicBezTo>
                        <a:cubicBezTo>
                          <a:pt x="-64683" y="390663"/>
                          <a:pt x="91337" y="597451"/>
                          <a:pt x="367466" y="71527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0F4FF"/>
                      </a:gs>
                      <a:gs pos="50000">
                        <a:srgbClr val="D3D8E4"/>
                      </a:gs>
                      <a:gs pos="100000">
                        <a:srgbClr val="B7BCCA"/>
                      </a:gs>
                    </a:gsLst>
                    <a:lin ang="3642525" scaled="1"/>
                  </a:gra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57" name="" descr="1f29c6fc-c13e-43da-b108-05177770e95a"/>
                  <p:cNvGrpSpPr/>
                  <p:nvPr/>
                </p:nvGrpSpPr>
                <p:grpSpPr>
                  <a:xfrm>
                    <a:off x="4799702" y="3395583"/>
                    <a:ext cx="521259" cy="812390"/>
                    <a:chOff x="4799702" y="3395583"/>
                    <a:chExt cx="521259" cy="812390"/>
                  </a:xfrm>
                  <a:solidFill>
                    <a:srgbClr val="333333"/>
                  </a:solidFill>
                </p:grpSpPr>
                <p:sp>
                  <p:nvSpPr>
                    <p:cNvPr id="58" name="" descr="7cb4d236-c2a6-4843-89ec-04df38ee3d2b"/>
                    <p:cNvSpPr/>
                    <p:nvPr/>
                  </p:nvSpPr>
                  <p:spPr>
                    <a:xfrm>
                      <a:off x="5174711" y="3395583"/>
                      <a:ext cx="146251" cy="254542"/>
                    </a:xfrm>
                    <a:custGeom>
                      <a:gdLst>
                        <a:gd name="connsiteX0" fmla="*/ 131762 w 146251"/>
                        <a:gd name="connsiteY0" fmla="*/ 83233 h 254542"/>
                        <a:gd name="connsiteX1" fmla="*/ 115760 w 146251"/>
                        <a:gd name="connsiteY1" fmla="*/ 30464 h 254542"/>
                        <a:gd name="connsiteX2" fmla="*/ 72040 w 146251"/>
                        <a:gd name="connsiteY2" fmla="*/ 79 h 254542"/>
                        <a:gd name="connsiteX3" fmla="*/ 24796 w 146251"/>
                        <a:gd name="connsiteY3" fmla="*/ 25511 h 254542"/>
                        <a:gd name="connsiteX4" fmla="*/ 5841 w 146251"/>
                        <a:gd name="connsiteY4" fmla="*/ 77803 h 254542"/>
                        <a:gd name="connsiteX5" fmla="*/ 4222 w 146251"/>
                        <a:gd name="connsiteY5" fmla="*/ 199914 h 254542"/>
                        <a:gd name="connsiteX6" fmla="*/ 12604 w 146251"/>
                        <a:gd name="connsiteY6" fmla="*/ 227822 h 254542"/>
                        <a:gd name="connsiteX7" fmla="*/ 77850 w 146251"/>
                        <a:gd name="connsiteY7" fmla="*/ 254397 h 254542"/>
                        <a:gd name="connsiteX8" fmla="*/ 146240 w 146251"/>
                        <a:gd name="connsiteY8" fmla="*/ 204010 h 254542"/>
                        <a:gd name="connsiteX9" fmla="*/ 131762 w 146251"/>
                        <a:gd name="connsiteY9" fmla="*/ 83233 h 254542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46251" h="254542">
                          <a:moveTo>
                            <a:pt x="131762" y="83233"/>
                          </a:moveTo>
                          <a:cubicBezTo>
                            <a:pt x="128618" y="65040"/>
                            <a:pt x="124999" y="46466"/>
                            <a:pt x="115760" y="30464"/>
                          </a:cubicBezTo>
                          <a:cubicBezTo>
                            <a:pt x="106520" y="14462"/>
                            <a:pt x="90423" y="1222"/>
                            <a:pt x="72040" y="79"/>
                          </a:cubicBezTo>
                          <a:cubicBezTo>
                            <a:pt x="53371" y="-1064"/>
                            <a:pt x="35559" y="10271"/>
                            <a:pt x="24796" y="25511"/>
                          </a:cubicBezTo>
                          <a:cubicBezTo>
                            <a:pt x="14033" y="40751"/>
                            <a:pt x="9080" y="59420"/>
                            <a:pt x="5841" y="77803"/>
                          </a:cubicBezTo>
                          <a:cubicBezTo>
                            <a:pt x="-1398" y="118094"/>
                            <a:pt x="-1874" y="159528"/>
                            <a:pt x="4222" y="199914"/>
                          </a:cubicBezTo>
                          <a:cubicBezTo>
                            <a:pt x="5651" y="209629"/>
                            <a:pt x="7651" y="219440"/>
                            <a:pt x="12604" y="227822"/>
                          </a:cubicBezTo>
                          <a:cubicBezTo>
                            <a:pt x="25082" y="249158"/>
                            <a:pt x="53180" y="255635"/>
                            <a:pt x="77850" y="254397"/>
                          </a:cubicBezTo>
                          <a:cubicBezTo>
                            <a:pt x="109092" y="252873"/>
                            <a:pt x="147002" y="239347"/>
                            <a:pt x="146240" y="204010"/>
                          </a:cubicBezTo>
                          <a:cubicBezTo>
                            <a:pt x="145287" y="163909"/>
                            <a:pt x="138524" y="122761"/>
                            <a:pt x="131762" y="83233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9" name="" descr="741df661-e80b-4410-8f9c-4fb9b7296cf2"/>
                    <p:cNvSpPr/>
                    <p:nvPr/>
                  </p:nvSpPr>
                  <p:spPr>
                    <a:xfrm>
                      <a:off x="4835612" y="3629337"/>
                      <a:ext cx="320226" cy="175363"/>
                    </a:xfrm>
                    <a:custGeom>
                      <a:gdLst>
                        <a:gd name="connsiteX0" fmla="*/ 74239 w 320226"/>
                        <a:gd name="connsiteY0" fmla="*/ 122370 h 175363"/>
                        <a:gd name="connsiteX1" fmla="*/ 17375 w 320226"/>
                        <a:gd name="connsiteY1" fmla="*/ 84079 h 175363"/>
                        <a:gd name="connsiteX2" fmla="*/ 3373 w 320226"/>
                        <a:gd name="connsiteY2" fmla="*/ 29787 h 175363"/>
                        <a:gd name="connsiteX3" fmla="*/ 56237 w 320226"/>
                        <a:gd name="connsiteY3" fmla="*/ 735 h 175363"/>
                        <a:gd name="connsiteX4" fmla="*/ 126436 w 320226"/>
                        <a:gd name="connsiteY4" fmla="*/ 6355 h 175363"/>
                        <a:gd name="connsiteX5" fmla="*/ 279026 w 320226"/>
                        <a:gd name="connsiteY5" fmla="*/ 40264 h 175363"/>
                        <a:gd name="connsiteX6" fmla="*/ 315793 w 320226"/>
                        <a:gd name="connsiteY6" fmla="*/ 124179 h 175363"/>
                        <a:gd name="connsiteX7" fmla="*/ 259786 w 320226"/>
                        <a:gd name="connsiteY7" fmla="*/ 174947 h 175363"/>
                        <a:gd name="connsiteX8" fmla="*/ 222638 w 320226"/>
                        <a:gd name="connsiteY8" fmla="*/ 171804 h 175363"/>
                        <a:gd name="connsiteX9" fmla="*/ 74239 w 320226"/>
                        <a:gd name="connsiteY9" fmla="*/ 122370 h 175363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0226" h="175363">
                          <a:moveTo>
                            <a:pt x="74239" y="122370"/>
                          </a:moveTo>
                          <a:cubicBezTo>
                            <a:pt x="52998" y="112082"/>
                            <a:pt x="32043" y="100176"/>
                            <a:pt x="17375" y="84079"/>
                          </a:cubicBezTo>
                          <a:cubicBezTo>
                            <a:pt x="2706" y="67982"/>
                            <a:pt x="-4819" y="46836"/>
                            <a:pt x="3373" y="29787"/>
                          </a:cubicBezTo>
                          <a:cubicBezTo>
                            <a:pt x="11469" y="12927"/>
                            <a:pt x="33376" y="3116"/>
                            <a:pt x="56237" y="735"/>
                          </a:cubicBezTo>
                          <a:cubicBezTo>
                            <a:pt x="79097" y="-1646"/>
                            <a:pt x="103100" y="2164"/>
                            <a:pt x="126436" y="6355"/>
                          </a:cubicBezTo>
                          <a:cubicBezTo>
                            <a:pt x="177109" y="15594"/>
                            <a:pt x="229687" y="25310"/>
                            <a:pt x="279026" y="40264"/>
                          </a:cubicBezTo>
                          <a:cubicBezTo>
                            <a:pt x="322460" y="53409"/>
                            <a:pt x="325223" y="94271"/>
                            <a:pt x="315793" y="124179"/>
                          </a:cubicBezTo>
                          <a:cubicBezTo>
                            <a:pt x="308363" y="147801"/>
                            <a:pt x="290266" y="171519"/>
                            <a:pt x="259786" y="174947"/>
                          </a:cubicBezTo>
                          <a:cubicBezTo>
                            <a:pt x="247689" y="176281"/>
                            <a:pt x="235021" y="174186"/>
                            <a:pt x="222638" y="171804"/>
                          </a:cubicBezTo>
                          <a:cubicBezTo>
                            <a:pt x="171108" y="161708"/>
                            <a:pt x="120721" y="144944"/>
                            <a:pt x="74239" y="122370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0" name="" descr="507eddb3-a4f8-4436-b211-4380c4fd6a8a"/>
                    <p:cNvSpPr/>
                    <p:nvPr/>
                  </p:nvSpPr>
                  <p:spPr>
                    <a:xfrm>
                      <a:off x="4799702" y="3828089"/>
                      <a:ext cx="347882" cy="143891"/>
                    </a:xfrm>
                    <a:custGeom>
                      <a:gdLst>
                        <a:gd name="connsiteX0" fmla="*/ 99291 w 347882"/>
                        <a:gd name="connsiteY0" fmla="*/ 134215 h 143891"/>
                        <a:gd name="connsiteX1" fmla="*/ 30139 w 347882"/>
                        <a:gd name="connsiteY1" fmla="*/ 112594 h 143891"/>
                        <a:gd name="connsiteX2" fmla="*/ 612 w 347882"/>
                        <a:gd name="connsiteY2" fmla="*/ 64111 h 143891"/>
                        <a:gd name="connsiteX3" fmla="*/ 46713 w 347882"/>
                        <a:gd name="connsiteY3" fmla="*/ 21916 h 143891"/>
                        <a:gd name="connsiteX4" fmla="*/ 120341 w 347882"/>
                        <a:gd name="connsiteY4" fmla="*/ 8486 h 143891"/>
                        <a:gd name="connsiteX5" fmla="*/ 286552 w 347882"/>
                        <a:gd name="connsiteY5" fmla="*/ 199 h 143891"/>
                        <a:gd name="connsiteX6" fmla="*/ 347798 w 347882"/>
                        <a:gd name="connsiteY6" fmla="*/ 71160 h 143891"/>
                        <a:gd name="connsiteX7" fmla="*/ 304459 w 347882"/>
                        <a:gd name="connsiteY7" fmla="*/ 135073 h 143891"/>
                        <a:gd name="connsiteX8" fmla="*/ 265502 w 347882"/>
                        <a:gd name="connsiteY8" fmla="*/ 142026 h 143891"/>
                        <a:gd name="connsiteX9" fmla="*/ 99291 w 347882"/>
                        <a:gd name="connsiteY9" fmla="*/ 134215 h 143891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47882" h="143891">
                          <a:moveTo>
                            <a:pt x="99291" y="134215"/>
                          </a:moveTo>
                          <a:cubicBezTo>
                            <a:pt x="74621" y="130024"/>
                            <a:pt x="49761" y="124214"/>
                            <a:pt x="30139" y="112594"/>
                          </a:cubicBezTo>
                          <a:cubicBezTo>
                            <a:pt x="10518" y="101069"/>
                            <a:pt x="-3103" y="82685"/>
                            <a:pt x="612" y="64111"/>
                          </a:cubicBezTo>
                          <a:cubicBezTo>
                            <a:pt x="4231" y="45728"/>
                            <a:pt x="23948" y="30393"/>
                            <a:pt x="46713" y="21916"/>
                          </a:cubicBezTo>
                          <a:cubicBezTo>
                            <a:pt x="69477" y="13438"/>
                            <a:pt x="95195" y="10676"/>
                            <a:pt x="120341" y="8486"/>
                          </a:cubicBezTo>
                          <a:cubicBezTo>
                            <a:pt x="174919" y="3723"/>
                            <a:pt x="231688" y="-1039"/>
                            <a:pt x="286552" y="199"/>
                          </a:cubicBezTo>
                          <a:cubicBezTo>
                            <a:pt x="334844" y="1246"/>
                            <a:pt x="349131" y="39823"/>
                            <a:pt x="347798" y="71160"/>
                          </a:cubicBezTo>
                          <a:cubicBezTo>
                            <a:pt x="346750" y="95925"/>
                            <a:pt x="334844" y="123643"/>
                            <a:pt x="304459" y="135073"/>
                          </a:cubicBezTo>
                          <a:cubicBezTo>
                            <a:pt x="292458" y="139645"/>
                            <a:pt x="278837" y="141073"/>
                            <a:pt x="265502" y="142026"/>
                          </a:cubicBezTo>
                          <a:cubicBezTo>
                            <a:pt x="209781" y="146122"/>
                            <a:pt x="153393" y="143455"/>
                            <a:pt x="99291" y="134215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1" name="" descr="ffe2d6fa-f279-418f-95f2-6d1e05deb424"/>
                    <p:cNvSpPr/>
                    <p:nvPr/>
                  </p:nvSpPr>
                  <p:spPr>
                    <a:xfrm>
                      <a:off x="4926818" y="3975886"/>
                      <a:ext cx="279821" cy="232087"/>
                    </a:xfrm>
                    <a:custGeom>
                      <a:gdLst>
                        <a:gd name="connsiteX0" fmla="*/ 117145 w 279821"/>
                        <a:gd name="connsiteY0" fmla="*/ 214732 h 232087"/>
                        <a:gd name="connsiteX1" fmla="*/ 53232 w 279821"/>
                        <a:gd name="connsiteY1" fmla="*/ 232068 h 232087"/>
                        <a:gd name="connsiteX2" fmla="*/ 3512 w 279821"/>
                        <a:gd name="connsiteY2" fmla="*/ 207208 h 232087"/>
                        <a:gd name="connsiteX3" fmla="*/ 13799 w 279821"/>
                        <a:gd name="connsiteY3" fmla="*/ 149105 h 232087"/>
                        <a:gd name="connsiteX4" fmla="*/ 61043 w 279821"/>
                        <a:gd name="connsiteY4" fmla="*/ 100718 h 232087"/>
                        <a:gd name="connsiteX5" fmla="*/ 180201 w 279821"/>
                        <a:gd name="connsiteY5" fmla="*/ 9564 h 232087"/>
                        <a:gd name="connsiteX6" fmla="*/ 266307 w 279821"/>
                        <a:gd name="connsiteY6" fmla="*/ 36710 h 232087"/>
                        <a:gd name="connsiteX7" fmla="*/ 270498 w 279821"/>
                        <a:gd name="connsiteY7" fmla="*/ 111196 h 232087"/>
                        <a:gd name="connsiteX8" fmla="*/ 245447 w 279821"/>
                        <a:gd name="connsiteY8" fmla="*/ 136723 h 232087"/>
                        <a:gd name="connsiteX9" fmla="*/ 117145 w 279821"/>
                        <a:gd name="connsiteY9" fmla="*/ 214732 h 232087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79821" h="232087">
                          <a:moveTo>
                            <a:pt x="117145" y="214732"/>
                          </a:moveTo>
                          <a:cubicBezTo>
                            <a:pt x="96285" y="223781"/>
                            <a:pt x="74473" y="231687"/>
                            <a:pt x="53232" y="232068"/>
                          </a:cubicBezTo>
                          <a:cubicBezTo>
                            <a:pt x="31992" y="232544"/>
                            <a:pt x="11418" y="224353"/>
                            <a:pt x="3512" y="207208"/>
                          </a:cubicBezTo>
                          <a:cubicBezTo>
                            <a:pt x="-4299" y="190253"/>
                            <a:pt x="1702" y="167679"/>
                            <a:pt x="13799" y="149105"/>
                          </a:cubicBezTo>
                          <a:cubicBezTo>
                            <a:pt x="25991" y="130531"/>
                            <a:pt x="43517" y="115291"/>
                            <a:pt x="61043" y="100718"/>
                          </a:cubicBezTo>
                          <a:cubicBezTo>
                            <a:pt x="99048" y="69095"/>
                            <a:pt x="138672" y="36424"/>
                            <a:pt x="180201" y="9564"/>
                          </a:cubicBezTo>
                          <a:cubicBezTo>
                            <a:pt x="216777" y="-14058"/>
                            <a:pt x="249447" y="10326"/>
                            <a:pt x="266307" y="36710"/>
                          </a:cubicBezTo>
                          <a:cubicBezTo>
                            <a:pt x="279641" y="57570"/>
                            <a:pt x="286595" y="86335"/>
                            <a:pt x="270498" y="111196"/>
                          </a:cubicBezTo>
                          <a:cubicBezTo>
                            <a:pt x="264116" y="121006"/>
                            <a:pt x="254781" y="129103"/>
                            <a:pt x="245447" y="136723"/>
                          </a:cubicBezTo>
                          <a:cubicBezTo>
                            <a:pt x="206299" y="168441"/>
                            <a:pt x="162770" y="194920"/>
                            <a:pt x="117145" y="214732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55" name="" descr="ad9ccfad-662a-4fed-bd91-e257d3bf99fc"/>
                <p:cNvSpPr/>
                <p:nvPr/>
              </p:nvSpPr>
              <p:spPr>
                <a:xfrm>
                  <a:off x="5932800" y="3682885"/>
                  <a:ext cx="918722" cy="719832"/>
                </a:xfrm>
                <a:custGeom>
                  <a:gdLst>
                    <a:gd name="connsiteX0" fmla="*/ 684027 w 918722"/>
                    <a:gd name="connsiteY0" fmla="*/ 148165 h 719832"/>
                    <a:gd name="connsiteX1" fmla="*/ 559535 w 918722"/>
                    <a:gd name="connsiteY1" fmla="*/ 518116 h 719832"/>
                    <a:gd name="connsiteX2" fmla="*/ 77951 w 918722"/>
                    <a:gd name="connsiteY2" fmla="*/ 355238 h 719832"/>
                    <a:gd name="connsiteX3" fmla="*/ 8800 w 918722"/>
                    <a:gd name="connsiteY3" fmla="*/ 428390 h 719832"/>
                    <a:gd name="connsiteX4" fmla="*/ 20896 w 918722"/>
                    <a:gd name="connsiteY4" fmla="*/ 523640 h 719832"/>
                    <a:gd name="connsiteX5" fmla="*/ 502861 w 918722"/>
                    <a:gd name="connsiteY5" fmla="*/ 686613 h 719832"/>
                    <a:gd name="connsiteX6" fmla="*/ 586872 w 918722"/>
                    <a:gd name="connsiteY6" fmla="*/ 715093 h 719832"/>
                    <a:gd name="connsiteX7" fmla="*/ 699553 w 918722"/>
                    <a:gd name="connsiteY7" fmla="*/ 659276 h 719832"/>
                    <a:gd name="connsiteX8" fmla="*/ 918723 w 918722"/>
                    <a:gd name="connsiteY8" fmla="*/ 8147 h 719832"/>
                    <a:gd name="connsiteX9" fmla="*/ 684027 w 918722"/>
                    <a:gd name="connsiteY9" fmla="*/ 148165 h 719832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18722" h="719832">
                      <a:moveTo>
                        <a:pt x="684027" y="148165"/>
                      </a:moveTo>
                      <a:lnTo>
                        <a:pt x="559535" y="518116"/>
                      </a:lnTo>
                      <a:lnTo>
                        <a:pt x="77951" y="355238"/>
                      </a:lnTo>
                      <a:cubicBezTo>
                        <a:pt x="77951" y="355238"/>
                        <a:pt x="34136" y="353619"/>
                        <a:pt x="8800" y="428390"/>
                      </a:cubicBezTo>
                      <a:cubicBezTo>
                        <a:pt x="-16537" y="503162"/>
                        <a:pt x="20896" y="523640"/>
                        <a:pt x="20896" y="523640"/>
                      </a:cubicBezTo>
                      <a:lnTo>
                        <a:pt x="502861" y="686613"/>
                      </a:lnTo>
                      <a:lnTo>
                        <a:pt x="586872" y="715093"/>
                      </a:lnTo>
                      <a:cubicBezTo>
                        <a:pt x="633354" y="730904"/>
                        <a:pt x="683932" y="705854"/>
                        <a:pt x="699553" y="659276"/>
                      </a:cubicBezTo>
                      <a:lnTo>
                        <a:pt x="918723" y="8147"/>
                      </a:lnTo>
                      <a:cubicBezTo>
                        <a:pt x="825854" y="-23380"/>
                        <a:pt x="720698" y="39389"/>
                        <a:pt x="684027" y="148165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" descr="149a65a3-bd76-4243-9a1f-d9beb828d448"/>
              <p:cNvSpPr/>
              <p:nvPr/>
            </p:nvSpPr>
            <p:spPr>
              <a:xfrm>
                <a:off x="8096866" y="5418710"/>
                <a:ext cx="583687" cy="789352"/>
              </a:xfrm>
              <a:custGeom>
                <a:gdLst>
                  <a:gd name="connsiteX0" fmla="*/ 355473 w 355473"/>
                  <a:gd name="connsiteY0" fmla="*/ 396716 h 480726"/>
                  <a:gd name="connsiteX1" fmla="*/ 182880 w 355473"/>
                  <a:gd name="connsiteY1" fmla="*/ 480727 h 480726"/>
                  <a:gd name="connsiteX2" fmla="*/ 0 w 355473"/>
                  <a:gd name="connsiteY2" fmla="*/ 396716 h 480726"/>
                  <a:gd name="connsiteX3" fmla="*/ 0 w 355473"/>
                  <a:gd name="connsiteY3" fmla="*/ 0 h 480726"/>
                  <a:gd name="connsiteX4" fmla="*/ 355473 w 355473"/>
                  <a:gd name="connsiteY4" fmla="*/ 0 h 480726"/>
                  <a:gd name="connsiteX5" fmla="*/ 355473 w 355473"/>
                  <a:gd name="connsiteY5" fmla="*/ 396716 h 480726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5473" h="480726">
                    <a:moveTo>
                      <a:pt x="355473" y="396716"/>
                    </a:moveTo>
                    <a:cubicBezTo>
                      <a:pt x="355473" y="396716"/>
                      <a:pt x="340614" y="480727"/>
                      <a:pt x="182880" y="480727"/>
                    </a:cubicBezTo>
                    <a:cubicBezTo>
                      <a:pt x="25146" y="480727"/>
                      <a:pt x="0" y="396716"/>
                      <a:pt x="0" y="396716"/>
                    </a:cubicBezTo>
                    <a:lnTo>
                      <a:pt x="0" y="0"/>
                    </a:lnTo>
                    <a:lnTo>
                      <a:pt x="355473" y="0"/>
                    </a:lnTo>
                    <a:lnTo>
                      <a:pt x="355473" y="396716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" name="" descr="ae2d5a3e-0b3d-4d80-b500-f1a2896a1cac"/>
              <p:cNvSpPr/>
              <p:nvPr/>
            </p:nvSpPr>
            <p:spPr>
              <a:xfrm>
                <a:off x="7270446" y="3822799"/>
                <a:ext cx="2335998" cy="1912151"/>
              </a:xfrm>
              <a:custGeom>
                <a:gdLst>
                  <a:gd name="connsiteX0" fmla="*/ 1422654 w 1422654"/>
                  <a:gd name="connsiteY0" fmla="*/ 645890 h 1164526"/>
                  <a:gd name="connsiteX1" fmla="*/ 711327 w 1422654"/>
                  <a:gd name="connsiteY1" fmla="*/ 1164526 h 1164526"/>
                  <a:gd name="connsiteX2" fmla="*/ 0 w 1422654"/>
                  <a:gd name="connsiteY2" fmla="*/ 645890 h 1164526"/>
                  <a:gd name="connsiteX3" fmla="*/ 711327 w 1422654"/>
                  <a:gd name="connsiteY3" fmla="*/ 0 h 1164526"/>
                  <a:gd name="connsiteX4" fmla="*/ 1422654 w 1422654"/>
                  <a:gd name="connsiteY4" fmla="*/ 645890 h 1164526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2654" h="1164526">
                    <a:moveTo>
                      <a:pt x="1422654" y="645890"/>
                    </a:moveTo>
                    <a:cubicBezTo>
                      <a:pt x="1422654" y="1038701"/>
                      <a:pt x="1104233" y="1164526"/>
                      <a:pt x="711327" y="1164526"/>
                    </a:cubicBezTo>
                    <a:cubicBezTo>
                      <a:pt x="318516" y="1164526"/>
                      <a:pt x="0" y="1038701"/>
                      <a:pt x="0" y="645890"/>
                    </a:cubicBezTo>
                    <a:cubicBezTo>
                      <a:pt x="0" y="253079"/>
                      <a:pt x="318421" y="0"/>
                      <a:pt x="711327" y="0"/>
                    </a:cubicBezTo>
                    <a:cubicBezTo>
                      <a:pt x="1104233" y="95"/>
                      <a:pt x="1422654" y="253079"/>
                      <a:pt x="1422654" y="645890"/>
                    </a:cubicBezTo>
                    <a:close/>
                  </a:path>
                </a:pathLst>
              </a:custGeom>
              <a:solidFill>
                <a:srgbClr val="F0F4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" descr="1852c740-2df3-41dd-ba73-c67958a011e3"/>
              <p:cNvSpPr/>
              <p:nvPr/>
            </p:nvSpPr>
            <p:spPr>
              <a:xfrm>
                <a:off x="8096866" y="3347496"/>
                <a:ext cx="583687" cy="789352"/>
              </a:xfrm>
              <a:custGeom>
                <a:gdLst>
                  <a:gd name="connsiteX0" fmla="*/ 355473 w 355473"/>
                  <a:gd name="connsiteY0" fmla="*/ 396716 h 480726"/>
                  <a:gd name="connsiteX1" fmla="*/ 182880 w 355473"/>
                  <a:gd name="connsiteY1" fmla="*/ 480727 h 480726"/>
                  <a:gd name="connsiteX2" fmla="*/ 0 w 355473"/>
                  <a:gd name="connsiteY2" fmla="*/ 396716 h 480726"/>
                  <a:gd name="connsiteX3" fmla="*/ 0 w 355473"/>
                  <a:gd name="connsiteY3" fmla="*/ 0 h 480726"/>
                  <a:gd name="connsiteX4" fmla="*/ 355473 w 355473"/>
                  <a:gd name="connsiteY4" fmla="*/ 0 h 480726"/>
                  <a:gd name="connsiteX5" fmla="*/ 355473 w 355473"/>
                  <a:gd name="connsiteY5" fmla="*/ 396716 h 480726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5473" h="480726">
                    <a:moveTo>
                      <a:pt x="355473" y="396716"/>
                    </a:moveTo>
                    <a:cubicBezTo>
                      <a:pt x="355473" y="396716"/>
                      <a:pt x="340614" y="480727"/>
                      <a:pt x="182880" y="480727"/>
                    </a:cubicBezTo>
                    <a:cubicBezTo>
                      <a:pt x="25146" y="480727"/>
                      <a:pt x="0" y="396716"/>
                      <a:pt x="0" y="396716"/>
                    </a:cubicBezTo>
                    <a:lnTo>
                      <a:pt x="0" y="0"/>
                    </a:lnTo>
                    <a:lnTo>
                      <a:pt x="355473" y="0"/>
                    </a:lnTo>
                    <a:lnTo>
                      <a:pt x="355473" y="396716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" descr="d74e011b-48c8-4217-8653-96c2b8446b4f"/>
              <p:cNvSpPr/>
              <p:nvPr/>
            </p:nvSpPr>
            <p:spPr>
              <a:xfrm>
                <a:off x="6393197" y="1858721"/>
                <a:ext cx="1019731" cy="1256521"/>
              </a:xfrm>
              <a:custGeom>
                <a:gdLst>
                  <a:gd name="connsiteX0" fmla="*/ 621030 w 621030"/>
                  <a:gd name="connsiteY0" fmla="*/ 382619 h 765238"/>
                  <a:gd name="connsiteX1" fmla="*/ 310515 w 621030"/>
                  <a:gd name="connsiteY1" fmla="*/ 765239 h 765238"/>
                  <a:gd name="connsiteX2" fmla="*/ 0 w 621030"/>
                  <a:gd name="connsiteY2" fmla="*/ 382619 h 765238"/>
                  <a:gd name="connsiteX3" fmla="*/ 310515 w 621030"/>
                  <a:gd name="connsiteY3" fmla="*/ 0 h 765238"/>
                  <a:gd name="connsiteX4" fmla="*/ 621030 w 621030"/>
                  <a:gd name="connsiteY4" fmla="*/ 382619 h 76523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1030" h="765238">
                    <a:moveTo>
                      <a:pt x="621030" y="382619"/>
                    </a:moveTo>
                    <a:cubicBezTo>
                      <a:pt x="621030" y="593934"/>
                      <a:pt x="482008" y="765239"/>
                      <a:pt x="310515" y="765239"/>
                    </a:cubicBezTo>
                    <a:cubicBezTo>
                      <a:pt x="139022" y="765239"/>
                      <a:pt x="0" y="593934"/>
                      <a:pt x="0" y="382619"/>
                    </a:cubicBezTo>
                    <a:cubicBezTo>
                      <a:pt x="0" y="171305"/>
                      <a:pt x="139022" y="0"/>
                      <a:pt x="310515" y="0"/>
                    </a:cubicBezTo>
                    <a:cubicBezTo>
                      <a:pt x="482008" y="0"/>
                      <a:pt x="621030" y="171305"/>
                      <a:pt x="621030" y="382619"/>
                    </a:cubicBezTo>
                    <a:close/>
                  </a:path>
                </a:pathLst>
              </a:custGeom>
              <a:gradFill>
                <a:gsLst>
                  <a:gs pos="0">
                    <a:srgbClr val="3ED63E"/>
                  </a:gs>
                  <a:gs pos="50000">
                    <a:srgbClr val="38AF38"/>
                  </a:gs>
                  <a:gs pos="100000">
                    <a:srgbClr val="328932"/>
                  </a:gs>
                </a:gsLst>
                <a:lin ang="5149388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" descr="135af44b-f8de-427b-94fb-6b029846ff52"/>
              <p:cNvSpPr/>
              <p:nvPr/>
            </p:nvSpPr>
            <p:spPr>
              <a:xfrm>
                <a:off x="6811254" y="1136307"/>
                <a:ext cx="3157725" cy="2713547"/>
              </a:xfrm>
              <a:custGeom>
                <a:gdLst>
                  <a:gd name="connsiteX0" fmla="*/ 1923098 w 1923097"/>
                  <a:gd name="connsiteY0" fmla="*/ 880301 h 1652587"/>
                  <a:gd name="connsiteX1" fmla="*/ 938975 w 1923097"/>
                  <a:gd name="connsiteY1" fmla="*/ 1652587 h 1652587"/>
                  <a:gd name="connsiteX2" fmla="*/ 0 w 1923097"/>
                  <a:gd name="connsiteY2" fmla="*/ 880301 h 1652587"/>
                  <a:gd name="connsiteX3" fmla="*/ 961549 w 1923097"/>
                  <a:gd name="connsiteY3" fmla="*/ 0 h 1652587"/>
                  <a:gd name="connsiteX4" fmla="*/ 1923098 w 1923097"/>
                  <a:gd name="connsiteY4" fmla="*/ 880301 h 165258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3097" h="1652586">
                    <a:moveTo>
                      <a:pt x="1923098" y="880301"/>
                    </a:moveTo>
                    <a:cubicBezTo>
                      <a:pt x="1923098" y="1366457"/>
                      <a:pt x="1470089" y="1652587"/>
                      <a:pt x="938975" y="1652587"/>
                    </a:cubicBezTo>
                    <a:cubicBezTo>
                      <a:pt x="407956" y="1652587"/>
                      <a:pt x="0" y="1366457"/>
                      <a:pt x="0" y="880301"/>
                    </a:cubicBezTo>
                    <a:cubicBezTo>
                      <a:pt x="0" y="394144"/>
                      <a:pt x="430530" y="0"/>
                      <a:pt x="961549" y="0"/>
                    </a:cubicBezTo>
                    <a:cubicBezTo>
                      <a:pt x="1492568" y="95"/>
                      <a:pt x="1923098" y="394240"/>
                      <a:pt x="1923098" y="88030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4FF"/>
                  </a:gs>
                  <a:gs pos="50000">
                    <a:srgbClr val="D3D8E4"/>
                  </a:gs>
                  <a:gs pos="100000">
                    <a:srgbClr val="B7BCCA"/>
                  </a:gs>
                </a:gsLst>
                <a:lin ang="5013508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" name="" descr="4f6ea16f-18d4-4428-86b1-55d6ed4059cb"/>
              <p:cNvSpPr/>
              <p:nvPr/>
            </p:nvSpPr>
            <p:spPr>
              <a:xfrm>
                <a:off x="6952482" y="1863100"/>
                <a:ext cx="2400277" cy="1588308"/>
              </a:xfrm>
              <a:custGeom>
                <a:gdLst>
                  <a:gd name="connsiteX0" fmla="*/ 1461802 w 1461801"/>
                  <a:gd name="connsiteY0" fmla="*/ 473488 h 967301"/>
                  <a:gd name="connsiteX1" fmla="*/ 714661 w 1461801"/>
                  <a:gd name="connsiteY1" fmla="*/ 965549 h 967301"/>
                  <a:gd name="connsiteX2" fmla="*/ 0 w 1461801"/>
                  <a:gd name="connsiteY2" fmla="*/ 473488 h 967301"/>
                  <a:gd name="connsiteX3" fmla="*/ 673418 w 1461801"/>
                  <a:gd name="connsiteY3" fmla="*/ 0 h 967301"/>
                  <a:gd name="connsiteX4" fmla="*/ 1461802 w 1461801"/>
                  <a:gd name="connsiteY4" fmla="*/ 473488 h 96730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1801" h="967301">
                    <a:moveTo>
                      <a:pt x="1461802" y="473488"/>
                    </a:moveTo>
                    <a:cubicBezTo>
                      <a:pt x="1461802" y="787336"/>
                      <a:pt x="1108615" y="988314"/>
                      <a:pt x="714661" y="965549"/>
                    </a:cubicBezTo>
                    <a:cubicBezTo>
                      <a:pt x="311658" y="942213"/>
                      <a:pt x="0" y="787336"/>
                      <a:pt x="0" y="473488"/>
                    </a:cubicBezTo>
                    <a:cubicBezTo>
                      <a:pt x="0" y="159639"/>
                      <a:pt x="269748" y="0"/>
                      <a:pt x="673418" y="0"/>
                    </a:cubicBezTo>
                    <a:cubicBezTo>
                      <a:pt x="1077182" y="95"/>
                      <a:pt x="1461802" y="159734"/>
                      <a:pt x="1461802" y="473488"/>
                    </a:cubicBezTo>
                    <a:close/>
                  </a:path>
                </a:pathLst>
              </a:custGeom>
              <a:solidFill>
                <a:srgbClr val="2842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7" name="" descr="6827cbe4-ce87-4ce1-9bb2-e0806768db8a"/>
              <p:cNvGrpSpPr/>
              <p:nvPr/>
            </p:nvGrpSpPr>
            <p:grpSpPr>
              <a:xfrm>
                <a:off x="7086988" y="2277719"/>
                <a:ext cx="1626565" cy="1126083"/>
                <a:chOff x="6477000" y="2590800"/>
                <a:chExt cx="990600" cy="685800"/>
              </a:xfrm>
              <a:solidFill>
                <a:srgbClr val="4BF94B"/>
              </a:solidFill>
            </p:grpSpPr>
            <p:grpSp>
              <p:nvGrpSpPr>
                <p:cNvPr id="45" name="" descr="12f7d770-02c4-4513-862c-58932a30a57b"/>
                <p:cNvGrpSpPr/>
                <p:nvPr/>
              </p:nvGrpSpPr>
              <p:grpSpPr>
                <a:xfrm>
                  <a:off x="6477000" y="2590800"/>
                  <a:ext cx="419100" cy="533400"/>
                  <a:chOff x="6477000" y="2590800"/>
                  <a:chExt cx="419100" cy="533400"/>
                </a:xfrm>
                <a:solidFill>
                  <a:srgbClr val="4BF94B"/>
                </a:solidFill>
              </p:grpSpPr>
              <p:pic>
                <p:nvPicPr>
                  <p:cNvPr id="52" name="" descr="5f5b6286-eae2-47cc-b447-4457997c59f1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6477000" y="2590800"/>
                    <a:ext cx="419100" cy="533400"/>
                  </a:xfrm>
                  <a:custGeom>
                    <a:gdLst>
                      <a:gd name="connsiteX0" fmla="*/ 415 w 419100"/>
                      <a:gd name="connsiteY0" fmla="*/ 172 h 533400"/>
                      <a:gd name="connsiteX1" fmla="*/ 419515 w 419100"/>
                      <a:gd name="connsiteY1" fmla="*/ 172 h 533400"/>
                      <a:gd name="connsiteX2" fmla="*/ 419515 w 419100"/>
                      <a:gd name="connsiteY2" fmla="*/ 533572 h 533400"/>
                      <a:gd name="connsiteX3" fmla="*/ 415 w 419100"/>
                      <a:gd name="connsiteY3" fmla="*/ 533572 h 53340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9100" h="533400">
                        <a:moveTo>
                          <a:pt x="415" y="172"/>
                        </a:moveTo>
                        <a:lnTo>
                          <a:pt x="419515" y="172"/>
                        </a:lnTo>
                        <a:lnTo>
                          <a:pt x="419515" y="533572"/>
                        </a:lnTo>
                        <a:lnTo>
                          <a:pt x="415" y="533572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53" name="" descr="8f353548-7c36-4cfd-9b5e-8da7a3802cdf"/>
                  <p:cNvSpPr/>
                  <p:nvPr/>
                </p:nvSpPr>
                <p:spPr>
                  <a:xfrm>
                    <a:off x="6629114" y="2735008"/>
                    <a:ext cx="115633" cy="240982"/>
                  </a:xfrm>
                  <a:custGeom>
                    <a:gdLst>
                      <a:gd name="connsiteX0" fmla="*/ 115633 w 115633"/>
                      <a:gd name="connsiteY0" fmla="*/ 120491 h 240982"/>
                      <a:gd name="connsiteX1" fmla="*/ 57817 w 115633"/>
                      <a:gd name="connsiteY1" fmla="*/ 240983 h 240982"/>
                      <a:gd name="connsiteX2" fmla="*/ 0 w 115633"/>
                      <a:gd name="connsiteY2" fmla="*/ 120491 h 240982"/>
                      <a:gd name="connsiteX3" fmla="*/ 57817 w 115633"/>
                      <a:gd name="connsiteY3" fmla="*/ 0 h 240982"/>
                      <a:gd name="connsiteX4" fmla="*/ 115633 w 115633"/>
                      <a:gd name="connsiteY4" fmla="*/ 120491 h 24098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5633" h="240982">
                        <a:moveTo>
                          <a:pt x="115633" y="120491"/>
                        </a:moveTo>
                        <a:cubicBezTo>
                          <a:pt x="115633" y="187071"/>
                          <a:pt x="89726" y="240983"/>
                          <a:pt x="57817" y="240983"/>
                        </a:cubicBezTo>
                        <a:cubicBezTo>
                          <a:pt x="25908" y="240983"/>
                          <a:pt x="0" y="186976"/>
                          <a:pt x="0" y="120491"/>
                        </a:cubicBezTo>
                        <a:cubicBezTo>
                          <a:pt x="0" y="53912"/>
                          <a:pt x="25908" y="0"/>
                          <a:pt x="57817" y="0"/>
                        </a:cubicBezTo>
                        <a:cubicBezTo>
                          <a:pt x="89726" y="-95"/>
                          <a:pt x="115633" y="53912"/>
                          <a:pt x="115633" y="120491"/>
                        </a:cubicBezTo>
                        <a:close/>
                      </a:path>
                    </a:pathLst>
                  </a:custGeom>
                  <a:solidFill>
                    <a:srgbClr val="4BF94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6" name="" descr="a7a8e03c-be80-4892-9adf-0cde6bb1baf2"/>
                <p:cNvGrpSpPr/>
                <p:nvPr/>
              </p:nvGrpSpPr>
              <p:grpSpPr>
                <a:xfrm>
                  <a:off x="7058025" y="2628900"/>
                  <a:ext cx="409575" cy="533400"/>
                  <a:chOff x="7058025" y="2628900"/>
                  <a:chExt cx="409575" cy="533400"/>
                </a:xfrm>
                <a:solidFill>
                  <a:srgbClr val="4BF94B"/>
                </a:solidFill>
              </p:grpSpPr>
              <p:pic>
                <p:nvPicPr>
                  <p:cNvPr id="50" name="" descr="1be702ab-c477-4332-89cd-be00db5c45e7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058025" y="2628900"/>
                    <a:ext cx="409575" cy="533400"/>
                  </a:xfrm>
                  <a:custGeom>
                    <a:gdLst>
                      <a:gd name="connsiteX0" fmla="*/ 476 w 409575"/>
                      <a:gd name="connsiteY0" fmla="*/ 176 h 533400"/>
                      <a:gd name="connsiteX1" fmla="*/ 410051 w 409575"/>
                      <a:gd name="connsiteY1" fmla="*/ 176 h 533400"/>
                      <a:gd name="connsiteX2" fmla="*/ 410051 w 409575"/>
                      <a:gd name="connsiteY2" fmla="*/ 533576 h 533400"/>
                      <a:gd name="connsiteX3" fmla="*/ 476 w 409575"/>
                      <a:gd name="connsiteY3" fmla="*/ 533576 h 53340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09575" h="533400">
                        <a:moveTo>
                          <a:pt x="476" y="176"/>
                        </a:moveTo>
                        <a:lnTo>
                          <a:pt x="410051" y="176"/>
                        </a:lnTo>
                        <a:lnTo>
                          <a:pt x="410051" y="533576"/>
                        </a:lnTo>
                        <a:lnTo>
                          <a:pt x="476" y="533576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51" name="" descr="faeb73d4-2167-414e-aa5b-862e571f465c"/>
                  <p:cNvSpPr/>
                  <p:nvPr/>
                </p:nvSpPr>
                <p:spPr>
                  <a:xfrm>
                    <a:off x="7204424" y="2774727"/>
                    <a:ext cx="115633" cy="240982"/>
                  </a:xfrm>
                  <a:custGeom>
                    <a:gdLst>
                      <a:gd name="connsiteX0" fmla="*/ 115634 w 115633"/>
                      <a:gd name="connsiteY0" fmla="*/ 120491 h 240982"/>
                      <a:gd name="connsiteX1" fmla="*/ 57817 w 115633"/>
                      <a:gd name="connsiteY1" fmla="*/ 240983 h 240982"/>
                      <a:gd name="connsiteX2" fmla="*/ 0 w 115633"/>
                      <a:gd name="connsiteY2" fmla="*/ 120491 h 240982"/>
                      <a:gd name="connsiteX3" fmla="*/ 57817 w 115633"/>
                      <a:gd name="connsiteY3" fmla="*/ 0 h 240982"/>
                      <a:gd name="connsiteX4" fmla="*/ 115634 w 115633"/>
                      <a:gd name="connsiteY4" fmla="*/ 120491 h 24098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5633" h="240982">
                        <a:moveTo>
                          <a:pt x="115634" y="120491"/>
                        </a:moveTo>
                        <a:cubicBezTo>
                          <a:pt x="115634" y="187071"/>
                          <a:pt x="89726" y="240983"/>
                          <a:pt x="57817" y="240983"/>
                        </a:cubicBezTo>
                        <a:cubicBezTo>
                          <a:pt x="25908" y="240983"/>
                          <a:pt x="0" y="186976"/>
                          <a:pt x="0" y="120491"/>
                        </a:cubicBezTo>
                        <a:cubicBezTo>
                          <a:pt x="0" y="53912"/>
                          <a:pt x="25908" y="0"/>
                          <a:pt x="57817" y="0"/>
                        </a:cubicBezTo>
                        <a:cubicBezTo>
                          <a:pt x="89726" y="0"/>
                          <a:pt x="115634" y="53912"/>
                          <a:pt x="115634" y="120491"/>
                        </a:cubicBezTo>
                        <a:close/>
                      </a:path>
                    </a:pathLst>
                  </a:custGeom>
                  <a:solidFill>
                    <a:srgbClr val="4BF94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7" name="" descr="b65fdafe-6853-4837-a7eb-2d0247b80fe8"/>
                <p:cNvGrpSpPr/>
                <p:nvPr/>
              </p:nvGrpSpPr>
              <p:grpSpPr>
                <a:xfrm>
                  <a:off x="6638925" y="2857500"/>
                  <a:ext cx="657225" cy="419100"/>
                  <a:chOff x="6638925" y="2857500"/>
                  <a:chExt cx="657225" cy="419100"/>
                </a:xfrm>
                <a:solidFill>
                  <a:srgbClr val="4BF94B"/>
                </a:solidFill>
              </p:grpSpPr>
              <p:pic>
                <p:nvPicPr>
                  <p:cNvPr id="48" name="" descr="e5a9b13d-eaaf-47ad-99c6-31a64f709a7d"/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638925" y="2857500"/>
                    <a:ext cx="657225" cy="419100"/>
                  </a:xfrm>
                  <a:custGeom>
                    <a:gdLst>
                      <a:gd name="connsiteX0" fmla="*/ 432 w 657225"/>
                      <a:gd name="connsiteY0" fmla="*/ 200 h 419100"/>
                      <a:gd name="connsiteX1" fmla="*/ 657657 w 657225"/>
                      <a:gd name="connsiteY1" fmla="*/ 200 h 419100"/>
                      <a:gd name="connsiteX2" fmla="*/ 657657 w 657225"/>
                      <a:gd name="connsiteY2" fmla="*/ 419300 h 419100"/>
                      <a:gd name="connsiteX3" fmla="*/ 432 w 657225"/>
                      <a:gd name="connsiteY3" fmla="*/ 419300 h 41910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57225" h="419100">
                        <a:moveTo>
                          <a:pt x="432" y="200"/>
                        </a:moveTo>
                        <a:lnTo>
                          <a:pt x="657657" y="200"/>
                        </a:lnTo>
                        <a:lnTo>
                          <a:pt x="657657" y="419300"/>
                        </a:lnTo>
                        <a:lnTo>
                          <a:pt x="432" y="419300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49" name="" descr="1a04aeb8-2acc-436a-b6e4-278008d7c24f"/>
                  <p:cNvSpPr/>
                  <p:nvPr/>
                </p:nvSpPr>
                <p:spPr>
                  <a:xfrm>
                    <a:off x="6784943" y="3009042"/>
                    <a:ext cx="366807" cy="120731"/>
                  </a:xfrm>
                  <a:custGeom>
                    <a:gdLst>
                      <a:gd name="connsiteX0" fmla="*/ 0 w 366807"/>
                      <a:gd name="connsiteY0" fmla="*/ 0 h 120731"/>
                      <a:gd name="connsiteX1" fmla="*/ 366808 w 366807"/>
                      <a:gd name="connsiteY1" fmla="*/ 23813 h 120731"/>
                      <a:gd name="connsiteX2" fmla="*/ 183547 w 366807"/>
                      <a:gd name="connsiteY2" fmla="*/ 119920 h 120731"/>
                      <a:gd name="connsiteX3" fmla="*/ 0 w 366807"/>
                      <a:gd name="connsiteY3" fmla="*/ 0 h 12073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66807" h="120730">
                        <a:moveTo>
                          <a:pt x="0" y="0"/>
                        </a:moveTo>
                        <a:lnTo>
                          <a:pt x="366808" y="23813"/>
                        </a:lnTo>
                        <a:cubicBezTo>
                          <a:pt x="366808" y="23813"/>
                          <a:pt x="306705" y="131064"/>
                          <a:pt x="183547" y="119920"/>
                        </a:cubicBezTo>
                        <a:cubicBezTo>
                          <a:pt x="60484" y="108775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4BF94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28" name="" descr="e161016b-0f6c-4555-bcf9-978f40d065a8"/>
              <p:cNvSpPr/>
              <p:nvPr/>
            </p:nvSpPr>
            <p:spPr>
              <a:xfrm>
                <a:off x="9404218" y="2009491"/>
                <a:ext cx="1019731" cy="1256521"/>
              </a:xfrm>
              <a:custGeom>
                <a:gdLst>
                  <a:gd name="connsiteX0" fmla="*/ 621030 w 621030"/>
                  <a:gd name="connsiteY0" fmla="*/ 382619 h 765238"/>
                  <a:gd name="connsiteX1" fmla="*/ 310515 w 621030"/>
                  <a:gd name="connsiteY1" fmla="*/ 765239 h 765238"/>
                  <a:gd name="connsiteX2" fmla="*/ 0 w 621030"/>
                  <a:gd name="connsiteY2" fmla="*/ 382619 h 765238"/>
                  <a:gd name="connsiteX3" fmla="*/ 310515 w 621030"/>
                  <a:gd name="connsiteY3" fmla="*/ 0 h 765238"/>
                  <a:gd name="connsiteX4" fmla="*/ 621030 w 621030"/>
                  <a:gd name="connsiteY4" fmla="*/ 382619 h 76523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1030" h="765238">
                    <a:moveTo>
                      <a:pt x="621030" y="382619"/>
                    </a:moveTo>
                    <a:cubicBezTo>
                      <a:pt x="621030" y="593934"/>
                      <a:pt x="482008" y="765239"/>
                      <a:pt x="310515" y="765239"/>
                    </a:cubicBezTo>
                    <a:cubicBezTo>
                      <a:pt x="139023" y="765239"/>
                      <a:pt x="0" y="593934"/>
                      <a:pt x="0" y="382619"/>
                    </a:cubicBezTo>
                    <a:cubicBezTo>
                      <a:pt x="0" y="171305"/>
                      <a:pt x="139023" y="0"/>
                      <a:pt x="310515" y="0"/>
                    </a:cubicBezTo>
                    <a:cubicBezTo>
                      <a:pt x="482008" y="0"/>
                      <a:pt x="621030" y="171305"/>
                      <a:pt x="621030" y="382619"/>
                    </a:cubicBezTo>
                    <a:close/>
                  </a:path>
                </a:pathLst>
              </a:custGeom>
              <a:gradFill>
                <a:gsLst>
                  <a:gs pos="0">
                    <a:srgbClr val="3ED63E"/>
                  </a:gs>
                  <a:gs pos="50000">
                    <a:srgbClr val="38AF38"/>
                  </a:gs>
                  <a:gs pos="100000">
                    <a:srgbClr val="328932"/>
                  </a:gs>
                </a:gsLst>
                <a:lin ang="5179917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" name="" descr="eb32d828-e8a3-4aa9-b7f8-5afb5adb0197"/>
              <p:cNvSpPr/>
              <p:nvPr/>
            </p:nvSpPr>
            <p:spPr>
              <a:xfrm>
                <a:off x="9823527" y="2207493"/>
                <a:ext cx="534890" cy="860515"/>
              </a:xfrm>
              <a:custGeom>
                <a:gdLst>
                  <a:gd name="connsiteX0" fmla="*/ 325755 w 325755"/>
                  <a:gd name="connsiteY0" fmla="*/ 262033 h 524065"/>
                  <a:gd name="connsiteX1" fmla="*/ 162878 w 325755"/>
                  <a:gd name="connsiteY1" fmla="*/ 524066 h 524065"/>
                  <a:gd name="connsiteX2" fmla="*/ 0 w 325755"/>
                  <a:gd name="connsiteY2" fmla="*/ 262033 h 524065"/>
                  <a:gd name="connsiteX3" fmla="*/ 162878 w 325755"/>
                  <a:gd name="connsiteY3" fmla="*/ 0 h 524065"/>
                  <a:gd name="connsiteX4" fmla="*/ 325755 w 325755"/>
                  <a:gd name="connsiteY4" fmla="*/ 262033 h 52406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755" h="524065">
                    <a:moveTo>
                      <a:pt x="325755" y="262033"/>
                    </a:moveTo>
                    <a:cubicBezTo>
                      <a:pt x="325755" y="406750"/>
                      <a:pt x="252832" y="524066"/>
                      <a:pt x="162878" y="524066"/>
                    </a:cubicBezTo>
                    <a:cubicBezTo>
                      <a:pt x="72923" y="524066"/>
                      <a:pt x="0" y="406749"/>
                      <a:pt x="0" y="262033"/>
                    </a:cubicBezTo>
                    <a:cubicBezTo>
                      <a:pt x="0" y="117316"/>
                      <a:pt x="72923" y="0"/>
                      <a:pt x="162878" y="0"/>
                    </a:cubicBezTo>
                    <a:cubicBezTo>
                      <a:pt x="252833" y="0"/>
                      <a:pt x="325755" y="117316"/>
                      <a:pt x="325755" y="262033"/>
                    </a:cubicBezTo>
                    <a:close/>
                  </a:path>
                </a:pathLst>
              </a:custGeom>
              <a:solidFill>
                <a:srgbClr val="3ED63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30" name="" descr="334a3b0b-b1ef-4e14-a3ec-2ff17b61b8e7"/>
              <p:cNvGrpSpPr/>
              <p:nvPr/>
            </p:nvGrpSpPr>
            <p:grpSpPr>
              <a:xfrm>
                <a:off x="9065380" y="3411285"/>
                <a:ext cx="2775704" cy="1841462"/>
                <a:chOff x="7681866" y="3281157"/>
                <a:chExt cx="1690441" cy="1121475"/>
              </a:xfrm>
            </p:grpSpPr>
            <p:sp>
              <p:nvSpPr>
                <p:cNvPr id="37" name="" descr="fd2f43cb-0c45-48e6-a045-a69b77887622"/>
                <p:cNvSpPr/>
                <p:nvPr/>
              </p:nvSpPr>
              <p:spPr>
                <a:xfrm>
                  <a:off x="7681866" y="3745589"/>
                  <a:ext cx="860763" cy="657043"/>
                </a:xfrm>
                <a:custGeom>
                  <a:gdLst>
                    <a:gd name="connsiteX0" fmla="*/ 851962 w 860763"/>
                    <a:gd name="connsiteY0" fmla="*/ 365686 h 657043"/>
                    <a:gd name="connsiteX1" fmla="*/ 782810 w 860763"/>
                    <a:gd name="connsiteY1" fmla="*/ 292534 h 657043"/>
                    <a:gd name="connsiteX2" fmla="*/ 300941 w 860763"/>
                    <a:gd name="connsiteY2" fmla="*/ 455507 h 657043"/>
                    <a:gd name="connsiteX3" fmla="*/ 176735 w 860763"/>
                    <a:gd name="connsiteY3" fmla="*/ 88413 h 657043"/>
                    <a:gd name="connsiteX4" fmla="*/ 54148 w 860763"/>
                    <a:gd name="connsiteY4" fmla="*/ 3545 h 657043"/>
                    <a:gd name="connsiteX5" fmla="*/ 54148 w 860763"/>
                    <a:gd name="connsiteY5" fmla="*/ 3545 h 657043"/>
                    <a:gd name="connsiteX6" fmla="*/ 8333 w 860763"/>
                    <a:gd name="connsiteY6" fmla="*/ 145278 h 657043"/>
                    <a:gd name="connsiteX7" fmla="*/ 161114 w 860763"/>
                    <a:gd name="connsiteY7" fmla="*/ 596667 h 657043"/>
                    <a:gd name="connsiteX8" fmla="*/ 273794 w 860763"/>
                    <a:gd name="connsiteY8" fmla="*/ 652293 h 657043"/>
                    <a:gd name="connsiteX9" fmla="*/ 357996 w 860763"/>
                    <a:gd name="connsiteY9" fmla="*/ 623718 h 657043"/>
                    <a:gd name="connsiteX10" fmla="*/ 839960 w 860763"/>
                    <a:gd name="connsiteY10" fmla="*/ 460745 h 657043"/>
                    <a:gd name="connsiteX11" fmla="*/ 851962 w 860763"/>
                    <a:gd name="connsiteY11" fmla="*/ 365686 h 657043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60763" h="657043">
                      <a:moveTo>
                        <a:pt x="851962" y="365686"/>
                      </a:moveTo>
                      <a:cubicBezTo>
                        <a:pt x="826626" y="291010"/>
                        <a:pt x="782810" y="292534"/>
                        <a:pt x="782810" y="292534"/>
                      </a:cubicBezTo>
                      <a:lnTo>
                        <a:pt x="300941" y="455507"/>
                      </a:lnTo>
                      <a:lnTo>
                        <a:pt x="176735" y="88413"/>
                      </a:lnTo>
                      <a:cubicBezTo>
                        <a:pt x="155589" y="25834"/>
                        <a:pt x="100630" y="-12171"/>
                        <a:pt x="54148" y="3545"/>
                      </a:cubicBezTo>
                      <a:lnTo>
                        <a:pt x="54148" y="3545"/>
                      </a:lnTo>
                      <a:cubicBezTo>
                        <a:pt x="7666" y="19262"/>
                        <a:pt x="-12812" y="82698"/>
                        <a:pt x="8333" y="145278"/>
                      </a:cubicBezTo>
                      <a:lnTo>
                        <a:pt x="161114" y="596667"/>
                      </a:lnTo>
                      <a:cubicBezTo>
                        <a:pt x="176830" y="643149"/>
                        <a:pt x="227312" y="668105"/>
                        <a:pt x="273794" y="652293"/>
                      </a:cubicBezTo>
                      <a:lnTo>
                        <a:pt x="357996" y="623718"/>
                      </a:lnTo>
                      <a:lnTo>
                        <a:pt x="839960" y="460745"/>
                      </a:lnTo>
                      <a:cubicBezTo>
                        <a:pt x="839865" y="460841"/>
                        <a:pt x="877298" y="440362"/>
                        <a:pt x="851962" y="365686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38" name="" descr="4c76a26a-94f5-4826-91c8-2f9d6b064456"/>
                <p:cNvGrpSpPr/>
                <p:nvPr/>
              </p:nvGrpSpPr>
              <p:grpSpPr>
                <a:xfrm>
                  <a:off x="8157812" y="3281157"/>
                  <a:ext cx="1214494" cy="1075438"/>
                  <a:chOff x="8157812" y="3281157"/>
                  <a:chExt cx="1214494" cy="1075438"/>
                </a:xfrm>
              </p:grpSpPr>
              <p:sp>
                <p:nvSpPr>
                  <p:cNvPr id="39" name="" descr="ed6329f1-806d-4f96-8ec3-a027d6301797"/>
                  <p:cNvSpPr/>
                  <p:nvPr/>
                </p:nvSpPr>
                <p:spPr>
                  <a:xfrm>
                    <a:off x="8157812" y="3450188"/>
                    <a:ext cx="968243" cy="906407"/>
                  </a:xfrm>
                  <a:custGeom>
                    <a:gdLst>
                      <a:gd name="connsiteX0" fmla="*/ 730155 w 968243"/>
                      <a:gd name="connsiteY0" fmla="*/ 712998 h 906407"/>
                      <a:gd name="connsiteX1" fmla="*/ 69882 w 968243"/>
                      <a:gd name="connsiteY1" fmla="*/ 808058 h 906407"/>
                      <a:gd name="connsiteX2" fmla="*/ 253334 w 968243"/>
                      <a:gd name="connsiteY2" fmla="*/ 193410 h 906407"/>
                      <a:gd name="connsiteX3" fmla="*/ 893128 w 968243"/>
                      <a:gd name="connsiteY3" fmla="*/ 98350 h 906407"/>
                      <a:gd name="connsiteX4" fmla="*/ 730155 w 968243"/>
                      <a:gd name="connsiteY4" fmla="*/ 712998 h 906407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68243" h="906407">
                        <a:moveTo>
                          <a:pt x="730155" y="712998"/>
                        </a:moveTo>
                        <a:cubicBezTo>
                          <a:pt x="502793" y="909023"/>
                          <a:pt x="220187" y="982365"/>
                          <a:pt x="69882" y="808058"/>
                        </a:cubicBezTo>
                        <a:cubicBezTo>
                          <a:pt x="-80422" y="633751"/>
                          <a:pt x="25972" y="389339"/>
                          <a:pt x="253334" y="193410"/>
                        </a:cubicBezTo>
                        <a:cubicBezTo>
                          <a:pt x="480695" y="-2615"/>
                          <a:pt x="742823" y="-75957"/>
                          <a:pt x="893128" y="98350"/>
                        </a:cubicBezTo>
                        <a:cubicBezTo>
                          <a:pt x="1043432" y="272658"/>
                          <a:pt x="957517" y="517069"/>
                          <a:pt x="730155" y="71299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0F4FF"/>
                      </a:gs>
                      <a:gs pos="50000">
                        <a:srgbClr val="D3D8E4"/>
                      </a:gs>
                      <a:gs pos="100000">
                        <a:srgbClr val="B7BCCA"/>
                      </a:gs>
                    </a:gsLst>
                    <a:lin ang="2432934" scaled="1"/>
                  </a:gra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40" name="" descr="c52aff7c-b022-488c-bfa4-5b0decaa635c"/>
                  <p:cNvGrpSpPr/>
                  <p:nvPr/>
                </p:nvGrpSpPr>
                <p:grpSpPr>
                  <a:xfrm>
                    <a:off x="8757560" y="3281157"/>
                    <a:ext cx="614747" cy="700684"/>
                    <a:chOff x="8757560" y="3281157"/>
                    <a:chExt cx="614747" cy="700684"/>
                  </a:xfrm>
                  <a:solidFill>
                    <a:srgbClr val="333333"/>
                  </a:solidFill>
                </p:grpSpPr>
                <p:sp>
                  <p:nvSpPr>
                    <p:cNvPr id="41" name="" descr="86dd4178-ebfe-4ce8-9f61-57204aefa4e6"/>
                    <p:cNvSpPr/>
                    <p:nvPr/>
                  </p:nvSpPr>
                  <p:spPr>
                    <a:xfrm>
                      <a:off x="8757560" y="3281157"/>
                      <a:ext cx="161650" cy="251054"/>
                    </a:xfrm>
                    <a:custGeom>
                      <a:gdLst>
                        <a:gd name="connsiteX0" fmla="*/ 2963 w 161650"/>
                        <a:gd name="connsiteY0" fmla="*/ 100312 h 251054"/>
                        <a:gd name="connsiteX1" fmla="*/ 2201 w 161650"/>
                        <a:gd name="connsiteY1" fmla="*/ 45163 h 251054"/>
                        <a:gd name="connsiteX2" fmla="*/ 34681 w 161650"/>
                        <a:gd name="connsiteY2" fmla="*/ 2967 h 251054"/>
                        <a:gd name="connsiteX3" fmla="*/ 87450 w 161650"/>
                        <a:gd name="connsiteY3" fmla="*/ 12873 h 251054"/>
                        <a:gd name="connsiteX4" fmla="*/ 121359 w 161650"/>
                        <a:gd name="connsiteY4" fmla="*/ 56878 h 251054"/>
                        <a:gd name="connsiteX5" fmla="*/ 159935 w 161650"/>
                        <a:gd name="connsiteY5" fmla="*/ 172702 h 251054"/>
                        <a:gd name="connsiteX6" fmla="*/ 160507 w 161650"/>
                        <a:gd name="connsiteY6" fmla="*/ 201849 h 251054"/>
                        <a:gd name="connsiteX7" fmla="*/ 106404 w 161650"/>
                        <a:gd name="connsiteY7" fmla="*/ 246998 h 251054"/>
                        <a:gd name="connsiteX8" fmla="*/ 25918 w 161650"/>
                        <a:gd name="connsiteY8" fmla="*/ 219756 h 251054"/>
                        <a:gd name="connsiteX9" fmla="*/ 2963 w 161650"/>
                        <a:gd name="connsiteY9" fmla="*/ 100312 h 251054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61650" h="251054">
                          <a:moveTo>
                            <a:pt x="2963" y="100312"/>
                          </a:moveTo>
                          <a:cubicBezTo>
                            <a:pt x="391" y="82024"/>
                            <a:pt x="-1800" y="63165"/>
                            <a:pt x="2201" y="45163"/>
                          </a:cubicBezTo>
                          <a:cubicBezTo>
                            <a:pt x="6202" y="27065"/>
                            <a:pt x="17441" y="9635"/>
                            <a:pt x="34681" y="2967"/>
                          </a:cubicBezTo>
                          <a:cubicBezTo>
                            <a:pt x="52112" y="-3796"/>
                            <a:pt x="72495" y="1633"/>
                            <a:pt x="87450" y="12873"/>
                          </a:cubicBezTo>
                          <a:cubicBezTo>
                            <a:pt x="102404" y="24112"/>
                            <a:pt x="112691" y="40400"/>
                            <a:pt x="121359" y="56878"/>
                          </a:cubicBezTo>
                          <a:cubicBezTo>
                            <a:pt x="140409" y="93074"/>
                            <a:pt x="153553" y="132316"/>
                            <a:pt x="159935" y="172702"/>
                          </a:cubicBezTo>
                          <a:cubicBezTo>
                            <a:pt x="161459" y="182323"/>
                            <a:pt x="162602" y="192324"/>
                            <a:pt x="160507" y="201849"/>
                          </a:cubicBezTo>
                          <a:cubicBezTo>
                            <a:pt x="155077" y="225947"/>
                            <a:pt x="130312" y="240616"/>
                            <a:pt x="106404" y="246998"/>
                          </a:cubicBezTo>
                          <a:cubicBezTo>
                            <a:pt x="76210" y="254999"/>
                            <a:pt x="35920" y="253665"/>
                            <a:pt x="25918" y="219756"/>
                          </a:cubicBezTo>
                          <a:cubicBezTo>
                            <a:pt x="14584" y="181275"/>
                            <a:pt x="8583" y="140032"/>
                            <a:pt x="2963" y="100312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2" name="" descr="f3bd3bee-efb6-43f1-a4c3-8dea6e068628"/>
                    <p:cNvSpPr/>
                    <p:nvPr/>
                  </p:nvSpPr>
                  <p:spPr>
                    <a:xfrm>
                      <a:off x="8975657" y="3397825"/>
                      <a:ext cx="294908" cy="230985"/>
                    </a:xfrm>
                    <a:custGeom>
                      <a:gdLst>
                        <a:gd name="connsiteX0" fmla="*/ 245590 w 294908"/>
                        <a:gd name="connsiteY0" fmla="*/ 123376 h 230985"/>
                        <a:gd name="connsiteX1" fmla="*/ 288167 w 294908"/>
                        <a:gd name="connsiteY1" fmla="*/ 69655 h 230985"/>
                        <a:gd name="connsiteX2" fmla="*/ 285024 w 294908"/>
                        <a:gd name="connsiteY2" fmla="*/ 13743 h 230985"/>
                        <a:gd name="connsiteX3" fmla="*/ 225873 w 294908"/>
                        <a:gd name="connsiteY3" fmla="*/ 2123 h 230985"/>
                        <a:gd name="connsiteX4" fmla="*/ 160723 w 294908"/>
                        <a:gd name="connsiteY4" fmla="*/ 28793 h 230985"/>
                        <a:gd name="connsiteX5" fmla="*/ 25563 w 294908"/>
                        <a:gd name="connsiteY5" fmla="*/ 107374 h 230985"/>
                        <a:gd name="connsiteX6" fmla="*/ 15942 w 294908"/>
                        <a:gd name="connsiteY6" fmla="*/ 198433 h 230985"/>
                        <a:gd name="connsiteX7" fmla="*/ 84713 w 294908"/>
                        <a:gd name="connsiteY7" fmla="*/ 229770 h 230985"/>
                        <a:gd name="connsiteX8" fmla="*/ 119098 w 294908"/>
                        <a:gd name="connsiteY8" fmla="*/ 215483 h 230985"/>
                        <a:gd name="connsiteX9" fmla="*/ 245590 w 294908"/>
                        <a:gd name="connsiteY9" fmla="*/ 123376 h 230985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94908" h="230985">
                          <a:moveTo>
                            <a:pt x="245590" y="123376"/>
                          </a:moveTo>
                          <a:cubicBezTo>
                            <a:pt x="262735" y="107088"/>
                            <a:pt x="279118" y="89467"/>
                            <a:pt x="288167" y="69655"/>
                          </a:cubicBezTo>
                          <a:cubicBezTo>
                            <a:pt x="297311" y="49843"/>
                            <a:pt x="297978" y="27459"/>
                            <a:pt x="285024" y="13743"/>
                          </a:cubicBezTo>
                          <a:cubicBezTo>
                            <a:pt x="272165" y="123"/>
                            <a:pt x="248353" y="-2544"/>
                            <a:pt x="225873" y="2123"/>
                          </a:cubicBezTo>
                          <a:cubicBezTo>
                            <a:pt x="203394" y="6790"/>
                            <a:pt x="181678" y="17648"/>
                            <a:pt x="160723" y="28793"/>
                          </a:cubicBezTo>
                          <a:cubicBezTo>
                            <a:pt x="115193" y="52891"/>
                            <a:pt x="68044" y="78228"/>
                            <a:pt x="25563" y="107374"/>
                          </a:cubicBezTo>
                          <a:cubicBezTo>
                            <a:pt x="-11775" y="133092"/>
                            <a:pt x="-2060" y="172906"/>
                            <a:pt x="15942" y="198433"/>
                          </a:cubicBezTo>
                          <a:cubicBezTo>
                            <a:pt x="30230" y="218626"/>
                            <a:pt x="54614" y="235771"/>
                            <a:pt x="84713" y="229770"/>
                          </a:cubicBezTo>
                          <a:cubicBezTo>
                            <a:pt x="96619" y="227389"/>
                            <a:pt x="108144" y="221579"/>
                            <a:pt x="119098" y="215483"/>
                          </a:cubicBezTo>
                          <a:cubicBezTo>
                            <a:pt x="165294" y="190242"/>
                            <a:pt x="208157" y="159000"/>
                            <a:pt x="245590" y="123376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" name="" descr="56d7e5fb-ca56-4606-b623-0a0b29d6b002"/>
                    <p:cNvSpPr/>
                    <p:nvPr/>
                  </p:nvSpPr>
                  <p:spPr>
                    <a:xfrm>
                      <a:off x="9034175" y="3595526"/>
                      <a:ext cx="338131" cy="186284"/>
                    </a:xfrm>
                    <a:custGeom>
                      <a:gdLst>
                        <a:gd name="connsiteX0" fmla="*/ 261367 w 338131"/>
                        <a:gd name="connsiteY0" fmla="*/ 123033 h 186284"/>
                        <a:gd name="connsiteX1" fmla="*/ 320708 w 338131"/>
                        <a:gd name="connsiteY1" fmla="*/ 81504 h 186284"/>
                        <a:gd name="connsiteX2" fmla="*/ 334138 w 338131"/>
                        <a:gd name="connsiteY2" fmla="*/ 26354 h 186284"/>
                        <a:gd name="connsiteX3" fmla="*/ 277369 w 338131"/>
                        <a:gd name="connsiteY3" fmla="*/ 161 h 186284"/>
                        <a:gd name="connsiteX4" fmla="*/ 203169 w 338131"/>
                        <a:gd name="connsiteY4" fmla="*/ 9781 h 186284"/>
                        <a:gd name="connsiteX5" fmla="*/ 42292 w 338131"/>
                        <a:gd name="connsiteY5" fmla="*/ 52262 h 186284"/>
                        <a:gd name="connsiteX6" fmla="*/ 5430 w 338131"/>
                        <a:gd name="connsiteY6" fmla="*/ 138463 h 186284"/>
                        <a:gd name="connsiteX7" fmla="*/ 66104 w 338131"/>
                        <a:gd name="connsiteY7" fmla="*/ 186184 h 186284"/>
                        <a:gd name="connsiteX8" fmla="*/ 105348 w 338131"/>
                        <a:gd name="connsiteY8" fmla="*/ 180945 h 186284"/>
                        <a:gd name="connsiteX9" fmla="*/ 261367 w 338131"/>
                        <a:gd name="connsiteY9" fmla="*/ 123033 h 186284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38131" h="186284">
                          <a:moveTo>
                            <a:pt x="261367" y="123033"/>
                          </a:moveTo>
                          <a:cubicBezTo>
                            <a:pt x="283655" y="111508"/>
                            <a:pt x="305563" y="98459"/>
                            <a:pt x="320708" y="81504"/>
                          </a:cubicBezTo>
                          <a:cubicBezTo>
                            <a:pt x="335852" y="64550"/>
                            <a:pt x="343282" y="42928"/>
                            <a:pt x="334138" y="26354"/>
                          </a:cubicBezTo>
                          <a:cubicBezTo>
                            <a:pt x="325089" y="9971"/>
                            <a:pt x="301658" y="1303"/>
                            <a:pt x="277369" y="161"/>
                          </a:cubicBezTo>
                          <a:cubicBezTo>
                            <a:pt x="253080" y="-982"/>
                            <a:pt x="227744" y="4161"/>
                            <a:pt x="203169" y="9781"/>
                          </a:cubicBezTo>
                          <a:cubicBezTo>
                            <a:pt x="149734" y="21878"/>
                            <a:pt x="94203" y="34546"/>
                            <a:pt x="42292" y="52262"/>
                          </a:cubicBezTo>
                          <a:cubicBezTo>
                            <a:pt x="-3428" y="67883"/>
                            <a:pt x="-5333" y="109031"/>
                            <a:pt x="5430" y="138463"/>
                          </a:cubicBezTo>
                          <a:cubicBezTo>
                            <a:pt x="13907" y="161704"/>
                            <a:pt x="33719" y="184564"/>
                            <a:pt x="66104" y="186184"/>
                          </a:cubicBezTo>
                          <a:cubicBezTo>
                            <a:pt x="78963" y="186851"/>
                            <a:pt x="92393" y="184088"/>
                            <a:pt x="105348" y="180945"/>
                          </a:cubicBezTo>
                          <a:cubicBezTo>
                            <a:pt x="159735" y="167896"/>
                            <a:pt x="212599" y="148274"/>
                            <a:pt x="261367" y="123033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4" name="" descr="d2f4857f-020a-4dae-8308-d78c04d26ed5"/>
                    <p:cNvSpPr/>
                    <p:nvPr/>
                  </p:nvSpPr>
                  <p:spPr>
                    <a:xfrm>
                      <a:off x="9027339" y="3801498"/>
                      <a:ext cx="305523" cy="180342"/>
                    </a:xfrm>
                    <a:custGeom>
                      <a:gdLst>
                        <a:gd name="connsiteX0" fmla="*/ 199337 w 305523"/>
                        <a:gd name="connsiteY0" fmla="*/ 178618 h 180342"/>
                        <a:gd name="connsiteX1" fmla="*/ 265441 w 305523"/>
                        <a:gd name="connsiteY1" fmla="*/ 175760 h 180342"/>
                        <a:gd name="connsiteX2" fmla="*/ 305255 w 305523"/>
                        <a:gd name="connsiteY2" fmla="*/ 136993 h 180342"/>
                        <a:gd name="connsiteX3" fmla="*/ 277823 w 305523"/>
                        <a:gd name="connsiteY3" fmla="*/ 84797 h 180342"/>
                        <a:gd name="connsiteX4" fmla="*/ 218102 w 305523"/>
                        <a:gd name="connsiteY4" fmla="*/ 53078 h 180342"/>
                        <a:gd name="connsiteX5" fmla="*/ 76941 w 305523"/>
                        <a:gd name="connsiteY5" fmla="*/ 2310 h 180342"/>
                        <a:gd name="connsiteX6" fmla="*/ 3123 w 305523"/>
                        <a:gd name="connsiteY6" fmla="*/ 54316 h 180342"/>
                        <a:gd name="connsiteX7" fmla="*/ 21791 w 305523"/>
                        <a:gd name="connsiteY7" fmla="*/ 126516 h 180342"/>
                        <a:gd name="connsiteX8" fmla="*/ 53414 w 305523"/>
                        <a:gd name="connsiteY8" fmla="*/ 143185 h 180342"/>
                        <a:gd name="connsiteX9" fmla="*/ 199337 w 305523"/>
                        <a:gd name="connsiteY9" fmla="*/ 178618 h 180342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05523" h="180342">
                          <a:moveTo>
                            <a:pt x="199337" y="178618"/>
                          </a:moveTo>
                          <a:cubicBezTo>
                            <a:pt x="221912" y="180904"/>
                            <a:pt x="245153" y="181761"/>
                            <a:pt x="265441" y="175760"/>
                          </a:cubicBezTo>
                          <a:cubicBezTo>
                            <a:pt x="285825" y="169759"/>
                            <a:pt x="302969" y="155758"/>
                            <a:pt x="305255" y="136993"/>
                          </a:cubicBezTo>
                          <a:cubicBezTo>
                            <a:pt x="307541" y="118515"/>
                            <a:pt x="294968" y="98798"/>
                            <a:pt x="277823" y="84797"/>
                          </a:cubicBezTo>
                          <a:cubicBezTo>
                            <a:pt x="260583" y="70795"/>
                            <a:pt x="239247" y="61651"/>
                            <a:pt x="218102" y="53078"/>
                          </a:cubicBezTo>
                          <a:cubicBezTo>
                            <a:pt x="172287" y="34505"/>
                            <a:pt x="124662" y="15359"/>
                            <a:pt x="76941" y="2310"/>
                          </a:cubicBezTo>
                          <a:cubicBezTo>
                            <a:pt x="34936" y="-9120"/>
                            <a:pt x="11123" y="24027"/>
                            <a:pt x="3123" y="54316"/>
                          </a:cubicBezTo>
                          <a:cubicBezTo>
                            <a:pt x="-3260" y="78224"/>
                            <a:pt x="-1164" y="107752"/>
                            <a:pt x="21791" y="126516"/>
                          </a:cubicBezTo>
                          <a:cubicBezTo>
                            <a:pt x="30840" y="133946"/>
                            <a:pt x="42175" y="138803"/>
                            <a:pt x="53414" y="143185"/>
                          </a:cubicBezTo>
                          <a:cubicBezTo>
                            <a:pt x="100373" y="161568"/>
                            <a:pt x="149903" y="173569"/>
                            <a:pt x="199337" y="178618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sp>
            <p:nvSpPr>
              <p:cNvPr id="31" name="" descr="2fa54517-a636-4a5a-bc88-4eac1a8db043"/>
              <p:cNvSpPr/>
              <p:nvPr/>
            </p:nvSpPr>
            <p:spPr>
              <a:xfrm>
                <a:off x="8106562" y="148012"/>
                <a:ext cx="409769" cy="1223050"/>
              </a:xfrm>
              <a:custGeom>
                <a:gdLst>
                  <a:gd name="connsiteX0" fmla="*/ 249555 w 249555"/>
                  <a:gd name="connsiteY0" fmla="*/ 124777 h 744854"/>
                  <a:gd name="connsiteX1" fmla="*/ 124778 w 249555"/>
                  <a:gd name="connsiteY1" fmla="*/ 0 h 744854"/>
                  <a:gd name="connsiteX2" fmla="*/ 0 w 249555"/>
                  <a:gd name="connsiteY2" fmla="*/ 124777 h 744854"/>
                  <a:gd name="connsiteX3" fmla="*/ 109919 w 249555"/>
                  <a:gd name="connsiteY3" fmla="*/ 248602 h 744854"/>
                  <a:gd name="connsiteX4" fmla="*/ 109919 w 249555"/>
                  <a:gd name="connsiteY4" fmla="*/ 737330 h 744854"/>
                  <a:gd name="connsiteX5" fmla="*/ 125254 w 249555"/>
                  <a:gd name="connsiteY5" fmla="*/ 744855 h 744854"/>
                  <a:gd name="connsiteX6" fmla="*/ 139732 w 249555"/>
                  <a:gd name="connsiteY6" fmla="*/ 737330 h 744854"/>
                  <a:gd name="connsiteX7" fmla="*/ 139732 w 249555"/>
                  <a:gd name="connsiteY7" fmla="*/ 248602 h 744854"/>
                  <a:gd name="connsiteX8" fmla="*/ 249555 w 249555"/>
                  <a:gd name="connsiteY8" fmla="*/ 124777 h 744854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9554" h="744854">
                    <a:moveTo>
                      <a:pt x="249555" y="124777"/>
                    </a:moveTo>
                    <a:cubicBezTo>
                      <a:pt x="249555" y="55816"/>
                      <a:pt x="193643" y="0"/>
                      <a:pt x="124778" y="0"/>
                    </a:cubicBezTo>
                    <a:cubicBezTo>
                      <a:pt x="55816" y="0"/>
                      <a:pt x="0" y="55912"/>
                      <a:pt x="0" y="124777"/>
                    </a:cubicBezTo>
                    <a:cubicBezTo>
                      <a:pt x="0" y="188690"/>
                      <a:pt x="48006" y="241268"/>
                      <a:pt x="109919" y="248602"/>
                    </a:cubicBezTo>
                    <a:lnTo>
                      <a:pt x="109919" y="737330"/>
                    </a:lnTo>
                    <a:cubicBezTo>
                      <a:pt x="109919" y="737330"/>
                      <a:pt x="112014" y="744855"/>
                      <a:pt x="125254" y="744855"/>
                    </a:cubicBezTo>
                    <a:cubicBezTo>
                      <a:pt x="138494" y="744855"/>
                      <a:pt x="139732" y="737330"/>
                      <a:pt x="139732" y="737330"/>
                    </a:cubicBezTo>
                    <a:lnTo>
                      <a:pt x="139732" y="248602"/>
                    </a:lnTo>
                    <a:cubicBezTo>
                      <a:pt x="201549" y="241268"/>
                      <a:pt x="249555" y="188690"/>
                      <a:pt x="249555" y="124777"/>
                    </a:cubicBezTo>
                    <a:close/>
                  </a:path>
                </a:pathLst>
              </a:custGeom>
              <a:gradFill>
                <a:gsLst>
                  <a:gs pos="0">
                    <a:srgbClr val="3ED63E"/>
                  </a:gs>
                  <a:gs pos="50000">
                    <a:srgbClr val="38AF38"/>
                  </a:gs>
                  <a:gs pos="100000">
                    <a:srgbClr val="328932"/>
                  </a:gs>
                </a:gsLst>
                <a:lin ang="4686678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32" name="" descr="e677491d-9162-4f1d-bfb6-b03566ac5e97"/>
              <p:cNvGrpSpPr/>
              <p:nvPr/>
            </p:nvGrpSpPr>
            <p:grpSpPr>
              <a:xfrm>
                <a:off x="7227749" y="4342899"/>
                <a:ext cx="1657845" cy="1147874"/>
                <a:chOff x="6562725" y="3848523"/>
                <a:chExt cx="1009650" cy="699071"/>
              </a:xfrm>
            </p:grpSpPr>
            <p:sp>
              <p:nvSpPr>
                <p:cNvPr id="33" name="" descr="45cd7f66-b04a-4470-b777-dff8f76d7cb9"/>
                <p:cNvSpPr/>
                <p:nvPr/>
              </p:nvSpPr>
              <p:spPr>
                <a:xfrm rot="-4769072">
                  <a:off x="6785787" y="3872020"/>
                  <a:ext cx="589975" cy="652077"/>
                </a:xfrm>
                <a:custGeom>
                  <a:gdLst>
                    <a:gd name="connsiteX0" fmla="*/ 589975 w 589975"/>
                    <a:gd name="connsiteY0" fmla="*/ 326039 h 652077"/>
                    <a:gd name="connsiteX1" fmla="*/ 294988 w 589975"/>
                    <a:gd name="connsiteY1" fmla="*/ 652078 h 652077"/>
                    <a:gd name="connsiteX2" fmla="*/ 0 w 589975"/>
                    <a:gd name="connsiteY2" fmla="*/ 326039 h 652077"/>
                    <a:gd name="connsiteX3" fmla="*/ 294988 w 589975"/>
                    <a:gd name="connsiteY3" fmla="*/ 0 h 652077"/>
                    <a:gd name="connsiteX4" fmla="*/ 589975 w 589975"/>
                    <a:gd name="connsiteY4" fmla="*/ 326039 h 652077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9975" h="652077">
                      <a:moveTo>
                        <a:pt x="589975" y="326039"/>
                      </a:moveTo>
                      <a:cubicBezTo>
                        <a:pt x="589975" y="506105"/>
                        <a:pt x="457905" y="652078"/>
                        <a:pt x="294988" y="652078"/>
                      </a:cubicBezTo>
                      <a:cubicBezTo>
                        <a:pt x="132071" y="652078"/>
                        <a:pt x="0" y="506105"/>
                        <a:pt x="0" y="326039"/>
                      </a:cubicBezTo>
                      <a:cubicBezTo>
                        <a:pt x="0" y="145973"/>
                        <a:pt x="132071" y="0"/>
                        <a:pt x="294988" y="0"/>
                      </a:cubicBezTo>
                      <a:cubicBezTo>
                        <a:pt x="457905" y="0"/>
                        <a:pt x="589975" y="145972"/>
                        <a:pt x="589975" y="326039"/>
                      </a:cubicBezTo>
                      <a:close/>
                    </a:path>
                  </a:pathLst>
                </a:custGeom>
                <a:solidFill>
                  <a:srgbClr val="28422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34" name="" descr="96a1e854-65a5-40ae-8051-d39627922168"/>
                <p:cNvGrpSpPr/>
                <p:nvPr/>
              </p:nvGrpSpPr>
              <p:grpSpPr>
                <a:xfrm>
                  <a:off x="6562725" y="3971925"/>
                  <a:ext cx="1009650" cy="438150"/>
                  <a:chOff x="6562725" y="3971925"/>
                  <a:chExt cx="1009650" cy="438150"/>
                </a:xfrm>
                <a:solidFill>
                  <a:srgbClr val="4BF94B"/>
                </a:solidFill>
              </p:grpSpPr>
              <p:pic>
                <p:nvPicPr>
                  <p:cNvPr id="35" name="" descr="75029637-82c9-49b8-b6ff-09016ded7cef"/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562725" y="3971925"/>
                    <a:ext cx="1009650" cy="438150"/>
                  </a:xfrm>
                  <a:custGeom>
                    <a:gdLst>
                      <a:gd name="connsiteX0" fmla="*/ 424 w 1009650"/>
                      <a:gd name="connsiteY0" fmla="*/ 317 h 438150"/>
                      <a:gd name="connsiteX1" fmla="*/ 1010074 w 1009650"/>
                      <a:gd name="connsiteY1" fmla="*/ 317 h 438150"/>
                      <a:gd name="connsiteX2" fmla="*/ 1010074 w 1009650"/>
                      <a:gd name="connsiteY2" fmla="*/ 438467 h 438150"/>
                      <a:gd name="connsiteX3" fmla="*/ 424 w 1009650"/>
                      <a:gd name="connsiteY3" fmla="*/ 438467 h 43815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09650" h="438150">
                        <a:moveTo>
                          <a:pt x="424" y="317"/>
                        </a:moveTo>
                        <a:lnTo>
                          <a:pt x="1010074" y="317"/>
                        </a:lnTo>
                        <a:lnTo>
                          <a:pt x="1010074" y="438467"/>
                        </a:lnTo>
                        <a:lnTo>
                          <a:pt x="424" y="438467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36" name="" descr="9b2e17f6-5533-443d-b78d-27bbb31a8c3d"/>
                  <p:cNvSpPr/>
                  <p:nvPr/>
                </p:nvSpPr>
                <p:spPr>
                  <a:xfrm>
                    <a:off x="6707219" y="4116705"/>
                    <a:ext cx="720566" cy="149637"/>
                  </a:xfrm>
                  <a:custGeom>
                    <a:gdLst>
                      <a:gd name="connsiteX0" fmla="*/ 719899 w 720566"/>
                      <a:gd name="connsiteY0" fmla="*/ 149638 h 149637"/>
                      <a:gd name="connsiteX1" fmla="*/ 599884 w 720566"/>
                      <a:gd name="connsiteY1" fmla="*/ 140494 h 149637"/>
                      <a:gd name="connsiteX2" fmla="*/ 582263 w 720566"/>
                      <a:gd name="connsiteY2" fmla="*/ 36862 h 149637"/>
                      <a:gd name="connsiteX3" fmla="*/ 542544 w 720566"/>
                      <a:gd name="connsiteY3" fmla="*/ 144685 h 149637"/>
                      <a:gd name="connsiteX4" fmla="*/ 350806 w 720566"/>
                      <a:gd name="connsiteY4" fmla="*/ 132493 h 149637"/>
                      <a:gd name="connsiteX5" fmla="*/ 332613 w 720566"/>
                      <a:gd name="connsiteY5" fmla="*/ 35623 h 149637"/>
                      <a:gd name="connsiteX6" fmla="*/ 279273 w 720566"/>
                      <a:gd name="connsiteY6" fmla="*/ 141732 h 149637"/>
                      <a:gd name="connsiteX7" fmla="*/ 244792 w 720566"/>
                      <a:gd name="connsiteY7" fmla="*/ 24098 h 149637"/>
                      <a:gd name="connsiteX8" fmla="*/ 174593 w 720566"/>
                      <a:gd name="connsiteY8" fmla="*/ 129064 h 149637"/>
                      <a:gd name="connsiteX9" fmla="*/ 171736 w 720566"/>
                      <a:gd name="connsiteY9" fmla="*/ 128778 h 149637"/>
                      <a:gd name="connsiteX10" fmla="*/ 0 w 720566"/>
                      <a:gd name="connsiteY10" fmla="*/ 111919 h 149637"/>
                      <a:gd name="connsiteX11" fmla="*/ 1143 w 720566"/>
                      <a:gd name="connsiteY11" fmla="*/ 102489 h 149637"/>
                      <a:gd name="connsiteX12" fmla="*/ 169735 w 720566"/>
                      <a:gd name="connsiteY12" fmla="*/ 119063 h 149637"/>
                      <a:gd name="connsiteX13" fmla="*/ 248126 w 720566"/>
                      <a:gd name="connsiteY13" fmla="*/ 1905 h 149637"/>
                      <a:gd name="connsiteX14" fmla="*/ 281559 w 720566"/>
                      <a:gd name="connsiteY14" fmla="*/ 115824 h 149637"/>
                      <a:gd name="connsiteX15" fmla="*/ 336709 w 720566"/>
                      <a:gd name="connsiteY15" fmla="*/ 6096 h 149637"/>
                      <a:gd name="connsiteX16" fmla="*/ 358711 w 720566"/>
                      <a:gd name="connsiteY16" fmla="*/ 123444 h 149637"/>
                      <a:gd name="connsiteX17" fmla="*/ 535972 w 720566"/>
                      <a:gd name="connsiteY17" fmla="*/ 134683 h 149637"/>
                      <a:gd name="connsiteX18" fmla="*/ 585597 w 720566"/>
                      <a:gd name="connsiteY18" fmla="*/ 0 h 149637"/>
                      <a:gd name="connsiteX19" fmla="*/ 607981 w 720566"/>
                      <a:gd name="connsiteY19" fmla="*/ 131445 h 149637"/>
                      <a:gd name="connsiteX20" fmla="*/ 720566 w 720566"/>
                      <a:gd name="connsiteY20" fmla="*/ 140017 h 149637"/>
                      <a:gd name="connsiteX21" fmla="*/ 719899 w 720566"/>
                      <a:gd name="connsiteY21" fmla="*/ 149638 h 149637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720566" h="149637">
                        <a:moveTo>
                          <a:pt x="719899" y="149638"/>
                        </a:moveTo>
                        <a:lnTo>
                          <a:pt x="599884" y="140494"/>
                        </a:lnTo>
                        <a:lnTo>
                          <a:pt x="582263" y="36862"/>
                        </a:lnTo>
                        <a:lnTo>
                          <a:pt x="542544" y="144685"/>
                        </a:lnTo>
                        <a:lnTo>
                          <a:pt x="350806" y="132493"/>
                        </a:lnTo>
                        <a:lnTo>
                          <a:pt x="332613" y="35623"/>
                        </a:lnTo>
                        <a:lnTo>
                          <a:pt x="279273" y="141732"/>
                        </a:lnTo>
                        <a:lnTo>
                          <a:pt x="244792" y="24098"/>
                        </a:lnTo>
                        <a:lnTo>
                          <a:pt x="174593" y="129064"/>
                        </a:lnTo>
                        <a:lnTo>
                          <a:pt x="171736" y="128778"/>
                        </a:lnTo>
                        <a:cubicBezTo>
                          <a:pt x="170497" y="128683"/>
                          <a:pt x="50673" y="117919"/>
                          <a:pt x="0" y="111919"/>
                        </a:cubicBezTo>
                        <a:lnTo>
                          <a:pt x="1143" y="102489"/>
                        </a:lnTo>
                        <a:cubicBezTo>
                          <a:pt x="47339" y="108013"/>
                          <a:pt x="151352" y="117443"/>
                          <a:pt x="169735" y="119063"/>
                        </a:cubicBezTo>
                        <a:lnTo>
                          <a:pt x="248126" y="1905"/>
                        </a:lnTo>
                        <a:lnTo>
                          <a:pt x="281559" y="115824"/>
                        </a:lnTo>
                        <a:lnTo>
                          <a:pt x="336709" y="6096"/>
                        </a:lnTo>
                        <a:lnTo>
                          <a:pt x="358711" y="123444"/>
                        </a:lnTo>
                        <a:lnTo>
                          <a:pt x="535972" y="134683"/>
                        </a:lnTo>
                        <a:lnTo>
                          <a:pt x="585597" y="0"/>
                        </a:lnTo>
                        <a:lnTo>
                          <a:pt x="607981" y="131445"/>
                        </a:lnTo>
                        <a:lnTo>
                          <a:pt x="720566" y="140017"/>
                        </a:lnTo>
                        <a:lnTo>
                          <a:pt x="719899" y="149638"/>
                        </a:lnTo>
                        <a:close/>
                      </a:path>
                    </a:pathLst>
                  </a:custGeom>
                  <a:solidFill>
                    <a:srgbClr val="4BF94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5" name="" descr="c6f23f2c-a8b3-4b8f-beb2-a6eb7b4d29f5"/>
          <p:cNvSpPr>
            <a:spLocks noGrp="1"/>
          </p:cNvSpPr>
          <p:nvPr>
            <p:ph type="title" hasCustomPrompt="1"/>
          </p:nvPr>
        </p:nvSpPr>
        <p:spPr>
          <a:xfrm flipV="false" flipH="false">
            <a:off x="5215827" y="1633272"/>
            <a:ext cx="6233296" cy="19337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4400"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25" name="" descr="7f5b0d06-0214-4fd4-b19d-b8c77427cc43"/>
          <p:cNvSpPr>
            <a:spLocks noGrp="1"/>
          </p:cNvSpPr>
          <p:nvPr>
            <p:ph type="body" sz="quarter" idx="1" hasCustomPrompt="1"/>
          </p:nvPr>
        </p:nvSpPr>
        <p:spPr>
          <a:xfrm flipV="false" flipH="false">
            <a:off x="5215827" y="3935466"/>
            <a:ext cx="6233296" cy="113752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</p:txBody>
      </p:sp>
      <p:sp>
        <p:nvSpPr>
          <p:cNvPr id="4" name="" descr="d09225ef-3c48-40ed-8bea-99582e65ee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2024/4/9</a:t>
            </a:fld>
            <a:endParaRPr lang="en-US" altLang="zh-CN"/>
          </a:p>
        </p:txBody>
      </p:sp>
      <p:sp>
        <p:nvSpPr>
          <p:cNvPr id="6" name="" descr="f6b0a670-6263-4cca-880d-a021310a719c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iSlide</a:t>
            </a:r>
            <a:endParaRPr lang="zh-CN" altLang="en-US"/>
          </a:p>
        </p:txBody>
      </p:sp>
      <p:sp>
        <p:nvSpPr>
          <p:cNvPr id="8" name="" descr="0031c065-8e9d-4d3c-ad39-f8986d1d59ad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438c02dd-0f22-465b-af2a-ce958c13a99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" descr="3c9baf32-cf6e-47be-af0c-8182ba26f1f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" descr="4ce94275-8e79-4e25-9aec-463f5842165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" descr="852dd9eb-3128-4317-9ce0-40c1f48e9f5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abe98d85-2c7e-4dd0-8bb6-fcfee6986fd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" descr="390c6fc1-6873-4a5d-9b76-cb98b3f012a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" descr="cb4af414-14c7-47cd-a7af-60e802b0fdb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0" name="" descr="8aa5d3e8-a860-4dbb-bbd9-caa4917bb1d8"/>
          <p:cNvGrpSpPr/>
          <p:nvPr/>
        </p:nvGrpSpPr>
        <p:grpSpPr>
          <a:xfrm>
            <a:off x="0" y="-99566"/>
            <a:ext cx="12192000" cy="6957566"/>
            <a:chOff x="0" y="-99566"/>
            <a:chExt cx="12192000" cy="6957566"/>
          </a:xfrm>
        </p:grpSpPr>
        <p:grpSp>
          <p:nvGrpSpPr>
            <p:cNvPr id="81" name="" descr="83287efa-ae07-4c6b-a5f4-99e77f214a1b"/>
            <p:cNvGrpSpPr/>
            <p:nvPr/>
          </p:nvGrpSpPr>
          <p:grpSpPr>
            <a:xfrm>
              <a:off x="0" y="-99566"/>
              <a:ext cx="12192000" cy="6957566"/>
              <a:chOff x="0" y="-266699"/>
              <a:chExt cx="12192000" cy="6957566"/>
            </a:xfrm>
          </p:grpSpPr>
          <p:sp>
            <p:nvSpPr>
              <p:cNvPr id="126" name="" descr="64f1e176-adec-4f42-b0c6-a7754609b589"/>
              <p:cNvSpPr/>
              <p:nvPr/>
            </p:nvSpPr>
            <p:spPr>
              <a:xfrm>
                <a:off x="0" y="3098779"/>
                <a:ext cx="12192000" cy="3592088"/>
              </a:xfrm>
              <a:custGeom>
                <a:gdLst>
                  <a:gd name="connsiteX0" fmla="*/ 4528852 w 7143750"/>
                  <a:gd name="connsiteY0" fmla="*/ 1132904 h 2104739"/>
                  <a:gd name="connsiteX1" fmla="*/ 2820543 w 7143750"/>
                  <a:gd name="connsiteY1" fmla="*/ 1689068 h 2104739"/>
                  <a:gd name="connsiteX2" fmla="*/ 0 w 7143750"/>
                  <a:gd name="connsiteY2" fmla="*/ 1476185 h 2104739"/>
                  <a:gd name="connsiteX3" fmla="*/ 0 w 7143750"/>
                  <a:gd name="connsiteY3" fmla="*/ 2104739 h 2104739"/>
                  <a:gd name="connsiteX4" fmla="*/ 7143750 w 7143750"/>
                  <a:gd name="connsiteY4" fmla="*/ 2104739 h 2104739"/>
                  <a:gd name="connsiteX5" fmla="*/ 7143750 w 7143750"/>
                  <a:gd name="connsiteY5" fmla="*/ 0 h 2104739"/>
                  <a:gd name="connsiteX6" fmla="*/ 6128195 w 7143750"/>
                  <a:gd name="connsiteY6" fmla="*/ 285941 h 2104739"/>
                  <a:gd name="connsiteX7" fmla="*/ 4528852 w 7143750"/>
                  <a:gd name="connsiteY7" fmla="*/ 1132904 h 2104739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43750" h="2104739">
                    <a:moveTo>
                      <a:pt x="4528852" y="1132904"/>
                    </a:moveTo>
                    <a:cubicBezTo>
                      <a:pt x="3995166" y="1414748"/>
                      <a:pt x="3423095" y="1653826"/>
                      <a:pt x="2820543" y="1689068"/>
                    </a:cubicBezTo>
                    <a:cubicBezTo>
                      <a:pt x="1874806" y="1744313"/>
                      <a:pt x="923354" y="1294924"/>
                      <a:pt x="0" y="1476185"/>
                    </a:cubicBezTo>
                    <a:lnTo>
                      <a:pt x="0" y="2104739"/>
                    </a:lnTo>
                    <a:lnTo>
                      <a:pt x="7143750" y="2104739"/>
                    </a:lnTo>
                    <a:lnTo>
                      <a:pt x="7143750" y="0"/>
                    </a:lnTo>
                    <a:cubicBezTo>
                      <a:pt x="6795612" y="42005"/>
                      <a:pt x="6451569" y="147923"/>
                      <a:pt x="6128195" y="285941"/>
                    </a:cubicBezTo>
                    <a:cubicBezTo>
                      <a:pt x="5572983" y="522732"/>
                      <a:pt x="5062538" y="851059"/>
                      <a:pt x="4528852" y="113290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7" name="" descr="770e0084-81e8-437f-9c3c-889f4b55d72d"/>
              <p:cNvSpPr/>
              <p:nvPr/>
            </p:nvSpPr>
            <p:spPr>
              <a:xfrm>
                <a:off x="10014051" y="848654"/>
                <a:ext cx="2053234" cy="2053072"/>
              </a:xfrm>
              <a:custGeom>
                <a:gdLst>
                  <a:gd name="connsiteX0" fmla="*/ 1151650 w 1203067"/>
                  <a:gd name="connsiteY0" fmla="*/ 404319 h 1202972"/>
                  <a:gd name="connsiteX1" fmla="*/ 1034588 w 1203067"/>
                  <a:gd name="connsiteY1" fmla="*/ 410415 h 1202972"/>
                  <a:gd name="connsiteX2" fmla="*/ 974771 w 1203067"/>
                  <a:gd name="connsiteY2" fmla="*/ 309926 h 1202972"/>
                  <a:gd name="connsiteX3" fmla="*/ 1035255 w 1203067"/>
                  <a:gd name="connsiteY3" fmla="*/ 209818 h 1202972"/>
                  <a:gd name="connsiteX4" fmla="*/ 1029254 w 1203067"/>
                  <a:gd name="connsiteY4" fmla="*/ 178767 h 1202972"/>
                  <a:gd name="connsiteX5" fmla="*/ 889332 w 1203067"/>
                  <a:gd name="connsiteY5" fmla="*/ 73515 h 1202972"/>
                  <a:gd name="connsiteX6" fmla="*/ 857804 w 1203067"/>
                  <a:gd name="connsiteY6" fmla="*/ 76373 h 1202972"/>
                  <a:gd name="connsiteX7" fmla="*/ 779413 w 1203067"/>
                  <a:gd name="connsiteY7" fmla="*/ 161241 h 1202972"/>
                  <a:gd name="connsiteX8" fmla="*/ 652826 w 1203067"/>
                  <a:gd name="connsiteY8" fmla="*/ 128665 h 1202972"/>
                  <a:gd name="connsiteX9" fmla="*/ 623965 w 1203067"/>
                  <a:gd name="connsiteY9" fmla="*/ 17699 h 1202972"/>
                  <a:gd name="connsiteX10" fmla="*/ 597486 w 1203067"/>
                  <a:gd name="connsiteY10" fmla="*/ 268 h 1202972"/>
                  <a:gd name="connsiteX11" fmla="*/ 424417 w 1203067"/>
                  <a:gd name="connsiteY11" fmla="*/ 26938 h 1202972"/>
                  <a:gd name="connsiteX12" fmla="*/ 404414 w 1203067"/>
                  <a:gd name="connsiteY12" fmla="*/ 51513 h 1202972"/>
                  <a:gd name="connsiteX13" fmla="*/ 410224 w 1203067"/>
                  <a:gd name="connsiteY13" fmla="*/ 164003 h 1202972"/>
                  <a:gd name="connsiteX14" fmla="*/ 305640 w 1203067"/>
                  <a:gd name="connsiteY14" fmla="*/ 225820 h 1202972"/>
                  <a:gd name="connsiteX15" fmla="*/ 209913 w 1203067"/>
                  <a:gd name="connsiteY15" fmla="*/ 167908 h 1202972"/>
                  <a:gd name="connsiteX16" fmla="*/ 178862 w 1203067"/>
                  <a:gd name="connsiteY16" fmla="*/ 173909 h 1202972"/>
                  <a:gd name="connsiteX17" fmla="*/ 73611 w 1203067"/>
                  <a:gd name="connsiteY17" fmla="*/ 313831 h 1202972"/>
                  <a:gd name="connsiteX18" fmla="*/ 76468 w 1203067"/>
                  <a:gd name="connsiteY18" fmla="*/ 345359 h 1202972"/>
                  <a:gd name="connsiteX19" fmla="*/ 157526 w 1203067"/>
                  <a:gd name="connsiteY19" fmla="*/ 420321 h 1202972"/>
                  <a:gd name="connsiteX20" fmla="*/ 124188 w 1203067"/>
                  <a:gd name="connsiteY20" fmla="*/ 551575 h 1202972"/>
                  <a:gd name="connsiteX21" fmla="*/ 17699 w 1203067"/>
                  <a:gd name="connsiteY21" fmla="*/ 579293 h 1202972"/>
                  <a:gd name="connsiteX22" fmla="*/ 268 w 1203067"/>
                  <a:gd name="connsiteY22" fmla="*/ 605772 h 1202972"/>
                  <a:gd name="connsiteX23" fmla="*/ 26938 w 1203067"/>
                  <a:gd name="connsiteY23" fmla="*/ 778746 h 1202972"/>
                  <a:gd name="connsiteX24" fmla="*/ 51513 w 1203067"/>
                  <a:gd name="connsiteY24" fmla="*/ 798749 h 1202972"/>
                  <a:gd name="connsiteX25" fmla="*/ 161431 w 1203067"/>
                  <a:gd name="connsiteY25" fmla="*/ 793034 h 1202972"/>
                  <a:gd name="connsiteX26" fmla="*/ 225153 w 1203067"/>
                  <a:gd name="connsiteY26" fmla="*/ 898571 h 1202972"/>
                  <a:gd name="connsiteX27" fmla="*/ 168003 w 1203067"/>
                  <a:gd name="connsiteY27" fmla="*/ 993154 h 1202972"/>
                  <a:gd name="connsiteX28" fmla="*/ 174004 w 1203067"/>
                  <a:gd name="connsiteY28" fmla="*/ 1024206 h 1202972"/>
                  <a:gd name="connsiteX29" fmla="*/ 314117 w 1203067"/>
                  <a:gd name="connsiteY29" fmla="*/ 1129457 h 1202972"/>
                  <a:gd name="connsiteX30" fmla="*/ 345645 w 1203067"/>
                  <a:gd name="connsiteY30" fmla="*/ 1126599 h 1202972"/>
                  <a:gd name="connsiteX31" fmla="*/ 421559 w 1203067"/>
                  <a:gd name="connsiteY31" fmla="*/ 1044494 h 1202972"/>
                  <a:gd name="connsiteX32" fmla="*/ 551194 w 1203067"/>
                  <a:gd name="connsiteY32" fmla="*/ 1076307 h 1202972"/>
                  <a:gd name="connsiteX33" fmla="*/ 579579 w 1203067"/>
                  <a:gd name="connsiteY33" fmla="*/ 1185273 h 1202972"/>
                  <a:gd name="connsiteX34" fmla="*/ 606058 w 1203067"/>
                  <a:gd name="connsiteY34" fmla="*/ 1202704 h 1202972"/>
                  <a:gd name="connsiteX35" fmla="*/ 779032 w 1203067"/>
                  <a:gd name="connsiteY35" fmla="*/ 1176034 h 1202972"/>
                  <a:gd name="connsiteX36" fmla="*/ 799034 w 1203067"/>
                  <a:gd name="connsiteY36" fmla="*/ 1151460 h 1202972"/>
                  <a:gd name="connsiteX37" fmla="*/ 793034 w 1203067"/>
                  <a:gd name="connsiteY37" fmla="*/ 1036969 h 1202972"/>
                  <a:gd name="connsiteX38" fmla="*/ 894475 w 1203067"/>
                  <a:gd name="connsiteY38" fmla="*/ 975247 h 1202972"/>
                  <a:gd name="connsiteX39" fmla="*/ 993345 w 1203067"/>
                  <a:gd name="connsiteY39" fmla="*/ 1035064 h 1202972"/>
                  <a:gd name="connsiteX40" fmla="*/ 1024396 w 1203067"/>
                  <a:gd name="connsiteY40" fmla="*/ 1029063 h 1202972"/>
                  <a:gd name="connsiteX41" fmla="*/ 1129647 w 1203067"/>
                  <a:gd name="connsiteY41" fmla="*/ 889141 h 1202972"/>
                  <a:gd name="connsiteX42" fmla="*/ 1126790 w 1203067"/>
                  <a:gd name="connsiteY42" fmla="*/ 857613 h 1202972"/>
                  <a:gd name="connsiteX43" fmla="*/ 1040874 w 1203067"/>
                  <a:gd name="connsiteY43" fmla="*/ 778270 h 1202972"/>
                  <a:gd name="connsiteX44" fmla="*/ 1071926 w 1203067"/>
                  <a:gd name="connsiteY44" fmla="*/ 653207 h 1202972"/>
                  <a:gd name="connsiteX45" fmla="*/ 1185368 w 1203067"/>
                  <a:gd name="connsiteY45" fmla="*/ 623679 h 1202972"/>
                  <a:gd name="connsiteX46" fmla="*/ 1202799 w 1203067"/>
                  <a:gd name="connsiteY46" fmla="*/ 597200 h 1202972"/>
                  <a:gd name="connsiteX47" fmla="*/ 1176129 w 1203067"/>
                  <a:gd name="connsiteY47" fmla="*/ 424226 h 1202972"/>
                  <a:gd name="connsiteX48" fmla="*/ 1151650 w 1203067"/>
                  <a:gd name="connsiteY48" fmla="*/ 404319 h 1202972"/>
                  <a:gd name="connsiteX49" fmla="*/ 629966 w 1203067"/>
                  <a:gd name="connsiteY49" fmla="*/ 807226 h 1202972"/>
                  <a:gd name="connsiteX50" fmla="*/ 393174 w 1203067"/>
                  <a:gd name="connsiteY50" fmla="*/ 633776 h 1202972"/>
                  <a:gd name="connsiteX51" fmla="*/ 566625 w 1203067"/>
                  <a:gd name="connsiteY51" fmla="*/ 396984 h 1202972"/>
                  <a:gd name="connsiteX52" fmla="*/ 803416 w 1203067"/>
                  <a:gd name="connsiteY52" fmla="*/ 570435 h 1202972"/>
                  <a:gd name="connsiteX53" fmla="*/ 629966 w 1203067"/>
                  <a:gd name="connsiteY53" fmla="*/ 807226 h 1202972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203067" h="1202972">
                    <a:moveTo>
                      <a:pt x="1151650" y="404319"/>
                    </a:moveTo>
                    <a:lnTo>
                      <a:pt x="1034588" y="410415"/>
                    </a:lnTo>
                    <a:cubicBezTo>
                      <a:pt x="1018681" y="374124"/>
                      <a:pt x="998488" y="340501"/>
                      <a:pt x="974771" y="309926"/>
                    </a:cubicBezTo>
                    <a:lnTo>
                      <a:pt x="1035255" y="209818"/>
                    </a:lnTo>
                    <a:cubicBezTo>
                      <a:pt x="1041541" y="199436"/>
                      <a:pt x="1038969" y="186006"/>
                      <a:pt x="1029254" y="178767"/>
                    </a:cubicBezTo>
                    <a:lnTo>
                      <a:pt x="889332" y="73515"/>
                    </a:lnTo>
                    <a:cubicBezTo>
                      <a:pt x="879616" y="66276"/>
                      <a:pt x="865995" y="67419"/>
                      <a:pt x="857804" y="76373"/>
                    </a:cubicBezTo>
                    <a:lnTo>
                      <a:pt x="779413" y="161241"/>
                    </a:lnTo>
                    <a:cubicBezTo>
                      <a:pt x="739408" y="144762"/>
                      <a:pt x="696831" y="133713"/>
                      <a:pt x="652826" y="128665"/>
                    </a:cubicBezTo>
                    <a:lnTo>
                      <a:pt x="623965" y="17699"/>
                    </a:lnTo>
                    <a:cubicBezTo>
                      <a:pt x="620917" y="5983"/>
                      <a:pt x="609487" y="-1542"/>
                      <a:pt x="597486" y="268"/>
                    </a:cubicBezTo>
                    <a:lnTo>
                      <a:pt x="424417" y="26938"/>
                    </a:lnTo>
                    <a:cubicBezTo>
                      <a:pt x="412415" y="28748"/>
                      <a:pt x="403842" y="39416"/>
                      <a:pt x="404414" y="51513"/>
                    </a:cubicBezTo>
                    <a:lnTo>
                      <a:pt x="410224" y="164003"/>
                    </a:lnTo>
                    <a:cubicBezTo>
                      <a:pt x="372410" y="180195"/>
                      <a:pt x="337358" y="201150"/>
                      <a:pt x="305640" y="225820"/>
                    </a:cubicBezTo>
                    <a:lnTo>
                      <a:pt x="209913" y="167908"/>
                    </a:lnTo>
                    <a:cubicBezTo>
                      <a:pt x="199531" y="161622"/>
                      <a:pt x="186101" y="164193"/>
                      <a:pt x="178862" y="173909"/>
                    </a:cubicBezTo>
                    <a:lnTo>
                      <a:pt x="73611" y="313831"/>
                    </a:lnTo>
                    <a:cubicBezTo>
                      <a:pt x="66372" y="323547"/>
                      <a:pt x="67515" y="337167"/>
                      <a:pt x="76468" y="345359"/>
                    </a:cubicBezTo>
                    <a:lnTo>
                      <a:pt x="157526" y="420321"/>
                    </a:lnTo>
                    <a:cubicBezTo>
                      <a:pt x="140381" y="461754"/>
                      <a:pt x="129046" y="505855"/>
                      <a:pt x="124188" y="551575"/>
                    </a:cubicBezTo>
                    <a:lnTo>
                      <a:pt x="17699" y="579293"/>
                    </a:lnTo>
                    <a:cubicBezTo>
                      <a:pt x="5983" y="582341"/>
                      <a:pt x="-1542" y="593771"/>
                      <a:pt x="268" y="605772"/>
                    </a:cubicBezTo>
                    <a:lnTo>
                      <a:pt x="26938" y="778746"/>
                    </a:lnTo>
                    <a:cubicBezTo>
                      <a:pt x="28748" y="790748"/>
                      <a:pt x="39416" y="799320"/>
                      <a:pt x="51513" y="798749"/>
                    </a:cubicBezTo>
                    <a:lnTo>
                      <a:pt x="161431" y="793034"/>
                    </a:lnTo>
                    <a:cubicBezTo>
                      <a:pt x="178195" y="831324"/>
                      <a:pt x="199722" y="866662"/>
                      <a:pt x="225153" y="898571"/>
                    </a:cubicBezTo>
                    <a:lnTo>
                      <a:pt x="168003" y="993154"/>
                    </a:lnTo>
                    <a:cubicBezTo>
                      <a:pt x="161717" y="1003536"/>
                      <a:pt x="164289" y="1016967"/>
                      <a:pt x="174004" y="1024206"/>
                    </a:cubicBezTo>
                    <a:lnTo>
                      <a:pt x="314117" y="1129457"/>
                    </a:lnTo>
                    <a:cubicBezTo>
                      <a:pt x="323833" y="1136696"/>
                      <a:pt x="337453" y="1135553"/>
                      <a:pt x="345645" y="1126599"/>
                    </a:cubicBezTo>
                    <a:lnTo>
                      <a:pt x="421559" y="1044494"/>
                    </a:lnTo>
                    <a:cubicBezTo>
                      <a:pt x="462612" y="1060877"/>
                      <a:pt x="506141" y="1071831"/>
                      <a:pt x="551194" y="1076307"/>
                    </a:cubicBezTo>
                    <a:lnTo>
                      <a:pt x="579579" y="1185273"/>
                    </a:lnTo>
                    <a:cubicBezTo>
                      <a:pt x="582627" y="1196989"/>
                      <a:pt x="594057" y="1204514"/>
                      <a:pt x="606058" y="1202704"/>
                    </a:cubicBezTo>
                    <a:lnTo>
                      <a:pt x="779032" y="1176034"/>
                    </a:lnTo>
                    <a:cubicBezTo>
                      <a:pt x="791034" y="1174224"/>
                      <a:pt x="799606" y="1163556"/>
                      <a:pt x="799034" y="1151460"/>
                    </a:cubicBezTo>
                    <a:lnTo>
                      <a:pt x="793034" y="1036969"/>
                    </a:lnTo>
                    <a:cubicBezTo>
                      <a:pt x="829705" y="1020586"/>
                      <a:pt x="863710" y="999726"/>
                      <a:pt x="894475" y="975247"/>
                    </a:cubicBezTo>
                    <a:lnTo>
                      <a:pt x="993345" y="1035064"/>
                    </a:lnTo>
                    <a:cubicBezTo>
                      <a:pt x="1003727" y="1041351"/>
                      <a:pt x="1017157" y="1038779"/>
                      <a:pt x="1024396" y="1029063"/>
                    </a:cubicBezTo>
                    <a:lnTo>
                      <a:pt x="1129647" y="889141"/>
                    </a:lnTo>
                    <a:cubicBezTo>
                      <a:pt x="1136887" y="879426"/>
                      <a:pt x="1135744" y="865805"/>
                      <a:pt x="1126790" y="857613"/>
                    </a:cubicBezTo>
                    <a:lnTo>
                      <a:pt x="1040874" y="778270"/>
                    </a:lnTo>
                    <a:cubicBezTo>
                      <a:pt x="1056686" y="738646"/>
                      <a:pt x="1067259" y="696641"/>
                      <a:pt x="1071926" y="653207"/>
                    </a:cubicBezTo>
                    <a:lnTo>
                      <a:pt x="1185368" y="623679"/>
                    </a:lnTo>
                    <a:cubicBezTo>
                      <a:pt x="1197085" y="620631"/>
                      <a:pt x="1204609" y="609201"/>
                      <a:pt x="1202799" y="597200"/>
                    </a:cubicBezTo>
                    <a:lnTo>
                      <a:pt x="1176129" y="424226"/>
                    </a:lnTo>
                    <a:cubicBezTo>
                      <a:pt x="1174415" y="412320"/>
                      <a:pt x="1163747" y="403652"/>
                      <a:pt x="1151650" y="404319"/>
                    </a:cubicBezTo>
                    <a:close/>
                    <a:moveTo>
                      <a:pt x="629966" y="807226"/>
                    </a:moveTo>
                    <a:cubicBezTo>
                      <a:pt x="516714" y="824752"/>
                      <a:pt x="410701" y="747028"/>
                      <a:pt x="393174" y="633776"/>
                    </a:cubicBezTo>
                    <a:cubicBezTo>
                      <a:pt x="375649" y="520524"/>
                      <a:pt x="453372" y="414510"/>
                      <a:pt x="566625" y="396984"/>
                    </a:cubicBezTo>
                    <a:cubicBezTo>
                      <a:pt x="679877" y="379458"/>
                      <a:pt x="785890" y="457182"/>
                      <a:pt x="803416" y="570435"/>
                    </a:cubicBezTo>
                    <a:cubicBezTo>
                      <a:pt x="820942" y="683687"/>
                      <a:pt x="743218" y="789700"/>
                      <a:pt x="629966" y="80722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28" name="" descr="1bdfebab-45ad-4894-8226-b8c141d5fca1"/>
              <p:cNvGrpSpPr/>
              <p:nvPr/>
            </p:nvGrpSpPr>
            <p:grpSpPr>
              <a:xfrm>
                <a:off x="2991104" y="-266699"/>
                <a:ext cx="7737856" cy="5380736"/>
                <a:chOff x="4276725" y="952500"/>
                <a:chExt cx="4533900" cy="3152775"/>
              </a:xfrm>
              <a:solidFill>
                <a:srgbClr val="5277FF"/>
              </a:solidFill>
            </p:grpSpPr>
            <p:pic>
              <p:nvPicPr>
                <p:cNvPr id="134" name="" descr="3710a0f1-bbf8-4aa8-810c-2e7e4ab20a91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4276725" y="952500"/>
                  <a:ext cx="4533900" cy="3152775"/>
                </a:xfrm>
                <a:custGeom>
                  <a:gdLst>
                    <a:gd name="connsiteX0" fmla="*/ 184 w 4533900"/>
                    <a:gd name="connsiteY0" fmla="*/ 0 h 3152775"/>
                    <a:gd name="connsiteX1" fmla="*/ 4534084 w 4533900"/>
                    <a:gd name="connsiteY1" fmla="*/ 0 h 3152775"/>
                    <a:gd name="connsiteX2" fmla="*/ 4534084 w 4533900"/>
                    <a:gd name="connsiteY2" fmla="*/ 3152775 h 3152775"/>
                    <a:gd name="connsiteX3" fmla="*/ 184 w 4533900"/>
                    <a:gd name="connsiteY3" fmla="*/ 3152775 h 3152775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533900" h="3152775">
                      <a:moveTo>
                        <a:pt x="184" y="0"/>
                      </a:moveTo>
                      <a:lnTo>
                        <a:pt x="4534084" y="0"/>
                      </a:lnTo>
                      <a:lnTo>
                        <a:pt x="4534084" y="3152775"/>
                      </a:lnTo>
                      <a:lnTo>
                        <a:pt x="184" y="3152775"/>
                      </a:lnTo>
                      <a:close/>
                    </a:path>
                  </a:pathLst>
                </a:custGeom>
              </p:spPr>
            </p:pic>
            <p:grpSp>
              <p:nvGrpSpPr>
                <p:cNvPr id="135" name="" descr="eb9cce98-8ebf-40e3-ba75-6e946c734f26"/>
                <p:cNvGrpSpPr/>
                <p:nvPr/>
              </p:nvGrpSpPr>
              <p:grpSpPr>
                <a:xfrm>
                  <a:off x="4427886" y="1097565"/>
                  <a:ext cx="4232338" cy="2863024"/>
                  <a:chOff x="4427886" y="1097565"/>
                  <a:chExt cx="4232338" cy="2863024"/>
                </a:xfrm>
                <a:solidFill>
                  <a:srgbClr val="5277FF"/>
                </a:solidFill>
              </p:grpSpPr>
              <p:sp>
                <p:nvSpPr>
                  <p:cNvPr id="136" name="" descr="d607babb-4697-4f97-9a83-0a80e8853f92"/>
                  <p:cNvSpPr/>
                  <p:nvPr/>
                </p:nvSpPr>
                <p:spPr>
                  <a:xfrm>
                    <a:off x="6303930" y="3892391"/>
                    <a:ext cx="68199" cy="68199"/>
                  </a:xfrm>
                  <a:custGeom>
                    <a:gdLst>
                      <a:gd name="connsiteX0" fmla="*/ 68199 w 68199"/>
                      <a:gd name="connsiteY0" fmla="*/ 34100 h 68199"/>
                      <a:gd name="connsiteX1" fmla="*/ 34100 w 68199"/>
                      <a:gd name="connsiteY1" fmla="*/ 68199 h 68199"/>
                      <a:gd name="connsiteX2" fmla="*/ 0 w 68199"/>
                      <a:gd name="connsiteY2" fmla="*/ 34100 h 68199"/>
                      <a:gd name="connsiteX3" fmla="*/ 34100 w 68199"/>
                      <a:gd name="connsiteY3" fmla="*/ 0 h 68199"/>
                      <a:gd name="connsiteX4" fmla="*/ 68199 w 68199"/>
                      <a:gd name="connsiteY4" fmla="*/ 34100 h 6819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199" h="68199">
                        <a:moveTo>
                          <a:pt x="68199" y="34100"/>
                        </a:moveTo>
                        <a:cubicBezTo>
                          <a:pt x="68199" y="52864"/>
                          <a:pt x="52959" y="68199"/>
                          <a:pt x="34100" y="68199"/>
                        </a:cubicBezTo>
                        <a:cubicBezTo>
                          <a:pt x="15335" y="68199"/>
                          <a:pt x="0" y="52959"/>
                          <a:pt x="0" y="34100"/>
                        </a:cubicBezTo>
                        <a:cubicBezTo>
                          <a:pt x="0" y="15240"/>
                          <a:pt x="15240" y="0"/>
                          <a:pt x="34100" y="0"/>
                        </a:cubicBezTo>
                        <a:cubicBezTo>
                          <a:pt x="52959" y="95"/>
                          <a:pt x="68199" y="15335"/>
                          <a:pt x="68199" y="34100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7" name="" descr="d8a8fde0-529d-4432-ae01-433829939080"/>
                  <p:cNvSpPr/>
                  <p:nvPr/>
                </p:nvSpPr>
                <p:spPr>
                  <a:xfrm>
                    <a:off x="8592026" y="3005042"/>
                    <a:ext cx="68199" cy="68198"/>
                  </a:xfrm>
                  <a:custGeom>
                    <a:gdLst>
                      <a:gd name="connsiteX0" fmla="*/ 68199 w 68199"/>
                      <a:gd name="connsiteY0" fmla="*/ 34100 h 68198"/>
                      <a:gd name="connsiteX1" fmla="*/ 34100 w 68199"/>
                      <a:gd name="connsiteY1" fmla="*/ 68199 h 68198"/>
                      <a:gd name="connsiteX2" fmla="*/ 0 w 68199"/>
                      <a:gd name="connsiteY2" fmla="*/ 34100 h 68198"/>
                      <a:gd name="connsiteX3" fmla="*/ 34100 w 68199"/>
                      <a:gd name="connsiteY3" fmla="*/ 0 h 68198"/>
                      <a:gd name="connsiteX4" fmla="*/ 68199 w 68199"/>
                      <a:gd name="connsiteY4" fmla="*/ 34100 h 6819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199" h="68198">
                        <a:moveTo>
                          <a:pt x="68199" y="34100"/>
                        </a:moveTo>
                        <a:cubicBezTo>
                          <a:pt x="68199" y="52864"/>
                          <a:pt x="52959" y="68199"/>
                          <a:pt x="34100" y="68199"/>
                        </a:cubicBezTo>
                        <a:cubicBezTo>
                          <a:pt x="15335" y="68199"/>
                          <a:pt x="0" y="52959"/>
                          <a:pt x="0" y="34100"/>
                        </a:cubicBezTo>
                        <a:cubicBezTo>
                          <a:pt x="0" y="15240"/>
                          <a:pt x="15240" y="0"/>
                          <a:pt x="34100" y="0"/>
                        </a:cubicBezTo>
                        <a:cubicBezTo>
                          <a:pt x="52864" y="0"/>
                          <a:pt x="68199" y="15240"/>
                          <a:pt x="68199" y="34100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8" name="" descr="3c9359b5-94fb-4da0-96e7-6ae5ab5859da"/>
                  <p:cNvSpPr/>
                  <p:nvPr/>
                </p:nvSpPr>
                <p:spPr>
                  <a:xfrm>
                    <a:off x="7409687" y="1097565"/>
                    <a:ext cx="68199" cy="68198"/>
                  </a:xfrm>
                  <a:custGeom>
                    <a:gdLst>
                      <a:gd name="connsiteX0" fmla="*/ 68199 w 68199"/>
                      <a:gd name="connsiteY0" fmla="*/ 34100 h 68198"/>
                      <a:gd name="connsiteX1" fmla="*/ 34100 w 68199"/>
                      <a:gd name="connsiteY1" fmla="*/ 68199 h 68198"/>
                      <a:gd name="connsiteX2" fmla="*/ 0 w 68199"/>
                      <a:gd name="connsiteY2" fmla="*/ 34100 h 68198"/>
                      <a:gd name="connsiteX3" fmla="*/ 34100 w 68199"/>
                      <a:gd name="connsiteY3" fmla="*/ 0 h 68198"/>
                      <a:gd name="connsiteX4" fmla="*/ 68199 w 68199"/>
                      <a:gd name="connsiteY4" fmla="*/ 34100 h 6819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199" h="68198">
                        <a:moveTo>
                          <a:pt x="68199" y="34100"/>
                        </a:moveTo>
                        <a:cubicBezTo>
                          <a:pt x="68199" y="52864"/>
                          <a:pt x="52959" y="68199"/>
                          <a:pt x="34100" y="68199"/>
                        </a:cubicBezTo>
                        <a:cubicBezTo>
                          <a:pt x="15336" y="68199"/>
                          <a:pt x="0" y="52959"/>
                          <a:pt x="0" y="34100"/>
                        </a:cubicBezTo>
                        <a:cubicBezTo>
                          <a:pt x="0" y="15335"/>
                          <a:pt x="15240" y="0"/>
                          <a:pt x="34100" y="0"/>
                        </a:cubicBezTo>
                        <a:cubicBezTo>
                          <a:pt x="52959" y="95"/>
                          <a:pt x="68199" y="15335"/>
                          <a:pt x="68199" y="34100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9" name="" descr="33d0c26a-b9c9-4f92-9e16-a74b0e76851d"/>
                  <p:cNvSpPr/>
                  <p:nvPr/>
                </p:nvSpPr>
                <p:spPr>
                  <a:xfrm>
                    <a:off x="6281261" y="3274599"/>
                    <a:ext cx="45529" cy="45529"/>
                  </a:xfrm>
                  <a:custGeom>
                    <a:gdLst>
                      <a:gd name="connsiteX0" fmla="*/ 45530 w 45529"/>
                      <a:gd name="connsiteY0" fmla="*/ 22765 h 45529"/>
                      <a:gd name="connsiteX1" fmla="*/ 22765 w 45529"/>
                      <a:gd name="connsiteY1" fmla="*/ 45529 h 45529"/>
                      <a:gd name="connsiteX2" fmla="*/ 0 w 45529"/>
                      <a:gd name="connsiteY2" fmla="*/ 22765 h 45529"/>
                      <a:gd name="connsiteX3" fmla="*/ 22765 w 45529"/>
                      <a:gd name="connsiteY3" fmla="*/ 0 h 45529"/>
                      <a:gd name="connsiteX4" fmla="*/ 45530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30" y="22765"/>
                        </a:moveTo>
                        <a:cubicBezTo>
                          <a:pt x="45530" y="35337"/>
                          <a:pt x="35337" y="45529"/>
                          <a:pt x="22765" y="45529"/>
                        </a:cubicBezTo>
                        <a:cubicBezTo>
                          <a:pt x="10192" y="45529"/>
                          <a:pt x="0" y="35337"/>
                          <a:pt x="0" y="22765"/>
                        </a:cubicBezTo>
                        <a:cubicBezTo>
                          <a:pt x="0" y="10192"/>
                          <a:pt x="10192" y="0"/>
                          <a:pt x="22765" y="0"/>
                        </a:cubicBezTo>
                        <a:cubicBezTo>
                          <a:pt x="35337" y="0"/>
                          <a:pt x="45530" y="10192"/>
                          <a:pt x="45530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0" name="" descr="678303af-faa4-4154-a69a-22908e1f306e"/>
                  <p:cNvSpPr/>
                  <p:nvPr/>
                </p:nvSpPr>
                <p:spPr>
                  <a:xfrm>
                    <a:off x="6553581" y="1863375"/>
                    <a:ext cx="45529" cy="45529"/>
                  </a:xfrm>
                  <a:custGeom>
                    <a:gdLst>
                      <a:gd name="connsiteX0" fmla="*/ 45529 w 45529"/>
                      <a:gd name="connsiteY0" fmla="*/ 22765 h 45529"/>
                      <a:gd name="connsiteX1" fmla="*/ 22765 w 45529"/>
                      <a:gd name="connsiteY1" fmla="*/ 45530 h 45529"/>
                      <a:gd name="connsiteX2" fmla="*/ 0 w 45529"/>
                      <a:gd name="connsiteY2" fmla="*/ 22765 h 45529"/>
                      <a:gd name="connsiteX3" fmla="*/ 22765 w 45529"/>
                      <a:gd name="connsiteY3" fmla="*/ 0 h 45529"/>
                      <a:gd name="connsiteX4" fmla="*/ 45529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29" y="22765"/>
                        </a:moveTo>
                        <a:cubicBezTo>
                          <a:pt x="45529" y="35338"/>
                          <a:pt x="35338" y="45530"/>
                          <a:pt x="22765" y="45530"/>
                        </a:cubicBezTo>
                        <a:cubicBezTo>
                          <a:pt x="10192" y="45530"/>
                          <a:pt x="0" y="35338"/>
                          <a:pt x="0" y="22765"/>
                        </a:cubicBezTo>
                        <a:cubicBezTo>
                          <a:pt x="0" y="10192"/>
                          <a:pt x="10192" y="0"/>
                          <a:pt x="22765" y="0"/>
                        </a:cubicBezTo>
                        <a:cubicBezTo>
                          <a:pt x="35338" y="0"/>
                          <a:pt x="45529" y="10192"/>
                          <a:pt x="45529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1" name="" descr="e9b71679-85a2-4df1-9392-c37c67ed3be0"/>
                  <p:cNvSpPr/>
                  <p:nvPr/>
                </p:nvSpPr>
                <p:spPr>
                  <a:xfrm>
                    <a:off x="6445853" y="2001488"/>
                    <a:ext cx="45529" cy="45529"/>
                  </a:xfrm>
                  <a:custGeom>
                    <a:gdLst>
                      <a:gd name="connsiteX0" fmla="*/ 45529 w 45529"/>
                      <a:gd name="connsiteY0" fmla="*/ 22765 h 45529"/>
                      <a:gd name="connsiteX1" fmla="*/ 22765 w 45529"/>
                      <a:gd name="connsiteY1" fmla="*/ 45530 h 45529"/>
                      <a:gd name="connsiteX2" fmla="*/ 0 w 45529"/>
                      <a:gd name="connsiteY2" fmla="*/ 22765 h 45529"/>
                      <a:gd name="connsiteX3" fmla="*/ 22765 w 45529"/>
                      <a:gd name="connsiteY3" fmla="*/ 0 h 45529"/>
                      <a:gd name="connsiteX4" fmla="*/ 45529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29" y="22765"/>
                        </a:moveTo>
                        <a:cubicBezTo>
                          <a:pt x="45529" y="35338"/>
                          <a:pt x="35338" y="45530"/>
                          <a:pt x="22765" y="45530"/>
                        </a:cubicBezTo>
                        <a:cubicBezTo>
                          <a:pt x="10192" y="45530"/>
                          <a:pt x="0" y="35338"/>
                          <a:pt x="0" y="22765"/>
                        </a:cubicBezTo>
                        <a:cubicBezTo>
                          <a:pt x="0" y="10192"/>
                          <a:pt x="10192" y="0"/>
                          <a:pt x="22765" y="0"/>
                        </a:cubicBezTo>
                        <a:cubicBezTo>
                          <a:pt x="35338" y="95"/>
                          <a:pt x="45529" y="10287"/>
                          <a:pt x="45529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2" name="" descr="5eff79d1-0790-42b2-8393-2fe92569bde0"/>
                  <p:cNvSpPr/>
                  <p:nvPr/>
                </p:nvSpPr>
                <p:spPr>
                  <a:xfrm>
                    <a:off x="6185439" y="3745515"/>
                    <a:ext cx="45529" cy="45529"/>
                  </a:xfrm>
                  <a:custGeom>
                    <a:gdLst>
                      <a:gd name="connsiteX0" fmla="*/ 45529 w 45529"/>
                      <a:gd name="connsiteY0" fmla="*/ 22765 h 45529"/>
                      <a:gd name="connsiteX1" fmla="*/ 22765 w 45529"/>
                      <a:gd name="connsiteY1" fmla="*/ 45529 h 45529"/>
                      <a:gd name="connsiteX2" fmla="*/ 0 w 45529"/>
                      <a:gd name="connsiteY2" fmla="*/ 22765 h 45529"/>
                      <a:gd name="connsiteX3" fmla="*/ 22765 w 45529"/>
                      <a:gd name="connsiteY3" fmla="*/ 0 h 45529"/>
                      <a:gd name="connsiteX4" fmla="*/ 45529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29" y="22765"/>
                        </a:moveTo>
                        <a:cubicBezTo>
                          <a:pt x="45529" y="35338"/>
                          <a:pt x="35338" y="45529"/>
                          <a:pt x="22765" y="45529"/>
                        </a:cubicBezTo>
                        <a:cubicBezTo>
                          <a:pt x="10192" y="45529"/>
                          <a:pt x="0" y="35338"/>
                          <a:pt x="0" y="22765"/>
                        </a:cubicBezTo>
                        <a:cubicBezTo>
                          <a:pt x="0" y="10192"/>
                          <a:pt x="10192" y="0"/>
                          <a:pt x="22765" y="0"/>
                        </a:cubicBezTo>
                        <a:cubicBezTo>
                          <a:pt x="35433" y="0"/>
                          <a:pt x="45529" y="10192"/>
                          <a:pt x="45529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" name="" descr="a623020c-f95e-4e4b-9d40-0b4c5204d2d1"/>
                  <p:cNvSpPr/>
                  <p:nvPr/>
                </p:nvSpPr>
                <p:spPr>
                  <a:xfrm>
                    <a:off x="5258466" y="2693860"/>
                    <a:ext cx="45529" cy="45529"/>
                  </a:xfrm>
                  <a:custGeom>
                    <a:gdLst>
                      <a:gd name="connsiteX0" fmla="*/ 45530 w 45529"/>
                      <a:gd name="connsiteY0" fmla="*/ 22765 h 45529"/>
                      <a:gd name="connsiteX1" fmla="*/ 22765 w 45529"/>
                      <a:gd name="connsiteY1" fmla="*/ 45530 h 45529"/>
                      <a:gd name="connsiteX2" fmla="*/ 0 w 45529"/>
                      <a:gd name="connsiteY2" fmla="*/ 22765 h 45529"/>
                      <a:gd name="connsiteX3" fmla="*/ 22765 w 45529"/>
                      <a:gd name="connsiteY3" fmla="*/ 0 h 45529"/>
                      <a:gd name="connsiteX4" fmla="*/ 45530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30" y="22765"/>
                        </a:moveTo>
                        <a:cubicBezTo>
                          <a:pt x="45530" y="35337"/>
                          <a:pt x="35337" y="45530"/>
                          <a:pt x="22765" y="45530"/>
                        </a:cubicBezTo>
                        <a:cubicBezTo>
                          <a:pt x="10192" y="45530"/>
                          <a:pt x="0" y="35337"/>
                          <a:pt x="0" y="22765"/>
                        </a:cubicBezTo>
                        <a:cubicBezTo>
                          <a:pt x="0" y="10192"/>
                          <a:pt x="10192" y="0"/>
                          <a:pt x="22765" y="0"/>
                        </a:cubicBezTo>
                        <a:cubicBezTo>
                          <a:pt x="35337" y="0"/>
                          <a:pt x="45530" y="10192"/>
                          <a:pt x="45530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4" name="" descr="6a847a6e-7980-427d-9b43-e8b67e87f193"/>
                  <p:cNvSpPr/>
                  <p:nvPr/>
                </p:nvSpPr>
                <p:spPr>
                  <a:xfrm>
                    <a:off x="8284464" y="2069687"/>
                    <a:ext cx="45529" cy="45529"/>
                  </a:xfrm>
                  <a:custGeom>
                    <a:gdLst>
                      <a:gd name="connsiteX0" fmla="*/ 45529 w 45529"/>
                      <a:gd name="connsiteY0" fmla="*/ 22765 h 45529"/>
                      <a:gd name="connsiteX1" fmla="*/ 22764 w 45529"/>
                      <a:gd name="connsiteY1" fmla="*/ 45529 h 45529"/>
                      <a:gd name="connsiteX2" fmla="*/ 0 w 45529"/>
                      <a:gd name="connsiteY2" fmla="*/ 22765 h 45529"/>
                      <a:gd name="connsiteX3" fmla="*/ 22764 w 45529"/>
                      <a:gd name="connsiteY3" fmla="*/ 0 h 45529"/>
                      <a:gd name="connsiteX4" fmla="*/ 45529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29" y="22765"/>
                        </a:moveTo>
                        <a:cubicBezTo>
                          <a:pt x="45529" y="35337"/>
                          <a:pt x="35337" y="45529"/>
                          <a:pt x="22764" y="45529"/>
                        </a:cubicBezTo>
                        <a:cubicBezTo>
                          <a:pt x="10192" y="45529"/>
                          <a:pt x="0" y="35337"/>
                          <a:pt x="0" y="22765"/>
                        </a:cubicBezTo>
                        <a:cubicBezTo>
                          <a:pt x="0" y="10192"/>
                          <a:pt x="10192" y="0"/>
                          <a:pt x="22764" y="0"/>
                        </a:cubicBezTo>
                        <a:cubicBezTo>
                          <a:pt x="35337" y="0"/>
                          <a:pt x="45529" y="10192"/>
                          <a:pt x="45529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5" name="" descr="55a6c1e6-efa9-484f-9d68-a4037706bdde"/>
                  <p:cNvSpPr/>
                  <p:nvPr/>
                </p:nvSpPr>
                <p:spPr>
                  <a:xfrm>
                    <a:off x="8468963" y="1397317"/>
                    <a:ext cx="45529" cy="45529"/>
                  </a:xfrm>
                  <a:custGeom>
                    <a:gdLst>
                      <a:gd name="connsiteX0" fmla="*/ 45529 w 45529"/>
                      <a:gd name="connsiteY0" fmla="*/ 22765 h 45529"/>
                      <a:gd name="connsiteX1" fmla="*/ 22764 w 45529"/>
                      <a:gd name="connsiteY1" fmla="*/ 45529 h 45529"/>
                      <a:gd name="connsiteX2" fmla="*/ -1 w 45529"/>
                      <a:gd name="connsiteY2" fmla="*/ 22765 h 45529"/>
                      <a:gd name="connsiteX3" fmla="*/ 22764 w 45529"/>
                      <a:gd name="connsiteY3" fmla="*/ 0 h 45529"/>
                      <a:gd name="connsiteX4" fmla="*/ 45529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29" y="22765"/>
                        </a:moveTo>
                        <a:cubicBezTo>
                          <a:pt x="45529" y="35337"/>
                          <a:pt x="35337" y="45529"/>
                          <a:pt x="22764" y="45529"/>
                        </a:cubicBezTo>
                        <a:cubicBezTo>
                          <a:pt x="10192" y="45529"/>
                          <a:pt x="-1" y="35337"/>
                          <a:pt x="-1" y="22765"/>
                        </a:cubicBezTo>
                        <a:cubicBezTo>
                          <a:pt x="-1" y="10192"/>
                          <a:pt x="10192" y="0"/>
                          <a:pt x="22764" y="0"/>
                        </a:cubicBezTo>
                        <a:cubicBezTo>
                          <a:pt x="35337" y="0"/>
                          <a:pt x="45529" y="10192"/>
                          <a:pt x="45529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" name="" descr="813a2dc5-47e6-4e49-90e4-b738acbc1651"/>
                  <p:cNvSpPr/>
                  <p:nvPr/>
                </p:nvSpPr>
                <p:spPr>
                  <a:xfrm>
                    <a:off x="4427886" y="3590448"/>
                    <a:ext cx="45529" cy="45529"/>
                  </a:xfrm>
                  <a:custGeom>
                    <a:gdLst>
                      <a:gd name="connsiteX0" fmla="*/ 45529 w 45529"/>
                      <a:gd name="connsiteY0" fmla="*/ 22765 h 45529"/>
                      <a:gd name="connsiteX1" fmla="*/ 22765 w 45529"/>
                      <a:gd name="connsiteY1" fmla="*/ 45529 h 45529"/>
                      <a:gd name="connsiteX2" fmla="*/ 0 w 45529"/>
                      <a:gd name="connsiteY2" fmla="*/ 22765 h 45529"/>
                      <a:gd name="connsiteX3" fmla="*/ 22765 w 45529"/>
                      <a:gd name="connsiteY3" fmla="*/ 0 h 45529"/>
                      <a:gd name="connsiteX4" fmla="*/ 45529 w 45529"/>
                      <a:gd name="connsiteY4" fmla="*/ 22765 h 455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29" h="45529">
                        <a:moveTo>
                          <a:pt x="45529" y="22765"/>
                        </a:moveTo>
                        <a:cubicBezTo>
                          <a:pt x="45529" y="35338"/>
                          <a:pt x="35338" y="45529"/>
                          <a:pt x="22765" y="45529"/>
                        </a:cubicBezTo>
                        <a:cubicBezTo>
                          <a:pt x="10192" y="45529"/>
                          <a:pt x="0" y="35338"/>
                          <a:pt x="0" y="22765"/>
                        </a:cubicBezTo>
                        <a:cubicBezTo>
                          <a:pt x="0" y="10192"/>
                          <a:pt x="10192" y="0"/>
                          <a:pt x="22765" y="0"/>
                        </a:cubicBezTo>
                        <a:cubicBezTo>
                          <a:pt x="35338" y="95"/>
                          <a:pt x="45529" y="10287"/>
                          <a:pt x="45529" y="22765"/>
                        </a:cubicBezTo>
                        <a:close/>
                      </a:path>
                    </a:pathLst>
                  </a:custGeom>
                  <a:solidFill>
                    <a:srgbClr val="5277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29" name="" descr="02c7fe09-3e50-4d22-ac41-9f4870267a3c"/>
              <p:cNvSpPr/>
              <p:nvPr/>
            </p:nvSpPr>
            <p:spPr>
              <a:xfrm>
                <a:off x="8369239" y="4947087"/>
                <a:ext cx="3822759" cy="1743618"/>
              </a:xfrm>
              <a:custGeom>
                <a:gdLst>
                  <a:gd name="connsiteX0" fmla="*/ 1299400 w 2239898"/>
                  <a:gd name="connsiteY0" fmla="*/ 564547 h 1021651"/>
                  <a:gd name="connsiteX1" fmla="*/ 511492 w 2239898"/>
                  <a:gd name="connsiteY1" fmla="*/ 730091 h 1021651"/>
                  <a:gd name="connsiteX2" fmla="*/ 0 w 2239898"/>
                  <a:gd name="connsiteY2" fmla="*/ 1021651 h 1021651"/>
                  <a:gd name="connsiteX3" fmla="*/ 2239899 w 2239898"/>
                  <a:gd name="connsiteY3" fmla="*/ 1021651 h 1021651"/>
                  <a:gd name="connsiteX4" fmla="*/ 2239899 w 2239898"/>
                  <a:gd name="connsiteY4" fmla="*/ 0 h 1021651"/>
                  <a:gd name="connsiteX5" fmla="*/ 1955101 w 2239898"/>
                  <a:gd name="connsiteY5" fmla="*/ 259271 h 1021651"/>
                  <a:gd name="connsiteX6" fmla="*/ 1299400 w 2239898"/>
                  <a:gd name="connsiteY6" fmla="*/ 564547 h 102165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39898" h="1021650">
                    <a:moveTo>
                      <a:pt x="1299400" y="564547"/>
                    </a:moveTo>
                    <a:cubicBezTo>
                      <a:pt x="1038225" y="627412"/>
                      <a:pt x="765048" y="641318"/>
                      <a:pt x="511492" y="730091"/>
                    </a:cubicBezTo>
                    <a:cubicBezTo>
                      <a:pt x="324898" y="795433"/>
                      <a:pt x="155734" y="899065"/>
                      <a:pt x="0" y="1021651"/>
                    </a:cubicBezTo>
                    <a:lnTo>
                      <a:pt x="2239899" y="1021651"/>
                    </a:lnTo>
                    <a:lnTo>
                      <a:pt x="2239899" y="0"/>
                    </a:lnTo>
                    <a:cubicBezTo>
                      <a:pt x="2145792" y="87249"/>
                      <a:pt x="2055971" y="180118"/>
                      <a:pt x="1955101" y="259271"/>
                    </a:cubicBezTo>
                    <a:cubicBezTo>
                      <a:pt x="1764030" y="409384"/>
                      <a:pt x="1535620" y="507778"/>
                      <a:pt x="1299400" y="56454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rPr lang="en-US" altLang="zh-CN"/>
                  <a:t>c</a:t>
                </a:r>
                <a:endParaRPr lang="zh-CN" altLang="en-US"/>
              </a:p>
            </p:txBody>
          </p:sp>
          <p:sp>
            <p:nvSpPr>
              <p:cNvPr id="130" name="" descr="a4a62640-44da-4909-b79e-ad4f58d02198"/>
              <p:cNvSpPr/>
              <p:nvPr/>
            </p:nvSpPr>
            <p:spPr>
              <a:xfrm>
                <a:off x="0" y="5238395"/>
                <a:ext cx="4539162" cy="1452472"/>
              </a:xfrm>
              <a:custGeom>
                <a:gdLst>
                  <a:gd name="connsiteX0" fmla="*/ 1387126 w 2659665"/>
                  <a:gd name="connsiteY0" fmla="*/ 615601 h 851058"/>
                  <a:gd name="connsiteX1" fmla="*/ 1010603 w 2659665"/>
                  <a:gd name="connsiteY1" fmla="*/ 396430 h 851058"/>
                  <a:gd name="connsiteX2" fmla="*/ 198882 w 2659665"/>
                  <a:gd name="connsiteY2" fmla="*/ 37910 h 851058"/>
                  <a:gd name="connsiteX3" fmla="*/ 0 w 2659665"/>
                  <a:gd name="connsiteY3" fmla="*/ 0 h 851058"/>
                  <a:gd name="connsiteX4" fmla="*/ 0 w 2659665"/>
                  <a:gd name="connsiteY4" fmla="*/ 851059 h 851058"/>
                  <a:gd name="connsiteX5" fmla="*/ 2659666 w 2659665"/>
                  <a:gd name="connsiteY5" fmla="*/ 851059 h 851058"/>
                  <a:gd name="connsiteX6" fmla="*/ 2513362 w 2659665"/>
                  <a:gd name="connsiteY6" fmla="*/ 761619 h 851058"/>
                  <a:gd name="connsiteX7" fmla="*/ 1387126 w 2659665"/>
                  <a:gd name="connsiteY7" fmla="*/ 615601 h 85105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59665" h="851058">
                    <a:moveTo>
                      <a:pt x="1387126" y="615601"/>
                    </a:moveTo>
                    <a:cubicBezTo>
                      <a:pt x="1250728" y="564737"/>
                      <a:pt x="1132904" y="475393"/>
                      <a:pt x="1010603" y="396430"/>
                    </a:cubicBezTo>
                    <a:cubicBezTo>
                      <a:pt x="761143" y="235268"/>
                      <a:pt x="486061" y="113824"/>
                      <a:pt x="198882" y="37910"/>
                    </a:cubicBezTo>
                    <a:cubicBezTo>
                      <a:pt x="134303" y="20860"/>
                      <a:pt x="67056" y="6382"/>
                      <a:pt x="0" y="0"/>
                    </a:cubicBezTo>
                    <a:lnTo>
                      <a:pt x="0" y="851059"/>
                    </a:lnTo>
                    <a:lnTo>
                      <a:pt x="2659666" y="851059"/>
                    </a:lnTo>
                    <a:cubicBezTo>
                      <a:pt x="2613279" y="817340"/>
                      <a:pt x="2565178" y="786194"/>
                      <a:pt x="2513362" y="761619"/>
                    </a:cubicBezTo>
                    <a:cubicBezTo>
                      <a:pt x="2168747" y="597980"/>
                      <a:pt x="1744504" y="748855"/>
                      <a:pt x="1387126" y="61560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1" name="" descr="ab826249-3273-4aa1-a13a-a83c5f4e06e1"/>
              <p:cNvSpPr/>
              <p:nvPr/>
            </p:nvSpPr>
            <p:spPr>
              <a:xfrm>
                <a:off x="2710147" y="5187069"/>
                <a:ext cx="918146" cy="918214"/>
              </a:xfrm>
              <a:custGeom>
                <a:gdLst>
                  <a:gd name="connsiteX0" fmla="*/ 1138837 w 1158114"/>
                  <a:gd name="connsiteY0" fmla="*/ 499233 h 1158200"/>
                  <a:gd name="connsiteX1" fmla="*/ 1026632 w 1158114"/>
                  <a:gd name="connsiteY1" fmla="*/ 482183 h 1158200"/>
                  <a:gd name="connsiteX2" fmla="*/ 989485 w 1158114"/>
                  <a:gd name="connsiteY2" fmla="*/ 375313 h 1158200"/>
                  <a:gd name="connsiteX3" fmla="*/ 1066351 w 1158114"/>
                  <a:gd name="connsiteY3" fmla="*/ 292255 h 1158200"/>
                  <a:gd name="connsiteX4" fmla="*/ 1066732 w 1158114"/>
                  <a:gd name="connsiteY4" fmla="*/ 261679 h 1158200"/>
                  <a:gd name="connsiteX5" fmla="*/ 954623 w 1158114"/>
                  <a:gd name="connsiteY5" fmla="*/ 134616 h 1158200"/>
                  <a:gd name="connsiteX6" fmla="*/ 924238 w 1158114"/>
                  <a:gd name="connsiteY6" fmla="*/ 131187 h 1158200"/>
                  <a:gd name="connsiteX7" fmla="*/ 833370 w 1158114"/>
                  <a:gd name="connsiteY7" fmla="*/ 196338 h 1158200"/>
                  <a:gd name="connsiteX8" fmla="*/ 719737 w 1158114"/>
                  <a:gd name="connsiteY8" fmla="*/ 140807 h 1158200"/>
                  <a:gd name="connsiteX9" fmla="*/ 714021 w 1158114"/>
                  <a:gd name="connsiteY9" fmla="*/ 30032 h 1158200"/>
                  <a:gd name="connsiteX10" fmla="*/ 692305 w 1158114"/>
                  <a:gd name="connsiteY10" fmla="*/ 8410 h 1158200"/>
                  <a:gd name="connsiteX11" fmla="*/ 523045 w 1158114"/>
                  <a:gd name="connsiteY11" fmla="*/ 28 h 1158200"/>
                  <a:gd name="connsiteX12" fmla="*/ 499328 w 1158114"/>
                  <a:gd name="connsiteY12" fmla="*/ 19363 h 1158200"/>
                  <a:gd name="connsiteX13" fmla="*/ 482945 w 1158114"/>
                  <a:gd name="connsiteY13" fmla="*/ 127091 h 1158200"/>
                  <a:gd name="connsiteX14" fmla="*/ 371788 w 1158114"/>
                  <a:gd name="connsiteY14" fmla="*/ 165286 h 1158200"/>
                  <a:gd name="connsiteX15" fmla="*/ 292350 w 1158114"/>
                  <a:gd name="connsiteY15" fmla="*/ 91753 h 1158200"/>
                  <a:gd name="connsiteX16" fmla="*/ 261775 w 1158114"/>
                  <a:gd name="connsiteY16" fmla="*/ 91373 h 1158200"/>
                  <a:gd name="connsiteX17" fmla="*/ 134711 w 1158114"/>
                  <a:gd name="connsiteY17" fmla="*/ 203482 h 1158200"/>
                  <a:gd name="connsiteX18" fmla="*/ 131282 w 1158114"/>
                  <a:gd name="connsiteY18" fmla="*/ 233866 h 1158200"/>
                  <a:gd name="connsiteX19" fmla="*/ 193575 w 1158114"/>
                  <a:gd name="connsiteY19" fmla="*/ 320734 h 1158200"/>
                  <a:gd name="connsiteX20" fmla="*/ 136425 w 1158114"/>
                  <a:gd name="connsiteY20" fmla="*/ 438654 h 1158200"/>
                  <a:gd name="connsiteX21" fmla="*/ 30031 w 1158114"/>
                  <a:gd name="connsiteY21" fmla="*/ 444178 h 1158200"/>
                  <a:gd name="connsiteX22" fmla="*/ 8410 w 1158114"/>
                  <a:gd name="connsiteY22" fmla="*/ 465895 h 1158200"/>
                  <a:gd name="connsiteX23" fmla="*/ 28 w 1158114"/>
                  <a:gd name="connsiteY23" fmla="*/ 635155 h 1158200"/>
                  <a:gd name="connsiteX24" fmla="*/ 19363 w 1158114"/>
                  <a:gd name="connsiteY24" fmla="*/ 658872 h 1158200"/>
                  <a:gd name="connsiteX25" fmla="*/ 124615 w 1158114"/>
                  <a:gd name="connsiteY25" fmla="*/ 674874 h 1158200"/>
                  <a:gd name="connsiteX26" fmla="*/ 164429 w 1158114"/>
                  <a:gd name="connsiteY26" fmla="*/ 787364 h 1158200"/>
                  <a:gd name="connsiteX27" fmla="*/ 91753 w 1158114"/>
                  <a:gd name="connsiteY27" fmla="*/ 865850 h 1158200"/>
                  <a:gd name="connsiteX28" fmla="*/ 91372 w 1158114"/>
                  <a:gd name="connsiteY28" fmla="*/ 896425 h 1158200"/>
                  <a:gd name="connsiteX29" fmla="*/ 203482 w 1158114"/>
                  <a:gd name="connsiteY29" fmla="*/ 1023489 h 1158200"/>
                  <a:gd name="connsiteX30" fmla="*/ 233866 w 1158114"/>
                  <a:gd name="connsiteY30" fmla="*/ 1026918 h 1158200"/>
                  <a:gd name="connsiteX31" fmla="*/ 321782 w 1158114"/>
                  <a:gd name="connsiteY31" fmla="*/ 963862 h 1158200"/>
                  <a:gd name="connsiteX32" fmla="*/ 438463 w 1158114"/>
                  <a:gd name="connsiteY32" fmla="*/ 1019298 h 1158200"/>
                  <a:gd name="connsiteX33" fmla="*/ 444083 w 1158114"/>
                  <a:gd name="connsiteY33" fmla="*/ 1128169 h 1158200"/>
                  <a:gd name="connsiteX34" fmla="*/ 465800 w 1158114"/>
                  <a:gd name="connsiteY34" fmla="*/ 1149791 h 1158200"/>
                  <a:gd name="connsiteX35" fmla="*/ 635059 w 1158114"/>
                  <a:gd name="connsiteY35" fmla="*/ 1158173 h 1158200"/>
                  <a:gd name="connsiteX36" fmla="*/ 658777 w 1158114"/>
                  <a:gd name="connsiteY36" fmla="*/ 1138837 h 1158200"/>
                  <a:gd name="connsiteX37" fmla="*/ 675445 w 1158114"/>
                  <a:gd name="connsiteY37" fmla="*/ 1029109 h 1158200"/>
                  <a:gd name="connsiteX38" fmla="*/ 783649 w 1158114"/>
                  <a:gd name="connsiteY38" fmla="*/ 990437 h 1158200"/>
                  <a:gd name="connsiteX39" fmla="*/ 865755 w 1158114"/>
                  <a:gd name="connsiteY39" fmla="*/ 1066447 h 1158200"/>
                  <a:gd name="connsiteX40" fmla="*/ 896330 w 1158114"/>
                  <a:gd name="connsiteY40" fmla="*/ 1066828 h 1158200"/>
                  <a:gd name="connsiteX41" fmla="*/ 1023394 w 1158114"/>
                  <a:gd name="connsiteY41" fmla="*/ 954718 h 1158200"/>
                  <a:gd name="connsiteX42" fmla="*/ 1026823 w 1158114"/>
                  <a:gd name="connsiteY42" fmla="*/ 924334 h 1158200"/>
                  <a:gd name="connsiteX43" fmla="*/ 960910 w 1158114"/>
                  <a:gd name="connsiteY43" fmla="*/ 832322 h 1158200"/>
                  <a:gd name="connsiteX44" fmla="*/ 1014726 w 1158114"/>
                  <a:gd name="connsiteY44" fmla="*/ 719832 h 1158200"/>
                  <a:gd name="connsiteX45" fmla="*/ 1128073 w 1158114"/>
                  <a:gd name="connsiteY45" fmla="*/ 714022 h 1158200"/>
                  <a:gd name="connsiteX46" fmla="*/ 1149695 w 1158114"/>
                  <a:gd name="connsiteY46" fmla="*/ 692305 h 1158200"/>
                  <a:gd name="connsiteX47" fmla="*/ 1158077 w 1158114"/>
                  <a:gd name="connsiteY47" fmla="*/ 523045 h 1158200"/>
                  <a:gd name="connsiteX48" fmla="*/ 1138837 w 1158114"/>
                  <a:gd name="connsiteY48" fmla="*/ 499233 h 1158200"/>
                  <a:gd name="connsiteX49" fmla="*/ 565717 w 1158114"/>
                  <a:gd name="connsiteY49" fmla="*/ 779363 h 1158200"/>
                  <a:gd name="connsiteX50" fmla="*/ 375122 w 1158114"/>
                  <a:gd name="connsiteY50" fmla="*/ 568766 h 1158200"/>
                  <a:gd name="connsiteX51" fmla="*/ 585720 w 1158114"/>
                  <a:gd name="connsiteY51" fmla="*/ 378170 h 1158200"/>
                  <a:gd name="connsiteX52" fmla="*/ 776315 w 1158114"/>
                  <a:gd name="connsiteY52" fmla="*/ 588768 h 1158200"/>
                  <a:gd name="connsiteX53" fmla="*/ 565717 w 1158114"/>
                  <a:gd name="connsiteY53" fmla="*/ 779363 h 115820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158114" h="1158200">
                    <a:moveTo>
                      <a:pt x="1138837" y="499233"/>
                    </a:moveTo>
                    <a:lnTo>
                      <a:pt x="1026632" y="482183"/>
                    </a:lnTo>
                    <a:cubicBezTo>
                      <a:pt x="1018631" y="444750"/>
                      <a:pt x="1006058" y="408936"/>
                      <a:pt x="989485" y="375313"/>
                    </a:cubicBezTo>
                    <a:lnTo>
                      <a:pt x="1066351" y="292255"/>
                    </a:lnTo>
                    <a:cubicBezTo>
                      <a:pt x="1074352" y="283682"/>
                      <a:pt x="1074448" y="270442"/>
                      <a:pt x="1066732" y="261679"/>
                    </a:cubicBezTo>
                    <a:lnTo>
                      <a:pt x="954623" y="134616"/>
                    </a:lnTo>
                    <a:cubicBezTo>
                      <a:pt x="946908" y="125853"/>
                      <a:pt x="933763" y="124329"/>
                      <a:pt x="924238" y="131187"/>
                    </a:cubicBezTo>
                    <a:lnTo>
                      <a:pt x="833370" y="196338"/>
                    </a:lnTo>
                    <a:cubicBezTo>
                      <a:pt x="798604" y="172907"/>
                      <a:pt x="760408" y="154142"/>
                      <a:pt x="719737" y="140807"/>
                    </a:cubicBezTo>
                    <a:lnTo>
                      <a:pt x="714021" y="30032"/>
                    </a:lnTo>
                    <a:cubicBezTo>
                      <a:pt x="713450" y="18316"/>
                      <a:pt x="704020" y="8981"/>
                      <a:pt x="692305" y="8410"/>
                    </a:cubicBezTo>
                    <a:lnTo>
                      <a:pt x="523045" y="28"/>
                    </a:lnTo>
                    <a:cubicBezTo>
                      <a:pt x="511329" y="-544"/>
                      <a:pt x="501138" y="7838"/>
                      <a:pt x="499328" y="19363"/>
                    </a:cubicBezTo>
                    <a:lnTo>
                      <a:pt x="482945" y="127091"/>
                    </a:lnTo>
                    <a:cubicBezTo>
                      <a:pt x="443892" y="135092"/>
                      <a:pt x="406650" y="148046"/>
                      <a:pt x="371788" y="165286"/>
                    </a:cubicBezTo>
                    <a:lnTo>
                      <a:pt x="292350" y="91753"/>
                    </a:lnTo>
                    <a:cubicBezTo>
                      <a:pt x="283777" y="83752"/>
                      <a:pt x="270538" y="83657"/>
                      <a:pt x="261775" y="91373"/>
                    </a:cubicBezTo>
                    <a:lnTo>
                      <a:pt x="134711" y="203482"/>
                    </a:lnTo>
                    <a:cubicBezTo>
                      <a:pt x="125948" y="211197"/>
                      <a:pt x="124424" y="224341"/>
                      <a:pt x="131282" y="233866"/>
                    </a:cubicBezTo>
                    <a:lnTo>
                      <a:pt x="193575" y="320734"/>
                    </a:lnTo>
                    <a:cubicBezTo>
                      <a:pt x="169287" y="356644"/>
                      <a:pt x="149951" y="396268"/>
                      <a:pt x="136425" y="438654"/>
                    </a:cubicBezTo>
                    <a:lnTo>
                      <a:pt x="30031" y="444178"/>
                    </a:lnTo>
                    <a:cubicBezTo>
                      <a:pt x="18316" y="444750"/>
                      <a:pt x="8981" y="454180"/>
                      <a:pt x="8410" y="465895"/>
                    </a:cubicBezTo>
                    <a:lnTo>
                      <a:pt x="28" y="635155"/>
                    </a:lnTo>
                    <a:cubicBezTo>
                      <a:pt x="-544" y="646870"/>
                      <a:pt x="7838" y="657062"/>
                      <a:pt x="19363" y="658872"/>
                    </a:cubicBezTo>
                    <a:lnTo>
                      <a:pt x="124615" y="674874"/>
                    </a:lnTo>
                    <a:cubicBezTo>
                      <a:pt x="132996" y="714403"/>
                      <a:pt x="146522" y="752122"/>
                      <a:pt x="164429" y="787364"/>
                    </a:cubicBezTo>
                    <a:lnTo>
                      <a:pt x="91753" y="865850"/>
                    </a:lnTo>
                    <a:cubicBezTo>
                      <a:pt x="83752" y="874423"/>
                      <a:pt x="83657" y="887662"/>
                      <a:pt x="91372" y="896425"/>
                    </a:cubicBezTo>
                    <a:lnTo>
                      <a:pt x="203482" y="1023489"/>
                    </a:lnTo>
                    <a:cubicBezTo>
                      <a:pt x="211197" y="1032252"/>
                      <a:pt x="224341" y="1033776"/>
                      <a:pt x="233866" y="1026918"/>
                    </a:cubicBezTo>
                    <a:lnTo>
                      <a:pt x="321782" y="963862"/>
                    </a:lnTo>
                    <a:cubicBezTo>
                      <a:pt x="357501" y="987484"/>
                      <a:pt x="396649" y="1006249"/>
                      <a:pt x="438463" y="1019298"/>
                    </a:cubicBezTo>
                    <a:lnTo>
                      <a:pt x="444083" y="1128169"/>
                    </a:lnTo>
                    <a:cubicBezTo>
                      <a:pt x="444654" y="1139884"/>
                      <a:pt x="454084" y="1149219"/>
                      <a:pt x="465800" y="1149791"/>
                    </a:cubicBezTo>
                    <a:lnTo>
                      <a:pt x="635059" y="1158173"/>
                    </a:lnTo>
                    <a:cubicBezTo>
                      <a:pt x="646775" y="1158744"/>
                      <a:pt x="656967" y="1150362"/>
                      <a:pt x="658777" y="1138837"/>
                    </a:cubicBezTo>
                    <a:lnTo>
                      <a:pt x="675445" y="1029109"/>
                    </a:lnTo>
                    <a:cubicBezTo>
                      <a:pt x="713450" y="1020727"/>
                      <a:pt x="749740" y="1007582"/>
                      <a:pt x="783649" y="990437"/>
                    </a:cubicBezTo>
                    <a:lnTo>
                      <a:pt x="865755" y="1066447"/>
                    </a:lnTo>
                    <a:cubicBezTo>
                      <a:pt x="874327" y="1074448"/>
                      <a:pt x="887567" y="1074543"/>
                      <a:pt x="896330" y="1066828"/>
                    </a:cubicBezTo>
                    <a:lnTo>
                      <a:pt x="1023394" y="954718"/>
                    </a:lnTo>
                    <a:cubicBezTo>
                      <a:pt x="1032157" y="947003"/>
                      <a:pt x="1033681" y="933859"/>
                      <a:pt x="1026823" y="924334"/>
                    </a:cubicBezTo>
                    <a:lnTo>
                      <a:pt x="960910" y="832322"/>
                    </a:lnTo>
                    <a:cubicBezTo>
                      <a:pt x="983579" y="797842"/>
                      <a:pt x="1001867" y="760123"/>
                      <a:pt x="1014726" y="719832"/>
                    </a:cubicBezTo>
                    <a:lnTo>
                      <a:pt x="1128073" y="714022"/>
                    </a:lnTo>
                    <a:cubicBezTo>
                      <a:pt x="1139789" y="713450"/>
                      <a:pt x="1149124" y="704020"/>
                      <a:pt x="1149695" y="692305"/>
                    </a:cubicBezTo>
                    <a:lnTo>
                      <a:pt x="1158077" y="523045"/>
                    </a:lnTo>
                    <a:cubicBezTo>
                      <a:pt x="1158744" y="511234"/>
                      <a:pt x="1150362" y="500948"/>
                      <a:pt x="1138837" y="499233"/>
                    </a:cubicBezTo>
                    <a:close/>
                    <a:moveTo>
                      <a:pt x="565717" y="779363"/>
                    </a:moveTo>
                    <a:cubicBezTo>
                      <a:pt x="454942" y="773839"/>
                      <a:pt x="369598" y="679541"/>
                      <a:pt x="375122" y="568766"/>
                    </a:cubicBezTo>
                    <a:cubicBezTo>
                      <a:pt x="380646" y="457990"/>
                      <a:pt x="474944" y="372646"/>
                      <a:pt x="585720" y="378170"/>
                    </a:cubicBezTo>
                    <a:cubicBezTo>
                      <a:pt x="696496" y="383695"/>
                      <a:pt x="781840" y="477992"/>
                      <a:pt x="776315" y="588768"/>
                    </a:cubicBezTo>
                    <a:cubicBezTo>
                      <a:pt x="770791" y="699544"/>
                      <a:pt x="676493" y="784888"/>
                      <a:pt x="565717" y="77936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2" name="" descr="8ccb1dff-b4b0-4b21-ab2f-b6f7569c7738"/>
              <p:cNvSpPr/>
              <p:nvPr/>
            </p:nvSpPr>
            <p:spPr>
              <a:xfrm>
                <a:off x="8668983" y="211903"/>
                <a:ext cx="1258735" cy="1258673"/>
              </a:xfrm>
              <a:custGeom>
                <a:gdLst>
                  <a:gd name="connsiteX0" fmla="*/ 361674 w 737540"/>
                  <a:gd name="connsiteY0" fmla="*/ 737505 h 737504"/>
                  <a:gd name="connsiteX1" fmla="*/ 358340 w 737540"/>
                  <a:gd name="connsiteY1" fmla="*/ 737219 h 737504"/>
                  <a:gd name="connsiteX2" fmla="*/ 253946 w 737540"/>
                  <a:gd name="connsiteY2" fmla="*/ 719026 h 737504"/>
                  <a:gd name="connsiteX3" fmla="*/ 238230 w 737540"/>
                  <a:gd name="connsiteY3" fmla="*/ 698929 h 737504"/>
                  <a:gd name="connsiteX4" fmla="*/ 242897 w 737540"/>
                  <a:gd name="connsiteY4" fmla="*/ 634254 h 737504"/>
                  <a:gd name="connsiteX5" fmla="*/ 179080 w 737540"/>
                  <a:gd name="connsiteY5" fmla="*/ 593677 h 737504"/>
                  <a:gd name="connsiteX6" fmla="*/ 122501 w 737540"/>
                  <a:gd name="connsiteY6" fmla="*/ 624538 h 737504"/>
                  <a:gd name="connsiteX7" fmla="*/ 97641 w 737540"/>
                  <a:gd name="connsiteY7" fmla="*/ 618538 h 737504"/>
                  <a:gd name="connsiteX8" fmla="*/ 37824 w 737540"/>
                  <a:gd name="connsiteY8" fmla="*/ 531098 h 737504"/>
                  <a:gd name="connsiteX9" fmla="*/ 41253 w 737540"/>
                  <a:gd name="connsiteY9" fmla="*/ 505762 h 737504"/>
                  <a:gd name="connsiteX10" fmla="*/ 89831 w 737540"/>
                  <a:gd name="connsiteY10" fmla="*/ 464709 h 737504"/>
                  <a:gd name="connsiteX11" fmla="*/ 74876 w 737540"/>
                  <a:gd name="connsiteY11" fmla="*/ 397081 h 737504"/>
                  <a:gd name="connsiteX12" fmla="*/ 13916 w 737540"/>
                  <a:gd name="connsiteY12" fmla="*/ 379936 h 737504"/>
                  <a:gd name="connsiteX13" fmla="*/ 295 w 737540"/>
                  <a:gd name="connsiteY13" fmla="*/ 358315 h 737504"/>
                  <a:gd name="connsiteX14" fmla="*/ 18488 w 737540"/>
                  <a:gd name="connsiteY14" fmla="*/ 253921 h 737504"/>
                  <a:gd name="connsiteX15" fmla="*/ 38586 w 737540"/>
                  <a:gd name="connsiteY15" fmla="*/ 238204 h 737504"/>
                  <a:gd name="connsiteX16" fmla="*/ 101737 w 737540"/>
                  <a:gd name="connsiteY16" fmla="*/ 242681 h 737504"/>
                  <a:gd name="connsiteX17" fmla="*/ 143456 w 737540"/>
                  <a:gd name="connsiteY17" fmla="*/ 178292 h 737504"/>
                  <a:gd name="connsiteX18" fmla="*/ 113072 w 737540"/>
                  <a:gd name="connsiteY18" fmla="*/ 122476 h 737504"/>
                  <a:gd name="connsiteX19" fmla="*/ 119072 w 737540"/>
                  <a:gd name="connsiteY19" fmla="*/ 97615 h 737504"/>
                  <a:gd name="connsiteX20" fmla="*/ 206512 w 737540"/>
                  <a:gd name="connsiteY20" fmla="*/ 37798 h 737504"/>
                  <a:gd name="connsiteX21" fmla="*/ 231848 w 737540"/>
                  <a:gd name="connsiteY21" fmla="*/ 41227 h 737504"/>
                  <a:gd name="connsiteX22" fmla="*/ 273472 w 737540"/>
                  <a:gd name="connsiteY22" fmla="*/ 90472 h 737504"/>
                  <a:gd name="connsiteX23" fmla="*/ 340147 w 737540"/>
                  <a:gd name="connsiteY23" fmla="*/ 76375 h 737504"/>
                  <a:gd name="connsiteX24" fmla="*/ 357674 w 737540"/>
                  <a:gd name="connsiteY24" fmla="*/ 13891 h 737504"/>
                  <a:gd name="connsiteX25" fmla="*/ 379295 w 737540"/>
                  <a:gd name="connsiteY25" fmla="*/ 270 h 737504"/>
                  <a:gd name="connsiteX26" fmla="*/ 483689 w 737540"/>
                  <a:gd name="connsiteY26" fmla="*/ 18463 h 737504"/>
                  <a:gd name="connsiteX27" fmla="*/ 499406 w 737540"/>
                  <a:gd name="connsiteY27" fmla="*/ 38560 h 737504"/>
                  <a:gd name="connsiteX28" fmla="*/ 494643 w 737540"/>
                  <a:gd name="connsiteY28" fmla="*/ 104569 h 737504"/>
                  <a:gd name="connsiteX29" fmla="*/ 556556 w 737540"/>
                  <a:gd name="connsiteY29" fmla="*/ 144859 h 737504"/>
                  <a:gd name="connsiteX30" fmla="*/ 615039 w 737540"/>
                  <a:gd name="connsiteY30" fmla="*/ 112951 h 737504"/>
                  <a:gd name="connsiteX31" fmla="*/ 639899 w 737540"/>
                  <a:gd name="connsiteY31" fmla="*/ 118951 h 737504"/>
                  <a:gd name="connsiteX32" fmla="*/ 699716 w 737540"/>
                  <a:gd name="connsiteY32" fmla="*/ 206391 h 737504"/>
                  <a:gd name="connsiteX33" fmla="*/ 696287 w 737540"/>
                  <a:gd name="connsiteY33" fmla="*/ 231727 h 737504"/>
                  <a:gd name="connsiteX34" fmla="*/ 644757 w 737540"/>
                  <a:gd name="connsiteY34" fmla="*/ 275257 h 737504"/>
                  <a:gd name="connsiteX35" fmla="*/ 658473 w 737540"/>
                  <a:gd name="connsiteY35" fmla="*/ 339169 h 737504"/>
                  <a:gd name="connsiteX36" fmla="*/ 723624 w 737540"/>
                  <a:gd name="connsiteY36" fmla="*/ 357457 h 737504"/>
                  <a:gd name="connsiteX37" fmla="*/ 737245 w 737540"/>
                  <a:gd name="connsiteY37" fmla="*/ 379079 h 737504"/>
                  <a:gd name="connsiteX38" fmla="*/ 719052 w 737540"/>
                  <a:gd name="connsiteY38" fmla="*/ 483473 h 737504"/>
                  <a:gd name="connsiteX39" fmla="*/ 698954 w 737540"/>
                  <a:gd name="connsiteY39" fmla="*/ 499189 h 737504"/>
                  <a:gd name="connsiteX40" fmla="*/ 631422 w 737540"/>
                  <a:gd name="connsiteY40" fmla="*/ 494332 h 737504"/>
                  <a:gd name="connsiteX41" fmla="*/ 592179 w 737540"/>
                  <a:gd name="connsiteY41" fmla="*/ 555577 h 737504"/>
                  <a:gd name="connsiteX42" fmla="*/ 624469 w 737540"/>
                  <a:gd name="connsiteY42" fmla="*/ 614823 h 737504"/>
                  <a:gd name="connsiteX43" fmla="*/ 618468 w 737540"/>
                  <a:gd name="connsiteY43" fmla="*/ 639683 h 737504"/>
                  <a:gd name="connsiteX44" fmla="*/ 531029 w 737540"/>
                  <a:gd name="connsiteY44" fmla="*/ 699500 h 737504"/>
                  <a:gd name="connsiteX45" fmla="*/ 505692 w 737540"/>
                  <a:gd name="connsiteY45" fmla="*/ 696071 h 737504"/>
                  <a:gd name="connsiteX46" fmla="*/ 462639 w 737540"/>
                  <a:gd name="connsiteY46" fmla="*/ 645208 h 737504"/>
                  <a:gd name="connsiteX47" fmla="*/ 397773 w 737540"/>
                  <a:gd name="connsiteY47" fmla="*/ 659781 h 737504"/>
                  <a:gd name="connsiteX48" fmla="*/ 379866 w 737540"/>
                  <a:gd name="connsiteY48" fmla="*/ 723503 h 737504"/>
                  <a:gd name="connsiteX49" fmla="*/ 361674 w 737540"/>
                  <a:gd name="connsiteY49" fmla="*/ 737505 h 737504"/>
                  <a:gd name="connsiteX50" fmla="*/ 180318 w 737540"/>
                  <a:gd name="connsiteY50" fmla="*/ 582247 h 737504"/>
                  <a:gd name="connsiteX51" fmla="*/ 182794 w 737540"/>
                  <a:gd name="connsiteY51" fmla="*/ 584343 h 737504"/>
                  <a:gd name="connsiteX52" fmla="*/ 249851 w 737540"/>
                  <a:gd name="connsiteY52" fmla="*/ 626920 h 737504"/>
                  <a:gd name="connsiteX53" fmla="*/ 252899 w 737540"/>
                  <a:gd name="connsiteY53" fmla="*/ 628253 h 737504"/>
                  <a:gd name="connsiteX54" fmla="*/ 247850 w 737540"/>
                  <a:gd name="connsiteY54" fmla="*/ 699595 h 737504"/>
                  <a:gd name="connsiteX55" fmla="*/ 255756 w 737540"/>
                  <a:gd name="connsiteY55" fmla="*/ 709692 h 737504"/>
                  <a:gd name="connsiteX56" fmla="*/ 360150 w 737540"/>
                  <a:gd name="connsiteY56" fmla="*/ 727885 h 737504"/>
                  <a:gd name="connsiteX57" fmla="*/ 370913 w 737540"/>
                  <a:gd name="connsiteY57" fmla="*/ 721122 h 737504"/>
                  <a:gd name="connsiteX58" fmla="*/ 390535 w 737540"/>
                  <a:gd name="connsiteY58" fmla="*/ 651208 h 737504"/>
                  <a:gd name="connsiteX59" fmla="*/ 393773 w 737540"/>
                  <a:gd name="connsiteY59" fmla="*/ 650923 h 737504"/>
                  <a:gd name="connsiteX60" fmla="*/ 462734 w 737540"/>
                  <a:gd name="connsiteY60" fmla="*/ 635492 h 737504"/>
                  <a:gd name="connsiteX61" fmla="*/ 465877 w 737540"/>
                  <a:gd name="connsiteY61" fmla="*/ 634349 h 737504"/>
                  <a:gd name="connsiteX62" fmla="*/ 513122 w 737540"/>
                  <a:gd name="connsiteY62" fmla="*/ 690261 h 737504"/>
                  <a:gd name="connsiteX63" fmla="*/ 525790 w 737540"/>
                  <a:gd name="connsiteY63" fmla="*/ 691975 h 737504"/>
                  <a:gd name="connsiteX64" fmla="*/ 613229 w 737540"/>
                  <a:gd name="connsiteY64" fmla="*/ 632158 h 737504"/>
                  <a:gd name="connsiteX65" fmla="*/ 616182 w 737540"/>
                  <a:gd name="connsiteY65" fmla="*/ 619776 h 737504"/>
                  <a:gd name="connsiteX66" fmla="*/ 580749 w 737540"/>
                  <a:gd name="connsiteY66" fmla="*/ 554815 h 737504"/>
                  <a:gd name="connsiteX67" fmla="*/ 582844 w 737540"/>
                  <a:gd name="connsiteY67" fmla="*/ 552339 h 737504"/>
                  <a:gd name="connsiteX68" fmla="*/ 624183 w 737540"/>
                  <a:gd name="connsiteY68" fmla="*/ 487759 h 737504"/>
                  <a:gd name="connsiteX69" fmla="*/ 625517 w 737540"/>
                  <a:gd name="connsiteY69" fmla="*/ 484807 h 737504"/>
                  <a:gd name="connsiteX70" fmla="*/ 699525 w 737540"/>
                  <a:gd name="connsiteY70" fmla="*/ 490141 h 737504"/>
                  <a:gd name="connsiteX71" fmla="*/ 709622 w 737540"/>
                  <a:gd name="connsiteY71" fmla="*/ 482235 h 737504"/>
                  <a:gd name="connsiteX72" fmla="*/ 727815 w 737540"/>
                  <a:gd name="connsiteY72" fmla="*/ 377841 h 737504"/>
                  <a:gd name="connsiteX73" fmla="*/ 721052 w 737540"/>
                  <a:gd name="connsiteY73" fmla="*/ 367078 h 737504"/>
                  <a:gd name="connsiteX74" fmla="*/ 649615 w 737540"/>
                  <a:gd name="connsiteY74" fmla="*/ 346980 h 737504"/>
                  <a:gd name="connsiteX75" fmla="*/ 649329 w 737540"/>
                  <a:gd name="connsiteY75" fmla="*/ 343741 h 737504"/>
                  <a:gd name="connsiteX76" fmla="*/ 634756 w 737540"/>
                  <a:gd name="connsiteY76" fmla="*/ 275733 h 737504"/>
                  <a:gd name="connsiteX77" fmla="*/ 633708 w 737540"/>
                  <a:gd name="connsiteY77" fmla="*/ 272685 h 737504"/>
                  <a:gd name="connsiteX78" fmla="*/ 690286 w 737540"/>
                  <a:gd name="connsiteY78" fmla="*/ 224869 h 737504"/>
                  <a:gd name="connsiteX79" fmla="*/ 692001 w 737540"/>
                  <a:gd name="connsiteY79" fmla="*/ 212201 h 737504"/>
                  <a:gd name="connsiteX80" fmla="*/ 632184 w 737540"/>
                  <a:gd name="connsiteY80" fmla="*/ 124762 h 737504"/>
                  <a:gd name="connsiteX81" fmla="*/ 619801 w 737540"/>
                  <a:gd name="connsiteY81" fmla="*/ 121809 h 737504"/>
                  <a:gd name="connsiteX82" fmla="*/ 555507 w 737540"/>
                  <a:gd name="connsiteY82" fmla="*/ 156861 h 737504"/>
                  <a:gd name="connsiteX83" fmla="*/ 553031 w 737540"/>
                  <a:gd name="connsiteY83" fmla="*/ 154670 h 737504"/>
                  <a:gd name="connsiteX84" fmla="*/ 487880 w 737540"/>
                  <a:gd name="connsiteY84" fmla="*/ 112189 h 737504"/>
                  <a:gd name="connsiteX85" fmla="*/ 484927 w 737540"/>
                  <a:gd name="connsiteY85" fmla="*/ 110760 h 737504"/>
                  <a:gd name="connsiteX86" fmla="*/ 490071 w 737540"/>
                  <a:gd name="connsiteY86" fmla="*/ 38275 h 737504"/>
                  <a:gd name="connsiteX87" fmla="*/ 482165 w 737540"/>
                  <a:gd name="connsiteY87" fmla="*/ 28178 h 737504"/>
                  <a:gd name="connsiteX88" fmla="*/ 377771 w 737540"/>
                  <a:gd name="connsiteY88" fmla="*/ 9985 h 737504"/>
                  <a:gd name="connsiteX89" fmla="*/ 367008 w 737540"/>
                  <a:gd name="connsiteY89" fmla="*/ 16748 h 737504"/>
                  <a:gd name="connsiteX90" fmla="*/ 347672 w 737540"/>
                  <a:gd name="connsiteY90" fmla="*/ 85519 h 737504"/>
                  <a:gd name="connsiteX91" fmla="*/ 344338 w 737540"/>
                  <a:gd name="connsiteY91" fmla="*/ 85804 h 737504"/>
                  <a:gd name="connsiteX92" fmla="*/ 273663 w 737540"/>
                  <a:gd name="connsiteY92" fmla="*/ 100759 h 737504"/>
                  <a:gd name="connsiteX93" fmla="*/ 270520 w 737540"/>
                  <a:gd name="connsiteY93" fmla="*/ 101806 h 737504"/>
                  <a:gd name="connsiteX94" fmla="*/ 224704 w 737540"/>
                  <a:gd name="connsiteY94" fmla="*/ 47609 h 737504"/>
                  <a:gd name="connsiteX95" fmla="*/ 212036 w 737540"/>
                  <a:gd name="connsiteY95" fmla="*/ 45895 h 737504"/>
                  <a:gd name="connsiteX96" fmla="*/ 124597 w 737540"/>
                  <a:gd name="connsiteY96" fmla="*/ 105712 h 737504"/>
                  <a:gd name="connsiteX97" fmla="*/ 121644 w 737540"/>
                  <a:gd name="connsiteY97" fmla="*/ 118094 h 737504"/>
                  <a:gd name="connsiteX98" fmla="*/ 155172 w 737540"/>
                  <a:gd name="connsiteY98" fmla="*/ 179721 h 737504"/>
                  <a:gd name="connsiteX99" fmla="*/ 152981 w 737540"/>
                  <a:gd name="connsiteY99" fmla="*/ 182197 h 737504"/>
                  <a:gd name="connsiteX100" fmla="*/ 109261 w 737540"/>
                  <a:gd name="connsiteY100" fmla="*/ 249825 h 737504"/>
                  <a:gd name="connsiteX101" fmla="*/ 107928 w 737540"/>
                  <a:gd name="connsiteY101" fmla="*/ 252778 h 737504"/>
                  <a:gd name="connsiteX102" fmla="*/ 38205 w 737540"/>
                  <a:gd name="connsiteY102" fmla="*/ 247825 h 737504"/>
                  <a:gd name="connsiteX103" fmla="*/ 28108 w 737540"/>
                  <a:gd name="connsiteY103" fmla="*/ 255730 h 737504"/>
                  <a:gd name="connsiteX104" fmla="*/ 9916 w 737540"/>
                  <a:gd name="connsiteY104" fmla="*/ 360124 h 737504"/>
                  <a:gd name="connsiteX105" fmla="*/ 16679 w 737540"/>
                  <a:gd name="connsiteY105" fmla="*/ 370888 h 737504"/>
                  <a:gd name="connsiteX106" fmla="*/ 83925 w 737540"/>
                  <a:gd name="connsiteY106" fmla="*/ 389747 h 737504"/>
                  <a:gd name="connsiteX107" fmla="*/ 84211 w 737540"/>
                  <a:gd name="connsiteY107" fmla="*/ 392986 h 737504"/>
                  <a:gd name="connsiteX108" fmla="*/ 100022 w 737540"/>
                  <a:gd name="connsiteY108" fmla="*/ 464614 h 737504"/>
                  <a:gd name="connsiteX109" fmla="*/ 101165 w 737540"/>
                  <a:gd name="connsiteY109" fmla="*/ 467757 h 737504"/>
                  <a:gd name="connsiteX110" fmla="*/ 47540 w 737540"/>
                  <a:gd name="connsiteY110" fmla="*/ 513096 h 737504"/>
                  <a:gd name="connsiteX111" fmla="*/ 45825 w 737540"/>
                  <a:gd name="connsiteY111" fmla="*/ 525764 h 737504"/>
                  <a:gd name="connsiteX112" fmla="*/ 105642 w 737540"/>
                  <a:gd name="connsiteY112" fmla="*/ 613204 h 737504"/>
                  <a:gd name="connsiteX113" fmla="*/ 118024 w 737540"/>
                  <a:gd name="connsiteY113" fmla="*/ 616156 h 737504"/>
                  <a:gd name="connsiteX114" fmla="*/ 180318 w 737540"/>
                  <a:gd name="connsiteY114" fmla="*/ 582247 h 737504"/>
                  <a:gd name="connsiteX115" fmla="*/ 367008 w 737540"/>
                  <a:gd name="connsiteY115" fmla="*/ 498904 h 737504"/>
                  <a:gd name="connsiteX116" fmla="*/ 344338 w 737540"/>
                  <a:gd name="connsiteY116" fmla="*/ 496903 h 737504"/>
                  <a:gd name="connsiteX117" fmla="*/ 344338 w 737540"/>
                  <a:gd name="connsiteY117" fmla="*/ 496903 h 737504"/>
                  <a:gd name="connsiteX118" fmla="*/ 238325 w 737540"/>
                  <a:gd name="connsiteY118" fmla="*/ 346123 h 737504"/>
                  <a:gd name="connsiteX119" fmla="*/ 291760 w 737540"/>
                  <a:gd name="connsiteY119" fmla="*/ 261826 h 737504"/>
                  <a:gd name="connsiteX120" fmla="*/ 389106 w 737540"/>
                  <a:gd name="connsiteY120" fmla="*/ 240014 h 737504"/>
                  <a:gd name="connsiteX121" fmla="*/ 473402 w 737540"/>
                  <a:gd name="connsiteY121" fmla="*/ 293449 h 737504"/>
                  <a:gd name="connsiteX122" fmla="*/ 495215 w 737540"/>
                  <a:gd name="connsiteY122" fmla="*/ 390795 h 737504"/>
                  <a:gd name="connsiteX123" fmla="*/ 441779 w 737540"/>
                  <a:gd name="connsiteY123" fmla="*/ 475091 h 737504"/>
                  <a:gd name="connsiteX124" fmla="*/ 367008 w 737540"/>
                  <a:gd name="connsiteY124" fmla="*/ 498904 h 737504"/>
                  <a:gd name="connsiteX125" fmla="*/ 345957 w 737540"/>
                  <a:gd name="connsiteY125" fmla="*/ 487569 h 737504"/>
                  <a:gd name="connsiteX126" fmla="*/ 436255 w 737540"/>
                  <a:gd name="connsiteY126" fmla="*/ 467376 h 737504"/>
                  <a:gd name="connsiteX127" fmla="*/ 485785 w 737540"/>
                  <a:gd name="connsiteY127" fmla="*/ 389271 h 737504"/>
                  <a:gd name="connsiteX128" fmla="*/ 465591 w 737540"/>
                  <a:gd name="connsiteY128" fmla="*/ 298974 h 737504"/>
                  <a:gd name="connsiteX129" fmla="*/ 387487 w 737540"/>
                  <a:gd name="connsiteY129" fmla="*/ 249444 h 737504"/>
                  <a:gd name="connsiteX130" fmla="*/ 297190 w 737540"/>
                  <a:gd name="connsiteY130" fmla="*/ 269637 h 737504"/>
                  <a:gd name="connsiteX131" fmla="*/ 247660 w 737540"/>
                  <a:gd name="connsiteY131" fmla="*/ 347742 h 737504"/>
                  <a:gd name="connsiteX132" fmla="*/ 345957 w 737540"/>
                  <a:gd name="connsiteY132" fmla="*/ 487569 h 737504"/>
                  <a:gd name="connsiteX133" fmla="*/ 345957 w 737540"/>
                  <a:gd name="connsiteY133" fmla="*/ 487569 h 737504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</a:cxnLst>
                <a:rect l="l" t="t" r="r" b="b"/>
                <a:pathLst>
                  <a:path w="737540" h="737504">
                    <a:moveTo>
                      <a:pt x="361674" y="737505"/>
                    </a:moveTo>
                    <a:cubicBezTo>
                      <a:pt x="360626" y="737505"/>
                      <a:pt x="359483" y="737410"/>
                      <a:pt x="358340" y="737219"/>
                    </a:cubicBezTo>
                    <a:lnTo>
                      <a:pt x="253946" y="719026"/>
                    </a:lnTo>
                    <a:cubicBezTo>
                      <a:pt x="244326" y="717312"/>
                      <a:pt x="237563" y="708739"/>
                      <a:pt x="238230" y="698929"/>
                    </a:cubicBezTo>
                    <a:lnTo>
                      <a:pt x="242897" y="634254"/>
                    </a:lnTo>
                    <a:cubicBezTo>
                      <a:pt x="220133" y="623681"/>
                      <a:pt x="198701" y="610060"/>
                      <a:pt x="179080" y="593677"/>
                    </a:cubicBezTo>
                    <a:lnTo>
                      <a:pt x="122501" y="624538"/>
                    </a:lnTo>
                    <a:cubicBezTo>
                      <a:pt x="113929" y="629206"/>
                      <a:pt x="103261" y="626634"/>
                      <a:pt x="97641" y="618538"/>
                    </a:cubicBezTo>
                    <a:lnTo>
                      <a:pt x="37824" y="531098"/>
                    </a:lnTo>
                    <a:cubicBezTo>
                      <a:pt x="32299" y="523002"/>
                      <a:pt x="33728" y="512143"/>
                      <a:pt x="41253" y="505762"/>
                    </a:cubicBezTo>
                    <a:lnTo>
                      <a:pt x="89831" y="464709"/>
                    </a:lnTo>
                    <a:cubicBezTo>
                      <a:pt x="82115" y="442706"/>
                      <a:pt x="77162" y="420037"/>
                      <a:pt x="74876" y="397081"/>
                    </a:cubicBezTo>
                    <a:lnTo>
                      <a:pt x="13916" y="379936"/>
                    </a:lnTo>
                    <a:cubicBezTo>
                      <a:pt x="4486" y="377269"/>
                      <a:pt x="-1419" y="368030"/>
                      <a:pt x="295" y="358315"/>
                    </a:cubicBezTo>
                    <a:lnTo>
                      <a:pt x="18488" y="253921"/>
                    </a:lnTo>
                    <a:cubicBezTo>
                      <a:pt x="20203" y="244300"/>
                      <a:pt x="28585" y="237442"/>
                      <a:pt x="38586" y="238204"/>
                    </a:cubicBezTo>
                    <a:lnTo>
                      <a:pt x="101737" y="242681"/>
                    </a:lnTo>
                    <a:cubicBezTo>
                      <a:pt x="112786" y="219440"/>
                      <a:pt x="126788" y="197723"/>
                      <a:pt x="143456" y="178292"/>
                    </a:cubicBezTo>
                    <a:lnTo>
                      <a:pt x="113072" y="122476"/>
                    </a:lnTo>
                    <a:cubicBezTo>
                      <a:pt x="108404" y="113903"/>
                      <a:pt x="110976" y="103235"/>
                      <a:pt x="119072" y="97615"/>
                    </a:cubicBezTo>
                    <a:lnTo>
                      <a:pt x="206512" y="37798"/>
                    </a:lnTo>
                    <a:cubicBezTo>
                      <a:pt x="214608" y="32274"/>
                      <a:pt x="225467" y="33703"/>
                      <a:pt x="231848" y="41227"/>
                    </a:cubicBezTo>
                    <a:lnTo>
                      <a:pt x="273472" y="90472"/>
                    </a:lnTo>
                    <a:cubicBezTo>
                      <a:pt x="295190" y="83137"/>
                      <a:pt x="317573" y="78375"/>
                      <a:pt x="340147" y="76375"/>
                    </a:cubicBezTo>
                    <a:lnTo>
                      <a:pt x="357674" y="13891"/>
                    </a:lnTo>
                    <a:cubicBezTo>
                      <a:pt x="360340" y="4461"/>
                      <a:pt x="369580" y="-1349"/>
                      <a:pt x="379295" y="270"/>
                    </a:cubicBezTo>
                    <a:lnTo>
                      <a:pt x="483689" y="18463"/>
                    </a:lnTo>
                    <a:cubicBezTo>
                      <a:pt x="493310" y="20177"/>
                      <a:pt x="500072" y="28750"/>
                      <a:pt x="499406" y="38560"/>
                    </a:cubicBezTo>
                    <a:lnTo>
                      <a:pt x="494643" y="104569"/>
                    </a:lnTo>
                    <a:cubicBezTo>
                      <a:pt x="516931" y="115332"/>
                      <a:pt x="537791" y="128953"/>
                      <a:pt x="556556" y="144859"/>
                    </a:cubicBezTo>
                    <a:lnTo>
                      <a:pt x="615039" y="112951"/>
                    </a:lnTo>
                    <a:cubicBezTo>
                      <a:pt x="623611" y="108283"/>
                      <a:pt x="634375" y="110855"/>
                      <a:pt x="639899" y="118951"/>
                    </a:cubicBezTo>
                    <a:lnTo>
                      <a:pt x="699716" y="206391"/>
                    </a:lnTo>
                    <a:cubicBezTo>
                      <a:pt x="705241" y="214487"/>
                      <a:pt x="703812" y="225346"/>
                      <a:pt x="696287" y="231727"/>
                    </a:cubicBezTo>
                    <a:lnTo>
                      <a:pt x="644757" y="275257"/>
                    </a:lnTo>
                    <a:cubicBezTo>
                      <a:pt x="651710" y="296021"/>
                      <a:pt x="656377" y="317452"/>
                      <a:pt x="658473" y="339169"/>
                    </a:cubicBezTo>
                    <a:lnTo>
                      <a:pt x="723624" y="357457"/>
                    </a:lnTo>
                    <a:cubicBezTo>
                      <a:pt x="733054" y="360124"/>
                      <a:pt x="738959" y="369364"/>
                      <a:pt x="737245" y="379079"/>
                    </a:cubicBezTo>
                    <a:lnTo>
                      <a:pt x="719052" y="483473"/>
                    </a:lnTo>
                    <a:cubicBezTo>
                      <a:pt x="717338" y="493189"/>
                      <a:pt x="708765" y="499951"/>
                      <a:pt x="698954" y="499189"/>
                    </a:cubicBezTo>
                    <a:lnTo>
                      <a:pt x="631422" y="494332"/>
                    </a:lnTo>
                    <a:cubicBezTo>
                      <a:pt x="621040" y="516239"/>
                      <a:pt x="607800" y="536813"/>
                      <a:pt x="592179" y="555577"/>
                    </a:cubicBezTo>
                    <a:lnTo>
                      <a:pt x="624469" y="614823"/>
                    </a:lnTo>
                    <a:cubicBezTo>
                      <a:pt x="629136" y="623395"/>
                      <a:pt x="626564" y="634063"/>
                      <a:pt x="618468" y="639683"/>
                    </a:cubicBezTo>
                    <a:lnTo>
                      <a:pt x="531029" y="699500"/>
                    </a:lnTo>
                    <a:cubicBezTo>
                      <a:pt x="522932" y="705025"/>
                      <a:pt x="512073" y="703596"/>
                      <a:pt x="505692" y="696071"/>
                    </a:cubicBezTo>
                    <a:lnTo>
                      <a:pt x="462639" y="645208"/>
                    </a:lnTo>
                    <a:cubicBezTo>
                      <a:pt x="441589" y="652542"/>
                      <a:pt x="419776" y="657400"/>
                      <a:pt x="397773" y="659781"/>
                    </a:cubicBezTo>
                    <a:lnTo>
                      <a:pt x="379866" y="723503"/>
                    </a:lnTo>
                    <a:cubicBezTo>
                      <a:pt x="377676" y="731980"/>
                      <a:pt x="370151" y="737505"/>
                      <a:pt x="361674" y="737505"/>
                    </a:cubicBezTo>
                    <a:close/>
                    <a:moveTo>
                      <a:pt x="180318" y="582247"/>
                    </a:moveTo>
                    <a:lnTo>
                      <a:pt x="182794" y="584343"/>
                    </a:lnTo>
                    <a:cubicBezTo>
                      <a:pt x="203178" y="601774"/>
                      <a:pt x="225752" y="616061"/>
                      <a:pt x="249851" y="626920"/>
                    </a:cubicBezTo>
                    <a:lnTo>
                      <a:pt x="252899" y="628253"/>
                    </a:lnTo>
                    <a:lnTo>
                      <a:pt x="247850" y="699595"/>
                    </a:lnTo>
                    <a:cubicBezTo>
                      <a:pt x="247469" y="704453"/>
                      <a:pt x="250898" y="708835"/>
                      <a:pt x="255756" y="709692"/>
                    </a:cubicBezTo>
                    <a:lnTo>
                      <a:pt x="360150" y="727885"/>
                    </a:lnTo>
                    <a:cubicBezTo>
                      <a:pt x="365007" y="728742"/>
                      <a:pt x="369675" y="725789"/>
                      <a:pt x="370913" y="721122"/>
                    </a:cubicBezTo>
                    <a:lnTo>
                      <a:pt x="390535" y="651208"/>
                    </a:lnTo>
                    <a:lnTo>
                      <a:pt x="393773" y="650923"/>
                    </a:lnTo>
                    <a:cubicBezTo>
                      <a:pt x="417205" y="648732"/>
                      <a:pt x="440446" y="643493"/>
                      <a:pt x="462734" y="635492"/>
                    </a:cubicBezTo>
                    <a:lnTo>
                      <a:pt x="465877" y="634349"/>
                    </a:lnTo>
                    <a:lnTo>
                      <a:pt x="513122" y="690261"/>
                    </a:lnTo>
                    <a:cubicBezTo>
                      <a:pt x="516265" y="693976"/>
                      <a:pt x="521694" y="694738"/>
                      <a:pt x="525790" y="691975"/>
                    </a:cubicBezTo>
                    <a:lnTo>
                      <a:pt x="613229" y="632158"/>
                    </a:lnTo>
                    <a:cubicBezTo>
                      <a:pt x="617230" y="629396"/>
                      <a:pt x="618563" y="624062"/>
                      <a:pt x="616182" y="619776"/>
                    </a:cubicBezTo>
                    <a:lnTo>
                      <a:pt x="580749" y="554815"/>
                    </a:lnTo>
                    <a:lnTo>
                      <a:pt x="582844" y="552339"/>
                    </a:lnTo>
                    <a:cubicBezTo>
                      <a:pt x="599513" y="532717"/>
                      <a:pt x="613420" y="511000"/>
                      <a:pt x="624183" y="487759"/>
                    </a:cubicBezTo>
                    <a:lnTo>
                      <a:pt x="625517" y="484807"/>
                    </a:lnTo>
                    <a:lnTo>
                      <a:pt x="699525" y="490141"/>
                    </a:lnTo>
                    <a:cubicBezTo>
                      <a:pt x="704765" y="490522"/>
                      <a:pt x="708765" y="487093"/>
                      <a:pt x="709622" y="482235"/>
                    </a:cubicBezTo>
                    <a:lnTo>
                      <a:pt x="727815" y="377841"/>
                    </a:lnTo>
                    <a:cubicBezTo>
                      <a:pt x="728672" y="372983"/>
                      <a:pt x="725719" y="368411"/>
                      <a:pt x="721052" y="367078"/>
                    </a:cubicBezTo>
                    <a:lnTo>
                      <a:pt x="649615" y="346980"/>
                    </a:lnTo>
                    <a:lnTo>
                      <a:pt x="649329" y="343741"/>
                    </a:lnTo>
                    <a:cubicBezTo>
                      <a:pt x="647329" y="320596"/>
                      <a:pt x="642375" y="297736"/>
                      <a:pt x="634756" y="275733"/>
                    </a:cubicBezTo>
                    <a:lnTo>
                      <a:pt x="633708" y="272685"/>
                    </a:lnTo>
                    <a:lnTo>
                      <a:pt x="690286" y="224869"/>
                    </a:lnTo>
                    <a:cubicBezTo>
                      <a:pt x="694001" y="221726"/>
                      <a:pt x="694763" y="216297"/>
                      <a:pt x="692001" y="212201"/>
                    </a:cubicBezTo>
                    <a:lnTo>
                      <a:pt x="632184" y="124762"/>
                    </a:lnTo>
                    <a:cubicBezTo>
                      <a:pt x="629422" y="120761"/>
                      <a:pt x="624088" y="119428"/>
                      <a:pt x="619801" y="121809"/>
                    </a:cubicBezTo>
                    <a:lnTo>
                      <a:pt x="555507" y="156861"/>
                    </a:lnTo>
                    <a:lnTo>
                      <a:pt x="553031" y="154670"/>
                    </a:lnTo>
                    <a:cubicBezTo>
                      <a:pt x="533410" y="137620"/>
                      <a:pt x="511502" y="123333"/>
                      <a:pt x="487880" y="112189"/>
                    </a:cubicBezTo>
                    <a:lnTo>
                      <a:pt x="484927" y="110760"/>
                    </a:lnTo>
                    <a:lnTo>
                      <a:pt x="490071" y="38275"/>
                    </a:lnTo>
                    <a:cubicBezTo>
                      <a:pt x="490452" y="33417"/>
                      <a:pt x="487023" y="29035"/>
                      <a:pt x="482165" y="28178"/>
                    </a:cubicBezTo>
                    <a:lnTo>
                      <a:pt x="377771" y="9985"/>
                    </a:lnTo>
                    <a:cubicBezTo>
                      <a:pt x="372913" y="9128"/>
                      <a:pt x="368246" y="12081"/>
                      <a:pt x="367008" y="16748"/>
                    </a:cubicBezTo>
                    <a:lnTo>
                      <a:pt x="347672" y="85519"/>
                    </a:lnTo>
                    <a:lnTo>
                      <a:pt x="344338" y="85804"/>
                    </a:lnTo>
                    <a:cubicBezTo>
                      <a:pt x="320431" y="87709"/>
                      <a:pt x="296618" y="92758"/>
                      <a:pt x="273663" y="100759"/>
                    </a:cubicBezTo>
                    <a:lnTo>
                      <a:pt x="270520" y="101806"/>
                    </a:lnTo>
                    <a:lnTo>
                      <a:pt x="224704" y="47609"/>
                    </a:lnTo>
                    <a:cubicBezTo>
                      <a:pt x="221561" y="43894"/>
                      <a:pt x="216132" y="43132"/>
                      <a:pt x="212036" y="45895"/>
                    </a:cubicBezTo>
                    <a:lnTo>
                      <a:pt x="124597" y="105712"/>
                    </a:lnTo>
                    <a:cubicBezTo>
                      <a:pt x="120596" y="108474"/>
                      <a:pt x="119263" y="113808"/>
                      <a:pt x="121644" y="118094"/>
                    </a:cubicBezTo>
                    <a:lnTo>
                      <a:pt x="155172" y="179721"/>
                    </a:lnTo>
                    <a:lnTo>
                      <a:pt x="152981" y="182197"/>
                    </a:lnTo>
                    <a:cubicBezTo>
                      <a:pt x="135265" y="202486"/>
                      <a:pt x="120501" y="225250"/>
                      <a:pt x="109261" y="249825"/>
                    </a:cubicBezTo>
                    <a:lnTo>
                      <a:pt x="107928" y="252778"/>
                    </a:lnTo>
                    <a:lnTo>
                      <a:pt x="38205" y="247825"/>
                    </a:lnTo>
                    <a:cubicBezTo>
                      <a:pt x="33157" y="247444"/>
                      <a:pt x="28966" y="250873"/>
                      <a:pt x="28108" y="255730"/>
                    </a:cubicBezTo>
                    <a:lnTo>
                      <a:pt x="9916" y="360124"/>
                    </a:lnTo>
                    <a:cubicBezTo>
                      <a:pt x="9058" y="364982"/>
                      <a:pt x="12011" y="369554"/>
                      <a:pt x="16679" y="370888"/>
                    </a:cubicBezTo>
                    <a:lnTo>
                      <a:pt x="83925" y="389747"/>
                    </a:lnTo>
                    <a:lnTo>
                      <a:pt x="84211" y="392986"/>
                    </a:lnTo>
                    <a:cubicBezTo>
                      <a:pt x="86306" y="417370"/>
                      <a:pt x="91640" y="441468"/>
                      <a:pt x="100022" y="464614"/>
                    </a:cubicBezTo>
                    <a:lnTo>
                      <a:pt x="101165" y="467757"/>
                    </a:lnTo>
                    <a:lnTo>
                      <a:pt x="47540" y="513096"/>
                    </a:lnTo>
                    <a:cubicBezTo>
                      <a:pt x="43825" y="516239"/>
                      <a:pt x="43063" y="521668"/>
                      <a:pt x="45825" y="525764"/>
                    </a:cubicBezTo>
                    <a:lnTo>
                      <a:pt x="105642" y="613204"/>
                    </a:lnTo>
                    <a:cubicBezTo>
                      <a:pt x="108404" y="617204"/>
                      <a:pt x="113738" y="618538"/>
                      <a:pt x="118024" y="616156"/>
                    </a:cubicBezTo>
                    <a:lnTo>
                      <a:pt x="180318" y="582247"/>
                    </a:lnTo>
                    <a:close/>
                    <a:moveTo>
                      <a:pt x="367008" y="498904"/>
                    </a:moveTo>
                    <a:cubicBezTo>
                      <a:pt x="359483" y="498904"/>
                      <a:pt x="351958" y="498237"/>
                      <a:pt x="344338" y="496903"/>
                    </a:cubicBezTo>
                    <a:lnTo>
                      <a:pt x="344338" y="496903"/>
                    </a:lnTo>
                    <a:cubicBezTo>
                      <a:pt x="273568" y="484521"/>
                      <a:pt x="225943" y="416893"/>
                      <a:pt x="238325" y="346123"/>
                    </a:cubicBezTo>
                    <a:cubicBezTo>
                      <a:pt x="244326" y="311833"/>
                      <a:pt x="263281" y="281924"/>
                      <a:pt x="291760" y="261826"/>
                    </a:cubicBezTo>
                    <a:cubicBezTo>
                      <a:pt x="320240" y="241824"/>
                      <a:pt x="354816" y="234109"/>
                      <a:pt x="389106" y="240014"/>
                    </a:cubicBezTo>
                    <a:cubicBezTo>
                      <a:pt x="423396" y="246015"/>
                      <a:pt x="453304" y="264970"/>
                      <a:pt x="473402" y="293449"/>
                    </a:cubicBezTo>
                    <a:cubicBezTo>
                      <a:pt x="493405" y="321929"/>
                      <a:pt x="501215" y="356505"/>
                      <a:pt x="495215" y="390795"/>
                    </a:cubicBezTo>
                    <a:cubicBezTo>
                      <a:pt x="489214" y="425085"/>
                      <a:pt x="470259" y="454993"/>
                      <a:pt x="441779" y="475091"/>
                    </a:cubicBezTo>
                    <a:cubicBezTo>
                      <a:pt x="419491" y="490712"/>
                      <a:pt x="393582" y="498904"/>
                      <a:pt x="367008" y="498904"/>
                    </a:cubicBezTo>
                    <a:close/>
                    <a:moveTo>
                      <a:pt x="345957" y="487569"/>
                    </a:moveTo>
                    <a:cubicBezTo>
                      <a:pt x="377771" y="493093"/>
                      <a:pt x="409775" y="485950"/>
                      <a:pt x="436255" y="467376"/>
                    </a:cubicBezTo>
                    <a:cubicBezTo>
                      <a:pt x="462639" y="448802"/>
                      <a:pt x="480260" y="421084"/>
                      <a:pt x="485785" y="389271"/>
                    </a:cubicBezTo>
                    <a:cubicBezTo>
                      <a:pt x="491309" y="357457"/>
                      <a:pt x="484165" y="325453"/>
                      <a:pt x="465591" y="298974"/>
                    </a:cubicBezTo>
                    <a:cubicBezTo>
                      <a:pt x="447018" y="272590"/>
                      <a:pt x="419300" y="254968"/>
                      <a:pt x="387487" y="249444"/>
                    </a:cubicBezTo>
                    <a:cubicBezTo>
                      <a:pt x="355673" y="243919"/>
                      <a:pt x="323669" y="251063"/>
                      <a:pt x="297190" y="269637"/>
                    </a:cubicBezTo>
                    <a:cubicBezTo>
                      <a:pt x="270806" y="288211"/>
                      <a:pt x="253184" y="315928"/>
                      <a:pt x="247660" y="347742"/>
                    </a:cubicBezTo>
                    <a:cubicBezTo>
                      <a:pt x="236230" y="413369"/>
                      <a:pt x="280331" y="476139"/>
                      <a:pt x="345957" y="487569"/>
                    </a:cubicBezTo>
                    <a:lnTo>
                      <a:pt x="345957" y="487569"/>
                    </a:lnTo>
                    <a:close/>
                  </a:path>
                </a:pathLst>
              </a:custGeom>
              <a:solidFill>
                <a:srgbClr val="5277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3" name="" descr="61543c53-d46f-47ef-b671-c7b437cb5a24"/>
              <p:cNvSpPr/>
              <p:nvPr/>
            </p:nvSpPr>
            <p:spPr>
              <a:xfrm>
                <a:off x="341281" y="312700"/>
                <a:ext cx="638237" cy="638284"/>
              </a:xfrm>
              <a:custGeom>
                <a:gdLst>
                  <a:gd name="connsiteX0" fmla="*/ 1138837 w 1158114"/>
                  <a:gd name="connsiteY0" fmla="*/ 499233 h 1158200"/>
                  <a:gd name="connsiteX1" fmla="*/ 1026632 w 1158114"/>
                  <a:gd name="connsiteY1" fmla="*/ 482183 h 1158200"/>
                  <a:gd name="connsiteX2" fmla="*/ 989485 w 1158114"/>
                  <a:gd name="connsiteY2" fmla="*/ 375313 h 1158200"/>
                  <a:gd name="connsiteX3" fmla="*/ 1066351 w 1158114"/>
                  <a:gd name="connsiteY3" fmla="*/ 292255 h 1158200"/>
                  <a:gd name="connsiteX4" fmla="*/ 1066732 w 1158114"/>
                  <a:gd name="connsiteY4" fmla="*/ 261679 h 1158200"/>
                  <a:gd name="connsiteX5" fmla="*/ 954623 w 1158114"/>
                  <a:gd name="connsiteY5" fmla="*/ 134616 h 1158200"/>
                  <a:gd name="connsiteX6" fmla="*/ 924238 w 1158114"/>
                  <a:gd name="connsiteY6" fmla="*/ 131187 h 1158200"/>
                  <a:gd name="connsiteX7" fmla="*/ 833370 w 1158114"/>
                  <a:gd name="connsiteY7" fmla="*/ 196338 h 1158200"/>
                  <a:gd name="connsiteX8" fmla="*/ 719737 w 1158114"/>
                  <a:gd name="connsiteY8" fmla="*/ 140807 h 1158200"/>
                  <a:gd name="connsiteX9" fmla="*/ 714021 w 1158114"/>
                  <a:gd name="connsiteY9" fmla="*/ 30032 h 1158200"/>
                  <a:gd name="connsiteX10" fmla="*/ 692305 w 1158114"/>
                  <a:gd name="connsiteY10" fmla="*/ 8410 h 1158200"/>
                  <a:gd name="connsiteX11" fmla="*/ 523045 w 1158114"/>
                  <a:gd name="connsiteY11" fmla="*/ 28 h 1158200"/>
                  <a:gd name="connsiteX12" fmla="*/ 499328 w 1158114"/>
                  <a:gd name="connsiteY12" fmla="*/ 19363 h 1158200"/>
                  <a:gd name="connsiteX13" fmla="*/ 482945 w 1158114"/>
                  <a:gd name="connsiteY13" fmla="*/ 127091 h 1158200"/>
                  <a:gd name="connsiteX14" fmla="*/ 371788 w 1158114"/>
                  <a:gd name="connsiteY14" fmla="*/ 165286 h 1158200"/>
                  <a:gd name="connsiteX15" fmla="*/ 292350 w 1158114"/>
                  <a:gd name="connsiteY15" fmla="*/ 91753 h 1158200"/>
                  <a:gd name="connsiteX16" fmla="*/ 261775 w 1158114"/>
                  <a:gd name="connsiteY16" fmla="*/ 91373 h 1158200"/>
                  <a:gd name="connsiteX17" fmla="*/ 134711 w 1158114"/>
                  <a:gd name="connsiteY17" fmla="*/ 203482 h 1158200"/>
                  <a:gd name="connsiteX18" fmla="*/ 131282 w 1158114"/>
                  <a:gd name="connsiteY18" fmla="*/ 233866 h 1158200"/>
                  <a:gd name="connsiteX19" fmla="*/ 193575 w 1158114"/>
                  <a:gd name="connsiteY19" fmla="*/ 320734 h 1158200"/>
                  <a:gd name="connsiteX20" fmla="*/ 136425 w 1158114"/>
                  <a:gd name="connsiteY20" fmla="*/ 438654 h 1158200"/>
                  <a:gd name="connsiteX21" fmla="*/ 30031 w 1158114"/>
                  <a:gd name="connsiteY21" fmla="*/ 444178 h 1158200"/>
                  <a:gd name="connsiteX22" fmla="*/ 8410 w 1158114"/>
                  <a:gd name="connsiteY22" fmla="*/ 465895 h 1158200"/>
                  <a:gd name="connsiteX23" fmla="*/ 28 w 1158114"/>
                  <a:gd name="connsiteY23" fmla="*/ 635155 h 1158200"/>
                  <a:gd name="connsiteX24" fmla="*/ 19363 w 1158114"/>
                  <a:gd name="connsiteY24" fmla="*/ 658872 h 1158200"/>
                  <a:gd name="connsiteX25" fmla="*/ 124615 w 1158114"/>
                  <a:gd name="connsiteY25" fmla="*/ 674874 h 1158200"/>
                  <a:gd name="connsiteX26" fmla="*/ 164429 w 1158114"/>
                  <a:gd name="connsiteY26" fmla="*/ 787364 h 1158200"/>
                  <a:gd name="connsiteX27" fmla="*/ 91753 w 1158114"/>
                  <a:gd name="connsiteY27" fmla="*/ 865850 h 1158200"/>
                  <a:gd name="connsiteX28" fmla="*/ 91372 w 1158114"/>
                  <a:gd name="connsiteY28" fmla="*/ 896425 h 1158200"/>
                  <a:gd name="connsiteX29" fmla="*/ 203482 w 1158114"/>
                  <a:gd name="connsiteY29" fmla="*/ 1023489 h 1158200"/>
                  <a:gd name="connsiteX30" fmla="*/ 233866 w 1158114"/>
                  <a:gd name="connsiteY30" fmla="*/ 1026918 h 1158200"/>
                  <a:gd name="connsiteX31" fmla="*/ 321782 w 1158114"/>
                  <a:gd name="connsiteY31" fmla="*/ 963862 h 1158200"/>
                  <a:gd name="connsiteX32" fmla="*/ 438463 w 1158114"/>
                  <a:gd name="connsiteY32" fmla="*/ 1019298 h 1158200"/>
                  <a:gd name="connsiteX33" fmla="*/ 444083 w 1158114"/>
                  <a:gd name="connsiteY33" fmla="*/ 1128169 h 1158200"/>
                  <a:gd name="connsiteX34" fmla="*/ 465800 w 1158114"/>
                  <a:gd name="connsiteY34" fmla="*/ 1149791 h 1158200"/>
                  <a:gd name="connsiteX35" fmla="*/ 635059 w 1158114"/>
                  <a:gd name="connsiteY35" fmla="*/ 1158173 h 1158200"/>
                  <a:gd name="connsiteX36" fmla="*/ 658777 w 1158114"/>
                  <a:gd name="connsiteY36" fmla="*/ 1138837 h 1158200"/>
                  <a:gd name="connsiteX37" fmla="*/ 675445 w 1158114"/>
                  <a:gd name="connsiteY37" fmla="*/ 1029109 h 1158200"/>
                  <a:gd name="connsiteX38" fmla="*/ 783649 w 1158114"/>
                  <a:gd name="connsiteY38" fmla="*/ 990437 h 1158200"/>
                  <a:gd name="connsiteX39" fmla="*/ 865755 w 1158114"/>
                  <a:gd name="connsiteY39" fmla="*/ 1066447 h 1158200"/>
                  <a:gd name="connsiteX40" fmla="*/ 896330 w 1158114"/>
                  <a:gd name="connsiteY40" fmla="*/ 1066828 h 1158200"/>
                  <a:gd name="connsiteX41" fmla="*/ 1023394 w 1158114"/>
                  <a:gd name="connsiteY41" fmla="*/ 954718 h 1158200"/>
                  <a:gd name="connsiteX42" fmla="*/ 1026823 w 1158114"/>
                  <a:gd name="connsiteY42" fmla="*/ 924334 h 1158200"/>
                  <a:gd name="connsiteX43" fmla="*/ 960910 w 1158114"/>
                  <a:gd name="connsiteY43" fmla="*/ 832322 h 1158200"/>
                  <a:gd name="connsiteX44" fmla="*/ 1014726 w 1158114"/>
                  <a:gd name="connsiteY44" fmla="*/ 719832 h 1158200"/>
                  <a:gd name="connsiteX45" fmla="*/ 1128073 w 1158114"/>
                  <a:gd name="connsiteY45" fmla="*/ 714022 h 1158200"/>
                  <a:gd name="connsiteX46" fmla="*/ 1149695 w 1158114"/>
                  <a:gd name="connsiteY46" fmla="*/ 692305 h 1158200"/>
                  <a:gd name="connsiteX47" fmla="*/ 1158077 w 1158114"/>
                  <a:gd name="connsiteY47" fmla="*/ 523045 h 1158200"/>
                  <a:gd name="connsiteX48" fmla="*/ 1138837 w 1158114"/>
                  <a:gd name="connsiteY48" fmla="*/ 499233 h 1158200"/>
                  <a:gd name="connsiteX49" fmla="*/ 565717 w 1158114"/>
                  <a:gd name="connsiteY49" fmla="*/ 779363 h 1158200"/>
                  <a:gd name="connsiteX50" fmla="*/ 375122 w 1158114"/>
                  <a:gd name="connsiteY50" fmla="*/ 568766 h 1158200"/>
                  <a:gd name="connsiteX51" fmla="*/ 585720 w 1158114"/>
                  <a:gd name="connsiteY51" fmla="*/ 378170 h 1158200"/>
                  <a:gd name="connsiteX52" fmla="*/ 776315 w 1158114"/>
                  <a:gd name="connsiteY52" fmla="*/ 588768 h 1158200"/>
                  <a:gd name="connsiteX53" fmla="*/ 565717 w 1158114"/>
                  <a:gd name="connsiteY53" fmla="*/ 779363 h 115820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158114" h="1158200">
                    <a:moveTo>
                      <a:pt x="1138837" y="499233"/>
                    </a:moveTo>
                    <a:lnTo>
                      <a:pt x="1026632" y="482183"/>
                    </a:lnTo>
                    <a:cubicBezTo>
                      <a:pt x="1018631" y="444750"/>
                      <a:pt x="1006058" y="408936"/>
                      <a:pt x="989485" y="375313"/>
                    </a:cubicBezTo>
                    <a:lnTo>
                      <a:pt x="1066351" y="292255"/>
                    </a:lnTo>
                    <a:cubicBezTo>
                      <a:pt x="1074352" y="283682"/>
                      <a:pt x="1074448" y="270442"/>
                      <a:pt x="1066732" y="261679"/>
                    </a:cubicBezTo>
                    <a:lnTo>
                      <a:pt x="954623" y="134616"/>
                    </a:lnTo>
                    <a:cubicBezTo>
                      <a:pt x="946908" y="125853"/>
                      <a:pt x="933763" y="124329"/>
                      <a:pt x="924238" y="131187"/>
                    </a:cubicBezTo>
                    <a:lnTo>
                      <a:pt x="833370" y="196338"/>
                    </a:lnTo>
                    <a:cubicBezTo>
                      <a:pt x="798604" y="172907"/>
                      <a:pt x="760408" y="154142"/>
                      <a:pt x="719737" y="140807"/>
                    </a:cubicBezTo>
                    <a:lnTo>
                      <a:pt x="714021" y="30032"/>
                    </a:lnTo>
                    <a:cubicBezTo>
                      <a:pt x="713450" y="18316"/>
                      <a:pt x="704020" y="8981"/>
                      <a:pt x="692305" y="8410"/>
                    </a:cubicBezTo>
                    <a:lnTo>
                      <a:pt x="523045" y="28"/>
                    </a:lnTo>
                    <a:cubicBezTo>
                      <a:pt x="511329" y="-544"/>
                      <a:pt x="501138" y="7838"/>
                      <a:pt x="499328" y="19363"/>
                    </a:cubicBezTo>
                    <a:lnTo>
                      <a:pt x="482945" y="127091"/>
                    </a:lnTo>
                    <a:cubicBezTo>
                      <a:pt x="443892" y="135092"/>
                      <a:pt x="406650" y="148046"/>
                      <a:pt x="371788" y="165286"/>
                    </a:cubicBezTo>
                    <a:lnTo>
                      <a:pt x="292350" y="91753"/>
                    </a:lnTo>
                    <a:cubicBezTo>
                      <a:pt x="283777" y="83752"/>
                      <a:pt x="270538" y="83657"/>
                      <a:pt x="261775" y="91373"/>
                    </a:cubicBezTo>
                    <a:lnTo>
                      <a:pt x="134711" y="203482"/>
                    </a:lnTo>
                    <a:cubicBezTo>
                      <a:pt x="125948" y="211197"/>
                      <a:pt x="124424" y="224341"/>
                      <a:pt x="131282" y="233866"/>
                    </a:cubicBezTo>
                    <a:lnTo>
                      <a:pt x="193575" y="320734"/>
                    </a:lnTo>
                    <a:cubicBezTo>
                      <a:pt x="169287" y="356644"/>
                      <a:pt x="149951" y="396268"/>
                      <a:pt x="136425" y="438654"/>
                    </a:cubicBezTo>
                    <a:lnTo>
                      <a:pt x="30031" y="444178"/>
                    </a:lnTo>
                    <a:cubicBezTo>
                      <a:pt x="18316" y="444750"/>
                      <a:pt x="8981" y="454180"/>
                      <a:pt x="8410" y="465895"/>
                    </a:cubicBezTo>
                    <a:lnTo>
                      <a:pt x="28" y="635155"/>
                    </a:lnTo>
                    <a:cubicBezTo>
                      <a:pt x="-544" y="646870"/>
                      <a:pt x="7838" y="657062"/>
                      <a:pt x="19363" y="658872"/>
                    </a:cubicBezTo>
                    <a:lnTo>
                      <a:pt x="124615" y="674874"/>
                    </a:lnTo>
                    <a:cubicBezTo>
                      <a:pt x="132996" y="714403"/>
                      <a:pt x="146522" y="752122"/>
                      <a:pt x="164429" y="787364"/>
                    </a:cubicBezTo>
                    <a:lnTo>
                      <a:pt x="91753" y="865850"/>
                    </a:lnTo>
                    <a:cubicBezTo>
                      <a:pt x="83752" y="874423"/>
                      <a:pt x="83657" y="887662"/>
                      <a:pt x="91372" y="896425"/>
                    </a:cubicBezTo>
                    <a:lnTo>
                      <a:pt x="203482" y="1023489"/>
                    </a:lnTo>
                    <a:cubicBezTo>
                      <a:pt x="211197" y="1032252"/>
                      <a:pt x="224341" y="1033776"/>
                      <a:pt x="233866" y="1026918"/>
                    </a:cubicBezTo>
                    <a:lnTo>
                      <a:pt x="321782" y="963862"/>
                    </a:lnTo>
                    <a:cubicBezTo>
                      <a:pt x="357501" y="987484"/>
                      <a:pt x="396649" y="1006249"/>
                      <a:pt x="438463" y="1019298"/>
                    </a:cubicBezTo>
                    <a:lnTo>
                      <a:pt x="444083" y="1128169"/>
                    </a:lnTo>
                    <a:cubicBezTo>
                      <a:pt x="444654" y="1139884"/>
                      <a:pt x="454084" y="1149219"/>
                      <a:pt x="465800" y="1149791"/>
                    </a:cubicBezTo>
                    <a:lnTo>
                      <a:pt x="635059" y="1158173"/>
                    </a:lnTo>
                    <a:cubicBezTo>
                      <a:pt x="646775" y="1158744"/>
                      <a:pt x="656967" y="1150362"/>
                      <a:pt x="658777" y="1138837"/>
                    </a:cubicBezTo>
                    <a:lnTo>
                      <a:pt x="675445" y="1029109"/>
                    </a:lnTo>
                    <a:cubicBezTo>
                      <a:pt x="713450" y="1020727"/>
                      <a:pt x="749740" y="1007582"/>
                      <a:pt x="783649" y="990437"/>
                    </a:cubicBezTo>
                    <a:lnTo>
                      <a:pt x="865755" y="1066447"/>
                    </a:lnTo>
                    <a:cubicBezTo>
                      <a:pt x="874327" y="1074448"/>
                      <a:pt x="887567" y="1074543"/>
                      <a:pt x="896330" y="1066828"/>
                    </a:cubicBezTo>
                    <a:lnTo>
                      <a:pt x="1023394" y="954718"/>
                    </a:lnTo>
                    <a:cubicBezTo>
                      <a:pt x="1032157" y="947003"/>
                      <a:pt x="1033681" y="933859"/>
                      <a:pt x="1026823" y="924334"/>
                    </a:cubicBezTo>
                    <a:lnTo>
                      <a:pt x="960910" y="832322"/>
                    </a:lnTo>
                    <a:cubicBezTo>
                      <a:pt x="983579" y="797842"/>
                      <a:pt x="1001867" y="760123"/>
                      <a:pt x="1014726" y="719832"/>
                    </a:cubicBezTo>
                    <a:lnTo>
                      <a:pt x="1128073" y="714022"/>
                    </a:lnTo>
                    <a:cubicBezTo>
                      <a:pt x="1139789" y="713450"/>
                      <a:pt x="1149124" y="704020"/>
                      <a:pt x="1149695" y="692305"/>
                    </a:cubicBezTo>
                    <a:lnTo>
                      <a:pt x="1158077" y="523045"/>
                    </a:lnTo>
                    <a:cubicBezTo>
                      <a:pt x="1158744" y="511234"/>
                      <a:pt x="1150362" y="500948"/>
                      <a:pt x="1138837" y="499233"/>
                    </a:cubicBezTo>
                    <a:close/>
                    <a:moveTo>
                      <a:pt x="565717" y="779363"/>
                    </a:moveTo>
                    <a:cubicBezTo>
                      <a:pt x="454942" y="773839"/>
                      <a:pt x="369598" y="679541"/>
                      <a:pt x="375122" y="568766"/>
                    </a:cubicBezTo>
                    <a:cubicBezTo>
                      <a:pt x="380646" y="457990"/>
                      <a:pt x="474944" y="372646"/>
                      <a:pt x="585720" y="378170"/>
                    </a:cubicBezTo>
                    <a:cubicBezTo>
                      <a:pt x="696496" y="383695"/>
                      <a:pt x="781840" y="477992"/>
                      <a:pt x="776315" y="588768"/>
                    </a:cubicBezTo>
                    <a:cubicBezTo>
                      <a:pt x="770791" y="699544"/>
                      <a:pt x="676493" y="784888"/>
                      <a:pt x="565717" y="77936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2" name="" descr="f5142f0c-0745-4e73-b908-7394664a1b58"/>
            <p:cNvGrpSpPr/>
            <p:nvPr/>
          </p:nvGrpSpPr>
          <p:grpSpPr>
            <a:xfrm>
              <a:off x="4332865" y="148012"/>
              <a:ext cx="7508219" cy="6709988"/>
              <a:chOff x="4332865" y="148012"/>
              <a:chExt cx="7508219" cy="6709988"/>
            </a:xfrm>
          </p:grpSpPr>
          <p:sp>
            <p:nvSpPr>
              <p:cNvPr id="83" name="" descr="2ddddee1-4d7b-4ca7-8f3c-306741f7016a"/>
              <p:cNvSpPr/>
              <p:nvPr/>
            </p:nvSpPr>
            <p:spPr>
              <a:xfrm>
                <a:off x="7106055" y="5813309"/>
                <a:ext cx="2665094" cy="1044691"/>
              </a:xfrm>
              <a:custGeom>
                <a:gdLst>
                  <a:gd name="connsiteX0" fmla="*/ 1332548 w 2665094"/>
                  <a:gd name="connsiteY0" fmla="*/ 0 h 1044691"/>
                  <a:gd name="connsiteX1" fmla="*/ 2659132 w 2665094"/>
                  <a:gd name="connsiteY1" fmla="*/ 942323 h 1044691"/>
                  <a:gd name="connsiteX2" fmla="*/ 2665094 w 2665094"/>
                  <a:gd name="connsiteY2" fmla="*/ 1044691 h 1044691"/>
                  <a:gd name="connsiteX3" fmla="*/ 0 w 2665094"/>
                  <a:gd name="connsiteY3" fmla="*/ 1044691 h 1044691"/>
                  <a:gd name="connsiteX4" fmla="*/ 5960 w 2665094"/>
                  <a:gd name="connsiteY4" fmla="*/ 942349 h 1044691"/>
                  <a:gd name="connsiteX5" fmla="*/ 1332548 w 2665094"/>
                  <a:gd name="connsiteY5" fmla="*/ 0 h 104469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65094" h="1044691">
                    <a:moveTo>
                      <a:pt x="1332548" y="0"/>
                    </a:moveTo>
                    <a:cubicBezTo>
                      <a:pt x="2022860" y="0"/>
                      <a:pt x="2590832" y="365097"/>
                      <a:pt x="2659132" y="942323"/>
                    </a:cubicBezTo>
                    <a:lnTo>
                      <a:pt x="2665094" y="1044691"/>
                    </a:lnTo>
                    <a:lnTo>
                      <a:pt x="0" y="1044691"/>
                    </a:lnTo>
                    <a:lnTo>
                      <a:pt x="5960" y="942349"/>
                    </a:lnTo>
                    <a:cubicBezTo>
                      <a:pt x="74244" y="365235"/>
                      <a:pt x="642087" y="0"/>
                      <a:pt x="133254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4FF"/>
                  </a:gs>
                  <a:gs pos="50000">
                    <a:srgbClr val="D3D8E4"/>
                  </a:gs>
                  <a:gs pos="100000">
                    <a:srgbClr val="B7BCCA"/>
                  </a:gs>
                </a:gsLst>
                <a:lin ang="3433879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84" name="" descr="e5fd5c93-65c2-42e2-8fde-37aef5031aea"/>
              <p:cNvGrpSpPr/>
              <p:nvPr/>
            </p:nvGrpSpPr>
            <p:grpSpPr>
              <a:xfrm>
                <a:off x="4332865" y="3599174"/>
                <a:ext cx="3369088" cy="1653714"/>
                <a:chOff x="4799702" y="3395583"/>
                <a:chExt cx="2051820" cy="1007134"/>
              </a:xfrm>
            </p:grpSpPr>
            <p:grpSp>
              <p:nvGrpSpPr>
                <p:cNvPr id="118" name="" descr="3b47d224-2c67-4f94-a767-2c19d8b5b085"/>
                <p:cNvGrpSpPr/>
                <p:nvPr/>
              </p:nvGrpSpPr>
              <p:grpSpPr>
                <a:xfrm>
                  <a:off x="4799702" y="3395583"/>
                  <a:ext cx="1304466" cy="939951"/>
                  <a:chOff x="4799702" y="3395583"/>
                  <a:chExt cx="1304466" cy="939951"/>
                </a:xfrm>
              </p:grpSpPr>
              <p:sp>
                <p:nvSpPr>
                  <p:cNvPr id="120" name="" descr="f9d3f98e-c663-4658-b570-458357f7f09b"/>
                  <p:cNvSpPr/>
                  <p:nvPr/>
                </p:nvSpPr>
                <p:spPr>
                  <a:xfrm>
                    <a:off x="5054830" y="3547067"/>
                    <a:ext cx="1049338" cy="788467"/>
                  </a:xfrm>
                  <a:custGeom>
                    <a:gdLst>
                      <a:gd name="connsiteX0" fmla="*/ 367466 w 1049338"/>
                      <a:gd name="connsiteY0" fmla="*/ 715275 h 788467"/>
                      <a:gd name="connsiteX1" fmla="*/ 1025453 w 1049338"/>
                      <a:gd name="connsiteY1" fmla="*/ 605547 h 788467"/>
                      <a:gd name="connsiteX2" fmla="*/ 664170 w 1049338"/>
                      <a:gd name="connsiteY2" fmla="*/ 75481 h 788467"/>
                      <a:gd name="connsiteX3" fmla="*/ 25709 w 1049338"/>
                      <a:gd name="connsiteY3" fmla="*/ 179018 h 788467"/>
                      <a:gd name="connsiteX4" fmla="*/ 367466 w 1049338"/>
                      <a:gd name="connsiteY4" fmla="*/ 715275 h 788467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49338" h="788467">
                        <a:moveTo>
                          <a:pt x="367466" y="715275"/>
                        </a:moveTo>
                        <a:cubicBezTo>
                          <a:pt x="643596" y="833004"/>
                          <a:pt x="935156" y="817193"/>
                          <a:pt x="1025453" y="605547"/>
                        </a:cubicBezTo>
                        <a:cubicBezTo>
                          <a:pt x="1115750" y="393902"/>
                          <a:pt x="940205" y="193305"/>
                          <a:pt x="664170" y="75481"/>
                        </a:cubicBezTo>
                        <a:cubicBezTo>
                          <a:pt x="388136" y="-42343"/>
                          <a:pt x="116006" y="-32628"/>
                          <a:pt x="25709" y="179018"/>
                        </a:cubicBezTo>
                        <a:cubicBezTo>
                          <a:pt x="-64683" y="390663"/>
                          <a:pt x="91337" y="597451"/>
                          <a:pt x="367466" y="71527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0F4FF"/>
                      </a:gs>
                      <a:gs pos="50000">
                        <a:srgbClr val="D3D8E4"/>
                      </a:gs>
                      <a:gs pos="100000">
                        <a:srgbClr val="B7BCCA"/>
                      </a:gs>
                    </a:gsLst>
                    <a:lin ang="3642525" scaled="1"/>
                  </a:gra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21" name="" descr="3645bbc1-b23c-4c09-9ffb-46065c0f4b70"/>
                  <p:cNvGrpSpPr/>
                  <p:nvPr/>
                </p:nvGrpSpPr>
                <p:grpSpPr>
                  <a:xfrm>
                    <a:off x="4799702" y="3395583"/>
                    <a:ext cx="521259" cy="812390"/>
                    <a:chOff x="4799702" y="3395583"/>
                    <a:chExt cx="521259" cy="812390"/>
                  </a:xfrm>
                  <a:solidFill>
                    <a:srgbClr val="333333"/>
                  </a:solidFill>
                </p:grpSpPr>
                <p:sp>
                  <p:nvSpPr>
                    <p:cNvPr id="122" name="" descr="d9a0fb3d-7bf9-43b8-b794-a537e4ca2cf8"/>
                    <p:cNvSpPr/>
                    <p:nvPr/>
                  </p:nvSpPr>
                  <p:spPr>
                    <a:xfrm>
                      <a:off x="5174711" y="3395583"/>
                      <a:ext cx="146251" cy="254542"/>
                    </a:xfrm>
                    <a:custGeom>
                      <a:gdLst>
                        <a:gd name="connsiteX0" fmla="*/ 131762 w 146251"/>
                        <a:gd name="connsiteY0" fmla="*/ 83233 h 254542"/>
                        <a:gd name="connsiteX1" fmla="*/ 115760 w 146251"/>
                        <a:gd name="connsiteY1" fmla="*/ 30464 h 254542"/>
                        <a:gd name="connsiteX2" fmla="*/ 72040 w 146251"/>
                        <a:gd name="connsiteY2" fmla="*/ 79 h 254542"/>
                        <a:gd name="connsiteX3" fmla="*/ 24796 w 146251"/>
                        <a:gd name="connsiteY3" fmla="*/ 25511 h 254542"/>
                        <a:gd name="connsiteX4" fmla="*/ 5841 w 146251"/>
                        <a:gd name="connsiteY4" fmla="*/ 77803 h 254542"/>
                        <a:gd name="connsiteX5" fmla="*/ 4222 w 146251"/>
                        <a:gd name="connsiteY5" fmla="*/ 199914 h 254542"/>
                        <a:gd name="connsiteX6" fmla="*/ 12604 w 146251"/>
                        <a:gd name="connsiteY6" fmla="*/ 227822 h 254542"/>
                        <a:gd name="connsiteX7" fmla="*/ 77850 w 146251"/>
                        <a:gd name="connsiteY7" fmla="*/ 254397 h 254542"/>
                        <a:gd name="connsiteX8" fmla="*/ 146240 w 146251"/>
                        <a:gd name="connsiteY8" fmla="*/ 204010 h 254542"/>
                        <a:gd name="connsiteX9" fmla="*/ 131762 w 146251"/>
                        <a:gd name="connsiteY9" fmla="*/ 83233 h 254542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46251" h="254542">
                          <a:moveTo>
                            <a:pt x="131762" y="83233"/>
                          </a:moveTo>
                          <a:cubicBezTo>
                            <a:pt x="128618" y="65040"/>
                            <a:pt x="124999" y="46466"/>
                            <a:pt x="115760" y="30464"/>
                          </a:cubicBezTo>
                          <a:cubicBezTo>
                            <a:pt x="106520" y="14462"/>
                            <a:pt x="90423" y="1222"/>
                            <a:pt x="72040" y="79"/>
                          </a:cubicBezTo>
                          <a:cubicBezTo>
                            <a:pt x="53371" y="-1064"/>
                            <a:pt x="35559" y="10271"/>
                            <a:pt x="24796" y="25511"/>
                          </a:cubicBezTo>
                          <a:cubicBezTo>
                            <a:pt x="14033" y="40751"/>
                            <a:pt x="9080" y="59420"/>
                            <a:pt x="5841" y="77803"/>
                          </a:cubicBezTo>
                          <a:cubicBezTo>
                            <a:pt x="-1398" y="118094"/>
                            <a:pt x="-1874" y="159528"/>
                            <a:pt x="4222" y="199914"/>
                          </a:cubicBezTo>
                          <a:cubicBezTo>
                            <a:pt x="5651" y="209629"/>
                            <a:pt x="7651" y="219440"/>
                            <a:pt x="12604" y="227822"/>
                          </a:cubicBezTo>
                          <a:cubicBezTo>
                            <a:pt x="25082" y="249158"/>
                            <a:pt x="53180" y="255635"/>
                            <a:pt x="77850" y="254397"/>
                          </a:cubicBezTo>
                          <a:cubicBezTo>
                            <a:pt x="109092" y="252873"/>
                            <a:pt x="147002" y="239347"/>
                            <a:pt x="146240" y="204010"/>
                          </a:cubicBezTo>
                          <a:cubicBezTo>
                            <a:pt x="145287" y="163909"/>
                            <a:pt x="138524" y="122761"/>
                            <a:pt x="131762" y="83233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3" name="" descr="532990a0-0189-4912-bfa0-1752d3542f5b"/>
                    <p:cNvSpPr/>
                    <p:nvPr/>
                  </p:nvSpPr>
                  <p:spPr>
                    <a:xfrm>
                      <a:off x="4835612" y="3629337"/>
                      <a:ext cx="320226" cy="175363"/>
                    </a:xfrm>
                    <a:custGeom>
                      <a:gdLst>
                        <a:gd name="connsiteX0" fmla="*/ 74239 w 320226"/>
                        <a:gd name="connsiteY0" fmla="*/ 122370 h 175363"/>
                        <a:gd name="connsiteX1" fmla="*/ 17375 w 320226"/>
                        <a:gd name="connsiteY1" fmla="*/ 84079 h 175363"/>
                        <a:gd name="connsiteX2" fmla="*/ 3373 w 320226"/>
                        <a:gd name="connsiteY2" fmla="*/ 29787 h 175363"/>
                        <a:gd name="connsiteX3" fmla="*/ 56237 w 320226"/>
                        <a:gd name="connsiteY3" fmla="*/ 735 h 175363"/>
                        <a:gd name="connsiteX4" fmla="*/ 126436 w 320226"/>
                        <a:gd name="connsiteY4" fmla="*/ 6355 h 175363"/>
                        <a:gd name="connsiteX5" fmla="*/ 279026 w 320226"/>
                        <a:gd name="connsiteY5" fmla="*/ 40264 h 175363"/>
                        <a:gd name="connsiteX6" fmla="*/ 315793 w 320226"/>
                        <a:gd name="connsiteY6" fmla="*/ 124179 h 175363"/>
                        <a:gd name="connsiteX7" fmla="*/ 259786 w 320226"/>
                        <a:gd name="connsiteY7" fmla="*/ 174947 h 175363"/>
                        <a:gd name="connsiteX8" fmla="*/ 222638 w 320226"/>
                        <a:gd name="connsiteY8" fmla="*/ 171804 h 175363"/>
                        <a:gd name="connsiteX9" fmla="*/ 74239 w 320226"/>
                        <a:gd name="connsiteY9" fmla="*/ 122370 h 175363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0226" h="175363">
                          <a:moveTo>
                            <a:pt x="74239" y="122370"/>
                          </a:moveTo>
                          <a:cubicBezTo>
                            <a:pt x="52998" y="112082"/>
                            <a:pt x="32043" y="100176"/>
                            <a:pt x="17375" y="84079"/>
                          </a:cubicBezTo>
                          <a:cubicBezTo>
                            <a:pt x="2706" y="67982"/>
                            <a:pt x="-4819" y="46836"/>
                            <a:pt x="3373" y="29787"/>
                          </a:cubicBezTo>
                          <a:cubicBezTo>
                            <a:pt x="11469" y="12927"/>
                            <a:pt x="33376" y="3116"/>
                            <a:pt x="56237" y="735"/>
                          </a:cubicBezTo>
                          <a:cubicBezTo>
                            <a:pt x="79097" y="-1646"/>
                            <a:pt x="103100" y="2164"/>
                            <a:pt x="126436" y="6355"/>
                          </a:cubicBezTo>
                          <a:cubicBezTo>
                            <a:pt x="177109" y="15594"/>
                            <a:pt x="229687" y="25310"/>
                            <a:pt x="279026" y="40264"/>
                          </a:cubicBezTo>
                          <a:cubicBezTo>
                            <a:pt x="322460" y="53409"/>
                            <a:pt x="325223" y="94271"/>
                            <a:pt x="315793" y="124179"/>
                          </a:cubicBezTo>
                          <a:cubicBezTo>
                            <a:pt x="308363" y="147801"/>
                            <a:pt x="290266" y="171519"/>
                            <a:pt x="259786" y="174947"/>
                          </a:cubicBezTo>
                          <a:cubicBezTo>
                            <a:pt x="247689" y="176281"/>
                            <a:pt x="235021" y="174186"/>
                            <a:pt x="222638" y="171804"/>
                          </a:cubicBezTo>
                          <a:cubicBezTo>
                            <a:pt x="171108" y="161708"/>
                            <a:pt x="120721" y="144944"/>
                            <a:pt x="74239" y="122370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4" name="" descr="a94d2f5a-8a93-4a43-956b-6047001f503f"/>
                    <p:cNvSpPr/>
                    <p:nvPr/>
                  </p:nvSpPr>
                  <p:spPr>
                    <a:xfrm>
                      <a:off x="4799702" y="3828089"/>
                      <a:ext cx="347882" cy="143891"/>
                    </a:xfrm>
                    <a:custGeom>
                      <a:gdLst>
                        <a:gd name="connsiteX0" fmla="*/ 99291 w 347882"/>
                        <a:gd name="connsiteY0" fmla="*/ 134215 h 143891"/>
                        <a:gd name="connsiteX1" fmla="*/ 30139 w 347882"/>
                        <a:gd name="connsiteY1" fmla="*/ 112594 h 143891"/>
                        <a:gd name="connsiteX2" fmla="*/ 612 w 347882"/>
                        <a:gd name="connsiteY2" fmla="*/ 64111 h 143891"/>
                        <a:gd name="connsiteX3" fmla="*/ 46713 w 347882"/>
                        <a:gd name="connsiteY3" fmla="*/ 21916 h 143891"/>
                        <a:gd name="connsiteX4" fmla="*/ 120341 w 347882"/>
                        <a:gd name="connsiteY4" fmla="*/ 8486 h 143891"/>
                        <a:gd name="connsiteX5" fmla="*/ 286552 w 347882"/>
                        <a:gd name="connsiteY5" fmla="*/ 199 h 143891"/>
                        <a:gd name="connsiteX6" fmla="*/ 347798 w 347882"/>
                        <a:gd name="connsiteY6" fmla="*/ 71160 h 143891"/>
                        <a:gd name="connsiteX7" fmla="*/ 304459 w 347882"/>
                        <a:gd name="connsiteY7" fmla="*/ 135073 h 143891"/>
                        <a:gd name="connsiteX8" fmla="*/ 265502 w 347882"/>
                        <a:gd name="connsiteY8" fmla="*/ 142026 h 143891"/>
                        <a:gd name="connsiteX9" fmla="*/ 99291 w 347882"/>
                        <a:gd name="connsiteY9" fmla="*/ 134215 h 143891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47882" h="143891">
                          <a:moveTo>
                            <a:pt x="99291" y="134215"/>
                          </a:moveTo>
                          <a:cubicBezTo>
                            <a:pt x="74621" y="130024"/>
                            <a:pt x="49761" y="124214"/>
                            <a:pt x="30139" y="112594"/>
                          </a:cubicBezTo>
                          <a:cubicBezTo>
                            <a:pt x="10518" y="101069"/>
                            <a:pt x="-3103" y="82685"/>
                            <a:pt x="612" y="64111"/>
                          </a:cubicBezTo>
                          <a:cubicBezTo>
                            <a:pt x="4231" y="45728"/>
                            <a:pt x="23948" y="30393"/>
                            <a:pt x="46713" y="21916"/>
                          </a:cubicBezTo>
                          <a:cubicBezTo>
                            <a:pt x="69477" y="13438"/>
                            <a:pt x="95195" y="10676"/>
                            <a:pt x="120341" y="8486"/>
                          </a:cubicBezTo>
                          <a:cubicBezTo>
                            <a:pt x="174919" y="3723"/>
                            <a:pt x="231688" y="-1039"/>
                            <a:pt x="286552" y="199"/>
                          </a:cubicBezTo>
                          <a:cubicBezTo>
                            <a:pt x="334844" y="1246"/>
                            <a:pt x="349131" y="39823"/>
                            <a:pt x="347798" y="71160"/>
                          </a:cubicBezTo>
                          <a:cubicBezTo>
                            <a:pt x="346750" y="95925"/>
                            <a:pt x="334844" y="123643"/>
                            <a:pt x="304459" y="135073"/>
                          </a:cubicBezTo>
                          <a:cubicBezTo>
                            <a:pt x="292458" y="139645"/>
                            <a:pt x="278837" y="141073"/>
                            <a:pt x="265502" y="142026"/>
                          </a:cubicBezTo>
                          <a:cubicBezTo>
                            <a:pt x="209781" y="146122"/>
                            <a:pt x="153393" y="143455"/>
                            <a:pt x="99291" y="134215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25" name="" descr="130b4908-3073-43ec-854b-20c2cd2e22a7"/>
                    <p:cNvSpPr/>
                    <p:nvPr/>
                  </p:nvSpPr>
                  <p:spPr>
                    <a:xfrm>
                      <a:off x="4926818" y="3975886"/>
                      <a:ext cx="279821" cy="232087"/>
                    </a:xfrm>
                    <a:custGeom>
                      <a:gdLst>
                        <a:gd name="connsiteX0" fmla="*/ 117145 w 279821"/>
                        <a:gd name="connsiteY0" fmla="*/ 214732 h 232087"/>
                        <a:gd name="connsiteX1" fmla="*/ 53232 w 279821"/>
                        <a:gd name="connsiteY1" fmla="*/ 232068 h 232087"/>
                        <a:gd name="connsiteX2" fmla="*/ 3512 w 279821"/>
                        <a:gd name="connsiteY2" fmla="*/ 207208 h 232087"/>
                        <a:gd name="connsiteX3" fmla="*/ 13799 w 279821"/>
                        <a:gd name="connsiteY3" fmla="*/ 149105 h 232087"/>
                        <a:gd name="connsiteX4" fmla="*/ 61043 w 279821"/>
                        <a:gd name="connsiteY4" fmla="*/ 100718 h 232087"/>
                        <a:gd name="connsiteX5" fmla="*/ 180201 w 279821"/>
                        <a:gd name="connsiteY5" fmla="*/ 9564 h 232087"/>
                        <a:gd name="connsiteX6" fmla="*/ 266307 w 279821"/>
                        <a:gd name="connsiteY6" fmla="*/ 36710 h 232087"/>
                        <a:gd name="connsiteX7" fmla="*/ 270498 w 279821"/>
                        <a:gd name="connsiteY7" fmla="*/ 111196 h 232087"/>
                        <a:gd name="connsiteX8" fmla="*/ 245447 w 279821"/>
                        <a:gd name="connsiteY8" fmla="*/ 136723 h 232087"/>
                        <a:gd name="connsiteX9" fmla="*/ 117145 w 279821"/>
                        <a:gd name="connsiteY9" fmla="*/ 214732 h 232087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79821" h="232087">
                          <a:moveTo>
                            <a:pt x="117145" y="214732"/>
                          </a:moveTo>
                          <a:cubicBezTo>
                            <a:pt x="96285" y="223781"/>
                            <a:pt x="74473" y="231687"/>
                            <a:pt x="53232" y="232068"/>
                          </a:cubicBezTo>
                          <a:cubicBezTo>
                            <a:pt x="31992" y="232544"/>
                            <a:pt x="11418" y="224353"/>
                            <a:pt x="3512" y="207208"/>
                          </a:cubicBezTo>
                          <a:cubicBezTo>
                            <a:pt x="-4299" y="190253"/>
                            <a:pt x="1702" y="167679"/>
                            <a:pt x="13799" y="149105"/>
                          </a:cubicBezTo>
                          <a:cubicBezTo>
                            <a:pt x="25991" y="130531"/>
                            <a:pt x="43517" y="115291"/>
                            <a:pt x="61043" y="100718"/>
                          </a:cubicBezTo>
                          <a:cubicBezTo>
                            <a:pt x="99048" y="69095"/>
                            <a:pt x="138672" y="36424"/>
                            <a:pt x="180201" y="9564"/>
                          </a:cubicBezTo>
                          <a:cubicBezTo>
                            <a:pt x="216777" y="-14058"/>
                            <a:pt x="249447" y="10326"/>
                            <a:pt x="266307" y="36710"/>
                          </a:cubicBezTo>
                          <a:cubicBezTo>
                            <a:pt x="279641" y="57570"/>
                            <a:pt x="286595" y="86335"/>
                            <a:pt x="270498" y="111196"/>
                          </a:cubicBezTo>
                          <a:cubicBezTo>
                            <a:pt x="264116" y="121006"/>
                            <a:pt x="254781" y="129103"/>
                            <a:pt x="245447" y="136723"/>
                          </a:cubicBezTo>
                          <a:cubicBezTo>
                            <a:pt x="206299" y="168441"/>
                            <a:pt x="162770" y="194920"/>
                            <a:pt x="117145" y="214732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119" name="" descr="9240f2e7-0b3c-420e-b5fd-65997253cf4b"/>
                <p:cNvSpPr/>
                <p:nvPr/>
              </p:nvSpPr>
              <p:spPr>
                <a:xfrm>
                  <a:off x="5932800" y="3682885"/>
                  <a:ext cx="918722" cy="719832"/>
                </a:xfrm>
                <a:custGeom>
                  <a:gdLst>
                    <a:gd name="connsiteX0" fmla="*/ 684027 w 918722"/>
                    <a:gd name="connsiteY0" fmla="*/ 148165 h 719832"/>
                    <a:gd name="connsiteX1" fmla="*/ 559535 w 918722"/>
                    <a:gd name="connsiteY1" fmla="*/ 518116 h 719832"/>
                    <a:gd name="connsiteX2" fmla="*/ 77951 w 918722"/>
                    <a:gd name="connsiteY2" fmla="*/ 355238 h 719832"/>
                    <a:gd name="connsiteX3" fmla="*/ 8800 w 918722"/>
                    <a:gd name="connsiteY3" fmla="*/ 428390 h 719832"/>
                    <a:gd name="connsiteX4" fmla="*/ 20896 w 918722"/>
                    <a:gd name="connsiteY4" fmla="*/ 523640 h 719832"/>
                    <a:gd name="connsiteX5" fmla="*/ 502861 w 918722"/>
                    <a:gd name="connsiteY5" fmla="*/ 686613 h 719832"/>
                    <a:gd name="connsiteX6" fmla="*/ 586872 w 918722"/>
                    <a:gd name="connsiteY6" fmla="*/ 715093 h 719832"/>
                    <a:gd name="connsiteX7" fmla="*/ 699553 w 918722"/>
                    <a:gd name="connsiteY7" fmla="*/ 659276 h 719832"/>
                    <a:gd name="connsiteX8" fmla="*/ 918723 w 918722"/>
                    <a:gd name="connsiteY8" fmla="*/ 8147 h 719832"/>
                    <a:gd name="connsiteX9" fmla="*/ 684027 w 918722"/>
                    <a:gd name="connsiteY9" fmla="*/ 148165 h 719832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18722" h="719832">
                      <a:moveTo>
                        <a:pt x="684027" y="148165"/>
                      </a:moveTo>
                      <a:lnTo>
                        <a:pt x="559535" y="518116"/>
                      </a:lnTo>
                      <a:lnTo>
                        <a:pt x="77951" y="355238"/>
                      </a:lnTo>
                      <a:cubicBezTo>
                        <a:pt x="77951" y="355238"/>
                        <a:pt x="34136" y="353619"/>
                        <a:pt x="8800" y="428390"/>
                      </a:cubicBezTo>
                      <a:cubicBezTo>
                        <a:pt x="-16537" y="503162"/>
                        <a:pt x="20896" y="523640"/>
                        <a:pt x="20896" y="523640"/>
                      </a:cubicBezTo>
                      <a:lnTo>
                        <a:pt x="502861" y="686613"/>
                      </a:lnTo>
                      <a:lnTo>
                        <a:pt x="586872" y="715093"/>
                      </a:lnTo>
                      <a:cubicBezTo>
                        <a:pt x="633354" y="730904"/>
                        <a:pt x="683932" y="705854"/>
                        <a:pt x="699553" y="659276"/>
                      </a:cubicBezTo>
                      <a:lnTo>
                        <a:pt x="918723" y="8147"/>
                      </a:lnTo>
                      <a:cubicBezTo>
                        <a:pt x="825854" y="-23380"/>
                        <a:pt x="720698" y="39389"/>
                        <a:pt x="684027" y="148165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85" name="" descr="a230f21b-2acc-4fce-b70b-ebfcec9dccc7"/>
              <p:cNvSpPr/>
              <p:nvPr/>
            </p:nvSpPr>
            <p:spPr>
              <a:xfrm>
                <a:off x="8096866" y="5418710"/>
                <a:ext cx="583687" cy="789352"/>
              </a:xfrm>
              <a:custGeom>
                <a:gdLst>
                  <a:gd name="connsiteX0" fmla="*/ 355473 w 355473"/>
                  <a:gd name="connsiteY0" fmla="*/ 396716 h 480726"/>
                  <a:gd name="connsiteX1" fmla="*/ 182880 w 355473"/>
                  <a:gd name="connsiteY1" fmla="*/ 480727 h 480726"/>
                  <a:gd name="connsiteX2" fmla="*/ 0 w 355473"/>
                  <a:gd name="connsiteY2" fmla="*/ 396716 h 480726"/>
                  <a:gd name="connsiteX3" fmla="*/ 0 w 355473"/>
                  <a:gd name="connsiteY3" fmla="*/ 0 h 480726"/>
                  <a:gd name="connsiteX4" fmla="*/ 355473 w 355473"/>
                  <a:gd name="connsiteY4" fmla="*/ 0 h 480726"/>
                  <a:gd name="connsiteX5" fmla="*/ 355473 w 355473"/>
                  <a:gd name="connsiteY5" fmla="*/ 396716 h 480726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5473" h="480726">
                    <a:moveTo>
                      <a:pt x="355473" y="396716"/>
                    </a:moveTo>
                    <a:cubicBezTo>
                      <a:pt x="355473" y="396716"/>
                      <a:pt x="340614" y="480727"/>
                      <a:pt x="182880" y="480727"/>
                    </a:cubicBezTo>
                    <a:cubicBezTo>
                      <a:pt x="25146" y="480727"/>
                      <a:pt x="0" y="396716"/>
                      <a:pt x="0" y="396716"/>
                    </a:cubicBezTo>
                    <a:lnTo>
                      <a:pt x="0" y="0"/>
                    </a:lnTo>
                    <a:lnTo>
                      <a:pt x="355473" y="0"/>
                    </a:lnTo>
                    <a:lnTo>
                      <a:pt x="355473" y="396716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6" name="" descr="a5ce9c0b-c79a-4ed7-8e7d-a5f5d6813bf9"/>
              <p:cNvSpPr/>
              <p:nvPr/>
            </p:nvSpPr>
            <p:spPr>
              <a:xfrm>
                <a:off x="7270446" y="3822799"/>
                <a:ext cx="2335998" cy="1912151"/>
              </a:xfrm>
              <a:custGeom>
                <a:gdLst>
                  <a:gd name="connsiteX0" fmla="*/ 1422654 w 1422654"/>
                  <a:gd name="connsiteY0" fmla="*/ 645890 h 1164526"/>
                  <a:gd name="connsiteX1" fmla="*/ 711327 w 1422654"/>
                  <a:gd name="connsiteY1" fmla="*/ 1164526 h 1164526"/>
                  <a:gd name="connsiteX2" fmla="*/ 0 w 1422654"/>
                  <a:gd name="connsiteY2" fmla="*/ 645890 h 1164526"/>
                  <a:gd name="connsiteX3" fmla="*/ 711327 w 1422654"/>
                  <a:gd name="connsiteY3" fmla="*/ 0 h 1164526"/>
                  <a:gd name="connsiteX4" fmla="*/ 1422654 w 1422654"/>
                  <a:gd name="connsiteY4" fmla="*/ 645890 h 1164526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2654" h="1164526">
                    <a:moveTo>
                      <a:pt x="1422654" y="645890"/>
                    </a:moveTo>
                    <a:cubicBezTo>
                      <a:pt x="1422654" y="1038701"/>
                      <a:pt x="1104233" y="1164526"/>
                      <a:pt x="711327" y="1164526"/>
                    </a:cubicBezTo>
                    <a:cubicBezTo>
                      <a:pt x="318516" y="1164526"/>
                      <a:pt x="0" y="1038701"/>
                      <a:pt x="0" y="645890"/>
                    </a:cubicBezTo>
                    <a:cubicBezTo>
                      <a:pt x="0" y="253079"/>
                      <a:pt x="318421" y="0"/>
                      <a:pt x="711327" y="0"/>
                    </a:cubicBezTo>
                    <a:cubicBezTo>
                      <a:pt x="1104233" y="95"/>
                      <a:pt x="1422654" y="253079"/>
                      <a:pt x="1422654" y="645890"/>
                    </a:cubicBezTo>
                    <a:close/>
                  </a:path>
                </a:pathLst>
              </a:custGeom>
              <a:solidFill>
                <a:srgbClr val="F0F4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7" name="" descr="3d280f33-b323-4eab-b9a1-e904b3492457"/>
              <p:cNvSpPr/>
              <p:nvPr/>
            </p:nvSpPr>
            <p:spPr>
              <a:xfrm>
                <a:off x="8096866" y="3347496"/>
                <a:ext cx="583687" cy="789352"/>
              </a:xfrm>
              <a:custGeom>
                <a:gdLst>
                  <a:gd name="connsiteX0" fmla="*/ 355473 w 355473"/>
                  <a:gd name="connsiteY0" fmla="*/ 396716 h 480726"/>
                  <a:gd name="connsiteX1" fmla="*/ 182880 w 355473"/>
                  <a:gd name="connsiteY1" fmla="*/ 480727 h 480726"/>
                  <a:gd name="connsiteX2" fmla="*/ 0 w 355473"/>
                  <a:gd name="connsiteY2" fmla="*/ 396716 h 480726"/>
                  <a:gd name="connsiteX3" fmla="*/ 0 w 355473"/>
                  <a:gd name="connsiteY3" fmla="*/ 0 h 480726"/>
                  <a:gd name="connsiteX4" fmla="*/ 355473 w 355473"/>
                  <a:gd name="connsiteY4" fmla="*/ 0 h 480726"/>
                  <a:gd name="connsiteX5" fmla="*/ 355473 w 355473"/>
                  <a:gd name="connsiteY5" fmla="*/ 396716 h 480726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5473" h="480726">
                    <a:moveTo>
                      <a:pt x="355473" y="396716"/>
                    </a:moveTo>
                    <a:cubicBezTo>
                      <a:pt x="355473" y="396716"/>
                      <a:pt x="340614" y="480727"/>
                      <a:pt x="182880" y="480727"/>
                    </a:cubicBezTo>
                    <a:cubicBezTo>
                      <a:pt x="25146" y="480727"/>
                      <a:pt x="0" y="396716"/>
                      <a:pt x="0" y="396716"/>
                    </a:cubicBezTo>
                    <a:lnTo>
                      <a:pt x="0" y="0"/>
                    </a:lnTo>
                    <a:lnTo>
                      <a:pt x="355473" y="0"/>
                    </a:lnTo>
                    <a:lnTo>
                      <a:pt x="355473" y="396716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8" name="" descr="1b475578-58bd-43f1-83c3-ee4599791236"/>
              <p:cNvSpPr/>
              <p:nvPr/>
            </p:nvSpPr>
            <p:spPr>
              <a:xfrm>
                <a:off x="6393197" y="1858721"/>
                <a:ext cx="1019731" cy="1256521"/>
              </a:xfrm>
              <a:custGeom>
                <a:gdLst>
                  <a:gd name="connsiteX0" fmla="*/ 621030 w 621030"/>
                  <a:gd name="connsiteY0" fmla="*/ 382619 h 765238"/>
                  <a:gd name="connsiteX1" fmla="*/ 310515 w 621030"/>
                  <a:gd name="connsiteY1" fmla="*/ 765239 h 765238"/>
                  <a:gd name="connsiteX2" fmla="*/ 0 w 621030"/>
                  <a:gd name="connsiteY2" fmla="*/ 382619 h 765238"/>
                  <a:gd name="connsiteX3" fmla="*/ 310515 w 621030"/>
                  <a:gd name="connsiteY3" fmla="*/ 0 h 765238"/>
                  <a:gd name="connsiteX4" fmla="*/ 621030 w 621030"/>
                  <a:gd name="connsiteY4" fmla="*/ 382619 h 76523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1030" h="765238">
                    <a:moveTo>
                      <a:pt x="621030" y="382619"/>
                    </a:moveTo>
                    <a:cubicBezTo>
                      <a:pt x="621030" y="593934"/>
                      <a:pt x="482008" y="765239"/>
                      <a:pt x="310515" y="765239"/>
                    </a:cubicBezTo>
                    <a:cubicBezTo>
                      <a:pt x="139022" y="765239"/>
                      <a:pt x="0" y="593934"/>
                      <a:pt x="0" y="382619"/>
                    </a:cubicBezTo>
                    <a:cubicBezTo>
                      <a:pt x="0" y="171305"/>
                      <a:pt x="139022" y="0"/>
                      <a:pt x="310515" y="0"/>
                    </a:cubicBezTo>
                    <a:cubicBezTo>
                      <a:pt x="482008" y="0"/>
                      <a:pt x="621030" y="171305"/>
                      <a:pt x="621030" y="382619"/>
                    </a:cubicBezTo>
                    <a:close/>
                  </a:path>
                </a:pathLst>
              </a:custGeom>
              <a:gradFill>
                <a:gsLst>
                  <a:gs pos="0">
                    <a:srgbClr val="3ED63E"/>
                  </a:gs>
                  <a:gs pos="50000">
                    <a:srgbClr val="38AF38"/>
                  </a:gs>
                  <a:gs pos="100000">
                    <a:srgbClr val="328932"/>
                  </a:gs>
                </a:gsLst>
                <a:lin ang="5149388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9" name="" descr="d7ea0071-22cf-444c-94d5-195114851fe1"/>
              <p:cNvSpPr/>
              <p:nvPr/>
            </p:nvSpPr>
            <p:spPr>
              <a:xfrm>
                <a:off x="6811254" y="1136307"/>
                <a:ext cx="3157725" cy="2713547"/>
              </a:xfrm>
              <a:custGeom>
                <a:gdLst>
                  <a:gd name="connsiteX0" fmla="*/ 1923098 w 1923097"/>
                  <a:gd name="connsiteY0" fmla="*/ 880301 h 1652587"/>
                  <a:gd name="connsiteX1" fmla="*/ 938975 w 1923097"/>
                  <a:gd name="connsiteY1" fmla="*/ 1652587 h 1652587"/>
                  <a:gd name="connsiteX2" fmla="*/ 0 w 1923097"/>
                  <a:gd name="connsiteY2" fmla="*/ 880301 h 1652587"/>
                  <a:gd name="connsiteX3" fmla="*/ 961549 w 1923097"/>
                  <a:gd name="connsiteY3" fmla="*/ 0 h 1652587"/>
                  <a:gd name="connsiteX4" fmla="*/ 1923098 w 1923097"/>
                  <a:gd name="connsiteY4" fmla="*/ 880301 h 165258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3097" h="1652586">
                    <a:moveTo>
                      <a:pt x="1923098" y="880301"/>
                    </a:moveTo>
                    <a:cubicBezTo>
                      <a:pt x="1923098" y="1366457"/>
                      <a:pt x="1470089" y="1652587"/>
                      <a:pt x="938975" y="1652587"/>
                    </a:cubicBezTo>
                    <a:cubicBezTo>
                      <a:pt x="407956" y="1652587"/>
                      <a:pt x="0" y="1366457"/>
                      <a:pt x="0" y="880301"/>
                    </a:cubicBezTo>
                    <a:cubicBezTo>
                      <a:pt x="0" y="394144"/>
                      <a:pt x="430530" y="0"/>
                      <a:pt x="961549" y="0"/>
                    </a:cubicBezTo>
                    <a:cubicBezTo>
                      <a:pt x="1492568" y="95"/>
                      <a:pt x="1923098" y="394240"/>
                      <a:pt x="1923098" y="88030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4FF"/>
                  </a:gs>
                  <a:gs pos="50000">
                    <a:srgbClr val="D3D8E4"/>
                  </a:gs>
                  <a:gs pos="100000">
                    <a:srgbClr val="B7BCCA"/>
                  </a:gs>
                </a:gsLst>
                <a:lin ang="5013508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0" name="" descr="82fd74dc-13e9-4c96-bb96-2c13dea3d736"/>
              <p:cNvSpPr/>
              <p:nvPr/>
            </p:nvSpPr>
            <p:spPr>
              <a:xfrm>
                <a:off x="6952482" y="1863100"/>
                <a:ext cx="2400277" cy="1588308"/>
              </a:xfrm>
              <a:custGeom>
                <a:gdLst>
                  <a:gd name="connsiteX0" fmla="*/ 1461802 w 1461801"/>
                  <a:gd name="connsiteY0" fmla="*/ 473488 h 967301"/>
                  <a:gd name="connsiteX1" fmla="*/ 714661 w 1461801"/>
                  <a:gd name="connsiteY1" fmla="*/ 965549 h 967301"/>
                  <a:gd name="connsiteX2" fmla="*/ 0 w 1461801"/>
                  <a:gd name="connsiteY2" fmla="*/ 473488 h 967301"/>
                  <a:gd name="connsiteX3" fmla="*/ 673418 w 1461801"/>
                  <a:gd name="connsiteY3" fmla="*/ 0 h 967301"/>
                  <a:gd name="connsiteX4" fmla="*/ 1461802 w 1461801"/>
                  <a:gd name="connsiteY4" fmla="*/ 473488 h 96730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1801" h="967301">
                    <a:moveTo>
                      <a:pt x="1461802" y="473488"/>
                    </a:moveTo>
                    <a:cubicBezTo>
                      <a:pt x="1461802" y="787336"/>
                      <a:pt x="1108615" y="988314"/>
                      <a:pt x="714661" y="965549"/>
                    </a:cubicBezTo>
                    <a:cubicBezTo>
                      <a:pt x="311658" y="942213"/>
                      <a:pt x="0" y="787336"/>
                      <a:pt x="0" y="473488"/>
                    </a:cubicBezTo>
                    <a:cubicBezTo>
                      <a:pt x="0" y="159639"/>
                      <a:pt x="269748" y="0"/>
                      <a:pt x="673418" y="0"/>
                    </a:cubicBezTo>
                    <a:cubicBezTo>
                      <a:pt x="1077182" y="95"/>
                      <a:pt x="1461802" y="159734"/>
                      <a:pt x="1461802" y="473488"/>
                    </a:cubicBezTo>
                    <a:close/>
                  </a:path>
                </a:pathLst>
              </a:custGeom>
              <a:solidFill>
                <a:srgbClr val="28422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91" name="" descr="cf0b86d4-55c9-4625-8e06-cfca4964f381"/>
              <p:cNvGrpSpPr/>
              <p:nvPr/>
            </p:nvGrpSpPr>
            <p:grpSpPr>
              <a:xfrm>
                <a:off x="7086988" y="2277719"/>
                <a:ext cx="1626565" cy="1126083"/>
                <a:chOff x="6477000" y="2590800"/>
                <a:chExt cx="990600" cy="685800"/>
              </a:xfrm>
              <a:solidFill>
                <a:srgbClr val="4BF94B"/>
              </a:solidFill>
            </p:grpSpPr>
            <p:grpSp>
              <p:nvGrpSpPr>
                <p:cNvPr id="109" name="" descr="d5ceef7c-af8b-4bcb-a8ec-60ab81a9d0ee"/>
                <p:cNvGrpSpPr/>
                <p:nvPr/>
              </p:nvGrpSpPr>
              <p:grpSpPr>
                <a:xfrm>
                  <a:off x="6477000" y="2590800"/>
                  <a:ext cx="419100" cy="533400"/>
                  <a:chOff x="6477000" y="2590800"/>
                  <a:chExt cx="419100" cy="533400"/>
                </a:xfrm>
                <a:solidFill>
                  <a:srgbClr val="4BF94B"/>
                </a:solidFill>
              </p:grpSpPr>
              <p:pic>
                <p:nvPicPr>
                  <p:cNvPr id="116" name="" descr="0b8bd213-6185-4a22-805c-a4aa44b1ea18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6477000" y="2590800"/>
                    <a:ext cx="419100" cy="533400"/>
                  </a:xfrm>
                  <a:custGeom>
                    <a:gdLst>
                      <a:gd name="connsiteX0" fmla="*/ 415 w 419100"/>
                      <a:gd name="connsiteY0" fmla="*/ 172 h 533400"/>
                      <a:gd name="connsiteX1" fmla="*/ 419515 w 419100"/>
                      <a:gd name="connsiteY1" fmla="*/ 172 h 533400"/>
                      <a:gd name="connsiteX2" fmla="*/ 419515 w 419100"/>
                      <a:gd name="connsiteY2" fmla="*/ 533572 h 533400"/>
                      <a:gd name="connsiteX3" fmla="*/ 415 w 419100"/>
                      <a:gd name="connsiteY3" fmla="*/ 533572 h 53340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9100" h="533400">
                        <a:moveTo>
                          <a:pt x="415" y="172"/>
                        </a:moveTo>
                        <a:lnTo>
                          <a:pt x="419515" y="172"/>
                        </a:lnTo>
                        <a:lnTo>
                          <a:pt x="419515" y="533572"/>
                        </a:lnTo>
                        <a:lnTo>
                          <a:pt x="415" y="533572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117" name="" descr="89ce456b-cd52-4019-b765-35442fc718e5"/>
                  <p:cNvSpPr/>
                  <p:nvPr/>
                </p:nvSpPr>
                <p:spPr>
                  <a:xfrm>
                    <a:off x="6629114" y="2735008"/>
                    <a:ext cx="115633" cy="240982"/>
                  </a:xfrm>
                  <a:custGeom>
                    <a:gdLst>
                      <a:gd name="connsiteX0" fmla="*/ 115633 w 115633"/>
                      <a:gd name="connsiteY0" fmla="*/ 120491 h 240982"/>
                      <a:gd name="connsiteX1" fmla="*/ 57817 w 115633"/>
                      <a:gd name="connsiteY1" fmla="*/ 240983 h 240982"/>
                      <a:gd name="connsiteX2" fmla="*/ 0 w 115633"/>
                      <a:gd name="connsiteY2" fmla="*/ 120491 h 240982"/>
                      <a:gd name="connsiteX3" fmla="*/ 57817 w 115633"/>
                      <a:gd name="connsiteY3" fmla="*/ 0 h 240982"/>
                      <a:gd name="connsiteX4" fmla="*/ 115633 w 115633"/>
                      <a:gd name="connsiteY4" fmla="*/ 120491 h 24098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5633" h="240982">
                        <a:moveTo>
                          <a:pt x="115633" y="120491"/>
                        </a:moveTo>
                        <a:cubicBezTo>
                          <a:pt x="115633" y="187071"/>
                          <a:pt x="89726" y="240983"/>
                          <a:pt x="57817" y="240983"/>
                        </a:cubicBezTo>
                        <a:cubicBezTo>
                          <a:pt x="25908" y="240983"/>
                          <a:pt x="0" y="186976"/>
                          <a:pt x="0" y="120491"/>
                        </a:cubicBezTo>
                        <a:cubicBezTo>
                          <a:pt x="0" y="53912"/>
                          <a:pt x="25908" y="0"/>
                          <a:pt x="57817" y="0"/>
                        </a:cubicBezTo>
                        <a:cubicBezTo>
                          <a:pt x="89726" y="-95"/>
                          <a:pt x="115633" y="53912"/>
                          <a:pt x="115633" y="120491"/>
                        </a:cubicBezTo>
                        <a:close/>
                      </a:path>
                    </a:pathLst>
                  </a:custGeom>
                  <a:solidFill>
                    <a:srgbClr val="4BF94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0" name="" descr="ab8f38eb-5309-4619-b0a1-13ee509ea979"/>
                <p:cNvGrpSpPr/>
                <p:nvPr/>
              </p:nvGrpSpPr>
              <p:grpSpPr>
                <a:xfrm>
                  <a:off x="7058025" y="2628900"/>
                  <a:ext cx="409575" cy="533400"/>
                  <a:chOff x="7058025" y="2628900"/>
                  <a:chExt cx="409575" cy="533400"/>
                </a:xfrm>
                <a:solidFill>
                  <a:srgbClr val="4BF94B"/>
                </a:solidFill>
              </p:grpSpPr>
              <p:pic>
                <p:nvPicPr>
                  <p:cNvPr id="114" name="" descr="fdaf92b9-12f2-41f0-b6ca-a1d717b785f3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058025" y="2628900"/>
                    <a:ext cx="409575" cy="533400"/>
                  </a:xfrm>
                  <a:custGeom>
                    <a:gdLst>
                      <a:gd name="connsiteX0" fmla="*/ 476 w 409575"/>
                      <a:gd name="connsiteY0" fmla="*/ 176 h 533400"/>
                      <a:gd name="connsiteX1" fmla="*/ 410051 w 409575"/>
                      <a:gd name="connsiteY1" fmla="*/ 176 h 533400"/>
                      <a:gd name="connsiteX2" fmla="*/ 410051 w 409575"/>
                      <a:gd name="connsiteY2" fmla="*/ 533576 h 533400"/>
                      <a:gd name="connsiteX3" fmla="*/ 476 w 409575"/>
                      <a:gd name="connsiteY3" fmla="*/ 533576 h 53340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09575" h="533400">
                        <a:moveTo>
                          <a:pt x="476" y="176"/>
                        </a:moveTo>
                        <a:lnTo>
                          <a:pt x="410051" y="176"/>
                        </a:lnTo>
                        <a:lnTo>
                          <a:pt x="410051" y="533576"/>
                        </a:lnTo>
                        <a:lnTo>
                          <a:pt x="476" y="533576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115" name="" descr="4fea306b-72f9-4ded-b32b-a7e34c1f4f87"/>
                  <p:cNvSpPr/>
                  <p:nvPr/>
                </p:nvSpPr>
                <p:spPr>
                  <a:xfrm>
                    <a:off x="7204424" y="2774727"/>
                    <a:ext cx="115633" cy="240982"/>
                  </a:xfrm>
                  <a:custGeom>
                    <a:gdLst>
                      <a:gd name="connsiteX0" fmla="*/ 115634 w 115633"/>
                      <a:gd name="connsiteY0" fmla="*/ 120491 h 240982"/>
                      <a:gd name="connsiteX1" fmla="*/ 57817 w 115633"/>
                      <a:gd name="connsiteY1" fmla="*/ 240983 h 240982"/>
                      <a:gd name="connsiteX2" fmla="*/ 0 w 115633"/>
                      <a:gd name="connsiteY2" fmla="*/ 120491 h 240982"/>
                      <a:gd name="connsiteX3" fmla="*/ 57817 w 115633"/>
                      <a:gd name="connsiteY3" fmla="*/ 0 h 240982"/>
                      <a:gd name="connsiteX4" fmla="*/ 115634 w 115633"/>
                      <a:gd name="connsiteY4" fmla="*/ 120491 h 24098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5633" h="240982">
                        <a:moveTo>
                          <a:pt x="115634" y="120491"/>
                        </a:moveTo>
                        <a:cubicBezTo>
                          <a:pt x="115634" y="187071"/>
                          <a:pt x="89726" y="240983"/>
                          <a:pt x="57817" y="240983"/>
                        </a:cubicBezTo>
                        <a:cubicBezTo>
                          <a:pt x="25908" y="240983"/>
                          <a:pt x="0" y="186976"/>
                          <a:pt x="0" y="120491"/>
                        </a:cubicBezTo>
                        <a:cubicBezTo>
                          <a:pt x="0" y="53912"/>
                          <a:pt x="25908" y="0"/>
                          <a:pt x="57817" y="0"/>
                        </a:cubicBezTo>
                        <a:cubicBezTo>
                          <a:pt x="89726" y="0"/>
                          <a:pt x="115634" y="53912"/>
                          <a:pt x="115634" y="120491"/>
                        </a:cubicBezTo>
                        <a:close/>
                      </a:path>
                    </a:pathLst>
                  </a:custGeom>
                  <a:solidFill>
                    <a:srgbClr val="4BF94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1" name="" descr="32780f84-e367-4c02-8081-6745fa9deb42"/>
                <p:cNvGrpSpPr/>
                <p:nvPr/>
              </p:nvGrpSpPr>
              <p:grpSpPr>
                <a:xfrm>
                  <a:off x="6638925" y="2857500"/>
                  <a:ext cx="657225" cy="419100"/>
                  <a:chOff x="6638925" y="2857500"/>
                  <a:chExt cx="657225" cy="419100"/>
                </a:xfrm>
                <a:solidFill>
                  <a:srgbClr val="4BF94B"/>
                </a:solidFill>
              </p:grpSpPr>
              <p:pic>
                <p:nvPicPr>
                  <p:cNvPr id="112" name="" descr="9751ff22-e5be-401b-878d-86db6742f004"/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638925" y="2857500"/>
                    <a:ext cx="657225" cy="419100"/>
                  </a:xfrm>
                  <a:custGeom>
                    <a:gdLst>
                      <a:gd name="connsiteX0" fmla="*/ 432 w 657225"/>
                      <a:gd name="connsiteY0" fmla="*/ 200 h 419100"/>
                      <a:gd name="connsiteX1" fmla="*/ 657657 w 657225"/>
                      <a:gd name="connsiteY1" fmla="*/ 200 h 419100"/>
                      <a:gd name="connsiteX2" fmla="*/ 657657 w 657225"/>
                      <a:gd name="connsiteY2" fmla="*/ 419300 h 419100"/>
                      <a:gd name="connsiteX3" fmla="*/ 432 w 657225"/>
                      <a:gd name="connsiteY3" fmla="*/ 419300 h 41910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57225" h="419100">
                        <a:moveTo>
                          <a:pt x="432" y="200"/>
                        </a:moveTo>
                        <a:lnTo>
                          <a:pt x="657657" y="200"/>
                        </a:lnTo>
                        <a:lnTo>
                          <a:pt x="657657" y="419300"/>
                        </a:lnTo>
                        <a:lnTo>
                          <a:pt x="432" y="419300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113" name="" descr="4b878737-9d24-4651-b168-6f8eda0e69e5"/>
                  <p:cNvSpPr/>
                  <p:nvPr/>
                </p:nvSpPr>
                <p:spPr>
                  <a:xfrm>
                    <a:off x="6784943" y="3009042"/>
                    <a:ext cx="366807" cy="120731"/>
                  </a:xfrm>
                  <a:custGeom>
                    <a:gdLst>
                      <a:gd name="connsiteX0" fmla="*/ 0 w 366807"/>
                      <a:gd name="connsiteY0" fmla="*/ 0 h 120731"/>
                      <a:gd name="connsiteX1" fmla="*/ 366808 w 366807"/>
                      <a:gd name="connsiteY1" fmla="*/ 23813 h 120731"/>
                      <a:gd name="connsiteX2" fmla="*/ 183547 w 366807"/>
                      <a:gd name="connsiteY2" fmla="*/ 119920 h 120731"/>
                      <a:gd name="connsiteX3" fmla="*/ 0 w 366807"/>
                      <a:gd name="connsiteY3" fmla="*/ 0 h 12073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66807" h="120730">
                        <a:moveTo>
                          <a:pt x="0" y="0"/>
                        </a:moveTo>
                        <a:lnTo>
                          <a:pt x="366808" y="23813"/>
                        </a:lnTo>
                        <a:cubicBezTo>
                          <a:pt x="366808" y="23813"/>
                          <a:pt x="306705" y="131064"/>
                          <a:pt x="183547" y="119920"/>
                        </a:cubicBezTo>
                        <a:cubicBezTo>
                          <a:pt x="60484" y="108775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4BF94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92" name="" descr="9c2c9f9f-330f-4748-9575-8ef7e1ac740a"/>
              <p:cNvSpPr/>
              <p:nvPr/>
            </p:nvSpPr>
            <p:spPr>
              <a:xfrm>
                <a:off x="9404218" y="2009491"/>
                <a:ext cx="1019731" cy="1256521"/>
              </a:xfrm>
              <a:custGeom>
                <a:gdLst>
                  <a:gd name="connsiteX0" fmla="*/ 621030 w 621030"/>
                  <a:gd name="connsiteY0" fmla="*/ 382619 h 765238"/>
                  <a:gd name="connsiteX1" fmla="*/ 310515 w 621030"/>
                  <a:gd name="connsiteY1" fmla="*/ 765239 h 765238"/>
                  <a:gd name="connsiteX2" fmla="*/ 0 w 621030"/>
                  <a:gd name="connsiteY2" fmla="*/ 382619 h 765238"/>
                  <a:gd name="connsiteX3" fmla="*/ 310515 w 621030"/>
                  <a:gd name="connsiteY3" fmla="*/ 0 h 765238"/>
                  <a:gd name="connsiteX4" fmla="*/ 621030 w 621030"/>
                  <a:gd name="connsiteY4" fmla="*/ 382619 h 76523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1030" h="765238">
                    <a:moveTo>
                      <a:pt x="621030" y="382619"/>
                    </a:moveTo>
                    <a:cubicBezTo>
                      <a:pt x="621030" y="593934"/>
                      <a:pt x="482008" y="765239"/>
                      <a:pt x="310515" y="765239"/>
                    </a:cubicBezTo>
                    <a:cubicBezTo>
                      <a:pt x="139023" y="765239"/>
                      <a:pt x="0" y="593934"/>
                      <a:pt x="0" y="382619"/>
                    </a:cubicBezTo>
                    <a:cubicBezTo>
                      <a:pt x="0" y="171305"/>
                      <a:pt x="139023" y="0"/>
                      <a:pt x="310515" y="0"/>
                    </a:cubicBezTo>
                    <a:cubicBezTo>
                      <a:pt x="482008" y="0"/>
                      <a:pt x="621030" y="171305"/>
                      <a:pt x="621030" y="382619"/>
                    </a:cubicBezTo>
                    <a:close/>
                  </a:path>
                </a:pathLst>
              </a:custGeom>
              <a:gradFill>
                <a:gsLst>
                  <a:gs pos="0">
                    <a:srgbClr val="3ED63E"/>
                  </a:gs>
                  <a:gs pos="50000">
                    <a:srgbClr val="38AF38"/>
                  </a:gs>
                  <a:gs pos="100000">
                    <a:srgbClr val="328932"/>
                  </a:gs>
                </a:gsLst>
                <a:lin ang="5179917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" name="" descr="1adf8384-f9ac-4f40-bdf6-d5a35b557d18"/>
              <p:cNvSpPr/>
              <p:nvPr/>
            </p:nvSpPr>
            <p:spPr>
              <a:xfrm>
                <a:off x="9823527" y="2207493"/>
                <a:ext cx="534890" cy="860515"/>
              </a:xfrm>
              <a:custGeom>
                <a:gdLst>
                  <a:gd name="connsiteX0" fmla="*/ 325755 w 325755"/>
                  <a:gd name="connsiteY0" fmla="*/ 262033 h 524065"/>
                  <a:gd name="connsiteX1" fmla="*/ 162878 w 325755"/>
                  <a:gd name="connsiteY1" fmla="*/ 524066 h 524065"/>
                  <a:gd name="connsiteX2" fmla="*/ 0 w 325755"/>
                  <a:gd name="connsiteY2" fmla="*/ 262033 h 524065"/>
                  <a:gd name="connsiteX3" fmla="*/ 162878 w 325755"/>
                  <a:gd name="connsiteY3" fmla="*/ 0 h 524065"/>
                  <a:gd name="connsiteX4" fmla="*/ 325755 w 325755"/>
                  <a:gd name="connsiteY4" fmla="*/ 262033 h 52406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755" h="524065">
                    <a:moveTo>
                      <a:pt x="325755" y="262033"/>
                    </a:moveTo>
                    <a:cubicBezTo>
                      <a:pt x="325755" y="406750"/>
                      <a:pt x="252832" y="524066"/>
                      <a:pt x="162878" y="524066"/>
                    </a:cubicBezTo>
                    <a:cubicBezTo>
                      <a:pt x="72923" y="524066"/>
                      <a:pt x="0" y="406749"/>
                      <a:pt x="0" y="262033"/>
                    </a:cubicBezTo>
                    <a:cubicBezTo>
                      <a:pt x="0" y="117316"/>
                      <a:pt x="72923" y="0"/>
                      <a:pt x="162878" y="0"/>
                    </a:cubicBezTo>
                    <a:cubicBezTo>
                      <a:pt x="252833" y="0"/>
                      <a:pt x="325755" y="117316"/>
                      <a:pt x="325755" y="262033"/>
                    </a:cubicBezTo>
                    <a:close/>
                  </a:path>
                </a:pathLst>
              </a:custGeom>
              <a:solidFill>
                <a:srgbClr val="3ED63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94" name="" descr="a9d28ccb-030f-4683-b607-38b2dc762da2"/>
              <p:cNvGrpSpPr/>
              <p:nvPr/>
            </p:nvGrpSpPr>
            <p:grpSpPr>
              <a:xfrm>
                <a:off x="9065380" y="3411285"/>
                <a:ext cx="2775704" cy="1841462"/>
                <a:chOff x="7681866" y="3281157"/>
                <a:chExt cx="1690441" cy="1121475"/>
              </a:xfrm>
            </p:grpSpPr>
            <p:sp>
              <p:nvSpPr>
                <p:cNvPr id="101" name="" descr="6dd125d7-ed72-4d23-be35-18d9839c5415"/>
                <p:cNvSpPr/>
                <p:nvPr/>
              </p:nvSpPr>
              <p:spPr>
                <a:xfrm>
                  <a:off x="7681866" y="3745589"/>
                  <a:ext cx="860763" cy="657043"/>
                </a:xfrm>
                <a:custGeom>
                  <a:gdLst>
                    <a:gd name="connsiteX0" fmla="*/ 851962 w 860763"/>
                    <a:gd name="connsiteY0" fmla="*/ 365686 h 657043"/>
                    <a:gd name="connsiteX1" fmla="*/ 782810 w 860763"/>
                    <a:gd name="connsiteY1" fmla="*/ 292534 h 657043"/>
                    <a:gd name="connsiteX2" fmla="*/ 300941 w 860763"/>
                    <a:gd name="connsiteY2" fmla="*/ 455507 h 657043"/>
                    <a:gd name="connsiteX3" fmla="*/ 176735 w 860763"/>
                    <a:gd name="connsiteY3" fmla="*/ 88413 h 657043"/>
                    <a:gd name="connsiteX4" fmla="*/ 54148 w 860763"/>
                    <a:gd name="connsiteY4" fmla="*/ 3545 h 657043"/>
                    <a:gd name="connsiteX5" fmla="*/ 54148 w 860763"/>
                    <a:gd name="connsiteY5" fmla="*/ 3545 h 657043"/>
                    <a:gd name="connsiteX6" fmla="*/ 8333 w 860763"/>
                    <a:gd name="connsiteY6" fmla="*/ 145278 h 657043"/>
                    <a:gd name="connsiteX7" fmla="*/ 161114 w 860763"/>
                    <a:gd name="connsiteY7" fmla="*/ 596667 h 657043"/>
                    <a:gd name="connsiteX8" fmla="*/ 273794 w 860763"/>
                    <a:gd name="connsiteY8" fmla="*/ 652293 h 657043"/>
                    <a:gd name="connsiteX9" fmla="*/ 357996 w 860763"/>
                    <a:gd name="connsiteY9" fmla="*/ 623718 h 657043"/>
                    <a:gd name="connsiteX10" fmla="*/ 839960 w 860763"/>
                    <a:gd name="connsiteY10" fmla="*/ 460745 h 657043"/>
                    <a:gd name="connsiteX11" fmla="*/ 851962 w 860763"/>
                    <a:gd name="connsiteY11" fmla="*/ 365686 h 657043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60763" h="657043">
                      <a:moveTo>
                        <a:pt x="851962" y="365686"/>
                      </a:moveTo>
                      <a:cubicBezTo>
                        <a:pt x="826626" y="291010"/>
                        <a:pt x="782810" y="292534"/>
                        <a:pt x="782810" y="292534"/>
                      </a:cubicBezTo>
                      <a:lnTo>
                        <a:pt x="300941" y="455507"/>
                      </a:lnTo>
                      <a:lnTo>
                        <a:pt x="176735" y="88413"/>
                      </a:lnTo>
                      <a:cubicBezTo>
                        <a:pt x="155589" y="25834"/>
                        <a:pt x="100630" y="-12171"/>
                        <a:pt x="54148" y="3545"/>
                      </a:cubicBezTo>
                      <a:lnTo>
                        <a:pt x="54148" y="3545"/>
                      </a:lnTo>
                      <a:cubicBezTo>
                        <a:pt x="7666" y="19262"/>
                        <a:pt x="-12812" y="82698"/>
                        <a:pt x="8333" y="145278"/>
                      </a:cubicBezTo>
                      <a:lnTo>
                        <a:pt x="161114" y="596667"/>
                      </a:lnTo>
                      <a:cubicBezTo>
                        <a:pt x="176830" y="643149"/>
                        <a:pt x="227312" y="668105"/>
                        <a:pt x="273794" y="652293"/>
                      </a:cubicBezTo>
                      <a:lnTo>
                        <a:pt x="357996" y="623718"/>
                      </a:lnTo>
                      <a:lnTo>
                        <a:pt x="839960" y="460745"/>
                      </a:lnTo>
                      <a:cubicBezTo>
                        <a:pt x="839865" y="460841"/>
                        <a:pt x="877298" y="440362"/>
                        <a:pt x="851962" y="365686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02" name="" descr="fe8ee69b-6797-44c9-a80b-3efd531f8e1a"/>
                <p:cNvGrpSpPr/>
                <p:nvPr/>
              </p:nvGrpSpPr>
              <p:grpSpPr>
                <a:xfrm>
                  <a:off x="8157812" y="3281157"/>
                  <a:ext cx="1214494" cy="1075438"/>
                  <a:chOff x="8157812" y="3281157"/>
                  <a:chExt cx="1214494" cy="1075438"/>
                </a:xfrm>
              </p:grpSpPr>
              <p:sp>
                <p:nvSpPr>
                  <p:cNvPr id="103" name="" descr="fffa3209-1ee0-48d7-a730-aeedeccf072c"/>
                  <p:cNvSpPr/>
                  <p:nvPr/>
                </p:nvSpPr>
                <p:spPr>
                  <a:xfrm>
                    <a:off x="8157812" y="3450188"/>
                    <a:ext cx="968243" cy="906407"/>
                  </a:xfrm>
                  <a:custGeom>
                    <a:gdLst>
                      <a:gd name="connsiteX0" fmla="*/ 730155 w 968243"/>
                      <a:gd name="connsiteY0" fmla="*/ 712998 h 906407"/>
                      <a:gd name="connsiteX1" fmla="*/ 69882 w 968243"/>
                      <a:gd name="connsiteY1" fmla="*/ 808058 h 906407"/>
                      <a:gd name="connsiteX2" fmla="*/ 253334 w 968243"/>
                      <a:gd name="connsiteY2" fmla="*/ 193410 h 906407"/>
                      <a:gd name="connsiteX3" fmla="*/ 893128 w 968243"/>
                      <a:gd name="connsiteY3" fmla="*/ 98350 h 906407"/>
                      <a:gd name="connsiteX4" fmla="*/ 730155 w 968243"/>
                      <a:gd name="connsiteY4" fmla="*/ 712998 h 906407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68243" h="906407">
                        <a:moveTo>
                          <a:pt x="730155" y="712998"/>
                        </a:moveTo>
                        <a:cubicBezTo>
                          <a:pt x="502793" y="909023"/>
                          <a:pt x="220187" y="982365"/>
                          <a:pt x="69882" y="808058"/>
                        </a:cubicBezTo>
                        <a:cubicBezTo>
                          <a:pt x="-80422" y="633751"/>
                          <a:pt x="25972" y="389339"/>
                          <a:pt x="253334" y="193410"/>
                        </a:cubicBezTo>
                        <a:cubicBezTo>
                          <a:pt x="480695" y="-2615"/>
                          <a:pt x="742823" y="-75957"/>
                          <a:pt x="893128" y="98350"/>
                        </a:cubicBezTo>
                        <a:cubicBezTo>
                          <a:pt x="1043432" y="272658"/>
                          <a:pt x="957517" y="517069"/>
                          <a:pt x="730155" y="71299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0F4FF"/>
                      </a:gs>
                      <a:gs pos="50000">
                        <a:srgbClr val="D3D8E4"/>
                      </a:gs>
                      <a:gs pos="100000">
                        <a:srgbClr val="B7BCCA"/>
                      </a:gs>
                    </a:gsLst>
                    <a:lin ang="2432934" scaled="1"/>
                  </a:gra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04" name="" descr="027181e2-0024-4170-a2e6-02a87f5ffdac"/>
                  <p:cNvGrpSpPr/>
                  <p:nvPr/>
                </p:nvGrpSpPr>
                <p:grpSpPr>
                  <a:xfrm>
                    <a:off x="8757560" y="3281157"/>
                    <a:ext cx="614747" cy="700684"/>
                    <a:chOff x="8757560" y="3281157"/>
                    <a:chExt cx="614747" cy="700684"/>
                  </a:xfrm>
                  <a:solidFill>
                    <a:srgbClr val="333333"/>
                  </a:solidFill>
                </p:grpSpPr>
                <p:sp>
                  <p:nvSpPr>
                    <p:cNvPr id="105" name="" descr="529d0c1c-a9b6-4028-89c5-5bb0bb49ac50"/>
                    <p:cNvSpPr/>
                    <p:nvPr/>
                  </p:nvSpPr>
                  <p:spPr>
                    <a:xfrm>
                      <a:off x="8757560" y="3281157"/>
                      <a:ext cx="161650" cy="251054"/>
                    </a:xfrm>
                    <a:custGeom>
                      <a:gdLst>
                        <a:gd name="connsiteX0" fmla="*/ 2963 w 161650"/>
                        <a:gd name="connsiteY0" fmla="*/ 100312 h 251054"/>
                        <a:gd name="connsiteX1" fmla="*/ 2201 w 161650"/>
                        <a:gd name="connsiteY1" fmla="*/ 45163 h 251054"/>
                        <a:gd name="connsiteX2" fmla="*/ 34681 w 161650"/>
                        <a:gd name="connsiteY2" fmla="*/ 2967 h 251054"/>
                        <a:gd name="connsiteX3" fmla="*/ 87450 w 161650"/>
                        <a:gd name="connsiteY3" fmla="*/ 12873 h 251054"/>
                        <a:gd name="connsiteX4" fmla="*/ 121359 w 161650"/>
                        <a:gd name="connsiteY4" fmla="*/ 56878 h 251054"/>
                        <a:gd name="connsiteX5" fmla="*/ 159935 w 161650"/>
                        <a:gd name="connsiteY5" fmla="*/ 172702 h 251054"/>
                        <a:gd name="connsiteX6" fmla="*/ 160507 w 161650"/>
                        <a:gd name="connsiteY6" fmla="*/ 201849 h 251054"/>
                        <a:gd name="connsiteX7" fmla="*/ 106404 w 161650"/>
                        <a:gd name="connsiteY7" fmla="*/ 246998 h 251054"/>
                        <a:gd name="connsiteX8" fmla="*/ 25918 w 161650"/>
                        <a:gd name="connsiteY8" fmla="*/ 219756 h 251054"/>
                        <a:gd name="connsiteX9" fmla="*/ 2963 w 161650"/>
                        <a:gd name="connsiteY9" fmla="*/ 100312 h 251054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61650" h="251054">
                          <a:moveTo>
                            <a:pt x="2963" y="100312"/>
                          </a:moveTo>
                          <a:cubicBezTo>
                            <a:pt x="391" y="82024"/>
                            <a:pt x="-1800" y="63165"/>
                            <a:pt x="2201" y="45163"/>
                          </a:cubicBezTo>
                          <a:cubicBezTo>
                            <a:pt x="6202" y="27065"/>
                            <a:pt x="17441" y="9635"/>
                            <a:pt x="34681" y="2967"/>
                          </a:cubicBezTo>
                          <a:cubicBezTo>
                            <a:pt x="52112" y="-3796"/>
                            <a:pt x="72495" y="1633"/>
                            <a:pt x="87450" y="12873"/>
                          </a:cubicBezTo>
                          <a:cubicBezTo>
                            <a:pt x="102404" y="24112"/>
                            <a:pt x="112691" y="40400"/>
                            <a:pt x="121359" y="56878"/>
                          </a:cubicBezTo>
                          <a:cubicBezTo>
                            <a:pt x="140409" y="93074"/>
                            <a:pt x="153553" y="132316"/>
                            <a:pt x="159935" y="172702"/>
                          </a:cubicBezTo>
                          <a:cubicBezTo>
                            <a:pt x="161459" y="182323"/>
                            <a:pt x="162602" y="192324"/>
                            <a:pt x="160507" y="201849"/>
                          </a:cubicBezTo>
                          <a:cubicBezTo>
                            <a:pt x="155077" y="225947"/>
                            <a:pt x="130312" y="240616"/>
                            <a:pt x="106404" y="246998"/>
                          </a:cubicBezTo>
                          <a:cubicBezTo>
                            <a:pt x="76210" y="254999"/>
                            <a:pt x="35920" y="253665"/>
                            <a:pt x="25918" y="219756"/>
                          </a:cubicBezTo>
                          <a:cubicBezTo>
                            <a:pt x="14584" y="181275"/>
                            <a:pt x="8583" y="140032"/>
                            <a:pt x="2963" y="100312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6" name="" descr="f36e0893-3949-4e76-89f6-459cfc6c22b1"/>
                    <p:cNvSpPr/>
                    <p:nvPr/>
                  </p:nvSpPr>
                  <p:spPr>
                    <a:xfrm>
                      <a:off x="8975657" y="3397825"/>
                      <a:ext cx="294908" cy="230985"/>
                    </a:xfrm>
                    <a:custGeom>
                      <a:gdLst>
                        <a:gd name="connsiteX0" fmla="*/ 245590 w 294908"/>
                        <a:gd name="connsiteY0" fmla="*/ 123376 h 230985"/>
                        <a:gd name="connsiteX1" fmla="*/ 288167 w 294908"/>
                        <a:gd name="connsiteY1" fmla="*/ 69655 h 230985"/>
                        <a:gd name="connsiteX2" fmla="*/ 285024 w 294908"/>
                        <a:gd name="connsiteY2" fmla="*/ 13743 h 230985"/>
                        <a:gd name="connsiteX3" fmla="*/ 225873 w 294908"/>
                        <a:gd name="connsiteY3" fmla="*/ 2123 h 230985"/>
                        <a:gd name="connsiteX4" fmla="*/ 160723 w 294908"/>
                        <a:gd name="connsiteY4" fmla="*/ 28793 h 230985"/>
                        <a:gd name="connsiteX5" fmla="*/ 25563 w 294908"/>
                        <a:gd name="connsiteY5" fmla="*/ 107374 h 230985"/>
                        <a:gd name="connsiteX6" fmla="*/ 15942 w 294908"/>
                        <a:gd name="connsiteY6" fmla="*/ 198433 h 230985"/>
                        <a:gd name="connsiteX7" fmla="*/ 84713 w 294908"/>
                        <a:gd name="connsiteY7" fmla="*/ 229770 h 230985"/>
                        <a:gd name="connsiteX8" fmla="*/ 119098 w 294908"/>
                        <a:gd name="connsiteY8" fmla="*/ 215483 h 230985"/>
                        <a:gd name="connsiteX9" fmla="*/ 245590 w 294908"/>
                        <a:gd name="connsiteY9" fmla="*/ 123376 h 230985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94908" h="230985">
                          <a:moveTo>
                            <a:pt x="245590" y="123376"/>
                          </a:moveTo>
                          <a:cubicBezTo>
                            <a:pt x="262735" y="107088"/>
                            <a:pt x="279118" y="89467"/>
                            <a:pt x="288167" y="69655"/>
                          </a:cubicBezTo>
                          <a:cubicBezTo>
                            <a:pt x="297311" y="49843"/>
                            <a:pt x="297978" y="27459"/>
                            <a:pt x="285024" y="13743"/>
                          </a:cubicBezTo>
                          <a:cubicBezTo>
                            <a:pt x="272165" y="123"/>
                            <a:pt x="248353" y="-2544"/>
                            <a:pt x="225873" y="2123"/>
                          </a:cubicBezTo>
                          <a:cubicBezTo>
                            <a:pt x="203394" y="6790"/>
                            <a:pt x="181678" y="17648"/>
                            <a:pt x="160723" y="28793"/>
                          </a:cubicBezTo>
                          <a:cubicBezTo>
                            <a:pt x="115193" y="52891"/>
                            <a:pt x="68044" y="78228"/>
                            <a:pt x="25563" y="107374"/>
                          </a:cubicBezTo>
                          <a:cubicBezTo>
                            <a:pt x="-11775" y="133092"/>
                            <a:pt x="-2060" y="172906"/>
                            <a:pt x="15942" y="198433"/>
                          </a:cubicBezTo>
                          <a:cubicBezTo>
                            <a:pt x="30230" y="218626"/>
                            <a:pt x="54614" y="235771"/>
                            <a:pt x="84713" y="229770"/>
                          </a:cubicBezTo>
                          <a:cubicBezTo>
                            <a:pt x="96619" y="227389"/>
                            <a:pt x="108144" y="221579"/>
                            <a:pt x="119098" y="215483"/>
                          </a:cubicBezTo>
                          <a:cubicBezTo>
                            <a:pt x="165294" y="190242"/>
                            <a:pt x="208157" y="159000"/>
                            <a:pt x="245590" y="123376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7" name="" descr="ee1519a2-87d5-4120-ad66-cc946a9bbf40"/>
                    <p:cNvSpPr/>
                    <p:nvPr/>
                  </p:nvSpPr>
                  <p:spPr>
                    <a:xfrm>
                      <a:off x="9034175" y="3595526"/>
                      <a:ext cx="338131" cy="186284"/>
                    </a:xfrm>
                    <a:custGeom>
                      <a:gdLst>
                        <a:gd name="connsiteX0" fmla="*/ 261367 w 338131"/>
                        <a:gd name="connsiteY0" fmla="*/ 123033 h 186284"/>
                        <a:gd name="connsiteX1" fmla="*/ 320708 w 338131"/>
                        <a:gd name="connsiteY1" fmla="*/ 81504 h 186284"/>
                        <a:gd name="connsiteX2" fmla="*/ 334138 w 338131"/>
                        <a:gd name="connsiteY2" fmla="*/ 26354 h 186284"/>
                        <a:gd name="connsiteX3" fmla="*/ 277369 w 338131"/>
                        <a:gd name="connsiteY3" fmla="*/ 161 h 186284"/>
                        <a:gd name="connsiteX4" fmla="*/ 203169 w 338131"/>
                        <a:gd name="connsiteY4" fmla="*/ 9781 h 186284"/>
                        <a:gd name="connsiteX5" fmla="*/ 42292 w 338131"/>
                        <a:gd name="connsiteY5" fmla="*/ 52262 h 186284"/>
                        <a:gd name="connsiteX6" fmla="*/ 5430 w 338131"/>
                        <a:gd name="connsiteY6" fmla="*/ 138463 h 186284"/>
                        <a:gd name="connsiteX7" fmla="*/ 66104 w 338131"/>
                        <a:gd name="connsiteY7" fmla="*/ 186184 h 186284"/>
                        <a:gd name="connsiteX8" fmla="*/ 105348 w 338131"/>
                        <a:gd name="connsiteY8" fmla="*/ 180945 h 186284"/>
                        <a:gd name="connsiteX9" fmla="*/ 261367 w 338131"/>
                        <a:gd name="connsiteY9" fmla="*/ 123033 h 186284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38131" h="186284">
                          <a:moveTo>
                            <a:pt x="261367" y="123033"/>
                          </a:moveTo>
                          <a:cubicBezTo>
                            <a:pt x="283655" y="111508"/>
                            <a:pt x="305563" y="98459"/>
                            <a:pt x="320708" y="81504"/>
                          </a:cubicBezTo>
                          <a:cubicBezTo>
                            <a:pt x="335852" y="64550"/>
                            <a:pt x="343282" y="42928"/>
                            <a:pt x="334138" y="26354"/>
                          </a:cubicBezTo>
                          <a:cubicBezTo>
                            <a:pt x="325089" y="9971"/>
                            <a:pt x="301658" y="1303"/>
                            <a:pt x="277369" y="161"/>
                          </a:cubicBezTo>
                          <a:cubicBezTo>
                            <a:pt x="253080" y="-982"/>
                            <a:pt x="227744" y="4161"/>
                            <a:pt x="203169" y="9781"/>
                          </a:cubicBezTo>
                          <a:cubicBezTo>
                            <a:pt x="149734" y="21878"/>
                            <a:pt x="94203" y="34546"/>
                            <a:pt x="42292" y="52262"/>
                          </a:cubicBezTo>
                          <a:cubicBezTo>
                            <a:pt x="-3428" y="67883"/>
                            <a:pt x="-5333" y="109031"/>
                            <a:pt x="5430" y="138463"/>
                          </a:cubicBezTo>
                          <a:cubicBezTo>
                            <a:pt x="13907" y="161704"/>
                            <a:pt x="33719" y="184564"/>
                            <a:pt x="66104" y="186184"/>
                          </a:cubicBezTo>
                          <a:cubicBezTo>
                            <a:pt x="78963" y="186851"/>
                            <a:pt x="92393" y="184088"/>
                            <a:pt x="105348" y="180945"/>
                          </a:cubicBezTo>
                          <a:cubicBezTo>
                            <a:pt x="159735" y="167896"/>
                            <a:pt x="212599" y="148274"/>
                            <a:pt x="261367" y="123033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8" name="" descr="4aa1527a-07dc-49c7-959e-3b7ae9a8b05f"/>
                    <p:cNvSpPr/>
                    <p:nvPr/>
                  </p:nvSpPr>
                  <p:spPr>
                    <a:xfrm>
                      <a:off x="9027339" y="3801498"/>
                      <a:ext cx="305523" cy="180342"/>
                    </a:xfrm>
                    <a:custGeom>
                      <a:gdLst>
                        <a:gd name="connsiteX0" fmla="*/ 199337 w 305523"/>
                        <a:gd name="connsiteY0" fmla="*/ 178618 h 180342"/>
                        <a:gd name="connsiteX1" fmla="*/ 265441 w 305523"/>
                        <a:gd name="connsiteY1" fmla="*/ 175760 h 180342"/>
                        <a:gd name="connsiteX2" fmla="*/ 305255 w 305523"/>
                        <a:gd name="connsiteY2" fmla="*/ 136993 h 180342"/>
                        <a:gd name="connsiteX3" fmla="*/ 277823 w 305523"/>
                        <a:gd name="connsiteY3" fmla="*/ 84797 h 180342"/>
                        <a:gd name="connsiteX4" fmla="*/ 218102 w 305523"/>
                        <a:gd name="connsiteY4" fmla="*/ 53078 h 180342"/>
                        <a:gd name="connsiteX5" fmla="*/ 76941 w 305523"/>
                        <a:gd name="connsiteY5" fmla="*/ 2310 h 180342"/>
                        <a:gd name="connsiteX6" fmla="*/ 3123 w 305523"/>
                        <a:gd name="connsiteY6" fmla="*/ 54316 h 180342"/>
                        <a:gd name="connsiteX7" fmla="*/ 21791 w 305523"/>
                        <a:gd name="connsiteY7" fmla="*/ 126516 h 180342"/>
                        <a:gd name="connsiteX8" fmla="*/ 53414 w 305523"/>
                        <a:gd name="connsiteY8" fmla="*/ 143185 h 180342"/>
                        <a:gd name="connsiteX9" fmla="*/ 199337 w 305523"/>
                        <a:gd name="connsiteY9" fmla="*/ 178618 h 180342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05523" h="180342">
                          <a:moveTo>
                            <a:pt x="199337" y="178618"/>
                          </a:moveTo>
                          <a:cubicBezTo>
                            <a:pt x="221912" y="180904"/>
                            <a:pt x="245153" y="181761"/>
                            <a:pt x="265441" y="175760"/>
                          </a:cubicBezTo>
                          <a:cubicBezTo>
                            <a:pt x="285825" y="169759"/>
                            <a:pt x="302969" y="155758"/>
                            <a:pt x="305255" y="136993"/>
                          </a:cubicBezTo>
                          <a:cubicBezTo>
                            <a:pt x="307541" y="118515"/>
                            <a:pt x="294968" y="98798"/>
                            <a:pt x="277823" y="84797"/>
                          </a:cubicBezTo>
                          <a:cubicBezTo>
                            <a:pt x="260583" y="70795"/>
                            <a:pt x="239247" y="61651"/>
                            <a:pt x="218102" y="53078"/>
                          </a:cubicBezTo>
                          <a:cubicBezTo>
                            <a:pt x="172287" y="34505"/>
                            <a:pt x="124662" y="15359"/>
                            <a:pt x="76941" y="2310"/>
                          </a:cubicBezTo>
                          <a:cubicBezTo>
                            <a:pt x="34936" y="-9120"/>
                            <a:pt x="11123" y="24027"/>
                            <a:pt x="3123" y="54316"/>
                          </a:cubicBezTo>
                          <a:cubicBezTo>
                            <a:pt x="-3260" y="78224"/>
                            <a:pt x="-1164" y="107752"/>
                            <a:pt x="21791" y="126516"/>
                          </a:cubicBezTo>
                          <a:cubicBezTo>
                            <a:pt x="30840" y="133946"/>
                            <a:pt x="42175" y="138803"/>
                            <a:pt x="53414" y="143185"/>
                          </a:cubicBezTo>
                          <a:cubicBezTo>
                            <a:pt x="100373" y="161568"/>
                            <a:pt x="149903" y="173569"/>
                            <a:pt x="199337" y="178618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sp>
            <p:nvSpPr>
              <p:cNvPr id="95" name="" descr="91aed7a3-e1b6-47cb-b153-363ee7b440c1"/>
              <p:cNvSpPr/>
              <p:nvPr/>
            </p:nvSpPr>
            <p:spPr>
              <a:xfrm>
                <a:off x="8106562" y="148012"/>
                <a:ext cx="409769" cy="1223050"/>
              </a:xfrm>
              <a:custGeom>
                <a:gdLst>
                  <a:gd name="connsiteX0" fmla="*/ 249555 w 249555"/>
                  <a:gd name="connsiteY0" fmla="*/ 124777 h 744854"/>
                  <a:gd name="connsiteX1" fmla="*/ 124778 w 249555"/>
                  <a:gd name="connsiteY1" fmla="*/ 0 h 744854"/>
                  <a:gd name="connsiteX2" fmla="*/ 0 w 249555"/>
                  <a:gd name="connsiteY2" fmla="*/ 124777 h 744854"/>
                  <a:gd name="connsiteX3" fmla="*/ 109919 w 249555"/>
                  <a:gd name="connsiteY3" fmla="*/ 248602 h 744854"/>
                  <a:gd name="connsiteX4" fmla="*/ 109919 w 249555"/>
                  <a:gd name="connsiteY4" fmla="*/ 737330 h 744854"/>
                  <a:gd name="connsiteX5" fmla="*/ 125254 w 249555"/>
                  <a:gd name="connsiteY5" fmla="*/ 744855 h 744854"/>
                  <a:gd name="connsiteX6" fmla="*/ 139732 w 249555"/>
                  <a:gd name="connsiteY6" fmla="*/ 737330 h 744854"/>
                  <a:gd name="connsiteX7" fmla="*/ 139732 w 249555"/>
                  <a:gd name="connsiteY7" fmla="*/ 248602 h 744854"/>
                  <a:gd name="connsiteX8" fmla="*/ 249555 w 249555"/>
                  <a:gd name="connsiteY8" fmla="*/ 124777 h 744854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9554" h="744854">
                    <a:moveTo>
                      <a:pt x="249555" y="124777"/>
                    </a:moveTo>
                    <a:cubicBezTo>
                      <a:pt x="249555" y="55816"/>
                      <a:pt x="193643" y="0"/>
                      <a:pt x="124778" y="0"/>
                    </a:cubicBezTo>
                    <a:cubicBezTo>
                      <a:pt x="55816" y="0"/>
                      <a:pt x="0" y="55912"/>
                      <a:pt x="0" y="124777"/>
                    </a:cubicBezTo>
                    <a:cubicBezTo>
                      <a:pt x="0" y="188690"/>
                      <a:pt x="48006" y="241268"/>
                      <a:pt x="109919" y="248602"/>
                    </a:cubicBezTo>
                    <a:lnTo>
                      <a:pt x="109919" y="737330"/>
                    </a:lnTo>
                    <a:cubicBezTo>
                      <a:pt x="109919" y="737330"/>
                      <a:pt x="112014" y="744855"/>
                      <a:pt x="125254" y="744855"/>
                    </a:cubicBezTo>
                    <a:cubicBezTo>
                      <a:pt x="138494" y="744855"/>
                      <a:pt x="139732" y="737330"/>
                      <a:pt x="139732" y="737330"/>
                    </a:cubicBezTo>
                    <a:lnTo>
                      <a:pt x="139732" y="248602"/>
                    </a:lnTo>
                    <a:cubicBezTo>
                      <a:pt x="201549" y="241268"/>
                      <a:pt x="249555" y="188690"/>
                      <a:pt x="249555" y="124777"/>
                    </a:cubicBezTo>
                    <a:close/>
                  </a:path>
                </a:pathLst>
              </a:custGeom>
              <a:gradFill>
                <a:gsLst>
                  <a:gs pos="0">
                    <a:srgbClr val="3ED63E"/>
                  </a:gs>
                  <a:gs pos="50000">
                    <a:srgbClr val="38AF38"/>
                  </a:gs>
                  <a:gs pos="100000">
                    <a:srgbClr val="328932"/>
                  </a:gs>
                </a:gsLst>
                <a:lin ang="4686678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96" name="" descr="b6f8abcc-b7f5-43dc-99e8-88437197577f"/>
              <p:cNvGrpSpPr/>
              <p:nvPr/>
            </p:nvGrpSpPr>
            <p:grpSpPr>
              <a:xfrm>
                <a:off x="7227749" y="4342899"/>
                <a:ext cx="1657845" cy="1147874"/>
                <a:chOff x="6562725" y="3848523"/>
                <a:chExt cx="1009650" cy="699071"/>
              </a:xfrm>
            </p:grpSpPr>
            <p:sp>
              <p:nvSpPr>
                <p:cNvPr id="97" name="" descr="041928a5-55cc-4b15-976d-ab870cdf64ac"/>
                <p:cNvSpPr/>
                <p:nvPr/>
              </p:nvSpPr>
              <p:spPr>
                <a:xfrm rot="-4769072">
                  <a:off x="6785787" y="3872020"/>
                  <a:ext cx="589975" cy="652077"/>
                </a:xfrm>
                <a:custGeom>
                  <a:gdLst>
                    <a:gd name="connsiteX0" fmla="*/ 589975 w 589975"/>
                    <a:gd name="connsiteY0" fmla="*/ 326039 h 652077"/>
                    <a:gd name="connsiteX1" fmla="*/ 294988 w 589975"/>
                    <a:gd name="connsiteY1" fmla="*/ 652078 h 652077"/>
                    <a:gd name="connsiteX2" fmla="*/ 0 w 589975"/>
                    <a:gd name="connsiteY2" fmla="*/ 326039 h 652077"/>
                    <a:gd name="connsiteX3" fmla="*/ 294988 w 589975"/>
                    <a:gd name="connsiteY3" fmla="*/ 0 h 652077"/>
                    <a:gd name="connsiteX4" fmla="*/ 589975 w 589975"/>
                    <a:gd name="connsiteY4" fmla="*/ 326039 h 652077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9975" h="652077">
                      <a:moveTo>
                        <a:pt x="589975" y="326039"/>
                      </a:moveTo>
                      <a:cubicBezTo>
                        <a:pt x="589975" y="506105"/>
                        <a:pt x="457905" y="652078"/>
                        <a:pt x="294988" y="652078"/>
                      </a:cubicBezTo>
                      <a:cubicBezTo>
                        <a:pt x="132071" y="652078"/>
                        <a:pt x="0" y="506105"/>
                        <a:pt x="0" y="326039"/>
                      </a:cubicBezTo>
                      <a:cubicBezTo>
                        <a:pt x="0" y="145973"/>
                        <a:pt x="132071" y="0"/>
                        <a:pt x="294988" y="0"/>
                      </a:cubicBezTo>
                      <a:cubicBezTo>
                        <a:pt x="457905" y="0"/>
                        <a:pt x="589975" y="145972"/>
                        <a:pt x="589975" y="326039"/>
                      </a:cubicBezTo>
                      <a:close/>
                    </a:path>
                  </a:pathLst>
                </a:custGeom>
                <a:solidFill>
                  <a:srgbClr val="28422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98" name="" descr="065ab87d-4568-4f5f-8870-424841b2ab42"/>
                <p:cNvGrpSpPr/>
                <p:nvPr/>
              </p:nvGrpSpPr>
              <p:grpSpPr>
                <a:xfrm>
                  <a:off x="6562725" y="3971925"/>
                  <a:ext cx="1009650" cy="438150"/>
                  <a:chOff x="6562725" y="3971925"/>
                  <a:chExt cx="1009650" cy="438150"/>
                </a:xfrm>
                <a:solidFill>
                  <a:srgbClr val="4BF94B"/>
                </a:solidFill>
              </p:grpSpPr>
              <p:pic>
                <p:nvPicPr>
                  <p:cNvPr id="99" name="" descr="dea25866-8713-44ef-9cd0-d1d9b2564bc6"/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562725" y="3971925"/>
                    <a:ext cx="1009650" cy="438150"/>
                  </a:xfrm>
                  <a:custGeom>
                    <a:gdLst>
                      <a:gd name="connsiteX0" fmla="*/ 424 w 1009650"/>
                      <a:gd name="connsiteY0" fmla="*/ 317 h 438150"/>
                      <a:gd name="connsiteX1" fmla="*/ 1010074 w 1009650"/>
                      <a:gd name="connsiteY1" fmla="*/ 317 h 438150"/>
                      <a:gd name="connsiteX2" fmla="*/ 1010074 w 1009650"/>
                      <a:gd name="connsiteY2" fmla="*/ 438467 h 438150"/>
                      <a:gd name="connsiteX3" fmla="*/ 424 w 1009650"/>
                      <a:gd name="connsiteY3" fmla="*/ 438467 h 43815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09650" h="438150">
                        <a:moveTo>
                          <a:pt x="424" y="317"/>
                        </a:moveTo>
                        <a:lnTo>
                          <a:pt x="1010074" y="317"/>
                        </a:lnTo>
                        <a:lnTo>
                          <a:pt x="1010074" y="438467"/>
                        </a:lnTo>
                        <a:lnTo>
                          <a:pt x="424" y="438467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100" name="" descr="1452e28c-e59d-450a-9449-8650cd0b83a2"/>
                  <p:cNvSpPr/>
                  <p:nvPr/>
                </p:nvSpPr>
                <p:spPr>
                  <a:xfrm>
                    <a:off x="6707219" y="4116705"/>
                    <a:ext cx="720566" cy="149637"/>
                  </a:xfrm>
                  <a:custGeom>
                    <a:gdLst>
                      <a:gd name="connsiteX0" fmla="*/ 719899 w 720566"/>
                      <a:gd name="connsiteY0" fmla="*/ 149638 h 149637"/>
                      <a:gd name="connsiteX1" fmla="*/ 599884 w 720566"/>
                      <a:gd name="connsiteY1" fmla="*/ 140494 h 149637"/>
                      <a:gd name="connsiteX2" fmla="*/ 582263 w 720566"/>
                      <a:gd name="connsiteY2" fmla="*/ 36862 h 149637"/>
                      <a:gd name="connsiteX3" fmla="*/ 542544 w 720566"/>
                      <a:gd name="connsiteY3" fmla="*/ 144685 h 149637"/>
                      <a:gd name="connsiteX4" fmla="*/ 350806 w 720566"/>
                      <a:gd name="connsiteY4" fmla="*/ 132493 h 149637"/>
                      <a:gd name="connsiteX5" fmla="*/ 332613 w 720566"/>
                      <a:gd name="connsiteY5" fmla="*/ 35623 h 149637"/>
                      <a:gd name="connsiteX6" fmla="*/ 279273 w 720566"/>
                      <a:gd name="connsiteY6" fmla="*/ 141732 h 149637"/>
                      <a:gd name="connsiteX7" fmla="*/ 244792 w 720566"/>
                      <a:gd name="connsiteY7" fmla="*/ 24098 h 149637"/>
                      <a:gd name="connsiteX8" fmla="*/ 174593 w 720566"/>
                      <a:gd name="connsiteY8" fmla="*/ 129064 h 149637"/>
                      <a:gd name="connsiteX9" fmla="*/ 171736 w 720566"/>
                      <a:gd name="connsiteY9" fmla="*/ 128778 h 149637"/>
                      <a:gd name="connsiteX10" fmla="*/ 0 w 720566"/>
                      <a:gd name="connsiteY10" fmla="*/ 111919 h 149637"/>
                      <a:gd name="connsiteX11" fmla="*/ 1143 w 720566"/>
                      <a:gd name="connsiteY11" fmla="*/ 102489 h 149637"/>
                      <a:gd name="connsiteX12" fmla="*/ 169735 w 720566"/>
                      <a:gd name="connsiteY12" fmla="*/ 119063 h 149637"/>
                      <a:gd name="connsiteX13" fmla="*/ 248126 w 720566"/>
                      <a:gd name="connsiteY13" fmla="*/ 1905 h 149637"/>
                      <a:gd name="connsiteX14" fmla="*/ 281559 w 720566"/>
                      <a:gd name="connsiteY14" fmla="*/ 115824 h 149637"/>
                      <a:gd name="connsiteX15" fmla="*/ 336709 w 720566"/>
                      <a:gd name="connsiteY15" fmla="*/ 6096 h 149637"/>
                      <a:gd name="connsiteX16" fmla="*/ 358711 w 720566"/>
                      <a:gd name="connsiteY16" fmla="*/ 123444 h 149637"/>
                      <a:gd name="connsiteX17" fmla="*/ 535972 w 720566"/>
                      <a:gd name="connsiteY17" fmla="*/ 134683 h 149637"/>
                      <a:gd name="connsiteX18" fmla="*/ 585597 w 720566"/>
                      <a:gd name="connsiteY18" fmla="*/ 0 h 149637"/>
                      <a:gd name="connsiteX19" fmla="*/ 607981 w 720566"/>
                      <a:gd name="connsiteY19" fmla="*/ 131445 h 149637"/>
                      <a:gd name="connsiteX20" fmla="*/ 720566 w 720566"/>
                      <a:gd name="connsiteY20" fmla="*/ 140017 h 149637"/>
                      <a:gd name="connsiteX21" fmla="*/ 719899 w 720566"/>
                      <a:gd name="connsiteY21" fmla="*/ 149638 h 149637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720566" h="149637">
                        <a:moveTo>
                          <a:pt x="719899" y="149638"/>
                        </a:moveTo>
                        <a:lnTo>
                          <a:pt x="599884" y="140494"/>
                        </a:lnTo>
                        <a:lnTo>
                          <a:pt x="582263" y="36862"/>
                        </a:lnTo>
                        <a:lnTo>
                          <a:pt x="542544" y="144685"/>
                        </a:lnTo>
                        <a:lnTo>
                          <a:pt x="350806" y="132493"/>
                        </a:lnTo>
                        <a:lnTo>
                          <a:pt x="332613" y="35623"/>
                        </a:lnTo>
                        <a:lnTo>
                          <a:pt x="279273" y="141732"/>
                        </a:lnTo>
                        <a:lnTo>
                          <a:pt x="244792" y="24098"/>
                        </a:lnTo>
                        <a:lnTo>
                          <a:pt x="174593" y="129064"/>
                        </a:lnTo>
                        <a:lnTo>
                          <a:pt x="171736" y="128778"/>
                        </a:lnTo>
                        <a:cubicBezTo>
                          <a:pt x="170497" y="128683"/>
                          <a:pt x="50673" y="117919"/>
                          <a:pt x="0" y="111919"/>
                        </a:cubicBezTo>
                        <a:lnTo>
                          <a:pt x="1143" y="102489"/>
                        </a:lnTo>
                        <a:cubicBezTo>
                          <a:pt x="47339" y="108013"/>
                          <a:pt x="151352" y="117443"/>
                          <a:pt x="169735" y="119063"/>
                        </a:cubicBezTo>
                        <a:lnTo>
                          <a:pt x="248126" y="1905"/>
                        </a:lnTo>
                        <a:lnTo>
                          <a:pt x="281559" y="115824"/>
                        </a:lnTo>
                        <a:lnTo>
                          <a:pt x="336709" y="6096"/>
                        </a:lnTo>
                        <a:lnTo>
                          <a:pt x="358711" y="123444"/>
                        </a:lnTo>
                        <a:lnTo>
                          <a:pt x="535972" y="134683"/>
                        </a:lnTo>
                        <a:lnTo>
                          <a:pt x="585597" y="0"/>
                        </a:lnTo>
                        <a:lnTo>
                          <a:pt x="607981" y="131445"/>
                        </a:lnTo>
                        <a:lnTo>
                          <a:pt x="720566" y="140017"/>
                        </a:lnTo>
                        <a:lnTo>
                          <a:pt x="719899" y="149638"/>
                        </a:lnTo>
                        <a:close/>
                      </a:path>
                    </a:pathLst>
                  </a:custGeom>
                  <a:solidFill>
                    <a:srgbClr val="4BF94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5" name="" descr="698719a0-f415-475c-8d60-518956b2010b"/>
          <p:cNvSpPr>
            <a:spLocks noGrp="1"/>
          </p:cNvSpPr>
          <p:nvPr>
            <p:ph type="title" hasCustomPrompt="1"/>
          </p:nvPr>
        </p:nvSpPr>
        <p:spPr>
          <a:xfrm flipV="false" flipH="false">
            <a:off x="660400" y="1272905"/>
            <a:ext cx="5309717" cy="251588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>
            <a:lvl1pPr algn="l">
              <a:lnSpc>
                <a:spcPct val="100000"/>
              </a:lnSpc>
              <a:defRPr sz="60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4" name="" descr="5185237f-5646-4c5c-a045-bed38ad08168"/>
          <p:cNvSpPr>
            <a:spLocks noGrp="1"/>
          </p:cNvSpPr>
          <p:nvPr>
            <p:ph type="body" sz="quarter" idx="13" hasCustomPrompt="1"/>
          </p:nvPr>
        </p:nvSpPr>
        <p:spPr>
          <a:xfrm flipV="false" flipH="false">
            <a:off x="660400" y="4728613"/>
            <a:ext cx="2383140" cy="386167"/>
          </a:xfrm>
          <a:prstGeom prst="rect">
            <a:avLst/>
          </a:prstGeom>
        </p:spPr>
        <p:txBody>
          <a:bodyPr wrap="square" lIns="9000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" descr="932e3989-9c17-4301-a529-017e4753e606"/>
          <p:cNvSpPr>
            <a:spLocks noGrp="1"/>
          </p:cNvSpPr>
          <p:nvPr>
            <p:ph type="body" sz="quarter" idx="14" hasCustomPrompt="1"/>
          </p:nvPr>
        </p:nvSpPr>
        <p:spPr>
          <a:xfrm flipV="false" flipH="false">
            <a:off x="660400" y="4321964"/>
            <a:ext cx="2383140" cy="386167"/>
          </a:xfrm>
          <a:prstGeom prst="rect">
            <a:avLst/>
          </a:prstGeom>
        </p:spPr>
        <p:txBody>
          <a:bodyPr wrap="none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0" name=""/>
          <p:cNvGrpSpPr/>
          <p:nvPr/>
        </p:nvGrpSpPr>
        <p:grpSpPr>
          <a:xfrm>
            <a:off x="0" y="578643"/>
            <a:ext cx="11855449" cy="6279357"/>
            <a:chOff x="0" y="578643"/>
            <a:chExt cx="11855449" cy="6279357"/>
          </a:xfrm>
        </p:grpSpPr>
        <p:grpSp>
          <p:nvGrpSpPr>
            <p:cNvPr id="19" name=""/>
            <p:cNvGrpSpPr/>
            <p:nvPr/>
          </p:nvGrpSpPr>
          <p:grpSpPr>
            <a:xfrm flipH="1">
              <a:off x="0" y="5752429"/>
              <a:ext cx="2423886" cy="1105571"/>
              <a:chOff x="7784715" y="4847771"/>
              <a:chExt cx="4407285" cy="2010229"/>
            </a:xfrm>
          </p:grpSpPr>
          <p:sp>
            <p:nvSpPr>
              <p:cNvPr id="15" name=""/>
              <p:cNvSpPr/>
              <p:nvPr/>
            </p:nvSpPr>
            <p:spPr>
              <a:xfrm>
                <a:off x="7784715" y="4847771"/>
                <a:ext cx="4407285" cy="2010229"/>
              </a:xfrm>
              <a:custGeom>
                <a:gdLst>
                  <a:gd name="connsiteX0" fmla="*/ 1299400 w 2239898"/>
                  <a:gd name="connsiteY0" fmla="*/ 564547 h 1021651"/>
                  <a:gd name="connsiteX1" fmla="*/ 511492 w 2239898"/>
                  <a:gd name="connsiteY1" fmla="*/ 730091 h 1021651"/>
                  <a:gd name="connsiteX2" fmla="*/ 0 w 2239898"/>
                  <a:gd name="connsiteY2" fmla="*/ 1021651 h 1021651"/>
                  <a:gd name="connsiteX3" fmla="*/ 2239899 w 2239898"/>
                  <a:gd name="connsiteY3" fmla="*/ 1021651 h 1021651"/>
                  <a:gd name="connsiteX4" fmla="*/ 2239899 w 2239898"/>
                  <a:gd name="connsiteY4" fmla="*/ 0 h 1021651"/>
                  <a:gd name="connsiteX5" fmla="*/ 1955101 w 2239898"/>
                  <a:gd name="connsiteY5" fmla="*/ 259271 h 1021651"/>
                  <a:gd name="connsiteX6" fmla="*/ 1299400 w 2239898"/>
                  <a:gd name="connsiteY6" fmla="*/ 564547 h 102165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39898" h="1021650">
                    <a:moveTo>
                      <a:pt x="1299400" y="564547"/>
                    </a:moveTo>
                    <a:cubicBezTo>
                      <a:pt x="1038225" y="627412"/>
                      <a:pt x="765048" y="641318"/>
                      <a:pt x="511492" y="730091"/>
                    </a:cubicBezTo>
                    <a:cubicBezTo>
                      <a:pt x="324898" y="795433"/>
                      <a:pt x="155734" y="899065"/>
                      <a:pt x="0" y="1021651"/>
                    </a:cubicBezTo>
                    <a:lnTo>
                      <a:pt x="2239899" y="1021651"/>
                    </a:lnTo>
                    <a:lnTo>
                      <a:pt x="2239899" y="0"/>
                    </a:lnTo>
                    <a:cubicBezTo>
                      <a:pt x="2145792" y="87249"/>
                      <a:pt x="2055971" y="180118"/>
                      <a:pt x="1955101" y="259271"/>
                    </a:cubicBezTo>
                    <a:cubicBezTo>
                      <a:pt x="1764030" y="409384"/>
                      <a:pt x="1535620" y="507778"/>
                      <a:pt x="1299400" y="564547"/>
                    </a:cubicBezTo>
                    <a:close/>
                  </a:path>
                </a:pathLst>
              </a:custGeom>
              <a:solidFill>
                <a:schemeClr val="accent2">
                  <a:alpha val="37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8369239" y="5114382"/>
                <a:ext cx="3822759" cy="1743618"/>
              </a:xfrm>
              <a:custGeom>
                <a:gdLst>
                  <a:gd name="connsiteX0" fmla="*/ 1299400 w 2239898"/>
                  <a:gd name="connsiteY0" fmla="*/ 564547 h 1021651"/>
                  <a:gd name="connsiteX1" fmla="*/ 511492 w 2239898"/>
                  <a:gd name="connsiteY1" fmla="*/ 730091 h 1021651"/>
                  <a:gd name="connsiteX2" fmla="*/ 0 w 2239898"/>
                  <a:gd name="connsiteY2" fmla="*/ 1021651 h 1021651"/>
                  <a:gd name="connsiteX3" fmla="*/ 2239899 w 2239898"/>
                  <a:gd name="connsiteY3" fmla="*/ 1021651 h 1021651"/>
                  <a:gd name="connsiteX4" fmla="*/ 2239899 w 2239898"/>
                  <a:gd name="connsiteY4" fmla="*/ 0 h 1021651"/>
                  <a:gd name="connsiteX5" fmla="*/ 1955101 w 2239898"/>
                  <a:gd name="connsiteY5" fmla="*/ 259271 h 1021651"/>
                  <a:gd name="connsiteX6" fmla="*/ 1299400 w 2239898"/>
                  <a:gd name="connsiteY6" fmla="*/ 564547 h 102165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39898" h="1021650">
                    <a:moveTo>
                      <a:pt x="1299400" y="564547"/>
                    </a:moveTo>
                    <a:cubicBezTo>
                      <a:pt x="1038225" y="627412"/>
                      <a:pt x="765048" y="641318"/>
                      <a:pt x="511492" y="730091"/>
                    </a:cubicBezTo>
                    <a:cubicBezTo>
                      <a:pt x="324898" y="795433"/>
                      <a:pt x="155734" y="899065"/>
                      <a:pt x="0" y="1021651"/>
                    </a:cubicBezTo>
                    <a:lnTo>
                      <a:pt x="2239899" y="1021651"/>
                    </a:lnTo>
                    <a:lnTo>
                      <a:pt x="2239899" y="0"/>
                    </a:lnTo>
                    <a:cubicBezTo>
                      <a:pt x="2145792" y="87249"/>
                      <a:pt x="2055971" y="180118"/>
                      <a:pt x="1955101" y="259271"/>
                    </a:cubicBezTo>
                    <a:cubicBezTo>
                      <a:pt x="1764030" y="409384"/>
                      <a:pt x="1535620" y="507778"/>
                      <a:pt x="1299400" y="56454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8" name=""/>
            <p:cNvGrpSpPr/>
            <p:nvPr/>
          </p:nvGrpSpPr>
          <p:grpSpPr>
            <a:xfrm>
              <a:off x="10686491" y="578643"/>
              <a:ext cx="1168958" cy="925253"/>
              <a:chOff x="8668983" y="379036"/>
              <a:chExt cx="3398302" cy="2689823"/>
            </a:xfrm>
          </p:grpSpPr>
          <p:sp>
            <p:nvSpPr>
              <p:cNvPr id="16" name=""/>
              <p:cNvSpPr/>
              <p:nvPr/>
            </p:nvSpPr>
            <p:spPr>
              <a:xfrm>
                <a:off x="10014051" y="1015787"/>
                <a:ext cx="2053234" cy="2053072"/>
              </a:xfrm>
              <a:custGeom>
                <a:gdLst>
                  <a:gd name="connsiteX0" fmla="*/ 1151650 w 1203067"/>
                  <a:gd name="connsiteY0" fmla="*/ 404319 h 1202972"/>
                  <a:gd name="connsiteX1" fmla="*/ 1034588 w 1203067"/>
                  <a:gd name="connsiteY1" fmla="*/ 410415 h 1202972"/>
                  <a:gd name="connsiteX2" fmla="*/ 974771 w 1203067"/>
                  <a:gd name="connsiteY2" fmla="*/ 309926 h 1202972"/>
                  <a:gd name="connsiteX3" fmla="*/ 1035255 w 1203067"/>
                  <a:gd name="connsiteY3" fmla="*/ 209818 h 1202972"/>
                  <a:gd name="connsiteX4" fmla="*/ 1029254 w 1203067"/>
                  <a:gd name="connsiteY4" fmla="*/ 178767 h 1202972"/>
                  <a:gd name="connsiteX5" fmla="*/ 889332 w 1203067"/>
                  <a:gd name="connsiteY5" fmla="*/ 73515 h 1202972"/>
                  <a:gd name="connsiteX6" fmla="*/ 857804 w 1203067"/>
                  <a:gd name="connsiteY6" fmla="*/ 76373 h 1202972"/>
                  <a:gd name="connsiteX7" fmla="*/ 779413 w 1203067"/>
                  <a:gd name="connsiteY7" fmla="*/ 161241 h 1202972"/>
                  <a:gd name="connsiteX8" fmla="*/ 652826 w 1203067"/>
                  <a:gd name="connsiteY8" fmla="*/ 128665 h 1202972"/>
                  <a:gd name="connsiteX9" fmla="*/ 623965 w 1203067"/>
                  <a:gd name="connsiteY9" fmla="*/ 17699 h 1202972"/>
                  <a:gd name="connsiteX10" fmla="*/ 597486 w 1203067"/>
                  <a:gd name="connsiteY10" fmla="*/ 268 h 1202972"/>
                  <a:gd name="connsiteX11" fmla="*/ 424417 w 1203067"/>
                  <a:gd name="connsiteY11" fmla="*/ 26938 h 1202972"/>
                  <a:gd name="connsiteX12" fmla="*/ 404414 w 1203067"/>
                  <a:gd name="connsiteY12" fmla="*/ 51513 h 1202972"/>
                  <a:gd name="connsiteX13" fmla="*/ 410224 w 1203067"/>
                  <a:gd name="connsiteY13" fmla="*/ 164003 h 1202972"/>
                  <a:gd name="connsiteX14" fmla="*/ 305640 w 1203067"/>
                  <a:gd name="connsiteY14" fmla="*/ 225820 h 1202972"/>
                  <a:gd name="connsiteX15" fmla="*/ 209913 w 1203067"/>
                  <a:gd name="connsiteY15" fmla="*/ 167908 h 1202972"/>
                  <a:gd name="connsiteX16" fmla="*/ 178862 w 1203067"/>
                  <a:gd name="connsiteY16" fmla="*/ 173909 h 1202972"/>
                  <a:gd name="connsiteX17" fmla="*/ 73611 w 1203067"/>
                  <a:gd name="connsiteY17" fmla="*/ 313831 h 1202972"/>
                  <a:gd name="connsiteX18" fmla="*/ 76468 w 1203067"/>
                  <a:gd name="connsiteY18" fmla="*/ 345359 h 1202972"/>
                  <a:gd name="connsiteX19" fmla="*/ 157526 w 1203067"/>
                  <a:gd name="connsiteY19" fmla="*/ 420321 h 1202972"/>
                  <a:gd name="connsiteX20" fmla="*/ 124188 w 1203067"/>
                  <a:gd name="connsiteY20" fmla="*/ 551575 h 1202972"/>
                  <a:gd name="connsiteX21" fmla="*/ 17699 w 1203067"/>
                  <a:gd name="connsiteY21" fmla="*/ 579293 h 1202972"/>
                  <a:gd name="connsiteX22" fmla="*/ 268 w 1203067"/>
                  <a:gd name="connsiteY22" fmla="*/ 605772 h 1202972"/>
                  <a:gd name="connsiteX23" fmla="*/ 26938 w 1203067"/>
                  <a:gd name="connsiteY23" fmla="*/ 778746 h 1202972"/>
                  <a:gd name="connsiteX24" fmla="*/ 51513 w 1203067"/>
                  <a:gd name="connsiteY24" fmla="*/ 798749 h 1202972"/>
                  <a:gd name="connsiteX25" fmla="*/ 161431 w 1203067"/>
                  <a:gd name="connsiteY25" fmla="*/ 793034 h 1202972"/>
                  <a:gd name="connsiteX26" fmla="*/ 225153 w 1203067"/>
                  <a:gd name="connsiteY26" fmla="*/ 898571 h 1202972"/>
                  <a:gd name="connsiteX27" fmla="*/ 168003 w 1203067"/>
                  <a:gd name="connsiteY27" fmla="*/ 993154 h 1202972"/>
                  <a:gd name="connsiteX28" fmla="*/ 174004 w 1203067"/>
                  <a:gd name="connsiteY28" fmla="*/ 1024206 h 1202972"/>
                  <a:gd name="connsiteX29" fmla="*/ 314117 w 1203067"/>
                  <a:gd name="connsiteY29" fmla="*/ 1129457 h 1202972"/>
                  <a:gd name="connsiteX30" fmla="*/ 345645 w 1203067"/>
                  <a:gd name="connsiteY30" fmla="*/ 1126599 h 1202972"/>
                  <a:gd name="connsiteX31" fmla="*/ 421559 w 1203067"/>
                  <a:gd name="connsiteY31" fmla="*/ 1044494 h 1202972"/>
                  <a:gd name="connsiteX32" fmla="*/ 551194 w 1203067"/>
                  <a:gd name="connsiteY32" fmla="*/ 1076307 h 1202972"/>
                  <a:gd name="connsiteX33" fmla="*/ 579579 w 1203067"/>
                  <a:gd name="connsiteY33" fmla="*/ 1185273 h 1202972"/>
                  <a:gd name="connsiteX34" fmla="*/ 606058 w 1203067"/>
                  <a:gd name="connsiteY34" fmla="*/ 1202704 h 1202972"/>
                  <a:gd name="connsiteX35" fmla="*/ 779032 w 1203067"/>
                  <a:gd name="connsiteY35" fmla="*/ 1176034 h 1202972"/>
                  <a:gd name="connsiteX36" fmla="*/ 799034 w 1203067"/>
                  <a:gd name="connsiteY36" fmla="*/ 1151460 h 1202972"/>
                  <a:gd name="connsiteX37" fmla="*/ 793034 w 1203067"/>
                  <a:gd name="connsiteY37" fmla="*/ 1036969 h 1202972"/>
                  <a:gd name="connsiteX38" fmla="*/ 894475 w 1203067"/>
                  <a:gd name="connsiteY38" fmla="*/ 975247 h 1202972"/>
                  <a:gd name="connsiteX39" fmla="*/ 993345 w 1203067"/>
                  <a:gd name="connsiteY39" fmla="*/ 1035064 h 1202972"/>
                  <a:gd name="connsiteX40" fmla="*/ 1024396 w 1203067"/>
                  <a:gd name="connsiteY40" fmla="*/ 1029063 h 1202972"/>
                  <a:gd name="connsiteX41" fmla="*/ 1129647 w 1203067"/>
                  <a:gd name="connsiteY41" fmla="*/ 889141 h 1202972"/>
                  <a:gd name="connsiteX42" fmla="*/ 1126790 w 1203067"/>
                  <a:gd name="connsiteY42" fmla="*/ 857613 h 1202972"/>
                  <a:gd name="connsiteX43" fmla="*/ 1040874 w 1203067"/>
                  <a:gd name="connsiteY43" fmla="*/ 778270 h 1202972"/>
                  <a:gd name="connsiteX44" fmla="*/ 1071926 w 1203067"/>
                  <a:gd name="connsiteY44" fmla="*/ 653207 h 1202972"/>
                  <a:gd name="connsiteX45" fmla="*/ 1185368 w 1203067"/>
                  <a:gd name="connsiteY45" fmla="*/ 623679 h 1202972"/>
                  <a:gd name="connsiteX46" fmla="*/ 1202799 w 1203067"/>
                  <a:gd name="connsiteY46" fmla="*/ 597200 h 1202972"/>
                  <a:gd name="connsiteX47" fmla="*/ 1176129 w 1203067"/>
                  <a:gd name="connsiteY47" fmla="*/ 424226 h 1202972"/>
                  <a:gd name="connsiteX48" fmla="*/ 1151650 w 1203067"/>
                  <a:gd name="connsiteY48" fmla="*/ 404319 h 1202972"/>
                  <a:gd name="connsiteX49" fmla="*/ 629966 w 1203067"/>
                  <a:gd name="connsiteY49" fmla="*/ 807226 h 1202972"/>
                  <a:gd name="connsiteX50" fmla="*/ 393174 w 1203067"/>
                  <a:gd name="connsiteY50" fmla="*/ 633776 h 1202972"/>
                  <a:gd name="connsiteX51" fmla="*/ 566625 w 1203067"/>
                  <a:gd name="connsiteY51" fmla="*/ 396984 h 1202972"/>
                  <a:gd name="connsiteX52" fmla="*/ 803416 w 1203067"/>
                  <a:gd name="connsiteY52" fmla="*/ 570435 h 1202972"/>
                  <a:gd name="connsiteX53" fmla="*/ 629966 w 1203067"/>
                  <a:gd name="connsiteY53" fmla="*/ 807226 h 1202972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203067" h="1202972">
                    <a:moveTo>
                      <a:pt x="1151650" y="404319"/>
                    </a:moveTo>
                    <a:lnTo>
                      <a:pt x="1034588" y="410415"/>
                    </a:lnTo>
                    <a:cubicBezTo>
                      <a:pt x="1018681" y="374124"/>
                      <a:pt x="998488" y="340501"/>
                      <a:pt x="974771" y="309926"/>
                    </a:cubicBezTo>
                    <a:lnTo>
                      <a:pt x="1035255" y="209818"/>
                    </a:lnTo>
                    <a:cubicBezTo>
                      <a:pt x="1041541" y="199436"/>
                      <a:pt x="1038969" y="186006"/>
                      <a:pt x="1029254" y="178767"/>
                    </a:cubicBezTo>
                    <a:lnTo>
                      <a:pt x="889332" y="73515"/>
                    </a:lnTo>
                    <a:cubicBezTo>
                      <a:pt x="879616" y="66276"/>
                      <a:pt x="865995" y="67419"/>
                      <a:pt x="857804" y="76373"/>
                    </a:cubicBezTo>
                    <a:lnTo>
                      <a:pt x="779413" y="161241"/>
                    </a:lnTo>
                    <a:cubicBezTo>
                      <a:pt x="739408" y="144762"/>
                      <a:pt x="696831" y="133713"/>
                      <a:pt x="652826" y="128665"/>
                    </a:cubicBezTo>
                    <a:lnTo>
                      <a:pt x="623965" y="17699"/>
                    </a:lnTo>
                    <a:cubicBezTo>
                      <a:pt x="620917" y="5983"/>
                      <a:pt x="609487" y="-1542"/>
                      <a:pt x="597486" y="268"/>
                    </a:cubicBezTo>
                    <a:lnTo>
                      <a:pt x="424417" y="26938"/>
                    </a:lnTo>
                    <a:cubicBezTo>
                      <a:pt x="412415" y="28748"/>
                      <a:pt x="403842" y="39416"/>
                      <a:pt x="404414" y="51513"/>
                    </a:cubicBezTo>
                    <a:lnTo>
                      <a:pt x="410224" y="164003"/>
                    </a:lnTo>
                    <a:cubicBezTo>
                      <a:pt x="372410" y="180195"/>
                      <a:pt x="337358" y="201150"/>
                      <a:pt x="305640" y="225820"/>
                    </a:cubicBezTo>
                    <a:lnTo>
                      <a:pt x="209913" y="167908"/>
                    </a:lnTo>
                    <a:cubicBezTo>
                      <a:pt x="199531" y="161622"/>
                      <a:pt x="186101" y="164193"/>
                      <a:pt x="178862" y="173909"/>
                    </a:cubicBezTo>
                    <a:lnTo>
                      <a:pt x="73611" y="313831"/>
                    </a:lnTo>
                    <a:cubicBezTo>
                      <a:pt x="66372" y="323547"/>
                      <a:pt x="67515" y="337167"/>
                      <a:pt x="76468" y="345359"/>
                    </a:cubicBezTo>
                    <a:lnTo>
                      <a:pt x="157526" y="420321"/>
                    </a:lnTo>
                    <a:cubicBezTo>
                      <a:pt x="140381" y="461754"/>
                      <a:pt x="129046" y="505855"/>
                      <a:pt x="124188" y="551575"/>
                    </a:cubicBezTo>
                    <a:lnTo>
                      <a:pt x="17699" y="579293"/>
                    </a:lnTo>
                    <a:cubicBezTo>
                      <a:pt x="5983" y="582341"/>
                      <a:pt x="-1542" y="593771"/>
                      <a:pt x="268" y="605772"/>
                    </a:cubicBezTo>
                    <a:lnTo>
                      <a:pt x="26938" y="778746"/>
                    </a:lnTo>
                    <a:cubicBezTo>
                      <a:pt x="28748" y="790748"/>
                      <a:pt x="39416" y="799320"/>
                      <a:pt x="51513" y="798749"/>
                    </a:cubicBezTo>
                    <a:lnTo>
                      <a:pt x="161431" y="793034"/>
                    </a:lnTo>
                    <a:cubicBezTo>
                      <a:pt x="178195" y="831324"/>
                      <a:pt x="199722" y="866662"/>
                      <a:pt x="225153" y="898571"/>
                    </a:cubicBezTo>
                    <a:lnTo>
                      <a:pt x="168003" y="993154"/>
                    </a:lnTo>
                    <a:cubicBezTo>
                      <a:pt x="161717" y="1003536"/>
                      <a:pt x="164289" y="1016967"/>
                      <a:pt x="174004" y="1024206"/>
                    </a:cubicBezTo>
                    <a:lnTo>
                      <a:pt x="314117" y="1129457"/>
                    </a:lnTo>
                    <a:cubicBezTo>
                      <a:pt x="323833" y="1136696"/>
                      <a:pt x="337453" y="1135553"/>
                      <a:pt x="345645" y="1126599"/>
                    </a:cubicBezTo>
                    <a:lnTo>
                      <a:pt x="421559" y="1044494"/>
                    </a:lnTo>
                    <a:cubicBezTo>
                      <a:pt x="462612" y="1060877"/>
                      <a:pt x="506141" y="1071831"/>
                      <a:pt x="551194" y="1076307"/>
                    </a:cubicBezTo>
                    <a:lnTo>
                      <a:pt x="579579" y="1185273"/>
                    </a:lnTo>
                    <a:cubicBezTo>
                      <a:pt x="582627" y="1196989"/>
                      <a:pt x="594057" y="1204514"/>
                      <a:pt x="606058" y="1202704"/>
                    </a:cubicBezTo>
                    <a:lnTo>
                      <a:pt x="779032" y="1176034"/>
                    </a:lnTo>
                    <a:cubicBezTo>
                      <a:pt x="791034" y="1174224"/>
                      <a:pt x="799606" y="1163556"/>
                      <a:pt x="799034" y="1151460"/>
                    </a:cubicBezTo>
                    <a:lnTo>
                      <a:pt x="793034" y="1036969"/>
                    </a:lnTo>
                    <a:cubicBezTo>
                      <a:pt x="829705" y="1020586"/>
                      <a:pt x="863710" y="999726"/>
                      <a:pt x="894475" y="975247"/>
                    </a:cubicBezTo>
                    <a:lnTo>
                      <a:pt x="993345" y="1035064"/>
                    </a:lnTo>
                    <a:cubicBezTo>
                      <a:pt x="1003727" y="1041351"/>
                      <a:pt x="1017157" y="1038779"/>
                      <a:pt x="1024396" y="1029063"/>
                    </a:cubicBezTo>
                    <a:lnTo>
                      <a:pt x="1129647" y="889141"/>
                    </a:lnTo>
                    <a:cubicBezTo>
                      <a:pt x="1136887" y="879426"/>
                      <a:pt x="1135744" y="865805"/>
                      <a:pt x="1126790" y="857613"/>
                    </a:cubicBezTo>
                    <a:lnTo>
                      <a:pt x="1040874" y="778270"/>
                    </a:lnTo>
                    <a:cubicBezTo>
                      <a:pt x="1056686" y="738646"/>
                      <a:pt x="1067259" y="696641"/>
                      <a:pt x="1071926" y="653207"/>
                    </a:cubicBezTo>
                    <a:lnTo>
                      <a:pt x="1185368" y="623679"/>
                    </a:lnTo>
                    <a:cubicBezTo>
                      <a:pt x="1197085" y="620631"/>
                      <a:pt x="1204609" y="609201"/>
                      <a:pt x="1202799" y="597200"/>
                    </a:cubicBezTo>
                    <a:lnTo>
                      <a:pt x="1176129" y="424226"/>
                    </a:lnTo>
                    <a:cubicBezTo>
                      <a:pt x="1174415" y="412320"/>
                      <a:pt x="1163747" y="403652"/>
                      <a:pt x="1151650" y="404319"/>
                    </a:cubicBezTo>
                    <a:close/>
                    <a:moveTo>
                      <a:pt x="629966" y="807226"/>
                    </a:moveTo>
                    <a:cubicBezTo>
                      <a:pt x="516714" y="824752"/>
                      <a:pt x="410701" y="747028"/>
                      <a:pt x="393174" y="633776"/>
                    </a:cubicBezTo>
                    <a:cubicBezTo>
                      <a:pt x="375649" y="520524"/>
                      <a:pt x="453372" y="414510"/>
                      <a:pt x="566625" y="396984"/>
                    </a:cubicBezTo>
                    <a:cubicBezTo>
                      <a:pt x="679877" y="379458"/>
                      <a:pt x="785890" y="457182"/>
                      <a:pt x="803416" y="570435"/>
                    </a:cubicBezTo>
                    <a:cubicBezTo>
                      <a:pt x="820942" y="683687"/>
                      <a:pt x="743218" y="789700"/>
                      <a:pt x="629966" y="80722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8668983" y="379036"/>
                <a:ext cx="1258735" cy="1258673"/>
              </a:xfrm>
              <a:custGeom>
                <a:gdLst>
                  <a:gd name="connsiteX0" fmla="*/ 361674 w 737540"/>
                  <a:gd name="connsiteY0" fmla="*/ 737505 h 737504"/>
                  <a:gd name="connsiteX1" fmla="*/ 358340 w 737540"/>
                  <a:gd name="connsiteY1" fmla="*/ 737219 h 737504"/>
                  <a:gd name="connsiteX2" fmla="*/ 253946 w 737540"/>
                  <a:gd name="connsiteY2" fmla="*/ 719026 h 737504"/>
                  <a:gd name="connsiteX3" fmla="*/ 238230 w 737540"/>
                  <a:gd name="connsiteY3" fmla="*/ 698929 h 737504"/>
                  <a:gd name="connsiteX4" fmla="*/ 242897 w 737540"/>
                  <a:gd name="connsiteY4" fmla="*/ 634254 h 737504"/>
                  <a:gd name="connsiteX5" fmla="*/ 179080 w 737540"/>
                  <a:gd name="connsiteY5" fmla="*/ 593677 h 737504"/>
                  <a:gd name="connsiteX6" fmla="*/ 122501 w 737540"/>
                  <a:gd name="connsiteY6" fmla="*/ 624538 h 737504"/>
                  <a:gd name="connsiteX7" fmla="*/ 97641 w 737540"/>
                  <a:gd name="connsiteY7" fmla="*/ 618538 h 737504"/>
                  <a:gd name="connsiteX8" fmla="*/ 37824 w 737540"/>
                  <a:gd name="connsiteY8" fmla="*/ 531098 h 737504"/>
                  <a:gd name="connsiteX9" fmla="*/ 41253 w 737540"/>
                  <a:gd name="connsiteY9" fmla="*/ 505762 h 737504"/>
                  <a:gd name="connsiteX10" fmla="*/ 89831 w 737540"/>
                  <a:gd name="connsiteY10" fmla="*/ 464709 h 737504"/>
                  <a:gd name="connsiteX11" fmla="*/ 74876 w 737540"/>
                  <a:gd name="connsiteY11" fmla="*/ 397081 h 737504"/>
                  <a:gd name="connsiteX12" fmla="*/ 13916 w 737540"/>
                  <a:gd name="connsiteY12" fmla="*/ 379936 h 737504"/>
                  <a:gd name="connsiteX13" fmla="*/ 295 w 737540"/>
                  <a:gd name="connsiteY13" fmla="*/ 358315 h 737504"/>
                  <a:gd name="connsiteX14" fmla="*/ 18488 w 737540"/>
                  <a:gd name="connsiteY14" fmla="*/ 253921 h 737504"/>
                  <a:gd name="connsiteX15" fmla="*/ 38586 w 737540"/>
                  <a:gd name="connsiteY15" fmla="*/ 238204 h 737504"/>
                  <a:gd name="connsiteX16" fmla="*/ 101737 w 737540"/>
                  <a:gd name="connsiteY16" fmla="*/ 242681 h 737504"/>
                  <a:gd name="connsiteX17" fmla="*/ 143456 w 737540"/>
                  <a:gd name="connsiteY17" fmla="*/ 178292 h 737504"/>
                  <a:gd name="connsiteX18" fmla="*/ 113072 w 737540"/>
                  <a:gd name="connsiteY18" fmla="*/ 122476 h 737504"/>
                  <a:gd name="connsiteX19" fmla="*/ 119072 w 737540"/>
                  <a:gd name="connsiteY19" fmla="*/ 97615 h 737504"/>
                  <a:gd name="connsiteX20" fmla="*/ 206512 w 737540"/>
                  <a:gd name="connsiteY20" fmla="*/ 37798 h 737504"/>
                  <a:gd name="connsiteX21" fmla="*/ 231848 w 737540"/>
                  <a:gd name="connsiteY21" fmla="*/ 41227 h 737504"/>
                  <a:gd name="connsiteX22" fmla="*/ 273472 w 737540"/>
                  <a:gd name="connsiteY22" fmla="*/ 90472 h 737504"/>
                  <a:gd name="connsiteX23" fmla="*/ 340147 w 737540"/>
                  <a:gd name="connsiteY23" fmla="*/ 76375 h 737504"/>
                  <a:gd name="connsiteX24" fmla="*/ 357674 w 737540"/>
                  <a:gd name="connsiteY24" fmla="*/ 13891 h 737504"/>
                  <a:gd name="connsiteX25" fmla="*/ 379295 w 737540"/>
                  <a:gd name="connsiteY25" fmla="*/ 270 h 737504"/>
                  <a:gd name="connsiteX26" fmla="*/ 483689 w 737540"/>
                  <a:gd name="connsiteY26" fmla="*/ 18463 h 737504"/>
                  <a:gd name="connsiteX27" fmla="*/ 499406 w 737540"/>
                  <a:gd name="connsiteY27" fmla="*/ 38560 h 737504"/>
                  <a:gd name="connsiteX28" fmla="*/ 494643 w 737540"/>
                  <a:gd name="connsiteY28" fmla="*/ 104569 h 737504"/>
                  <a:gd name="connsiteX29" fmla="*/ 556556 w 737540"/>
                  <a:gd name="connsiteY29" fmla="*/ 144859 h 737504"/>
                  <a:gd name="connsiteX30" fmla="*/ 615039 w 737540"/>
                  <a:gd name="connsiteY30" fmla="*/ 112951 h 737504"/>
                  <a:gd name="connsiteX31" fmla="*/ 639899 w 737540"/>
                  <a:gd name="connsiteY31" fmla="*/ 118951 h 737504"/>
                  <a:gd name="connsiteX32" fmla="*/ 699716 w 737540"/>
                  <a:gd name="connsiteY32" fmla="*/ 206391 h 737504"/>
                  <a:gd name="connsiteX33" fmla="*/ 696287 w 737540"/>
                  <a:gd name="connsiteY33" fmla="*/ 231727 h 737504"/>
                  <a:gd name="connsiteX34" fmla="*/ 644757 w 737540"/>
                  <a:gd name="connsiteY34" fmla="*/ 275257 h 737504"/>
                  <a:gd name="connsiteX35" fmla="*/ 658473 w 737540"/>
                  <a:gd name="connsiteY35" fmla="*/ 339169 h 737504"/>
                  <a:gd name="connsiteX36" fmla="*/ 723624 w 737540"/>
                  <a:gd name="connsiteY36" fmla="*/ 357457 h 737504"/>
                  <a:gd name="connsiteX37" fmla="*/ 737245 w 737540"/>
                  <a:gd name="connsiteY37" fmla="*/ 379079 h 737504"/>
                  <a:gd name="connsiteX38" fmla="*/ 719052 w 737540"/>
                  <a:gd name="connsiteY38" fmla="*/ 483473 h 737504"/>
                  <a:gd name="connsiteX39" fmla="*/ 698954 w 737540"/>
                  <a:gd name="connsiteY39" fmla="*/ 499189 h 737504"/>
                  <a:gd name="connsiteX40" fmla="*/ 631422 w 737540"/>
                  <a:gd name="connsiteY40" fmla="*/ 494332 h 737504"/>
                  <a:gd name="connsiteX41" fmla="*/ 592179 w 737540"/>
                  <a:gd name="connsiteY41" fmla="*/ 555577 h 737504"/>
                  <a:gd name="connsiteX42" fmla="*/ 624469 w 737540"/>
                  <a:gd name="connsiteY42" fmla="*/ 614823 h 737504"/>
                  <a:gd name="connsiteX43" fmla="*/ 618468 w 737540"/>
                  <a:gd name="connsiteY43" fmla="*/ 639683 h 737504"/>
                  <a:gd name="connsiteX44" fmla="*/ 531029 w 737540"/>
                  <a:gd name="connsiteY44" fmla="*/ 699500 h 737504"/>
                  <a:gd name="connsiteX45" fmla="*/ 505692 w 737540"/>
                  <a:gd name="connsiteY45" fmla="*/ 696071 h 737504"/>
                  <a:gd name="connsiteX46" fmla="*/ 462639 w 737540"/>
                  <a:gd name="connsiteY46" fmla="*/ 645208 h 737504"/>
                  <a:gd name="connsiteX47" fmla="*/ 397773 w 737540"/>
                  <a:gd name="connsiteY47" fmla="*/ 659781 h 737504"/>
                  <a:gd name="connsiteX48" fmla="*/ 379866 w 737540"/>
                  <a:gd name="connsiteY48" fmla="*/ 723503 h 737504"/>
                  <a:gd name="connsiteX49" fmla="*/ 361674 w 737540"/>
                  <a:gd name="connsiteY49" fmla="*/ 737505 h 737504"/>
                  <a:gd name="connsiteX50" fmla="*/ 180318 w 737540"/>
                  <a:gd name="connsiteY50" fmla="*/ 582247 h 737504"/>
                  <a:gd name="connsiteX51" fmla="*/ 182794 w 737540"/>
                  <a:gd name="connsiteY51" fmla="*/ 584343 h 737504"/>
                  <a:gd name="connsiteX52" fmla="*/ 249851 w 737540"/>
                  <a:gd name="connsiteY52" fmla="*/ 626920 h 737504"/>
                  <a:gd name="connsiteX53" fmla="*/ 252899 w 737540"/>
                  <a:gd name="connsiteY53" fmla="*/ 628253 h 737504"/>
                  <a:gd name="connsiteX54" fmla="*/ 247850 w 737540"/>
                  <a:gd name="connsiteY54" fmla="*/ 699595 h 737504"/>
                  <a:gd name="connsiteX55" fmla="*/ 255756 w 737540"/>
                  <a:gd name="connsiteY55" fmla="*/ 709692 h 737504"/>
                  <a:gd name="connsiteX56" fmla="*/ 360150 w 737540"/>
                  <a:gd name="connsiteY56" fmla="*/ 727885 h 737504"/>
                  <a:gd name="connsiteX57" fmla="*/ 370913 w 737540"/>
                  <a:gd name="connsiteY57" fmla="*/ 721122 h 737504"/>
                  <a:gd name="connsiteX58" fmla="*/ 390535 w 737540"/>
                  <a:gd name="connsiteY58" fmla="*/ 651208 h 737504"/>
                  <a:gd name="connsiteX59" fmla="*/ 393773 w 737540"/>
                  <a:gd name="connsiteY59" fmla="*/ 650923 h 737504"/>
                  <a:gd name="connsiteX60" fmla="*/ 462734 w 737540"/>
                  <a:gd name="connsiteY60" fmla="*/ 635492 h 737504"/>
                  <a:gd name="connsiteX61" fmla="*/ 465877 w 737540"/>
                  <a:gd name="connsiteY61" fmla="*/ 634349 h 737504"/>
                  <a:gd name="connsiteX62" fmla="*/ 513122 w 737540"/>
                  <a:gd name="connsiteY62" fmla="*/ 690261 h 737504"/>
                  <a:gd name="connsiteX63" fmla="*/ 525790 w 737540"/>
                  <a:gd name="connsiteY63" fmla="*/ 691975 h 737504"/>
                  <a:gd name="connsiteX64" fmla="*/ 613229 w 737540"/>
                  <a:gd name="connsiteY64" fmla="*/ 632158 h 737504"/>
                  <a:gd name="connsiteX65" fmla="*/ 616182 w 737540"/>
                  <a:gd name="connsiteY65" fmla="*/ 619776 h 737504"/>
                  <a:gd name="connsiteX66" fmla="*/ 580749 w 737540"/>
                  <a:gd name="connsiteY66" fmla="*/ 554815 h 737504"/>
                  <a:gd name="connsiteX67" fmla="*/ 582844 w 737540"/>
                  <a:gd name="connsiteY67" fmla="*/ 552339 h 737504"/>
                  <a:gd name="connsiteX68" fmla="*/ 624183 w 737540"/>
                  <a:gd name="connsiteY68" fmla="*/ 487759 h 737504"/>
                  <a:gd name="connsiteX69" fmla="*/ 625517 w 737540"/>
                  <a:gd name="connsiteY69" fmla="*/ 484807 h 737504"/>
                  <a:gd name="connsiteX70" fmla="*/ 699525 w 737540"/>
                  <a:gd name="connsiteY70" fmla="*/ 490141 h 737504"/>
                  <a:gd name="connsiteX71" fmla="*/ 709622 w 737540"/>
                  <a:gd name="connsiteY71" fmla="*/ 482235 h 737504"/>
                  <a:gd name="connsiteX72" fmla="*/ 727815 w 737540"/>
                  <a:gd name="connsiteY72" fmla="*/ 377841 h 737504"/>
                  <a:gd name="connsiteX73" fmla="*/ 721052 w 737540"/>
                  <a:gd name="connsiteY73" fmla="*/ 367078 h 737504"/>
                  <a:gd name="connsiteX74" fmla="*/ 649615 w 737540"/>
                  <a:gd name="connsiteY74" fmla="*/ 346980 h 737504"/>
                  <a:gd name="connsiteX75" fmla="*/ 649329 w 737540"/>
                  <a:gd name="connsiteY75" fmla="*/ 343741 h 737504"/>
                  <a:gd name="connsiteX76" fmla="*/ 634756 w 737540"/>
                  <a:gd name="connsiteY76" fmla="*/ 275733 h 737504"/>
                  <a:gd name="connsiteX77" fmla="*/ 633708 w 737540"/>
                  <a:gd name="connsiteY77" fmla="*/ 272685 h 737504"/>
                  <a:gd name="connsiteX78" fmla="*/ 690286 w 737540"/>
                  <a:gd name="connsiteY78" fmla="*/ 224869 h 737504"/>
                  <a:gd name="connsiteX79" fmla="*/ 692001 w 737540"/>
                  <a:gd name="connsiteY79" fmla="*/ 212201 h 737504"/>
                  <a:gd name="connsiteX80" fmla="*/ 632184 w 737540"/>
                  <a:gd name="connsiteY80" fmla="*/ 124762 h 737504"/>
                  <a:gd name="connsiteX81" fmla="*/ 619801 w 737540"/>
                  <a:gd name="connsiteY81" fmla="*/ 121809 h 737504"/>
                  <a:gd name="connsiteX82" fmla="*/ 555507 w 737540"/>
                  <a:gd name="connsiteY82" fmla="*/ 156861 h 737504"/>
                  <a:gd name="connsiteX83" fmla="*/ 553031 w 737540"/>
                  <a:gd name="connsiteY83" fmla="*/ 154670 h 737504"/>
                  <a:gd name="connsiteX84" fmla="*/ 487880 w 737540"/>
                  <a:gd name="connsiteY84" fmla="*/ 112189 h 737504"/>
                  <a:gd name="connsiteX85" fmla="*/ 484927 w 737540"/>
                  <a:gd name="connsiteY85" fmla="*/ 110760 h 737504"/>
                  <a:gd name="connsiteX86" fmla="*/ 490071 w 737540"/>
                  <a:gd name="connsiteY86" fmla="*/ 38275 h 737504"/>
                  <a:gd name="connsiteX87" fmla="*/ 482165 w 737540"/>
                  <a:gd name="connsiteY87" fmla="*/ 28178 h 737504"/>
                  <a:gd name="connsiteX88" fmla="*/ 377771 w 737540"/>
                  <a:gd name="connsiteY88" fmla="*/ 9985 h 737504"/>
                  <a:gd name="connsiteX89" fmla="*/ 367008 w 737540"/>
                  <a:gd name="connsiteY89" fmla="*/ 16748 h 737504"/>
                  <a:gd name="connsiteX90" fmla="*/ 347672 w 737540"/>
                  <a:gd name="connsiteY90" fmla="*/ 85519 h 737504"/>
                  <a:gd name="connsiteX91" fmla="*/ 344338 w 737540"/>
                  <a:gd name="connsiteY91" fmla="*/ 85804 h 737504"/>
                  <a:gd name="connsiteX92" fmla="*/ 273663 w 737540"/>
                  <a:gd name="connsiteY92" fmla="*/ 100759 h 737504"/>
                  <a:gd name="connsiteX93" fmla="*/ 270520 w 737540"/>
                  <a:gd name="connsiteY93" fmla="*/ 101806 h 737504"/>
                  <a:gd name="connsiteX94" fmla="*/ 224704 w 737540"/>
                  <a:gd name="connsiteY94" fmla="*/ 47609 h 737504"/>
                  <a:gd name="connsiteX95" fmla="*/ 212036 w 737540"/>
                  <a:gd name="connsiteY95" fmla="*/ 45895 h 737504"/>
                  <a:gd name="connsiteX96" fmla="*/ 124597 w 737540"/>
                  <a:gd name="connsiteY96" fmla="*/ 105712 h 737504"/>
                  <a:gd name="connsiteX97" fmla="*/ 121644 w 737540"/>
                  <a:gd name="connsiteY97" fmla="*/ 118094 h 737504"/>
                  <a:gd name="connsiteX98" fmla="*/ 155172 w 737540"/>
                  <a:gd name="connsiteY98" fmla="*/ 179721 h 737504"/>
                  <a:gd name="connsiteX99" fmla="*/ 152981 w 737540"/>
                  <a:gd name="connsiteY99" fmla="*/ 182197 h 737504"/>
                  <a:gd name="connsiteX100" fmla="*/ 109261 w 737540"/>
                  <a:gd name="connsiteY100" fmla="*/ 249825 h 737504"/>
                  <a:gd name="connsiteX101" fmla="*/ 107928 w 737540"/>
                  <a:gd name="connsiteY101" fmla="*/ 252778 h 737504"/>
                  <a:gd name="connsiteX102" fmla="*/ 38205 w 737540"/>
                  <a:gd name="connsiteY102" fmla="*/ 247825 h 737504"/>
                  <a:gd name="connsiteX103" fmla="*/ 28108 w 737540"/>
                  <a:gd name="connsiteY103" fmla="*/ 255730 h 737504"/>
                  <a:gd name="connsiteX104" fmla="*/ 9916 w 737540"/>
                  <a:gd name="connsiteY104" fmla="*/ 360124 h 737504"/>
                  <a:gd name="connsiteX105" fmla="*/ 16679 w 737540"/>
                  <a:gd name="connsiteY105" fmla="*/ 370888 h 737504"/>
                  <a:gd name="connsiteX106" fmla="*/ 83925 w 737540"/>
                  <a:gd name="connsiteY106" fmla="*/ 389747 h 737504"/>
                  <a:gd name="connsiteX107" fmla="*/ 84211 w 737540"/>
                  <a:gd name="connsiteY107" fmla="*/ 392986 h 737504"/>
                  <a:gd name="connsiteX108" fmla="*/ 100022 w 737540"/>
                  <a:gd name="connsiteY108" fmla="*/ 464614 h 737504"/>
                  <a:gd name="connsiteX109" fmla="*/ 101165 w 737540"/>
                  <a:gd name="connsiteY109" fmla="*/ 467757 h 737504"/>
                  <a:gd name="connsiteX110" fmla="*/ 47540 w 737540"/>
                  <a:gd name="connsiteY110" fmla="*/ 513096 h 737504"/>
                  <a:gd name="connsiteX111" fmla="*/ 45825 w 737540"/>
                  <a:gd name="connsiteY111" fmla="*/ 525764 h 737504"/>
                  <a:gd name="connsiteX112" fmla="*/ 105642 w 737540"/>
                  <a:gd name="connsiteY112" fmla="*/ 613204 h 737504"/>
                  <a:gd name="connsiteX113" fmla="*/ 118024 w 737540"/>
                  <a:gd name="connsiteY113" fmla="*/ 616156 h 737504"/>
                  <a:gd name="connsiteX114" fmla="*/ 180318 w 737540"/>
                  <a:gd name="connsiteY114" fmla="*/ 582247 h 737504"/>
                  <a:gd name="connsiteX115" fmla="*/ 367008 w 737540"/>
                  <a:gd name="connsiteY115" fmla="*/ 498904 h 737504"/>
                  <a:gd name="connsiteX116" fmla="*/ 344338 w 737540"/>
                  <a:gd name="connsiteY116" fmla="*/ 496903 h 737504"/>
                  <a:gd name="connsiteX117" fmla="*/ 344338 w 737540"/>
                  <a:gd name="connsiteY117" fmla="*/ 496903 h 737504"/>
                  <a:gd name="connsiteX118" fmla="*/ 238325 w 737540"/>
                  <a:gd name="connsiteY118" fmla="*/ 346123 h 737504"/>
                  <a:gd name="connsiteX119" fmla="*/ 291760 w 737540"/>
                  <a:gd name="connsiteY119" fmla="*/ 261826 h 737504"/>
                  <a:gd name="connsiteX120" fmla="*/ 389106 w 737540"/>
                  <a:gd name="connsiteY120" fmla="*/ 240014 h 737504"/>
                  <a:gd name="connsiteX121" fmla="*/ 473402 w 737540"/>
                  <a:gd name="connsiteY121" fmla="*/ 293449 h 737504"/>
                  <a:gd name="connsiteX122" fmla="*/ 495215 w 737540"/>
                  <a:gd name="connsiteY122" fmla="*/ 390795 h 737504"/>
                  <a:gd name="connsiteX123" fmla="*/ 441779 w 737540"/>
                  <a:gd name="connsiteY123" fmla="*/ 475091 h 737504"/>
                  <a:gd name="connsiteX124" fmla="*/ 367008 w 737540"/>
                  <a:gd name="connsiteY124" fmla="*/ 498904 h 737504"/>
                  <a:gd name="connsiteX125" fmla="*/ 345957 w 737540"/>
                  <a:gd name="connsiteY125" fmla="*/ 487569 h 737504"/>
                  <a:gd name="connsiteX126" fmla="*/ 436255 w 737540"/>
                  <a:gd name="connsiteY126" fmla="*/ 467376 h 737504"/>
                  <a:gd name="connsiteX127" fmla="*/ 485785 w 737540"/>
                  <a:gd name="connsiteY127" fmla="*/ 389271 h 737504"/>
                  <a:gd name="connsiteX128" fmla="*/ 465591 w 737540"/>
                  <a:gd name="connsiteY128" fmla="*/ 298974 h 737504"/>
                  <a:gd name="connsiteX129" fmla="*/ 387487 w 737540"/>
                  <a:gd name="connsiteY129" fmla="*/ 249444 h 737504"/>
                  <a:gd name="connsiteX130" fmla="*/ 297190 w 737540"/>
                  <a:gd name="connsiteY130" fmla="*/ 269637 h 737504"/>
                  <a:gd name="connsiteX131" fmla="*/ 247660 w 737540"/>
                  <a:gd name="connsiteY131" fmla="*/ 347742 h 737504"/>
                  <a:gd name="connsiteX132" fmla="*/ 345957 w 737540"/>
                  <a:gd name="connsiteY132" fmla="*/ 487569 h 737504"/>
                  <a:gd name="connsiteX133" fmla="*/ 345957 w 737540"/>
                  <a:gd name="connsiteY133" fmla="*/ 487569 h 737504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</a:cxnLst>
                <a:rect l="l" t="t" r="r" b="b"/>
                <a:pathLst>
                  <a:path w="737540" h="737504">
                    <a:moveTo>
                      <a:pt x="361674" y="737505"/>
                    </a:moveTo>
                    <a:cubicBezTo>
                      <a:pt x="360626" y="737505"/>
                      <a:pt x="359483" y="737410"/>
                      <a:pt x="358340" y="737219"/>
                    </a:cubicBezTo>
                    <a:lnTo>
                      <a:pt x="253946" y="719026"/>
                    </a:lnTo>
                    <a:cubicBezTo>
                      <a:pt x="244326" y="717312"/>
                      <a:pt x="237563" y="708739"/>
                      <a:pt x="238230" y="698929"/>
                    </a:cubicBezTo>
                    <a:lnTo>
                      <a:pt x="242897" y="634254"/>
                    </a:lnTo>
                    <a:cubicBezTo>
                      <a:pt x="220133" y="623681"/>
                      <a:pt x="198701" y="610060"/>
                      <a:pt x="179080" y="593677"/>
                    </a:cubicBezTo>
                    <a:lnTo>
                      <a:pt x="122501" y="624538"/>
                    </a:lnTo>
                    <a:cubicBezTo>
                      <a:pt x="113929" y="629206"/>
                      <a:pt x="103261" y="626634"/>
                      <a:pt x="97641" y="618538"/>
                    </a:cubicBezTo>
                    <a:lnTo>
                      <a:pt x="37824" y="531098"/>
                    </a:lnTo>
                    <a:cubicBezTo>
                      <a:pt x="32299" y="523002"/>
                      <a:pt x="33728" y="512143"/>
                      <a:pt x="41253" y="505762"/>
                    </a:cubicBezTo>
                    <a:lnTo>
                      <a:pt x="89831" y="464709"/>
                    </a:lnTo>
                    <a:cubicBezTo>
                      <a:pt x="82115" y="442706"/>
                      <a:pt x="77162" y="420037"/>
                      <a:pt x="74876" y="397081"/>
                    </a:cubicBezTo>
                    <a:lnTo>
                      <a:pt x="13916" y="379936"/>
                    </a:lnTo>
                    <a:cubicBezTo>
                      <a:pt x="4486" y="377269"/>
                      <a:pt x="-1419" y="368030"/>
                      <a:pt x="295" y="358315"/>
                    </a:cubicBezTo>
                    <a:lnTo>
                      <a:pt x="18488" y="253921"/>
                    </a:lnTo>
                    <a:cubicBezTo>
                      <a:pt x="20203" y="244300"/>
                      <a:pt x="28585" y="237442"/>
                      <a:pt x="38586" y="238204"/>
                    </a:cubicBezTo>
                    <a:lnTo>
                      <a:pt x="101737" y="242681"/>
                    </a:lnTo>
                    <a:cubicBezTo>
                      <a:pt x="112786" y="219440"/>
                      <a:pt x="126788" y="197723"/>
                      <a:pt x="143456" y="178292"/>
                    </a:cubicBezTo>
                    <a:lnTo>
                      <a:pt x="113072" y="122476"/>
                    </a:lnTo>
                    <a:cubicBezTo>
                      <a:pt x="108404" y="113903"/>
                      <a:pt x="110976" y="103235"/>
                      <a:pt x="119072" y="97615"/>
                    </a:cubicBezTo>
                    <a:lnTo>
                      <a:pt x="206512" y="37798"/>
                    </a:lnTo>
                    <a:cubicBezTo>
                      <a:pt x="214608" y="32274"/>
                      <a:pt x="225467" y="33703"/>
                      <a:pt x="231848" y="41227"/>
                    </a:cubicBezTo>
                    <a:lnTo>
                      <a:pt x="273472" y="90472"/>
                    </a:lnTo>
                    <a:cubicBezTo>
                      <a:pt x="295190" y="83137"/>
                      <a:pt x="317573" y="78375"/>
                      <a:pt x="340147" y="76375"/>
                    </a:cubicBezTo>
                    <a:lnTo>
                      <a:pt x="357674" y="13891"/>
                    </a:lnTo>
                    <a:cubicBezTo>
                      <a:pt x="360340" y="4461"/>
                      <a:pt x="369580" y="-1349"/>
                      <a:pt x="379295" y="270"/>
                    </a:cubicBezTo>
                    <a:lnTo>
                      <a:pt x="483689" y="18463"/>
                    </a:lnTo>
                    <a:cubicBezTo>
                      <a:pt x="493310" y="20177"/>
                      <a:pt x="500072" y="28750"/>
                      <a:pt x="499406" y="38560"/>
                    </a:cubicBezTo>
                    <a:lnTo>
                      <a:pt x="494643" y="104569"/>
                    </a:lnTo>
                    <a:cubicBezTo>
                      <a:pt x="516931" y="115332"/>
                      <a:pt x="537791" y="128953"/>
                      <a:pt x="556556" y="144859"/>
                    </a:cubicBezTo>
                    <a:lnTo>
                      <a:pt x="615039" y="112951"/>
                    </a:lnTo>
                    <a:cubicBezTo>
                      <a:pt x="623611" y="108283"/>
                      <a:pt x="634375" y="110855"/>
                      <a:pt x="639899" y="118951"/>
                    </a:cubicBezTo>
                    <a:lnTo>
                      <a:pt x="699716" y="206391"/>
                    </a:lnTo>
                    <a:cubicBezTo>
                      <a:pt x="705241" y="214487"/>
                      <a:pt x="703812" y="225346"/>
                      <a:pt x="696287" y="231727"/>
                    </a:cubicBezTo>
                    <a:lnTo>
                      <a:pt x="644757" y="275257"/>
                    </a:lnTo>
                    <a:cubicBezTo>
                      <a:pt x="651710" y="296021"/>
                      <a:pt x="656377" y="317452"/>
                      <a:pt x="658473" y="339169"/>
                    </a:cubicBezTo>
                    <a:lnTo>
                      <a:pt x="723624" y="357457"/>
                    </a:lnTo>
                    <a:cubicBezTo>
                      <a:pt x="733054" y="360124"/>
                      <a:pt x="738959" y="369364"/>
                      <a:pt x="737245" y="379079"/>
                    </a:cubicBezTo>
                    <a:lnTo>
                      <a:pt x="719052" y="483473"/>
                    </a:lnTo>
                    <a:cubicBezTo>
                      <a:pt x="717338" y="493189"/>
                      <a:pt x="708765" y="499951"/>
                      <a:pt x="698954" y="499189"/>
                    </a:cubicBezTo>
                    <a:lnTo>
                      <a:pt x="631422" y="494332"/>
                    </a:lnTo>
                    <a:cubicBezTo>
                      <a:pt x="621040" y="516239"/>
                      <a:pt x="607800" y="536813"/>
                      <a:pt x="592179" y="555577"/>
                    </a:cubicBezTo>
                    <a:lnTo>
                      <a:pt x="624469" y="614823"/>
                    </a:lnTo>
                    <a:cubicBezTo>
                      <a:pt x="629136" y="623395"/>
                      <a:pt x="626564" y="634063"/>
                      <a:pt x="618468" y="639683"/>
                    </a:cubicBezTo>
                    <a:lnTo>
                      <a:pt x="531029" y="699500"/>
                    </a:lnTo>
                    <a:cubicBezTo>
                      <a:pt x="522932" y="705025"/>
                      <a:pt x="512073" y="703596"/>
                      <a:pt x="505692" y="696071"/>
                    </a:cubicBezTo>
                    <a:lnTo>
                      <a:pt x="462639" y="645208"/>
                    </a:lnTo>
                    <a:cubicBezTo>
                      <a:pt x="441589" y="652542"/>
                      <a:pt x="419776" y="657400"/>
                      <a:pt x="397773" y="659781"/>
                    </a:cubicBezTo>
                    <a:lnTo>
                      <a:pt x="379866" y="723503"/>
                    </a:lnTo>
                    <a:cubicBezTo>
                      <a:pt x="377676" y="731980"/>
                      <a:pt x="370151" y="737505"/>
                      <a:pt x="361674" y="737505"/>
                    </a:cubicBezTo>
                    <a:close/>
                    <a:moveTo>
                      <a:pt x="180318" y="582247"/>
                    </a:moveTo>
                    <a:lnTo>
                      <a:pt x="182794" y="584343"/>
                    </a:lnTo>
                    <a:cubicBezTo>
                      <a:pt x="203178" y="601774"/>
                      <a:pt x="225752" y="616061"/>
                      <a:pt x="249851" y="626920"/>
                    </a:cubicBezTo>
                    <a:lnTo>
                      <a:pt x="252899" y="628253"/>
                    </a:lnTo>
                    <a:lnTo>
                      <a:pt x="247850" y="699595"/>
                    </a:lnTo>
                    <a:cubicBezTo>
                      <a:pt x="247469" y="704453"/>
                      <a:pt x="250898" y="708835"/>
                      <a:pt x="255756" y="709692"/>
                    </a:cubicBezTo>
                    <a:lnTo>
                      <a:pt x="360150" y="727885"/>
                    </a:lnTo>
                    <a:cubicBezTo>
                      <a:pt x="365007" y="728742"/>
                      <a:pt x="369675" y="725789"/>
                      <a:pt x="370913" y="721122"/>
                    </a:cubicBezTo>
                    <a:lnTo>
                      <a:pt x="390535" y="651208"/>
                    </a:lnTo>
                    <a:lnTo>
                      <a:pt x="393773" y="650923"/>
                    </a:lnTo>
                    <a:cubicBezTo>
                      <a:pt x="417205" y="648732"/>
                      <a:pt x="440446" y="643493"/>
                      <a:pt x="462734" y="635492"/>
                    </a:cubicBezTo>
                    <a:lnTo>
                      <a:pt x="465877" y="634349"/>
                    </a:lnTo>
                    <a:lnTo>
                      <a:pt x="513122" y="690261"/>
                    </a:lnTo>
                    <a:cubicBezTo>
                      <a:pt x="516265" y="693976"/>
                      <a:pt x="521694" y="694738"/>
                      <a:pt x="525790" y="691975"/>
                    </a:cubicBezTo>
                    <a:lnTo>
                      <a:pt x="613229" y="632158"/>
                    </a:lnTo>
                    <a:cubicBezTo>
                      <a:pt x="617230" y="629396"/>
                      <a:pt x="618563" y="624062"/>
                      <a:pt x="616182" y="619776"/>
                    </a:cubicBezTo>
                    <a:lnTo>
                      <a:pt x="580749" y="554815"/>
                    </a:lnTo>
                    <a:lnTo>
                      <a:pt x="582844" y="552339"/>
                    </a:lnTo>
                    <a:cubicBezTo>
                      <a:pt x="599513" y="532717"/>
                      <a:pt x="613420" y="511000"/>
                      <a:pt x="624183" y="487759"/>
                    </a:cubicBezTo>
                    <a:lnTo>
                      <a:pt x="625517" y="484807"/>
                    </a:lnTo>
                    <a:lnTo>
                      <a:pt x="699525" y="490141"/>
                    </a:lnTo>
                    <a:cubicBezTo>
                      <a:pt x="704765" y="490522"/>
                      <a:pt x="708765" y="487093"/>
                      <a:pt x="709622" y="482235"/>
                    </a:cubicBezTo>
                    <a:lnTo>
                      <a:pt x="727815" y="377841"/>
                    </a:lnTo>
                    <a:cubicBezTo>
                      <a:pt x="728672" y="372983"/>
                      <a:pt x="725719" y="368411"/>
                      <a:pt x="721052" y="367078"/>
                    </a:cubicBezTo>
                    <a:lnTo>
                      <a:pt x="649615" y="346980"/>
                    </a:lnTo>
                    <a:lnTo>
                      <a:pt x="649329" y="343741"/>
                    </a:lnTo>
                    <a:cubicBezTo>
                      <a:pt x="647329" y="320596"/>
                      <a:pt x="642375" y="297736"/>
                      <a:pt x="634756" y="275733"/>
                    </a:cubicBezTo>
                    <a:lnTo>
                      <a:pt x="633708" y="272685"/>
                    </a:lnTo>
                    <a:lnTo>
                      <a:pt x="690286" y="224869"/>
                    </a:lnTo>
                    <a:cubicBezTo>
                      <a:pt x="694001" y="221726"/>
                      <a:pt x="694763" y="216297"/>
                      <a:pt x="692001" y="212201"/>
                    </a:cubicBezTo>
                    <a:lnTo>
                      <a:pt x="632184" y="124762"/>
                    </a:lnTo>
                    <a:cubicBezTo>
                      <a:pt x="629422" y="120761"/>
                      <a:pt x="624088" y="119428"/>
                      <a:pt x="619801" y="121809"/>
                    </a:cubicBezTo>
                    <a:lnTo>
                      <a:pt x="555507" y="156861"/>
                    </a:lnTo>
                    <a:lnTo>
                      <a:pt x="553031" y="154670"/>
                    </a:lnTo>
                    <a:cubicBezTo>
                      <a:pt x="533410" y="137620"/>
                      <a:pt x="511502" y="123333"/>
                      <a:pt x="487880" y="112189"/>
                    </a:cubicBezTo>
                    <a:lnTo>
                      <a:pt x="484927" y="110760"/>
                    </a:lnTo>
                    <a:lnTo>
                      <a:pt x="490071" y="38275"/>
                    </a:lnTo>
                    <a:cubicBezTo>
                      <a:pt x="490452" y="33417"/>
                      <a:pt x="487023" y="29035"/>
                      <a:pt x="482165" y="28178"/>
                    </a:cubicBezTo>
                    <a:lnTo>
                      <a:pt x="377771" y="9985"/>
                    </a:lnTo>
                    <a:cubicBezTo>
                      <a:pt x="372913" y="9128"/>
                      <a:pt x="368246" y="12081"/>
                      <a:pt x="367008" y="16748"/>
                    </a:cubicBezTo>
                    <a:lnTo>
                      <a:pt x="347672" y="85519"/>
                    </a:lnTo>
                    <a:lnTo>
                      <a:pt x="344338" y="85804"/>
                    </a:lnTo>
                    <a:cubicBezTo>
                      <a:pt x="320431" y="87709"/>
                      <a:pt x="296618" y="92758"/>
                      <a:pt x="273663" y="100759"/>
                    </a:cubicBezTo>
                    <a:lnTo>
                      <a:pt x="270520" y="101806"/>
                    </a:lnTo>
                    <a:lnTo>
                      <a:pt x="224704" y="47609"/>
                    </a:lnTo>
                    <a:cubicBezTo>
                      <a:pt x="221561" y="43894"/>
                      <a:pt x="216132" y="43132"/>
                      <a:pt x="212036" y="45895"/>
                    </a:cubicBezTo>
                    <a:lnTo>
                      <a:pt x="124597" y="105712"/>
                    </a:lnTo>
                    <a:cubicBezTo>
                      <a:pt x="120596" y="108474"/>
                      <a:pt x="119263" y="113808"/>
                      <a:pt x="121644" y="118094"/>
                    </a:cubicBezTo>
                    <a:lnTo>
                      <a:pt x="155172" y="179721"/>
                    </a:lnTo>
                    <a:lnTo>
                      <a:pt x="152981" y="182197"/>
                    </a:lnTo>
                    <a:cubicBezTo>
                      <a:pt x="135265" y="202486"/>
                      <a:pt x="120501" y="225250"/>
                      <a:pt x="109261" y="249825"/>
                    </a:cubicBezTo>
                    <a:lnTo>
                      <a:pt x="107928" y="252778"/>
                    </a:lnTo>
                    <a:lnTo>
                      <a:pt x="38205" y="247825"/>
                    </a:lnTo>
                    <a:cubicBezTo>
                      <a:pt x="33157" y="247444"/>
                      <a:pt x="28966" y="250873"/>
                      <a:pt x="28108" y="255730"/>
                    </a:cubicBezTo>
                    <a:lnTo>
                      <a:pt x="9916" y="360124"/>
                    </a:lnTo>
                    <a:cubicBezTo>
                      <a:pt x="9058" y="364982"/>
                      <a:pt x="12011" y="369554"/>
                      <a:pt x="16679" y="370888"/>
                    </a:cubicBezTo>
                    <a:lnTo>
                      <a:pt x="83925" y="389747"/>
                    </a:lnTo>
                    <a:lnTo>
                      <a:pt x="84211" y="392986"/>
                    </a:lnTo>
                    <a:cubicBezTo>
                      <a:pt x="86306" y="417370"/>
                      <a:pt x="91640" y="441468"/>
                      <a:pt x="100022" y="464614"/>
                    </a:cubicBezTo>
                    <a:lnTo>
                      <a:pt x="101165" y="467757"/>
                    </a:lnTo>
                    <a:lnTo>
                      <a:pt x="47540" y="513096"/>
                    </a:lnTo>
                    <a:cubicBezTo>
                      <a:pt x="43825" y="516239"/>
                      <a:pt x="43063" y="521668"/>
                      <a:pt x="45825" y="525764"/>
                    </a:cubicBezTo>
                    <a:lnTo>
                      <a:pt x="105642" y="613204"/>
                    </a:lnTo>
                    <a:cubicBezTo>
                      <a:pt x="108404" y="617204"/>
                      <a:pt x="113738" y="618538"/>
                      <a:pt x="118024" y="616156"/>
                    </a:cubicBezTo>
                    <a:lnTo>
                      <a:pt x="180318" y="582247"/>
                    </a:lnTo>
                    <a:close/>
                    <a:moveTo>
                      <a:pt x="367008" y="498904"/>
                    </a:moveTo>
                    <a:cubicBezTo>
                      <a:pt x="359483" y="498904"/>
                      <a:pt x="351958" y="498237"/>
                      <a:pt x="344338" y="496903"/>
                    </a:cubicBezTo>
                    <a:lnTo>
                      <a:pt x="344338" y="496903"/>
                    </a:lnTo>
                    <a:cubicBezTo>
                      <a:pt x="273568" y="484521"/>
                      <a:pt x="225943" y="416893"/>
                      <a:pt x="238325" y="346123"/>
                    </a:cubicBezTo>
                    <a:cubicBezTo>
                      <a:pt x="244326" y="311833"/>
                      <a:pt x="263281" y="281924"/>
                      <a:pt x="291760" y="261826"/>
                    </a:cubicBezTo>
                    <a:cubicBezTo>
                      <a:pt x="320240" y="241824"/>
                      <a:pt x="354816" y="234109"/>
                      <a:pt x="389106" y="240014"/>
                    </a:cubicBezTo>
                    <a:cubicBezTo>
                      <a:pt x="423396" y="246015"/>
                      <a:pt x="453304" y="264970"/>
                      <a:pt x="473402" y="293449"/>
                    </a:cubicBezTo>
                    <a:cubicBezTo>
                      <a:pt x="493405" y="321929"/>
                      <a:pt x="501215" y="356505"/>
                      <a:pt x="495215" y="390795"/>
                    </a:cubicBezTo>
                    <a:cubicBezTo>
                      <a:pt x="489214" y="425085"/>
                      <a:pt x="470259" y="454993"/>
                      <a:pt x="441779" y="475091"/>
                    </a:cubicBezTo>
                    <a:cubicBezTo>
                      <a:pt x="419491" y="490712"/>
                      <a:pt x="393582" y="498904"/>
                      <a:pt x="367008" y="498904"/>
                    </a:cubicBezTo>
                    <a:close/>
                    <a:moveTo>
                      <a:pt x="345957" y="487569"/>
                    </a:moveTo>
                    <a:cubicBezTo>
                      <a:pt x="377771" y="493093"/>
                      <a:pt x="409775" y="485950"/>
                      <a:pt x="436255" y="467376"/>
                    </a:cubicBezTo>
                    <a:cubicBezTo>
                      <a:pt x="462639" y="448802"/>
                      <a:pt x="480260" y="421084"/>
                      <a:pt x="485785" y="389271"/>
                    </a:cubicBezTo>
                    <a:cubicBezTo>
                      <a:pt x="491309" y="357457"/>
                      <a:pt x="484165" y="325453"/>
                      <a:pt x="465591" y="298974"/>
                    </a:cubicBezTo>
                    <a:cubicBezTo>
                      <a:pt x="447018" y="272590"/>
                      <a:pt x="419300" y="254968"/>
                      <a:pt x="387487" y="249444"/>
                    </a:cubicBezTo>
                    <a:cubicBezTo>
                      <a:pt x="355673" y="243919"/>
                      <a:pt x="323669" y="251063"/>
                      <a:pt x="297190" y="269637"/>
                    </a:cubicBezTo>
                    <a:cubicBezTo>
                      <a:pt x="270806" y="288211"/>
                      <a:pt x="253184" y="315928"/>
                      <a:pt x="247660" y="347742"/>
                    </a:cubicBezTo>
                    <a:cubicBezTo>
                      <a:pt x="236230" y="413369"/>
                      <a:pt x="280331" y="476139"/>
                      <a:pt x="345957" y="487569"/>
                    </a:cubicBezTo>
                    <a:lnTo>
                      <a:pt x="345957" y="487569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/>
          </p:nvPr>
        </p:nvSpPr>
        <p:spPr>
          <a:xfrm flipV="false" flipH="false">
            <a:off x="660400" y="128587"/>
            <a:ext cx="9862457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ransition/>
  <p:timing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>
        <p15:guide id="1" pos="416" userDrawn="1">
          <p15:clr>
            <a:srgbClr val="F26B43"/>
          </p15:clr>
        </p15:guide>
        <p15:guide id="2" pos="7242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9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6.xml.rels><?xml version="1.0" encoding="UTF-8" standalone="yes"?><Relationships xmlns="http://schemas.openxmlformats.org/package/2006/relationships"><Relationship Id="R6aa74af1acab43d1" Target="../slideLayouts/slideLayout1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dc9d10556c034653" Target="../slideLayouts/slideLayout5.xml" Type="http://schemas.openxmlformats.org/officeDocument/2006/relationships/slideLayout"/><Relationship Id="rId1" Target="../tags/tag12.xml" Type="http://schemas.openxmlformats.org/officeDocument/2006/relationships/tags"/></Relationships>
</file>

<file path=ppt/slides/_rels/slide8.xml.rels><?xml version="1.0" encoding="UTF-8" standalone="yes"?><Relationships xmlns="http://schemas.openxmlformats.org/package/2006/relationships"><Relationship Id="Rd77eb7f0d33e490b" Target="../slideLayouts/slideLayout4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efd4511afd704131" Target="../slideLayouts/slideLayout5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7b4e65d91b984449" Target="../slideLayouts/slideLayout5.xml" Type="http://schemas.openxmlformats.org/officeDocument/2006/relationships/slideLayout"/><Relationship Id="rId2" Target="../tags/tag1423.xml" Type="http://schemas.openxmlformats.org/officeDocument/2006/relationships/tags"/></Relationships>
</file>

<file path=ppt/slides/_rels/slide11.xml.rels><?xml version="1.0" encoding="UTF-8" standalone="yes"?><Relationships xmlns="http://schemas.openxmlformats.org/package/2006/relationships"><Relationship Id="R8f0c6682dec84a33" Target="../slideLayouts/slideLayout4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b2bb458eef1d47ad" Target="../slideLayouts/slideLayout5.xml" Type="http://schemas.openxmlformats.org/officeDocument/2006/relationships/slideLayout"/><Relationship Id="rId1" Target="../tags/tag3724.xml" Type="http://schemas.openxmlformats.org/officeDocument/2006/relationships/tags"/></Relationships>
</file>

<file path=ppt/slides/_rels/slide13.xml.rels><?xml version="1.0" encoding="UTF-8" standalone="yes"?><Relationships xmlns="http://schemas.openxmlformats.org/package/2006/relationships"><Relationship Id="R28853ba0d0d14700" Target="../slideLayouts/slideLayout5.xml" Type="http://schemas.openxmlformats.org/officeDocument/2006/relationships/slideLayout"/><Relationship Id="rId1" Target="../tags/tag2025.xml" Type="http://schemas.openxmlformats.org/officeDocument/2006/relationships/tags"/></Relationships>
</file>

<file path=ppt/slides/_rels/slide14.xml.rels><?xml version="1.0" encoding="UTF-8" standalone="yes"?><Relationships xmlns="http://schemas.openxmlformats.org/package/2006/relationships"><Relationship Id="Ra1a3d5eba00541c1" Target="../slideLayouts/slideLayout5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26a6d5dc087d44ee" Target="../slideLayouts/slideLayout4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33d644d102df4dca" Target="../slideLayouts/slideLayout5.xml" Type="http://schemas.openxmlformats.org/officeDocument/2006/relationships/slideLayout"/><Relationship Id="rId2" Target="../tags/tag1126.xml" Type="http://schemas.openxmlformats.org/officeDocument/2006/relationships/tags"/></Relationships>
</file>

<file path=ppt/slides/_rels/slide17.xml.rels><?xml version="1.0" encoding="UTF-8" standalone="yes"?><Relationships xmlns="http://schemas.openxmlformats.org/package/2006/relationships"><Relationship Id="R3dcb9587e4d949d9" Target="../slideLayouts/slideLayout5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c855e9e9c62b44e8" Target="../slideLayouts/slideLayout5.xml" Type="http://schemas.openxmlformats.org/officeDocument/2006/relationships/slideLayout"/><Relationship Id="rId2" Target="../tags/tag1327.xml" Type="http://schemas.openxmlformats.org/officeDocument/2006/relationships/tags"/></Relationships>
</file>

<file path=ppt/slides/_rels/slide19.xml.rels><?xml version="1.0" encoding="UTF-8" standalone="yes"?><Relationships xmlns="http://schemas.openxmlformats.org/package/2006/relationships"><Relationship Id="Rc48143b98fb840ce" Target="../slideLayouts/slideLayout4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5221e300bce44fff" Target="../slideLayouts/slideLayout5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fcfc7ca2ac30465c" Target="../slideLayouts/slideLayout5.xml" Type="http://schemas.openxmlformats.org/officeDocument/2006/relationships/slideLayout"/><Relationship Id="rId1" Target="../tags/tag3328.xml" Type="http://schemas.openxmlformats.org/officeDocument/2006/relationships/tags"/></Relationships>
</file>

<file path=ppt/slides/_rels/slide22.xml.rels><?xml version="1.0" encoding="UTF-8" standalone="yes"?><Relationships xmlns="http://schemas.openxmlformats.org/package/2006/relationships"><Relationship Id="Rca0519fcdf3c4081" Target="../slideLayouts/slideLayout5.xml" Type="http://schemas.openxmlformats.org/officeDocument/2006/relationships/slideLayout"/><Relationship Id="rId1" Target="../tags/tag3329.xml" Type="http://schemas.openxmlformats.org/officeDocument/2006/relationships/tags"/></Relationships>
</file>

<file path=ppt/slides/_rels/slide23.xml.rels><?xml version="1.0" encoding="UTF-8" standalone="yes"?><Relationships xmlns="http://schemas.openxmlformats.org/package/2006/relationships"><Relationship Id="R9d253ec724c04946" Target="../slideLayouts/slideLayout5.xml" Type="http://schemas.openxmlformats.org/officeDocument/2006/relationships/slideLayout"/><Relationship Id="rId1" Target="../tags/tag32210.xml" Type="http://schemas.openxmlformats.org/officeDocument/2006/relationships/tags"/></Relationships>
</file>

<file path=ppt/slides/_rels/slide24.xml.rels><?xml version="1.0" encoding="UTF-8" standalone="yes"?><Relationships xmlns="http://schemas.openxmlformats.org/package/2006/relationships"><Relationship Id="R40fb8b46e9de4dba" Target="../slideLayouts/slideLayout5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92b98933e3f04334" Target="../slideLayouts/slideLayout4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38f9211b261a4d55" Target="../slideLayouts/slideLayout5.xml" Type="http://schemas.openxmlformats.org/officeDocument/2006/relationships/slideLayout"/><Relationship Id="rId2" Target="../tags/tag31211.xml" Type="http://schemas.openxmlformats.org/officeDocument/2006/relationships/tags"/></Relationships>
</file>

<file path=ppt/slides/_rels/slide27.xml.rels><?xml version="1.0" encoding="UTF-8" standalone="yes"?><Relationships xmlns="http://schemas.openxmlformats.org/package/2006/relationships"><Relationship Id="R1e98f8605a78457d" Target="../slideLayouts/slideLayout4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8044669d4807417a" Target="../slideLayouts/slideLayout5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a56dcb794704476c" Target="../slideLayouts/slideLayout7.xml" Type="http://schemas.openxmlformats.org/officeDocument/2006/relationships/slideLayout"/></Relationships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8dea57a9-7009-4c7d-8260-6aca709c05cb" id="5" name=""/>
          <p:cNvSpPr>
            <a:spLocks noGrp="1"/>
          </p:cNvSpPr>
          <p:nvPr>
            <p:ph hasCustomPrompt="1" type="ctr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trike="noStrike" sz="5400" u="none">
                <a:solidFill>
                  <a:srgbClr val="2F2F2F"/>
                </a:solidFill>
                <a:latin typeface="Arial"/>
              </a:rPr>
              <a:t>Arduino Uno入门教学</a:t>
            </a:r>
          </a:p>
        </p:txBody>
      </p:sp>
      <p:sp>
        <p:nvSpPr>
          <p:cNvPr descr="fa294fc3-1ca5-4f3b-a2e6-f97c754d33a3" id="9" name=""/>
          <p:cNvSpPr>
            <a:spLocks noGrp="1"/>
          </p:cNvSpPr>
          <p:nvPr>
            <p:ph hasCustomPrompt="1" idx="1" sz="quarter" type="sub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b="false" i="false" lang="en-US" sz="2000" u="none">
                <a:solidFill>
                  <a:srgbClr val="2F2F2F"/>
                </a:solidFill>
                <a:ea typeface="微软雅黑"/>
              </a:rPr>
              <a:t>开启智能硬件编程之旅</a:t>
            </a:r>
          </a:p>
        </p:txBody>
      </p:sp>
      <p:sp>
        <p:nvSpPr>
          <p:cNvPr descr="c817a41d-4350-4740-b116-bc4339367a77" id="4" name=""/>
          <p:cNvSpPr>
            <a:spLocks noGrp="1"/>
          </p:cNvSpPr>
          <p:nvPr>
            <p:ph hasCustomPrompt="1" idx="13" sz="quarter" type="body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b="false" i="false" lang="en-US" strike="noStrike" sz="1200" u="none">
                <a:solidFill>
                  <a:srgbClr val="2F2F2F"/>
                </a:solidFill>
                <a:latin typeface="微软雅黑"/>
              </a:rPr>
              <a:t/>
            </a:r>
          </a:p>
        </p:txBody>
      </p:sp>
      <p:sp>
        <p:nvSpPr>
          <p:cNvPr descr="aa3a7fa4-0678-46f4-959e-fbf1ffe8319c" id="7" name=""/>
          <p:cNvSpPr>
            <a:spLocks noGrp="1"/>
          </p:cNvSpPr>
          <p:nvPr>
            <p:ph hasCustomPrompt="1" idx="14" sz="quarter" type="body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b="false" i="false" lang="en-US" strike="noStrike" sz="1600" u="none">
                <a:solidFill>
                  <a:srgbClr val="000000"/>
                </a:solidFill>
                <a:latin typeface="微软雅黑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438c02dd-0f22-465b-af2a-ce958c13a991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目录</a:t>
            </a:r>
          </a:p>
        </p:txBody>
      </p:sp>
      <p:grpSp>
        <p:nvGrpSpPr>
          <p:cNvPr descr="ea81a177-723e-4e72-8a6b-0120e99dafc1" id="24" name="adf61607-de47-499a-972c-1af8fe4725b1.source.6.zh-Hans.pptx">
            <a:extLst>
              <a:ext uri="{FF2B5EF4-FFF2-40B4-BE49-F238E27FC236}">
                <a16:creationId id="{DB0B68E5-2A87-DEAB-DD8C-188945F22320}"/>
              </a:ext>
            </a:extLst>
          </p:cNvPr>
          <p:cNvGrpSpPr/>
          <p:nvPr/>
        </p:nvGrpSpPr>
        <p:grpSpPr>
          <a:xfrm>
            <a:off x="660399" y="1130300"/>
            <a:ext cx="10871201" cy="5003800"/>
            <a:chOff x="660399" y="1130300"/>
            <a:chExt cx="10871201" cy="5003800"/>
          </a:xfrm>
        </p:grpSpPr>
        <p:grpSp>
          <p:nvGrpSpPr>
            <p:cNvPr descr="9d15c768-7978-406e-a34c-191fba5f4b36" id="11" name="组合 10">
              <a:extLst>
                <a:ext uri="{FF2B5EF4-FFF2-40B4-BE49-F238E27FC236}">
                  <a16:creationId id="{586DEFE3-4B95-0E0B-7D7E-492E59D1F735}"/>
                </a:ext>
              </a:extLst>
            </p:cNvPr>
            <p:cNvGrpSpPr/>
            <p:nvPr/>
          </p:nvGrpSpPr>
          <p:grpSpPr>
            <a:xfrm>
              <a:off x="660400" y="2229440"/>
              <a:ext cx="10871200" cy="3904660"/>
              <a:chOff x="660400" y="2229440"/>
              <a:chExt cx="10871200" cy="3904660"/>
            </a:xfrm>
          </p:grpSpPr>
          <p:grpSp>
            <p:nvGrpSpPr>
              <p:cNvPr descr="d458e494-c8de-4533-b45c-d81357fd37fe" id="5" name="组合 4">
                <a:extLst>
                  <a:ext uri="{FF2B5EF4-FFF2-40B4-BE49-F238E27FC236}">
                    <a16:creationId id="{049EF266-5C66-604F-3B61-9C37A04F5C97}"/>
                  </a:ext>
                </a:extLst>
              </p:cNvPr>
              <p:cNvGrpSpPr/>
              <p:nvPr/>
            </p:nvGrpSpPr>
            <p:grpSpPr>
              <a:xfrm>
                <a:off x="660400" y="2229440"/>
                <a:ext cx="3373718" cy="1913965"/>
                <a:chOff x="660400" y="2229440"/>
                <a:chExt cx="3373718" cy="1913965"/>
              </a:xfrm>
            </p:grpSpPr>
            <p:sp>
              <p:nvSpPr>
                <p:cNvPr descr="cca6fe69-0fa3-4801-a48e-5ac97cac66f0" id="22" name="Bullet1">
                  <a:extLst>
                    <a:ext uri="{FF2B5EF4-FFF2-40B4-BE49-F238E27FC236}">
                      <a16:creationId id="{C79253B0-8504-8AE4-9141-210A84C41850}"/>
                    </a:ext>
                  </a:extLst>
                </p:cNvPr>
                <p:cNvSpPr/>
                <p:nvPr/>
              </p:nvSpPr>
              <p:spPr>
                <a:xfrm flipH="false" flipV="false">
                  <a:off x="660400" y="2499440"/>
                  <a:ext cx="3373718" cy="1643965"/>
                </a:xfrm>
                <a:prstGeom prst="snip2DiagRect">
                  <a:avLst/>
                </a:prstGeom>
                <a:solidFill>
                  <a:schemeClr val="accent1">
                    <a:alpha val="15000"/>
                  </a:schemeClr>
                </a:solidFill>
                <a:ln cap="flat" w="9525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仿真概念引入</a:t>
                  </a:r>
                </a:p>
              </p:txBody>
            </p:sp>
            <p:sp>
              <p:nvSpPr>
                <p:cNvPr descr="d70bff23-5163-44b4-b9a6-7edb78afe11d" id="23" name="Number1">
                  <a:extLst>
                    <a:ext uri="{FF2B5EF4-FFF2-40B4-BE49-F238E27FC236}">
                      <a16:creationId id="{1A373EF9-8CA5-E558-517C-C4308EC358EC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2077259" y="2229440"/>
                  <a:ext cx="540000" cy="5400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0"/>
                </a:gradFill>
              </p:spPr>
              <p:txBody>
                <a:bodyPr anchor="ctr" anchorCtr="false" bIns="108000" lIns="108000" rIns="108000" rtlCol="0" tIns="108000" wrap="none">
                  <a:noAutofit/>
                </a:bodyPr>
                <a:lstStyle>
                  <a:defPPr>
                    <a:defRPr lang="zh-CN"/>
                  </a:defPPr>
                  <a:lvl1pPr algn="ctr">
                    <a:defRPr b="1" kumimoji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01</a:t>
                  </a:r>
                </a:p>
              </p:txBody>
            </p:sp>
          </p:grpSp>
          <p:grpSp>
            <p:nvGrpSpPr>
              <p:cNvPr descr="5beb3a2c-adf9-4048-96df-33f6f88e4cfb" id="6" name="组合 5">
                <a:extLst>
                  <a:ext uri="{FF2B5EF4-FFF2-40B4-BE49-F238E27FC236}">
                    <a16:creationId id="{2597F638-F98B-A419-5C3D-450ABDEE8E66}"/>
                  </a:ext>
                </a:extLst>
              </p:cNvPr>
              <p:cNvGrpSpPr/>
              <p:nvPr/>
            </p:nvGrpSpPr>
            <p:grpSpPr>
              <a:xfrm>
                <a:off x="4409141" y="2229440"/>
                <a:ext cx="3373718" cy="1913965"/>
                <a:chOff x="4409141" y="2229440"/>
                <a:chExt cx="3373718" cy="1913965"/>
              </a:xfrm>
            </p:grpSpPr>
            <p:sp>
              <p:nvSpPr>
                <p:cNvPr descr="c27feb5d-7ca5-40ac-ae55-62d946fff56e" id="20" name="Bullet2">
                  <a:extLst>
                    <a:ext uri="{FF2B5EF4-FFF2-40B4-BE49-F238E27FC236}">
                      <a16:creationId id="{1C6A4B89-5A16-2FAE-0256-9634155D479D}"/>
                    </a:ext>
                  </a:extLst>
                </p:cNvPr>
                <p:cNvSpPr/>
                <p:nvPr/>
              </p:nvSpPr>
              <p:spPr>
                <a:xfrm flipH="false" flipV="false">
                  <a:off x="4409141" y="2499440"/>
                  <a:ext cx="3373718" cy="1643965"/>
                </a:xfrm>
                <a:prstGeom prst="snip2DiagRect">
                  <a:avLst/>
                </a:prstGeom>
                <a:solidFill>
                  <a:schemeClr val="accent2">
                    <a:alpha val="15000"/>
                  </a:schemeClr>
                </a:solidFill>
                <a:ln cap="flat" w="9525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2F2F2F"/>
                      </a:solidFill>
                      <a:latin typeface="Arial"/>
                    </a:rPr>
                    <a:t>Arduino IDE与编程基础</a:t>
                  </a:r>
                </a:p>
              </p:txBody>
            </p:sp>
            <p:sp>
              <p:nvSpPr>
                <p:cNvPr descr="2a4affd8-808a-4850-bae1-c4dffa5ea9f3" id="21" name="Number2">
                  <a:extLst>
                    <a:ext uri="{FF2B5EF4-FFF2-40B4-BE49-F238E27FC236}">
                      <a16:creationId id="{4EF3B8DD-73CD-8778-2010-389E1B25F7BE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5826000" y="2229440"/>
                  <a:ext cx="540000" cy="5400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50000">
                      <a:schemeClr val="accent2"/>
                    </a:gs>
                  </a:gsLst>
                  <a:lin ang="2700000" scaled="0"/>
                </a:gradFill>
              </p:spPr>
              <p:txBody>
                <a:bodyPr anchor="ctr" anchorCtr="false" bIns="108000" lIns="108000" rIns="108000" rtlCol="0" tIns="108000" wrap="none">
                  <a:noAutofit/>
                </a:bodyPr>
                <a:lstStyle>
                  <a:defPPr>
                    <a:defRPr lang="zh-CN"/>
                  </a:defPPr>
                  <a:lvl1pPr algn="ctr">
                    <a:defRPr b="1" kumimoji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02</a:t>
                  </a:r>
                </a:p>
              </p:txBody>
            </p:sp>
          </p:grpSp>
          <p:grpSp>
            <p:nvGrpSpPr>
              <p:cNvPr descr="7c31c5c3-e30d-4218-8188-18ca057ee67f" id="7" name="组合 6">
                <a:extLst>
                  <a:ext uri="{FF2B5EF4-FFF2-40B4-BE49-F238E27FC236}">
                    <a16:creationId id="{9B2FB93A-1CB3-D8F3-BBE8-6C15CE49F6C3}"/>
                  </a:ext>
                </a:extLst>
              </p:cNvPr>
              <p:cNvGrpSpPr/>
              <p:nvPr/>
            </p:nvGrpSpPr>
            <p:grpSpPr>
              <a:xfrm>
                <a:off x="8157882" y="2229440"/>
                <a:ext cx="3373718" cy="1913965"/>
                <a:chOff x="8157882" y="2229440"/>
                <a:chExt cx="3373718" cy="1913965"/>
              </a:xfrm>
            </p:grpSpPr>
            <p:sp>
              <p:nvSpPr>
                <p:cNvPr descr="adfe7296-1a61-46ef-a2e6-72625dfd0bab" id="18" name="Bullet3">
                  <a:extLst>
                    <a:ext uri="{FF2B5EF4-FFF2-40B4-BE49-F238E27FC236}">
                      <a16:creationId id="{6D2B1E7C-CAC5-2EC4-9147-DEEC82F0449B}"/>
                    </a:ext>
                  </a:extLst>
                </p:cNvPr>
                <p:cNvSpPr/>
                <p:nvPr/>
              </p:nvSpPr>
              <p:spPr>
                <a:xfrm flipH="false" flipV="false">
                  <a:off x="8157882" y="2499440"/>
                  <a:ext cx="3373718" cy="1643965"/>
                </a:xfrm>
                <a:prstGeom prst="snip2DiagRect">
                  <a:avLst/>
                </a:prstGeom>
                <a:solidFill>
                  <a:schemeClr val="accent3">
                    <a:alpha val="15000"/>
                  </a:schemeClr>
                </a:solidFill>
                <a:ln cap="flat" w="9525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升降模块教学</a:t>
                  </a:r>
                </a:p>
              </p:txBody>
            </p:sp>
            <p:sp>
              <p:nvSpPr>
                <p:cNvPr descr="d7850556-61af-470a-8d32-3d5c99b07029" id="19" name="Number3">
                  <a:extLst>
                    <a:ext uri="{FF2B5EF4-FFF2-40B4-BE49-F238E27FC236}">
                      <a16:creationId id="{7E943C04-1F9D-0693-3282-AF5DAE74F74C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9574741" y="2229440"/>
                  <a:ext cx="540000" cy="5400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50000">
                      <a:schemeClr val="accent3"/>
                    </a:gs>
                  </a:gsLst>
                  <a:lin ang="2700000" scaled="0"/>
                </a:gradFill>
              </p:spPr>
              <p:txBody>
                <a:bodyPr anchor="ctr" anchorCtr="false" bIns="108000" lIns="108000" rIns="108000" rtlCol="0" tIns="108000" wrap="none">
                  <a:noAutofit/>
                </a:bodyPr>
                <a:lstStyle>
                  <a:defPPr>
                    <a:defRPr lang="zh-CN"/>
                  </a:defPPr>
                  <a:lvl1pPr algn="ctr">
                    <a:defRPr b="1" kumimoji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03</a:t>
                  </a:r>
                </a:p>
              </p:txBody>
            </p:sp>
          </p:grpSp>
          <p:grpSp>
            <p:nvGrpSpPr>
              <p:cNvPr descr="4b274efa-43ab-4d44-a190-92dc74def24a" id="8" name="组合 7">
                <a:extLst>
                  <a:ext uri="{FF2B5EF4-FFF2-40B4-BE49-F238E27FC236}">
                    <a16:creationId id="{05870DC8-6A03-B4FE-B7EE-816EB7ECB9AD}"/>
                  </a:ext>
                </a:extLst>
              </p:cNvPr>
              <p:cNvGrpSpPr/>
              <p:nvPr/>
            </p:nvGrpSpPr>
            <p:grpSpPr>
              <a:xfrm>
                <a:off x="660400" y="4220135"/>
                <a:ext cx="3373718" cy="1913965"/>
                <a:chOff x="660400" y="4220135"/>
                <a:chExt cx="3373718" cy="1913965"/>
              </a:xfrm>
            </p:grpSpPr>
            <p:sp>
              <p:nvSpPr>
                <p:cNvPr descr="d9ec9aec-c086-4fe2-be84-3fdd8af9fa6b" id="16" name="Bullet4">
                  <a:extLst>
                    <a:ext uri="{FF2B5EF4-FFF2-40B4-BE49-F238E27FC236}">
                      <a16:creationId id="{34C60050-156B-385B-730A-33C968D1C559}"/>
                    </a:ext>
                  </a:extLst>
                </p:cNvPr>
                <p:cNvSpPr/>
                <p:nvPr/>
              </p:nvSpPr>
              <p:spPr>
                <a:xfrm flipH="false" flipV="false">
                  <a:off x="660400" y="4490135"/>
                  <a:ext cx="3373718" cy="1643965"/>
                </a:xfrm>
                <a:prstGeom prst="snip2DiagRect">
                  <a:avLst/>
                </a:prstGeom>
                <a:solidFill>
                  <a:schemeClr val="accent4">
                    <a:alpha val="15000"/>
                  </a:schemeClr>
                </a:solidFill>
                <a:ln cap="flat" w="9525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其他模块教学</a:t>
                  </a:r>
                </a:p>
              </p:txBody>
            </p:sp>
            <p:sp>
              <p:nvSpPr>
                <p:cNvPr descr="fc87671f-bc69-4ec5-9060-870727ff8a26" id="17" name="Number4">
                  <a:extLst>
                    <a:ext uri="{FF2B5EF4-FFF2-40B4-BE49-F238E27FC236}">
                      <a16:creationId id="{E45FAC4A-7FF6-882A-C035-A81E90C6EE8D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2077259" y="4220135"/>
                  <a:ext cx="540000" cy="5400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50000">
                      <a:schemeClr val="accent4"/>
                    </a:gs>
                  </a:gsLst>
                  <a:lin ang="2700000" scaled="0"/>
                </a:gradFill>
              </p:spPr>
              <p:txBody>
                <a:bodyPr anchor="ctr" anchorCtr="false" bIns="108000" lIns="108000" rIns="108000" rtlCol="0" tIns="108000" wrap="none">
                  <a:noAutofit/>
                </a:bodyPr>
                <a:lstStyle>
                  <a:defPPr>
                    <a:defRPr lang="zh-CN"/>
                  </a:defPPr>
                  <a:lvl1pPr algn="ctr">
                    <a:defRPr b="1" kumimoji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04</a:t>
                  </a:r>
                </a:p>
              </p:txBody>
            </p:sp>
          </p:grpSp>
          <p:grpSp>
            <p:nvGrpSpPr>
              <p:cNvPr descr="065e81c8-2b64-4ed3-8ced-baeb194d23a0" id="9" name="组合 8">
                <a:extLst>
                  <a:ext uri="{FF2B5EF4-FFF2-40B4-BE49-F238E27FC236}">
                    <a16:creationId id="{E6C7DF75-B3BA-9FFA-3A66-F88B212C0024}"/>
                  </a:ext>
                </a:extLst>
              </p:cNvPr>
              <p:cNvGrpSpPr/>
              <p:nvPr/>
            </p:nvGrpSpPr>
            <p:grpSpPr>
              <a:xfrm>
                <a:off x="4409141" y="4220135"/>
                <a:ext cx="3373718" cy="1913965"/>
                <a:chOff x="4409141" y="4220135"/>
                <a:chExt cx="3373718" cy="1913965"/>
              </a:xfrm>
            </p:grpSpPr>
            <p:sp>
              <p:nvSpPr>
                <p:cNvPr descr="ed17ba1f-5b50-42de-9b9b-bd2ec7d4eb30" id="14" name="Bullet5">
                  <a:extLst>
                    <a:ext uri="{FF2B5EF4-FFF2-40B4-BE49-F238E27FC236}">
                      <a16:creationId id="{F7280603-D567-34C4-9EC8-96331714E12F}"/>
                    </a:ext>
                  </a:extLst>
                </p:cNvPr>
                <p:cNvSpPr/>
                <p:nvPr/>
              </p:nvSpPr>
              <p:spPr>
                <a:xfrm flipH="false" flipV="false">
                  <a:off x="4409141" y="4490135"/>
                  <a:ext cx="3373718" cy="1643965"/>
                </a:xfrm>
                <a:prstGeom prst="snip2DiagRect">
                  <a:avLst/>
                </a:prstGeom>
                <a:solidFill>
                  <a:schemeClr val="accent5">
                    <a:alpha val="15000"/>
                  </a:schemeClr>
                </a:solidFill>
                <a:ln cap="flat" w="9525">
                  <a:solidFill>
                    <a:schemeClr val="accent5"/>
                  </a:solidFill>
                  <a:prstDash val="solid"/>
                  <a:miter/>
                </a:ln>
              </p:spPr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2F2F2F"/>
                      </a:solidFill>
                      <a:latin typeface="Arial"/>
                    </a:rPr>
                    <a:t>MiniPlayer音效模块</a:t>
                  </a:r>
                </a:p>
              </p:txBody>
            </p:sp>
            <p:sp>
              <p:nvSpPr>
                <p:cNvPr descr="59a7f1d4-8a99-48eb-a789-fca93ee80829" id="15" name="Number5">
                  <a:extLst>
                    <a:ext uri="{FF2B5EF4-FFF2-40B4-BE49-F238E27FC236}">
                      <a16:creationId id="{6E5E9542-F39C-CAFD-3DC3-322EF8805DD6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5826000" y="4220135"/>
                  <a:ext cx="540000" cy="5400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50000">
                      <a:schemeClr val="accent5"/>
                    </a:gs>
                  </a:gsLst>
                  <a:lin ang="2700000" scaled="0"/>
                </a:gradFill>
              </p:spPr>
              <p:txBody>
                <a:bodyPr anchor="ctr" anchorCtr="false" bIns="108000" lIns="108000" rIns="108000" rtlCol="0" tIns="108000" wrap="none">
                  <a:noAutofit/>
                </a:bodyPr>
                <a:lstStyle>
                  <a:defPPr>
                    <a:defRPr lang="zh-CN"/>
                  </a:defPPr>
                  <a:lvl1pPr algn="ctr">
                    <a:defRPr b="1" kumimoji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05</a:t>
                  </a:r>
                </a:p>
              </p:txBody>
            </p:sp>
          </p:grpSp>
          <p:grpSp>
            <p:nvGrpSpPr>
              <p:cNvPr descr="6ca65c74-30e2-4e49-8898-257f0d89e408" id="10" name="组合 9">
                <a:extLst>
                  <a:ext uri="{FF2B5EF4-FFF2-40B4-BE49-F238E27FC236}">
                    <a16:creationId id="{4D2CB17F-E734-BF72-3E38-257EBE67DC7B}"/>
                  </a:ext>
                </a:extLst>
              </p:cNvPr>
              <p:cNvGrpSpPr/>
              <p:nvPr/>
            </p:nvGrpSpPr>
            <p:grpSpPr>
              <a:xfrm>
                <a:off x="8157882" y="4220135"/>
                <a:ext cx="3373718" cy="1913965"/>
                <a:chOff x="8157882" y="4220135"/>
                <a:chExt cx="3373718" cy="1913965"/>
              </a:xfrm>
            </p:grpSpPr>
            <p:sp>
              <p:nvSpPr>
                <p:cNvPr descr="c6242f8c-9b88-4875-87fc-4a8c2c05944c" id="12" name="Bullet6">
                  <a:extLst>
                    <a:ext uri="{FF2B5EF4-FFF2-40B4-BE49-F238E27FC236}">
                      <a16:creationId id="{74273510-A918-36B2-99F0-DD4B6FB9824C}"/>
                    </a:ext>
                  </a:extLst>
                </p:cNvPr>
                <p:cNvSpPr/>
                <p:nvPr/>
              </p:nvSpPr>
              <p:spPr>
                <a:xfrm flipH="false" flipV="false">
                  <a:off x="8157882" y="4490135"/>
                  <a:ext cx="3373718" cy="1643965"/>
                </a:xfrm>
                <a:prstGeom prst="snip2DiagRect">
                  <a:avLst/>
                </a:prstGeom>
                <a:solidFill>
                  <a:schemeClr val="accent6">
                    <a:alpha val="15000"/>
                  </a:schemeClr>
                </a:solidFill>
                <a:ln cap="flat" w="9525">
                  <a:solidFill>
                    <a:schemeClr val="accent6"/>
                  </a:solidFill>
                  <a:prstDash val="solid"/>
                  <a:miter/>
                </a:ln>
              </p:spPr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2F2F2F"/>
                      </a:solidFill>
                      <a:ea typeface="微软雅黑"/>
                    </a:rPr>
                    <a:t>完整代码整合</a:t>
                  </a:r>
                </a:p>
              </p:txBody>
            </p:sp>
            <p:sp>
              <p:nvSpPr>
                <p:cNvPr descr="4c55283b-9f6f-4b3f-b2b2-ec79c786ee5a" id="13" name="Number6">
                  <a:extLst>
                    <a:ext uri="{FF2B5EF4-FFF2-40B4-BE49-F238E27FC236}">
                      <a16:creationId id="{5D0ED982-642C-D4EB-641B-2CFA2B94E380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9574741" y="4220135"/>
                  <a:ext cx="540000" cy="5400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50000">
                      <a:schemeClr val="accent6"/>
                    </a:gs>
                  </a:gsLst>
                  <a:lin ang="2700000" scaled="0"/>
                </a:gradFill>
              </p:spPr>
              <p:txBody>
                <a:bodyPr anchor="ctr" anchorCtr="false" bIns="108000" lIns="108000" rIns="108000" rtlCol="0" tIns="108000" wrap="none">
                  <a:noAutofit/>
                </a:bodyPr>
                <a:lstStyle>
                  <a:defPPr>
                    <a:defRPr lang="zh-CN"/>
                  </a:defPPr>
                  <a:lvl1pPr algn="ctr">
                    <a:defRPr b="1" kumimoji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06</a:t>
                  </a:r>
                </a:p>
              </p:txBody>
            </p:sp>
          </p:grpSp>
        </p:grpSp>
        <p:sp>
          <p:nvSpPr>
            <p:cNvPr descr="e66c99c9-8bef-40b1-9d35-5e868132888c" id="3" name="Title">
              <a:extLst>
                <a:ext uri="{FF2B5EF4-FFF2-40B4-BE49-F238E27FC236}">
                  <a16:creationId id="{FBF54E4C-07CC-276F-E70C-D54F079AB2D7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60399" y="1130300"/>
              <a:ext cx="5540924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b" anchorCtr="false" bIns="45720" lIns="91440" rIns="91440" rtlCol="0" tIns="45720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2F2F2F"/>
                  </a:solidFill>
                  <a:latin typeface="Arial"/>
                </a:rPr>
                <a:t/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6f23f2c-a8b3-4b8f-beb2-a6eb7b4d29f5" id="5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4400" u="none">
                <a:solidFill>
                  <a:srgbClr val="2F2F2F"/>
                </a:solidFill>
                <a:ea typeface="微软雅黑"/>
              </a:rPr>
              <a:t>仿真概念引入</a:t>
            </a:r>
          </a:p>
        </p:txBody>
      </p:sp>
      <p:sp>
        <p:nvSpPr>
          <p:cNvPr descr="7f5b0d06-0214-4fd4-b19d-b8c77427cc43" id="25" name=""/>
          <p:cNvSpPr>
            <a:spLocks noGrp="1"/>
          </p:cNvSpPr>
          <p:nvPr>
            <p:ph hasCustomPrompt="1" idx="1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2000" u="none">
                <a:solidFill>
                  <a:srgbClr val="2F2F2F"/>
                </a:solidFill>
                <a:ea typeface="微软雅黑"/>
              </a:rPr>
              <a:t>了解仿真与Proteus软件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438c02dd-0f22-465b-af2a-ce958c13a991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什么是仿真</a:t>
            </a:r>
          </a:p>
        </p:txBody>
      </p:sp>
      <p:grpSp>
        <p:nvGrpSpPr>
          <p:cNvPr descr="67bb2a2e-2efb-4734-a42e-5728a301f1d5" id="31" name="2be4e320-9088-43c1-9dd6-8a31d96a03d7.source.3.zh-Hans.pptx">
            <a:extLst>
              <a:ext uri="{FF2B5EF4-FFF2-40B4-BE49-F238E27FC236}">
                <a16:creationId id="{99FDC32A-1C6B-503A-86AB-DB4E32DB53D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descr="af383b11-5a09-49cb-8081-61c664d0fe04" id="2" name="任意多边形: 形状 1">
              <a:extLst>
                <a:ext uri="{FF2B5EF4-FFF2-40B4-BE49-F238E27FC236}">
                  <a16:creationId id="{0B837952-90D9-CEB3-555E-355942ECD6BB}"/>
                </a:ext>
              </a:extLst>
            </p:cNvPr>
            <p:cNvSpPr/>
            <p:nvPr/>
          </p:nvSpPr>
          <p:spPr>
            <a:xfrm flipH="false" flipV="false">
              <a:off x="0" y="0"/>
              <a:ext cx="3598742" cy="1297322"/>
            </a:xfrm>
            <a:custGeom>
              <a:avLst/>
              <a:gdLst>
                <a:gd fmla="*/ 0 w 3598742" name="connsiteX0"/>
                <a:gd fmla="*/ 0 h 1297322" name="connsiteY0"/>
                <a:gd fmla="*/ 3598742 w 3598742" name="connsiteX1"/>
                <a:gd fmla="*/ 0 h 1297322" name="connsiteY1"/>
                <a:gd fmla="*/ 3193952 w 3598742" name="connsiteX2"/>
                <a:gd fmla="*/ 1297322 h 1297322" name="connsiteY2"/>
                <a:gd fmla="*/ 0 w 3598742" name="connsiteX3"/>
                <a:gd fmla="*/ 1297322 h 1297322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1297322" w="3598742">
                  <a:moveTo>
                    <a:pt x="0" y="0"/>
                  </a:moveTo>
                  <a:lnTo>
                    <a:pt x="3598742" y="0"/>
                  </a:lnTo>
                  <a:lnTo>
                    <a:pt x="3193952" y="1297322"/>
                  </a:lnTo>
                  <a:lnTo>
                    <a:pt x="0" y="129732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  <a:alpha val="36000"/>
                  </a:schemeClr>
                </a:gs>
                <a:gs pos="100000">
                  <a:schemeClr val="accent1">
                    <a:lumMod val="50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ctr"/>
            </a:p>
          </p:txBody>
        </p:sp>
        <p:sp>
          <p:nvSpPr>
            <p:cNvPr descr="c40345b7-2cf2-4056-a7cc-5d5e34ad7fa2" id="3" name="任意多边形: 形状 2">
              <a:extLst>
                <a:ext uri="{FF2B5EF4-FFF2-40B4-BE49-F238E27FC236}">
                  <a16:creationId id="{D6BE9258-4E2A-A66F-3168-C4DFB06C96D5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8084627" y="6378760"/>
              <a:ext cx="4107373" cy="479240"/>
            </a:xfrm>
            <a:custGeom>
              <a:avLst/>
              <a:gdLst>
                <a:gd fmla="*/ 119810 w 4107373" name="connsiteX0"/>
                <a:gd fmla="*/ 0 h 479240" name="connsiteY0"/>
                <a:gd fmla="*/ 4107373 w 4107373" name="connsiteX1"/>
                <a:gd fmla="*/ 0 h 479240" name="connsiteY1"/>
                <a:gd fmla="*/ 4107373 w 4107373" name="connsiteX2"/>
                <a:gd fmla="*/ 479240 h 479240" name="connsiteY2"/>
                <a:gd fmla="*/ 0 w 4107373" name="connsiteX3"/>
                <a:gd fmla="*/ 479240 h 479240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479240" w="4107373">
                  <a:moveTo>
                    <a:pt x="119810" y="0"/>
                  </a:moveTo>
                  <a:lnTo>
                    <a:pt x="4107373" y="0"/>
                  </a:lnTo>
                  <a:lnTo>
                    <a:pt x="4107373" y="479240"/>
                  </a:lnTo>
                  <a:lnTo>
                    <a:pt x="0" y="47924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  <a:alpha val="51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ctr"/>
            </a:p>
          </p:txBody>
        </p:sp>
        <p:sp>
          <p:nvSpPr>
            <p:cNvPr descr="e452fc32-360e-444e-a9d2-f39e928a0002" id="6" name="Snip Diagonal Corner Rectangle 1_1">
              <a:extLst>
                <a:ext uri="{FF2B5EF4-FFF2-40B4-BE49-F238E27FC236}">
                  <a16:creationId id="{831834BE-2DC5-2DA3-0E30-DAAB5D40843F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1611830" y="2393893"/>
              <a:ext cx="9840164" cy="989509"/>
            </a:xfrm>
            <a:prstGeom prst="parallelogram">
              <a:avLst/>
            </a:prstGeom>
            <a:noFill/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9d2eb148-7083-43c2-9c2e-de8a02f182ea" id="7" name="Snip Diagonal Corner Rectangle 1_1">
              <a:extLst>
                <a:ext uri="{FF2B5EF4-FFF2-40B4-BE49-F238E27FC236}">
                  <a16:creationId id="{5B7FD1C9-856A-9062-63E8-9C1FFDCD8B2D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1742684" y="2479294"/>
              <a:ext cx="9776216" cy="989508"/>
            </a:xfrm>
            <a:prstGeom prst="parallelogram">
              <a:avLst/>
            </a:prstGeom>
            <a:gradFill flip="none" rotWithShape="1">
              <a:gsLst>
                <a:gs pos="0">
                  <a:schemeClr val="accent1">
                    <a:lumMod val="75000"/>
                    <a:alpha val="51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356c7513-2429-4f16-9acc-67491a5c861a" id="12" name="Snip Diagonal Corner Rectangle 1_1">
              <a:extLst>
                <a:ext uri="{FF2B5EF4-FFF2-40B4-BE49-F238E27FC236}">
                  <a16:creationId id="{986E9584-0E15-6286-F7D1-0A585206245D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1134948" y="3726544"/>
              <a:ext cx="9840164" cy="989508"/>
            </a:xfrm>
            <a:prstGeom prst="parallelogram">
              <a:avLst/>
            </a:prstGeom>
            <a:noFill/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49ef4ee6-2904-4c99-ab1f-88abcd653b9a" id="13" name="Snip Diagonal Corner Rectangle 1_1">
              <a:extLst>
                <a:ext uri="{FF2B5EF4-FFF2-40B4-BE49-F238E27FC236}">
                  <a16:creationId id="{F6E43718-25FA-C6AE-BCA0-ED529C42FC8C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1265802" y="3811944"/>
              <a:ext cx="9776216" cy="989508"/>
            </a:xfrm>
            <a:prstGeom prst="parallelogram">
              <a:avLst/>
            </a:prstGeom>
            <a:gradFill flip="none" rotWithShape="1">
              <a:gsLst>
                <a:gs pos="0">
                  <a:schemeClr val="accent1">
                    <a:lumMod val="75000"/>
                    <a:alpha val="51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a42ecc94-fb43-4b48-9270-5691d9501cfb" id="19" name="Snip Diagonal Corner Rectangle 1_1">
              <a:extLst>
                <a:ext uri="{FF2B5EF4-FFF2-40B4-BE49-F238E27FC236}">
                  <a16:creationId id="{0B1B5A79-26CE-27BC-6593-8FDD0B631CD4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772009" y="5059191"/>
              <a:ext cx="9840164" cy="989508"/>
            </a:xfrm>
            <a:prstGeom prst="parallelogram">
              <a:avLst/>
            </a:prstGeom>
            <a:noFill/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957d2da4-e783-460d-8308-5ce4979639c4" id="20" name="Snip Diagonal Corner Rectangle 1_1">
              <a:extLst>
                <a:ext uri="{FF2B5EF4-FFF2-40B4-BE49-F238E27FC236}">
                  <a16:creationId id="{607B1CEE-BFF7-3BC9-A1B9-F920F991449D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902863" y="5144591"/>
              <a:ext cx="9776216" cy="989508"/>
            </a:xfrm>
            <a:prstGeom prst="parallelogram">
              <a:avLst/>
            </a:prstGeom>
            <a:gradFill flip="none" rotWithShape="1">
              <a:gsLst>
                <a:gs pos="0">
                  <a:schemeClr val="accent1">
                    <a:lumMod val="75000"/>
                    <a:alpha val="51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8c35b8bd-b3cb-4e00-afe1-3c53d255bd6f" id="25" name="任意多边形: 形状 24">
              <a:extLst>
                <a:ext uri="{FF2B5EF4-FFF2-40B4-BE49-F238E27FC236}">
                  <a16:creationId id="{64FF51EB-6C47-0688-B6F4-59482A70665A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3776998" y="6636564"/>
              <a:ext cx="8415002" cy="221436"/>
            </a:xfrm>
            <a:custGeom>
              <a:avLst/>
              <a:gdLst>
                <a:gd fmla="*/ 55359 w 8415002" name="connsiteX0"/>
                <a:gd fmla="*/ 0 h 221436" name="connsiteY0"/>
                <a:gd fmla="*/ 8415002 w 8415002" name="connsiteX1"/>
                <a:gd fmla="*/ 0 h 221436" name="connsiteY1"/>
                <a:gd fmla="*/ 8415002 w 8415002" name="connsiteX2"/>
                <a:gd fmla="*/ 221436 h 221436" name="connsiteY2"/>
                <a:gd fmla="*/ 0 w 8415002" name="connsiteX3"/>
                <a:gd fmla="*/ 221436 h 221436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221436" w="8415002">
                  <a:moveTo>
                    <a:pt x="55359" y="0"/>
                  </a:moveTo>
                  <a:lnTo>
                    <a:pt x="8415002" y="0"/>
                  </a:lnTo>
                  <a:lnTo>
                    <a:pt x="8415002" y="221436"/>
                  </a:lnTo>
                  <a:lnTo>
                    <a:pt x="0" y="22143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  <a:alpha val="36000"/>
                  </a:schemeClr>
                </a:gs>
                <a:gs pos="100000">
                  <a:schemeClr val="accent1">
                    <a:lumMod val="50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ctr"/>
            </a:p>
          </p:txBody>
        </p:sp>
        <p:sp>
          <p:nvSpPr>
            <p:cNvPr descr="54a78bb9-3d31-4d8f-b28c-f46f82033928" id="26" name="任意多边形: 形状 25">
              <a:extLst>
                <a:ext uri="{FF2B5EF4-FFF2-40B4-BE49-F238E27FC236}">
                  <a16:creationId id="{89C000B5-E6D2-E043-9B21-73668326C15B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1" y="723901"/>
              <a:ext cx="8084627" cy="221436"/>
            </a:xfrm>
            <a:custGeom>
              <a:avLst/>
              <a:gdLst>
                <a:gd fmla="*/ 0 w 8084627" name="connsiteX0"/>
                <a:gd fmla="*/ 0 h 221436" name="connsiteY0"/>
                <a:gd fmla="*/ 8084627 w 8084627" name="connsiteX1"/>
                <a:gd fmla="*/ 0 h 221436" name="connsiteY1"/>
                <a:gd fmla="*/ 8084627 w 8084627" name="connsiteX2"/>
                <a:gd fmla="*/ 221436 h 221436" name="connsiteY2"/>
                <a:gd fmla="*/ 0 w 8084627" name="connsiteX3"/>
                <a:gd fmla="*/ 221436 h 221436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221436" w="8084627">
                  <a:moveTo>
                    <a:pt x="0" y="0"/>
                  </a:moveTo>
                  <a:lnTo>
                    <a:pt x="8084627" y="0"/>
                  </a:lnTo>
                  <a:lnTo>
                    <a:pt x="8084627" y="221436"/>
                  </a:lnTo>
                  <a:lnTo>
                    <a:pt x="0" y="22143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  <a:alpha val="36000"/>
                  </a:schemeClr>
                </a:gs>
                <a:gs pos="100000">
                  <a:schemeClr val="accent1">
                    <a:lumMod val="50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ctr"/>
            </a:p>
          </p:txBody>
        </p:sp>
        <p:sp>
          <p:nvSpPr>
            <p:cNvPr descr="419b5385-68cf-4320-920d-7b7fa417b7d3" id="27" name="Title">
              <a:extLst>
                <a:ext uri="{FF2B5EF4-FFF2-40B4-BE49-F238E27FC236}">
                  <a16:creationId id="{F19E3761-FC86-EA7E-5C96-9C7214990CDC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660400" y="1130300"/>
              <a:ext cx="10858500" cy="7696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/>
            <a:p>
              <a:pPr algn="l"/>
              <a:r>
                <a:rPr b="true" i="true" lang="en-US" sz="2400" u="none">
                  <a:solidFill>
                    <a:srgbClr val="2F2F2F"/>
                  </a:solidFill>
                  <a:ea typeface="微软雅黑"/>
                </a:rPr>
                <a:t>仿真就像在电脑上“假装”搭建电路</a:t>
              </a:r>
            </a:p>
          </p:txBody>
        </p:sp>
        <p:grpSp>
          <p:nvGrpSpPr>
            <p:cNvPr descr="225b38f8-3917-46b9-b137-c4a2b46dc523" id="4" name="组合 3">
              <a:extLst>
                <a:ext uri="{FF2B5EF4-FFF2-40B4-BE49-F238E27FC236}">
                  <a16:creationId id="{585C4B89-5D40-A41C-3705-6EB14915213B}"/>
                </a:ext>
              </a:extLst>
            </p:cNvPr>
            <p:cNvGrpSpPr/>
            <p:nvPr/>
          </p:nvGrpSpPr>
          <p:grpSpPr>
            <a:xfrm>
              <a:off x="1674113" y="2157791"/>
              <a:ext cx="9196363" cy="1266926"/>
              <a:chOff x="1674113" y="2157791"/>
              <a:chExt cx="9196363" cy="1266926"/>
            </a:xfrm>
          </p:grpSpPr>
          <p:sp>
            <p:nvSpPr>
              <p:cNvPr descr="a9fabe55-803a-4e07-9bd5-8109e30eb6c9" id="8" name="Bullet1">
                <a:extLst>
                  <a:ext uri="{FF2B5EF4-FFF2-40B4-BE49-F238E27FC236}">
                    <a16:creationId id="{CCCB3BF0-5D96-ED6F-A92C-64E644AD5053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2643188" y="2522933"/>
                <a:ext cx="8227288" cy="4276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trike="noStrike" sz="1600" u="none">
                    <a:solidFill>
                      <a:srgbClr val="2F2F2F"/>
                    </a:solidFill>
                    <a:ea typeface="微软雅黑"/>
                  </a:rPr>
                  <a:t>仿真的定义</a:t>
                </a:r>
              </a:p>
            </p:txBody>
          </p:sp>
          <p:sp>
            <p:nvSpPr>
              <p:cNvPr descr="76c01472-5c80-407b-bd0e-0c4e7cfa5556" id="9" name="Text1">
                <a:extLst>
                  <a:ext uri="{FF2B5EF4-FFF2-40B4-BE49-F238E27FC236}">
                    <a16:creationId id="{A6EC269C-12D7-1DEE-7249-ABC6DDA69E8C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2643188" y="2974047"/>
                <a:ext cx="8227288" cy="4506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true" lang="en-US" strike="noStrike" sz="1200" u="none">
                    <a:solidFill>
                      <a:srgbClr val="2F2F2F"/>
                    </a:solidFill>
                    <a:ea typeface="微软雅黑"/>
                  </a:rPr>
                  <a:t>仿真是在电脑上模拟搭建电路，能提前测试想法，成本低且安全。</a:t>
                </a:r>
              </a:p>
            </p:txBody>
          </p:sp>
          <p:sp>
            <p:nvSpPr>
              <p:cNvPr descr="dbbcda76-88bf-4bb2-9c67-502d228329d1" id="10" name="Number1">
                <a:extLst>
                  <a:ext uri="{FF2B5EF4-FFF2-40B4-BE49-F238E27FC236}">
                    <a16:creationId id="{60FDE94C-D7A3-FF45-EA0C-F72F7AD41323}"/>
                  </a:ext>
                </a:extLst>
              </p:cNvPr>
              <p:cNvSpPr/>
              <p:nvPr/>
            </p:nvSpPr>
            <p:spPr>
              <a:xfrm flipH="false" flipV="false">
                <a:off x="1674113" y="2157791"/>
                <a:ext cx="923701" cy="642114"/>
              </a:xfrm>
              <a:prstGeom prst="parallelogram">
                <a:avLst/>
              </a:prstGeom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89000">
                    <a:schemeClr val="accent1"/>
                  </a:gs>
                </a:gsLst>
                <a:lin ang="13500000" scaled="1"/>
                <a:tileRect/>
              </a:gradFill>
              <a:ln w="12700">
                <a:solidFill>
                  <a:schemeClr val="accent1"/>
                </a:solidFill>
              </a:ln>
              <a:effectLst>
                <a:outerShdw algn="tl" blurRad="127000" dir="2700000" dist="635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 lnSpcReduction="10000"/>
              </a:bodyPr>
              <a:lstStyle/>
              <a:p>
                <a:pPr algn="ctr"/>
                <a:r>
                  <a:rPr b="true" i="true" lang="en-US" sz="24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feeae0a6-f2d5-4003-a459-479eb55c252e" id="17" name="组合 16">
              <a:extLst>
                <a:ext uri="{FF2B5EF4-FFF2-40B4-BE49-F238E27FC236}">
                  <a16:creationId id="{CBF60CB8-D44D-75CB-8BE6-F7C1D5038F37}"/>
                </a:ext>
              </a:extLst>
            </p:cNvPr>
            <p:cNvGrpSpPr/>
            <p:nvPr/>
          </p:nvGrpSpPr>
          <p:grpSpPr>
            <a:xfrm>
              <a:off x="1254204" y="3490441"/>
              <a:ext cx="9139390" cy="1266925"/>
              <a:chOff x="1254204" y="3490441"/>
              <a:chExt cx="9139390" cy="1266925"/>
            </a:xfrm>
          </p:grpSpPr>
          <p:sp>
            <p:nvSpPr>
              <p:cNvPr descr="6b140b84-9301-4dc4-a786-44befb684074" id="14" name="Bullet2">
                <a:extLst>
                  <a:ext uri="{FF2B5EF4-FFF2-40B4-BE49-F238E27FC236}">
                    <a16:creationId id="{074C408D-A91D-3F50-5597-2B05C7F80749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2166306" y="3855584"/>
                <a:ext cx="8227288" cy="4276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trike="noStrike" sz="1600" u="none">
                    <a:solidFill>
                      <a:srgbClr val="2F2F2F"/>
                    </a:solidFill>
                    <a:ea typeface="微软雅黑"/>
                  </a:rPr>
                  <a:t>仿真的作用</a:t>
                </a:r>
              </a:p>
            </p:txBody>
          </p:sp>
          <p:sp>
            <p:nvSpPr>
              <p:cNvPr descr="148e347f-8700-480b-88b7-823cfeeac147" id="15" name="Text2">
                <a:extLst>
                  <a:ext uri="{FF2B5EF4-FFF2-40B4-BE49-F238E27FC236}">
                    <a16:creationId id="{072CB658-3719-81F3-78AE-D835902AC318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2166306" y="4306697"/>
                <a:ext cx="8227288" cy="4506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true" lang="en-US" strike="noStrike" sz="1200" u="none">
                    <a:solidFill>
                      <a:srgbClr val="2F2F2F"/>
                    </a:solidFill>
                    <a:ea typeface="微软雅黑"/>
                  </a:rPr>
                  <a:t>可在不买真实零件时测试想法，仿真出错也不会损坏真实零件。</a:t>
                </a:r>
              </a:p>
            </p:txBody>
          </p:sp>
          <p:sp>
            <p:nvSpPr>
              <p:cNvPr descr="5f2a90a0-34d7-4229-bb28-4102cc4cf301" id="16" name="Number2">
                <a:extLst>
                  <a:ext uri="{FF2B5EF4-FFF2-40B4-BE49-F238E27FC236}">
                    <a16:creationId id="{385245E9-614C-C333-7A77-A13CBB0F5454}"/>
                  </a:ext>
                </a:extLst>
              </p:cNvPr>
              <p:cNvSpPr/>
              <p:nvPr/>
            </p:nvSpPr>
            <p:spPr>
              <a:xfrm flipH="false" flipV="false">
                <a:off x="1254204" y="3490441"/>
                <a:ext cx="923701" cy="642115"/>
              </a:xfrm>
              <a:prstGeom prst="parallelogram">
                <a:avLst/>
              </a:prstGeom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89000">
                    <a:schemeClr val="accent1"/>
                  </a:gs>
                </a:gsLst>
                <a:lin ang="13500000" scaled="1"/>
                <a:tileRect/>
              </a:gradFill>
              <a:ln w="12700">
                <a:solidFill>
                  <a:schemeClr val="accent1"/>
                </a:solidFill>
              </a:ln>
              <a:effectLst>
                <a:outerShdw algn="tl" blurRad="127000" dir="2700000" dist="635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 lnSpcReduction="10000"/>
              </a:bodyPr>
              <a:lstStyle/>
              <a:p>
                <a:pPr algn="ctr"/>
                <a:r>
                  <a:rPr b="true" i="true" lang="en-US" sz="24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descr="92917db8-1ee5-4ad4-81cf-b4880ffc4fc5" id="24" name="组合 23">
              <a:extLst>
                <a:ext uri="{FF2B5EF4-FFF2-40B4-BE49-F238E27FC236}">
                  <a16:creationId id="{07EA84BB-5547-C658-D9E6-CD77F4C62C3B}"/>
                </a:ext>
              </a:extLst>
            </p:cNvPr>
            <p:cNvGrpSpPr/>
            <p:nvPr/>
          </p:nvGrpSpPr>
          <p:grpSpPr>
            <a:xfrm>
              <a:off x="834295" y="4823090"/>
              <a:ext cx="9196361" cy="1266923"/>
              <a:chOff x="834295" y="4823090"/>
              <a:chExt cx="9196361" cy="1266923"/>
            </a:xfrm>
          </p:grpSpPr>
          <p:sp>
            <p:nvSpPr>
              <p:cNvPr descr="bb3fea97-1321-4682-9d3a-abd31f92e143" id="21" name="Bullet3">
                <a:extLst>
                  <a:ext uri="{FF2B5EF4-FFF2-40B4-BE49-F238E27FC236}">
                    <a16:creationId id="{A0014FFF-47AE-BEBC-FF7E-0BDD19A5CA98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803368" y="5188231"/>
                <a:ext cx="8227288" cy="4276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trike="noStrike" sz="1600" u="none">
                    <a:solidFill>
                      <a:srgbClr val="2F2F2F"/>
                    </a:solidFill>
                    <a:ea typeface="微软雅黑"/>
                  </a:rPr>
                  <a:t>仿真的简单比喻</a:t>
                </a:r>
              </a:p>
            </p:txBody>
          </p:sp>
          <p:sp>
            <p:nvSpPr>
              <p:cNvPr descr="cf3c0f80-f173-440d-8b7c-84195ce128ad" id="22" name="Text3">
                <a:extLst>
                  <a:ext uri="{FF2B5EF4-FFF2-40B4-BE49-F238E27FC236}">
                    <a16:creationId id="{72618404-C6FF-C65B-0C84-56F821E9FCC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803368" y="5639344"/>
                <a:ext cx="8227288" cy="4506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true" lang="en-US" strike="noStrike" sz="1200" u="none">
                    <a:solidFill>
                      <a:srgbClr val="2F2F2F"/>
                    </a:solidFill>
                    <a:ea typeface="微软雅黑"/>
                  </a:rPr>
                  <a:t>就像在Minecraft里搭建房子，先试试看好不好看再真实建造。</a:t>
                </a:r>
              </a:p>
            </p:txBody>
          </p:sp>
          <p:sp>
            <p:nvSpPr>
              <p:cNvPr descr="921ad246-0d6e-48eb-8e6c-c92f65aa4f1a" id="23" name="Number3">
                <a:extLst>
                  <a:ext uri="{FF2B5EF4-FFF2-40B4-BE49-F238E27FC236}">
                    <a16:creationId id="{CB971AC6-367F-A4F5-CD2F-783F13F7DD58}"/>
                  </a:ext>
                </a:extLst>
              </p:cNvPr>
              <p:cNvSpPr/>
              <p:nvPr/>
            </p:nvSpPr>
            <p:spPr>
              <a:xfrm flipH="false" flipV="false">
                <a:off x="834295" y="4823090"/>
                <a:ext cx="923701" cy="642114"/>
              </a:xfrm>
              <a:prstGeom prst="parallelogram">
                <a:avLst/>
              </a:prstGeom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89000">
                    <a:schemeClr val="accent1"/>
                  </a:gs>
                </a:gsLst>
                <a:lin ang="13500000" scaled="1"/>
                <a:tileRect/>
              </a:gradFill>
              <a:ln w="12700">
                <a:solidFill>
                  <a:schemeClr val="accent1"/>
                </a:solidFill>
              </a:ln>
              <a:effectLst>
                <a:outerShdw algn="tl" blurRad="127000" dir="2700000" dist="635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 lnSpcReduction="10000"/>
              </a:bodyPr>
              <a:lstStyle/>
              <a:p>
                <a:pPr algn="ctr"/>
                <a:r>
                  <a:rPr b="true" i="true" lang="en-US" sz="24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438c02dd-0f22-465b-af2a-ce958c13a991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latin typeface="Arial"/>
              </a:rPr>
              <a:t>Proteus仿真软件介绍</a:t>
            </a:r>
          </a:p>
        </p:txBody>
      </p:sp>
      <p:grpSp>
        <p:nvGrpSpPr>
          <p:cNvPr descr="cb60a47b-dd65-4b4c-8faa-5783f85bddc2" id="59" name="24ebb528-3919-43e3-8209-8d8e234fc1ea.source.4.zh-Hans.pptx">
            <a:extLst>
              <a:ext uri="{FF2B5EF4-FFF2-40B4-BE49-F238E27FC236}">
                <a16:creationId id="{2ED26358-9EC0-13A0-C871-DA5B382653D9}"/>
              </a:ext>
            </a:extLst>
          </p:cNvPr>
          <p:cNvGrpSpPr/>
          <p:nvPr/>
        </p:nvGrpSpPr>
        <p:grpSpPr>
          <a:xfrm>
            <a:off x="105800" y="1130300"/>
            <a:ext cx="11967700" cy="5727701"/>
            <a:chOff x="105800" y="1130300"/>
            <a:chExt cx="11967700" cy="5727701"/>
          </a:xfrm>
        </p:grpSpPr>
        <p:sp>
          <p:nvSpPr>
            <p:cNvPr descr="6b281cb9-431d-4d3f-a533-379710d8a897" id="53" name="任意多边形: 形状 52">
              <a:extLst>
                <a:ext uri="{FF2B5EF4-FFF2-40B4-BE49-F238E27FC236}">
                  <a16:creationId id="{5B48FC04-2293-58E7-C39E-DE787B062E91}"/>
                </a:ext>
              </a:extLst>
            </p:cNvPr>
            <p:cNvSpPr/>
            <p:nvPr/>
          </p:nvSpPr>
          <p:spPr>
            <a:xfrm flipH="false" flipV="false">
              <a:off x="105800" y="6076950"/>
              <a:ext cx="11967700" cy="781051"/>
            </a:xfrm>
            <a:custGeom>
              <a:avLst/>
              <a:gdLst>
                <a:gd fmla="*/ 5983850 w 11967700" name="connsiteX0"/>
                <a:gd fmla="*/ 0 h 781051" name="connsiteY0"/>
                <a:gd fmla="*/ 11956001 w 11967700" name="connsiteX1"/>
                <a:gd fmla="*/ 770679 h 781051" name="connsiteY1"/>
                <a:gd fmla="*/ 11967700 w 11967700" name="connsiteX2"/>
                <a:gd fmla="*/ 781051 h 781051" name="connsiteY2"/>
                <a:gd fmla="*/ 0 w 11967700" name="connsiteX3"/>
                <a:gd fmla="*/ 781051 h 781051" name="connsiteY3"/>
                <a:gd fmla="*/ 11699 w 11967700" name="connsiteX4"/>
                <a:gd fmla="*/ 770679 h 781051" name="connsiteY4"/>
                <a:gd fmla="*/ 5983850 w 11967700" name="connsiteX5"/>
                <a:gd fmla="*/ 0 h 781051" name="connsiteY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b="b" l="l" r="r" t="t"/>
              <a:pathLst>
                <a:path h="781051" w="11967700">
                  <a:moveTo>
                    <a:pt x="5983850" y="0"/>
                  </a:moveTo>
                  <a:cubicBezTo>
                    <a:pt x="8929737" y="0"/>
                    <a:pt x="11387572" y="330854"/>
                    <a:pt x="11956001" y="770679"/>
                  </a:cubicBezTo>
                  <a:lnTo>
                    <a:pt x="11967700" y="781051"/>
                  </a:lnTo>
                  <a:lnTo>
                    <a:pt x="0" y="781051"/>
                  </a:lnTo>
                  <a:lnTo>
                    <a:pt x="11699" y="770679"/>
                  </a:lnTo>
                  <a:cubicBezTo>
                    <a:pt x="580128" y="330854"/>
                    <a:pt x="3037963" y="0"/>
                    <a:pt x="5983850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15000"/>
                  </a:schemeClr>
                </a:gs>
              </a:gsLst>
              <a:path path="circle">
                <a:fillToRect b="50000" l="50000" r="50000" t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ctr"/>
            </a:p>
          </p:txBody>
        </p:sp>
        <p:sp>
          <p:nvSpPr>
            <p:cNvPr descr="4bd6c0ae-b569-48d5-a09f-e750fb9288a9" id="50" name="任意多边形: 形状 49">
              <a:extLst>
                <a:ext uri="{FF2B5EF4-FFF2-40B4-BE49-F238E27FC236}">
                  <a16:creationId id="{1F683F27-7814-1927-DA3F-ACBD92F14A2E}"/>
                </a:ext>
              </a:extLst>
            </p:cNvPr>
            <p:cNvSpPr/>
            <p:nvPr/>
          </p:nvSpPr>
          <p:spPr>
            <a:xfrm flipH="false" flipV="false">
              <a:off x="1259391" y="6235700"/>
              <a:ext cx="9660518" cy="622300"/>
            </a:xfrm>
            <a:custGeom>
              <a:avLst/>
              <a:gdLst>
                <a:gd fmla="*/ 4830259 w 9660518" name="connsiteX0"/>
                <a:gd fmla="*/ 0 h 622300" name="connsiteY0"/>
                <a:gd fmla="*/ 9627292 w 9660518" name="connsiteX1"/>
                <a:gd fmla="*/ 602330 h 622300" name="connsiteY1"/>
                <a:gd fmla="*/ 9660518 w 9660518" name="connsiteX2"/>
                <a:gd fmla="*/ 622300 h 622300" name="connsiteY2"/>
                <a:gd fmla="*/ 0 w 9660518" name="connsiteX3"/>
                <a:gd fmla="*/ 622300 h 622300" name="connsiteY3"/>
                <a:gd fmla="*/ 33227 w 9660518" name="connsiteX4"/>
                <a:gd fmla="*/ 602330 h 622300" name="connsiteY4"/>
                <a:gd fmla="*/ 4830259 w 9660518" name="connsiteX5"/>
                <a:gd fmla="*/ 0 h 622300" name="connsiteY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b="b" l="l" r="r" t="t"/>
              <a:pathLst>
                <a:path h="622300" w="9660518">
                  <a:moveTo>
                    <a:pt x="4830259" y="0"/>
                  </a:moveTo>
                  <a:cubicBezTo>
                    <a:pt x="7084169" y="0"/>
                    <a:pt x="8991341" y="253371"/>
                    <a:pt x="9627292" y="602330"/>
                  </a:cubicBezTo>
                  <a:lnTo>
                    <a:pt x="9660518" y="622300"/>
                  </a:lnTo>
                  <a:lnTo>
                    <a:pt x="0" y="622300"/>
                  </a:lnTo>
                  <a:lnTo>
                    <a:pt x="33227" y="602330"/>
                  </a:lnTo>
                  <a:cubicBezTo>
                    <a:pt x="669177" y="253371"/>
                    <a:pt x="2576349" y="0"/>
                    <a:pt x="4830259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15000"/>
                  </a:schemeClr>
                </a:gs>
              </a:gsLst>
              <a:path path="circle">
                <a:fillToRect b="50000" l="50000" r="50000" t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ctr"/>
            </a:p>
          </p:txBody>
        </p:sp>
        <p:sp>
          <p:nvSpPr>
            <p:cNvPr descr="44d315dd-8b98-48b4-adef-7dcb6fc763fa" id="47" name="任意多边形: 形状 46">
              <a:extLst>
                <a:ext uri="{FF2B5EF4-FFF2-40B4-BE49-F238E27FC236}">
                  <a16:creationId id="{01519730-9993-D2EF-D6FB-821AE0B368EA}"/>
                </a:ext>
              </a:extLst>
            </p:cNvPr>
            <p:cNvSpPr/>
            <p:nvPr/>
          </p:nvSpPr>
          <p:spPr>
            <a:xfrm flipH="false" flipV="false">
              <a:off x="4159250" y="6502400"/>
              <a:ext cx="3860800" cy="355600"/>
            </a:xfrm>
            <a:custGeom>
              <a:avLst/>
              <a:gdLst>
                <a:gd fmla="*/ 1930400 w 3860800" name="connsiteX0"/>
                <a:gd fmla="*/ 0 h 355600" name="connsiteY0"/>
                <a:gd fmla="*/ 3860800 w 3860800" name="connsiteX1"/>
                <a:gd fmla="*/ 266700 h 355600" name="connsiteY1"/>
                <a:gd fmla="*/ 3774013 w 3860800" name="connsiteX2"/>
                <a:gd fmla="*/ 346009 h 355600" name="connsiteY2"/>
                <a:gd fmla="*/ 3748603 w 3860800" name="connsiteX3"/>
                <a:gd fmla="*/ 355600 h 355600" name="connsiteY3"/>
                <a:gd fmla="*/ 112197 w 3860800" name="connsiteX4"/>
                <a:gd fmla="*/ 355600 h 355600" name="connsiteY4"/>
                <a:gd fmla="*/ 86787 w 3860800" name="connsiteX5"/>
                <a:gd fmla="*/ 346009 h 355600" name="connsiteY5"/>
                <a:gd fmla="*/ 0 w 3860800" name="connsiteX6"/>
                <a:gd fmla="*/ 266700 h 355600" name="connsiteY6"/>
                <a:gd fmla="*/ 1930400 w 3860800" name="connsiteX7"/>
                <a:gd fmla="*/ 0 h 355600" name="connsiteY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b="b" l="l" r="r" t="t"/>
              <a:pathLst>
                <a:path h="355600" w="3860800">
                  <a:moveTo>
                    <a:pt x="1930400" y="0"/>
                  </a:moveTo>
                  <a:cubicBezTo>
                    <a:pt x="2996530" y="0"/>
                    <a:pt x="3860800" y="119406"/>
                    <a:pt x="3860800" y="266700"/>
                  </a:cubicBezTo>
                  <a:cubicBezTo>
                    <a:pt x="3860800" y="294318"/>
                    <a:pt x="3830416" y="320955"/>
                    <a:pt x="3774013" y="346009"/>
                  </a:cubicBezTo>
                  <a:lnTo>
                    <a:pt x="3748603" y="355600"/>
                  </a:lnTo>
                  <a:lnTo>
                    <a:pt x="112197" y="355600"/>
                  </a:lnTo>
                  <a:lnTo>
                    <a:pt x="86787" y="346009"/>
                  </a:lnTo>
                  <a:cubicBezTo>
                    <a:pt x="30385" y="320955"/>
                    <a:pt x="0" y="294318"/>
                    <a:pt x="0" y="266700"/>
                  </a:cubicBezTo>
                  <a:cubicBezTo>
                    <a:pt x="0" y="119406"/>
                    <a:pt x="864270" y="0"/>
                    <a:pt x="1930400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50000"/>
                  </a:schemeClr>
                </a:gs>
              </a:gsLst>
              <a:path path="circle">
                <a:fillToRect b="50000" l="50000" r="50000" t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ctr"/>
            </a:p>
          </p:txBody>
        </p:sp>
        <p:sp>
          <p:nvSpPr>
            <p:cNvPr descr="abbdd164-6c06-42c2-9960-b59567375323" id="3" name="Title">
              <a:extLst>
                <a:ext uri="{FF2B5EF4-FFF2-40B4-BE49-F238E27FC236}">
                  <a16:creationId id="{85BF2160-ACEA-9DCA-C10D-05CF2C19D53F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anchor="ctr" anchorCtr="fals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latin typeface="Arial"/>
                </a:rPr>
                <a:t>Proteus是虚拟实验室</a:t>
              </a:r>
            </a:p>
          </p:txBody>
        </p:sp>
        <p:cxnSp>
          <p:nvCxnSpPr>
            <p:cNvPr descr="cbfd898b-726f-4bd3-bce9-3a84cb6cce18" id="31" name="连接符: 肘形 30">
              <a:extLst>
                <a:ext uri="{FF2B5EF4-FFF2-40B4-BE49-F238E27FC236}">
                  <a16:creationId id="{54998938-599F-0496-57A2-A76FBEC48B5E}"/>
                </a:ext>
              </a:extLst>
            </p:cNvPr>
            <p:cNvCxnSpPr>
              <a:stCxn id="22" idx="4"/>
            </p:cNvCxnSpPr>
            <p:nvPr/>
          </p:nvCxnSpPr>
          <p:spPr>
            <a:xfrm flipH="true" flipV="false" rot="16200000">
              <a:off x="3571875" y="3984625"/>
              <a:ext cx="850900" cy="4184650"/>
            </a:xfrm>
            <a:prstGeom prst="bentConnector3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fbe2f21e-91a3-44c0-af9f-0d4c3e8bebbd" id="33" name="连接符: 肘形 32">
              <a:extLst>
                <a:ext uri="{FF2B5EF4-FFF2-40B4-BE49-F238E27FC236}">
                  <a16:creationId id="{824AF592-37CC-8C57-B2F4-F43F78321FD4}"/>
                </a:ext>
              </a:extLst>
            </p:cNvPr>
            <p:cNvCxnSpPr>
              <a:stCxn id="23" idx="4"/>
            </p:cNvCxnSpPr>
            <p:nvPr/>
          </p:nvCxnSpPr>
          <p:spPr>
            <a:xfrm flipH="true" flipV="false" rot="16200000">
              <a:off x="4966758" y="5379508"/>
              <a:ext cx="850900" cy="1394883"/>
            </a:xfrm>
            <a:prstGeom prst="bentConnector3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f442c4c0-8a24-40a8-bddc-07ed284d2c26" id="35" name="连接符: 肘形 34">
              <a:extLst>
                <a:ext uri="{FF2B5EF4-FFF2-40B4-BE49-F238E27FC236}">
                  <a16:creationId id="{EFC5CFA9-3A84-89A0-C904-6DDCDE5F7467}"/>
                </a:ext>
              </a:extLst>
            </p:cNvPr>
            <p:cNvCxnSpPr>
              <a:stCxn id="24" idx="4"/>
            </p:cNvCxnSpPr>
            <p:nvPr/>
          </p:nvCxnSpPr>
          <p:spPr>
            <a:xfrm flipH="false" flipV="false" rot="5400000">
              <a:off x="6361642" y="5379508"/>
              <a:ext cx="850900" cy="1394884"/>
            </a:xfrm>
            <a:prstGeom prst="bentConnector3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c39393be-7e27-49e9-8ba8-2611a3a345a2" id="37" name="连接符: 肘形 36">
              <a:extLst>
                <a:ext uri="{FF2B5EF4-FFF2-40B4-BE49-F238E27FC236}">
                  <a16:creationId id="{6A367896-6532-3472-88F2-93B4771E5F6C}"/>
                </a:ext>
              </a:extLst>
            </p:cNvPr>
            <p:cNvCxnSpPr>
              <a:stCxn id="25" idx="4"/>
            </p:cNvCxnSpPr>
            <p:nvPr/>
          </p:nvCxnSpPr>
          <p:spPr>
            <a:xfrm flipH="false" flipV="false" rot="5400000">
              <a:off x="7756526" y="3984625"/>
              <a:ext cx="850900" cy="4184651"/>
            </a:xfrm>
            <a:prstGeom prst="bentConnector3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9bba026f-7c89-40ef-b742-92e76e7ba5e6" id="55" name="组合 54">
              <a:extLst>
                <a:ext uri="{FF2B5EF4-FFF2-40B4-BE49-F238E27FC236}">
                  <a16:creationId id="{15F535F7-DB2E-6926-FA35-6B8C32043111}"/>
                </a:ext>
              </a:extLst>
            </p:cNvPr>
            <p:cNvGrpSpPr/>
            <p:nvPr/>
          </p:nvGrpSpPr>
          <p:grpSpPr>
            <a:xfrm>
              <a:off x="660400" y="1955800"/>
              <a:ext cx="2489200" cy="3695700"/>
              <a:chOff x="660400" y="1955800"/>
              <a:chExt cx="2489200" cy="3695700"/>
            </a:xfrm>
          </p:grpSpPr>
          <p:sp>
            <p:nvSpPr>
              <p:cNvPr descr="71252937-3fed-455a-a9a8-5a08293ca747" id="6" name="ComponentBackground1">
                <a:extLst>
                  <a:ext uri="{FF2B5EF4-FFF2-40B4-BE49-F238E27FC236}">
                    <a16:creationId id="{23BCA240-A60D-E2D0-764D-ACB3FF8B0024}"/>
                  </a:ext>
                </a:extLst>
              </p:cNvPr>
              <p:cNvSpPr/>
              <p:nvPr/>
            </p:nvSpPr>
            <p:spPr>
              <a:xfrm flipH="false" flipV="false">
                <a:off x="660400" y="1955800"/>
                <a:ext cx="2489200" cy="34036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fed7e349-ebf0-4be5-b543-b8a002fe1466" id="10" name="Bullet1">
                <a:extLst>
                  <a:ext uri="{FF2B5EF4-FFF2-40B4-BE49-F238E27FC236}">
                    <a16:creationId id="{5CC5A6A8-EF32-00E5-ED08-B347CF390A4C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762000" y="2597150"/>
                <a:ext cx="2286000" cy="9017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latin typeface="Arial"/>
                  </a:rPr>
                  <a:t>Proteus的基本概念</a:t>
                </a:r>
              </a:p>
            </p:txBody>
          </p:sp>
          <p:sp>
            <p:nvSpPr>
              <p:cNvPr descr="7eea5617-051b-4d75-819f-e2a6ab7af24a" id="11" name="Text1">
                <a:extLst>
                  <a:ext uri="{FF2B5EF4-FFF2-40B4-BE49-F238E27FC236}">
                    <a16:creationId id="{B20827C6-E513-7E99-3A7B-9270ADD44FB0}"/>
                  </a:ext>
                </a:extLst>
              </p:cNvPr>
              <p:cNvSpPr/>
              <p:nvPr/>
            </p:nvSpPr>
            <p:spPr>
              <a:xfrm flipH="false" flipV="false">
                <a:off x="762002" y="3498850"/>
                <a:ext cx="2285996" cy="1219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latin typeface="Arial"/>
                  </a:rPr>
                  <a:t>Proteus是虚拟实验室，可拖放电子元件，还能看到电流流动情况。</a:t>
                </a:r>
              </a:p>
            </p:txBody>
          </p:sp>
          <p:sp>
            <p:nvSpPr>
              <p:cNvPr descr="8754bf4e-e5cd-44eb-9861-c6a3a6e65267" id="22" name="IconBackground1">
                <a:extLst>
                  <a:ext uri="{FF2B5EF4-FFF2-40B4-BE49-F238E27FC236}">
                    <a16:creationId id="{51935D4E-DF3B-CD66-C09C-CF2256F23A70}"/>
                  </a:ext>
                </a:extLst>
              </p:cNvPr>
              <p:cNvSpPr/>
              <p:nvPr/>
            </p:nvSpPr>
            <p:spPr>
              <a:xfrm flipH="false" flipV="false">
                <a:off x="1612900" y="5067300"/>
                <a:ext cx="584200" cy="584200"/>
              </a:xfrm>
              <a:prstGeom prst="ellipse">
                <a:avLst/>
              </a:prstGeom>
              <a:gradFill flip="none" rotWithShape="1">
                <a:gsLst>
                  <a:gs pos="5000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00688f88-19e4-4e48-9f9b-76f4f2a56c13" id="26" name="Icon1">
                <a:extLst>
                  <a:ext uri="{FF2B5EF4-FFF2-40B4-BE49-F238E27FC236}">
                    <a16:creationId id="{C09976EF-2EFF-142E-D08C-BB350FB48D21}"/>
                  </a:ext>
                </a:extLst>
              </p:cNvPr>
              <p:cNvSpPr/>
              <p:nvPr/>
            </p:nvSpPr>
            <p:spPr>
              <a:xfrm flipH="false" flipV="false">
                <a:off x="1755890" y="5239230"/>
                <a:ext cx="298220" cy="240340"/>
              </a:xfrm>
              <a:custGeom>
                <a:avLst/>
                <a:gdLst>
                  <a:gd fmla="*/ 205376 w 586505" name="connsiteX0"/>
                  <a:gd fmla="*/ 414381 h 472676" name="connsiteY0"/>
                  <a:gd fmla="*/ 381205 w 586505" name="connsiteX1"/>
                  <a:gd fmla="*/ 414381 h 472676" name="connsiteY1"/>
                  <a:gd fmla="*/ 440224 w 586505" name="connsiteX2"/>
                  <a:gd fmla="*/ 472676 h 472676" name="connsiteY2"/>
                  <a:gd fmla="*/ 146971 w 586505" name="connsiteX3"/>
                  <a:gd fmla="*/ 472676 h 472676" name="connsiteY3"/>
                  <a:gd fmla="*/ 360870 w 586505" name="connsiteX4"/>
                  <a:gd fmla="*/ 179226 h 472676" name="connsiteY4"/>
                  <a:gd fmla="*/ 397120 w 586505" name="connsiteX5"/>
                  <a:gd fmla="*/ 215427 h 472676" name="connsiteY5"/>
                  <a:gd fmla="*/ 360870 w 586505" name="connsiteX6"/>
                  <a:gd fmla="*/ 251628 h 472676" name="connsiteY6"/>
                  <a:gd fmla="*/ 324620 w 586505" name="connsiteX7"/>
                  <a:gd fmla="*/ 215427 h 472676" name="connsiteY7"/>
                  <a:gd fmla="*/ 360870 w 586505" name="connsiteX8"/>
                  <a:gd fmla="*/ 179226 h 472676" name="connsiteY8"/>
                  <a:gd fmla="*/ 344895 w 586505" name="connsiteX9"/>
                  <a:gd fmla="*/ 111709 h 472676" name="connsiteY9"/>
                  <a:gd fmla="*/ 338132 w 586505" name="connsiteX10"/>
                  <a:gd fmla="*/ 147309 h 472676" name="connsiteY10"/>
                  <a:gd fmla="*/ 328295 w 586505" name="connsiteX11"/>
                  <a:gd fmla="*/ 150992 h 472676" name="connsiteY11"/>
                  <a:gd fmla="*/ 298171 w 586505" name="connsiteX12"/>
                  <a:gd fmla="*/ 131350 h 472676" name="connsiteY12"/>
                  <a:gd fmla="*/ 276654 w 586505" name="connsiteX13"/>
                  <a:gd fmla="*/ 152833 h 472676" name="connsiteY13"/>
                  <a:gd fmla="*/ 296327 w 586505" name="connsiteX14"/>
                  <a:gd fmla="*/ 182909 h 472676" name="connsiteY14"/>
                  <a:gd fmla="*/ 292023 w 586505" name="connsiteX15"/>
                  <a:gd fmla="*/ 192729 h 472676" name="connsiteY15"/>
                  <a:gd fmla="*/ 256980 w 586505" name="connsiteX16"/>
                  <a:gd fmla="*/ 200095 h 472676" name="connsiteY16"/>
                  <a:gd fmla="*/ 256980 w 586505" name="connsiteX17"/>
                  <a:gd fmla="*/ 230784 h 472676" name="connsiteY17"/>
                  <a:gd fmla="*/ 292023 w 586505" name="connsiteX18"/>
                  <a:gd fmla="*/ 238149 h 472676" name="connsiteY18"/>
                  <a:gd fmla="*/ 296327 w 586505" name="connsiteX19"/>
                  <a:gd fmla="*/ 247970 h 472676" name="connsiteY19"/>
                  <a:gd fmla="*/ 276654 w 586505" name="connsiteX20"/>
                  <a:gd fmla="*/ 277432 h 472676" name="connsiteY20"/>
                  <a:gd fmla="*/ 298171 w 586505" name="connsiteX21"/>
                  <a:gd fmla="*/ 299528 h 472676" name="connsiteY21"/>
                  <a:gd fmla="*/ 328295 w 586505" name="connsiteX22"/>
                  <a:gd fmla="*/ 279887 h 472676" name="connsiteY22"/>
                  <a:gd fmla="*/ 338132 w 586505" name="connsiteX23"/>
                  <a:gd fmla="*/ 283570 h 472676" name="connsiteY23"/>
                  <a:gd fmla="*/ 344895 w 586505" name="connsiteX24"/>
                  <a:gd fmla="*/ 318556 h 472676" name="connsiteY24"/>
                  <a:gd fmla="*/ 376249 w 586505" name="connsiteX25"/>
                  <a:gd fmla="*/ 318556 h 472676" name="connsiteY25"/>
                  <a:gd fmla="*/ 383011 w 586505" name="connsiteX26"/>
                  <a:gd fmla="*/ 283570 h 472676" name="connsiteY26"/>
                  <a:gd fmla="*/ 393463 w 586505" name="connsiteX27"/>
                  <a:gd fmla="*/ 279887 h 472676" name="connsiteY27"/>
                  <a:gd fmla="*/ 422972 w 586505" name="connsiteX28"/>
                  <a:gd fmla="*/ 299528 h 472676" name="connsiteY28"/>
                  <a:gd fmla="*/ 445105 w 586505" name="connsiteX29"/>
                  <a:gd fmla="*/ 277432 h 472676" name="connsiteY29"/>
                  <a:gd fmla="*/ 425432 w 586505" name="connsiteX30"/>
                  <a:gd fmla="*/ 247970 h 472676" name="connsiteY30"/>
                  <a:gd fmla="*/ 429120 w 586505" name="connsiteX31"/>
                  <a:gd fmla="*/ 237536 h 472676" name="connsiteY31"/>
                  <a:gd fmla="*/ 464163 w 586505" name="connsiteX32"/>
                  <a:gd fmla="*/ 230784 h 472676" name="connsiteY32"/>
                  <a:gd fmla="*/ 464163 w 586505" name="connsiteX33"/>
                  <a:gd fmla="*/ 199481 h 472676" name="connsiteY33"/>
                  <a:gd fmla="*/ 429120 w 586505" name="connsiteX34"/>
                  <a:gd fmla="*/ 192729 h 472676" name="connsiteY34"/>
                  <a:gd fmla="*/ 425432 w 586505" name="connsiteX35"/>
                  <a:gd fmla="*/ 182909 h 472676" name="connsiteY35"/>
                  <a:gd fmla="*/ 445105 w 586505" name="connsiteX36"/>
                  <a:gd fmla="*/ 152833 h 472676" name="connsiteY36"/>
                  <a:gd fmla="*/ 422972 w 586505" name="connsiteX37"/>
                  <a:gd fmla="*/ 131350 h 472676" name="connsiteY37"/>
                  <a:gd fmla="*/ 393463 w 586505" name="connsiteX38"/>
                  <a:gd fmla="*/ 150992 h 472676" name="connsiteY38"/>
                  <a:gd fmla="*/ 383626 w 586505" name="connsiteX39"/>
                  <a:gd fmla="*/ 147309 h 472676" name="connsiteY39"/>
                  <a:gd fmla="*/ 376249 w 586505" name="connsiteX40"/>
                  <a:gd fmla="*/ 111709 h 472676" name="connsiteY40"/>
                  <a:gd fmla="*/ 195847 w 586505" name="connsiteX41"/>
                  <a:gd fmla="*/ 109193 h 472676" name="connsiteY41"/>
                  <a:gd fmla="*/ 221345 w 586505" name="connsiteX42"/>
                  <a:gd fmla="*/ 134691 h 472676" name="connsiteY42"/>
                  <a:gd fmla="*/ 195847 w 586505" name="connsiteX43"/>
                  <a:gd fmla="*/ 160189 h 472676" name="connsiteY43"/>
                  <a:gd fmla="*/ 170349 w 586505" name="connsiteX44"/>
                  <a:gd fmla="*/ 134691 h 472676" name="connsiteY44"/>
                  <a:gd fmla="*/ 195847 w 586505" name="connsiteX45"/>
                  <a:gd fmla="*/ 109193 h 472676" name="connsiteY45"/>
                  <a:gd fmla="*/ 187510 w 586505" name="connsiteX46"/>
                  <a:gd fmla="*/ 61993 h 472676" name="connsiteY46"/>
                  <a:gd fmla="*/ 165992 w 586505" name="connsiteX47"/>
                  <a:gd fmla="*/ 67517 h 472676" name="connsiteY47"/>
                  <a:gd fmla="*/ 167837 w 586505" name="connsiteX48"/>
                  <a:gd fmla="*/ 92682 h 472676" name="connsiteY48"/>
                  <a:gd fmla="*/ 161689 w 586505" name="connsiteX49"/>
                  <a:gd fmla="*/ 96978 h 472676" name="connsiteY49"/>
                  <a:gd fmla="*/ 137712 w 586505" name="connsiteX50"/>
                  <a:gd fmla="*/ 88999 h 472676" name="connsiteY50"/>
                  <a:gd fmla="*/ 127261 w 586505" name="connsiteX51"/>
                  <a:gd fmla="*/ 108027 h 472676" name="connsiteY51"/>
                  <a:gd fmla="*/ 145704 w 586505" name="connsiteX52"/>
                  <a:gd fmla="*/ 124599 h 472676" name="connsiteY52"/>
                  <a:gd fmla="*/ 145090 w 586505" name="connsiteX53"/>
                  <a:gd fmla="*/ 131964 h 472676" name="connsiteY53"/>
                  <a:gd fmla="*/ 122342 w 586505" name="connsiteX54"/>
                  <a:gd fmla="*/ 143012 h 472676" name="connsiteY54"/>
                  <a:gd fmla="*/ 127876 w 586505" name="connsiteX55"/>
                  <a:gd fmla="*/ 164495 h 472676" name="connsiteY55"/>
                  <a:gd fmla="*/ 153082 w 586505" name="connsiteX56"/>
                  <a:gd fmla="*/ 162654 h 472676" name="connsiteY56"/>
                  <a:gd fmla="*/ 158000 w 586505" name="connsiteX57"/>
                  <a:gd fmla="*/ 168791 h 472676" name="connsiteY57"/>
                  <a:gd fmla="*/ 150008 w 586505" name="connsiteX58"/>
                  <a:gd fmla="*/ 192729 h 472676" name="connsiteY58"/>
                  <a:gd fmla="*/ 168451 w 586505" name="connsiteX59"/>
                  <a:gd fmla="*/ 203164 h 472676" name="connsiteY59"/>
                  <a:gd fmla="*/ 185051 w 586505" name="connsiteX60"/>
                  <a:gd fmla="*/ 184750 h 472676" name="connsiteY60"/>
                  <a:gd fmla="*/ 192428 w 586505" name="connsiteX61"/>
                  <a:gd fmla="*/ 185364 h 472676" name="connsiteY61"/>
                  <a:gd fmla="*/ 204109 w 586505" name="connsiteX62"/>
                  <a:gd fmla="*/ 208074 h 472676" name="connsiteY62"/>
                  <a:gd fmla="*/ 225012 w 586505" name="connsiteX63"/>
                  <a:gd fmla="*/ 202550 h 472676" name="connsiteY63"/>
                  <a:gd fmla="*/ 223167 w 586505" name="connsiteX64"/>
                  <a:gd fmla="*/ 177385 h 472676" name="connsiteY64"/>
                  <a:gd fmla="*/ 229315 w 586505" name="connsiteX65"/>
                  <a:gd fmla="*/ 172474 h 472676" name="connsiteY65"/>
                  <a:gd fmla="*/ 253292 w 586505" name="connsiteX66"/>
                  <a:gd fmla="*/ 181067 h 472676" name="connsiteY66"/>
                  <a:gd fmla="*/ 264358 w 586505" name="connsiteX67"/>
                  <a:gd fmla="*/ 162040 h 472676" name="connsiteY67"/>
                  <a:gd fmla="*/ 245300 w 586505" name="connsiteX68"/>
                  <a:gd fmla="*/ 145468 h 472676" name="connsiteY68"/>
                  <a:gd fmla="*/ 246529 w 586505" name="connsiteX69"/>
                  <a:gd fmla="*/ 137488 h 472676" name="connsiteY69"/>
                  <a:gd fmla="*/ 268661 w 586505" name="connsiteX70"/>
                  <a:gd fmla="*/ 126440 h 472676" name="connsiteY70"/>
                  <a:gd fmla="*/ 263128 w 586505" name="connsiteX71"/>
                  <a:gd fmla="*/ 105571 h 472676" name="connsiteY71"/>
                  <a:gd fmla="*/ 237922 w 586505" name="connsiteX72"/>
                  <a:gd fmla="*/ 107413 h 472676" name="connsiteY72"/>
                  <a:gd fmla="*/ 233619 w 586505" name="connsiteX73"/>
                  <a:gd fmla="*/ 101275 h 472676" name="connsiteY73"/>
                  <a:gd fmla="*/ 241611 w 586505" name="connsiteX74"/>
                  <a:gd fmla="*/ 77337 h 472676" name="connsiteY74"/>
                  <a:gd fmla="*/ 222552 w 586505" name="connsiteX75"/>
                  <a:gd fmla="*/ 66289 h 472676" name="connsiteY75"/>
                  <a:gd fmla="*/ 205953 w 586505" name="connsiteX76"/>
                  <a:gd fmla="*/ 85316 h 472676" name="connsiteY76"/>
                  <a:gd fmla="*/ 198576 w 586505" name="connsiteX77"/>
                  <a:gd fmla="*/ 84703 h 472676" name="connsiteY77"/>
                  <a:gd fmla="*/ 0 w 586505" name="connsiteX78"/>
                  <a:gd fmla="*/ 0 h 472676" name="connsiteY78"/>
                  <a:gd fmla="*/ 586505 w 586505" name="connsiteX79"/>
                  <a:gd fmla="*/ 0 h 472676" name="connsiteY79"/>
                  <a:gd fmla="*/ 586505 w 586505" name="connsiteX80"/>
                  <a:gd fmla="*/ 380548 h 472676" name="connsiteY80"/>
                  <a:gd fmla="*/ 0 w 586505" name="connsiteX81"/>
                  <a:gd fmla="*/ 380548 h 472676" name="connsiteY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b="b" l="l" r="r" t="t"/>
                <a:pathLst>
                  <a:path h="472676" w="586505">
                    <a:moveTo>
                      <a:pt x="205376" y="414381"/>
                    </a:moveTo>
                    <a:lnTo>
                      <a:pt x="381205" y="414381"/>
                    </a:lnTo>
                    <a:lnTo>
                      <a:pt x="440224" y="472676"/>
                    </a:lnTo>
                    <a:lnTo>
                      <a:pt x="146971" y="472676"/>
                    </a:lnTo>
                    <a:close/>
                    <a:moveTo>
                      <a:pt x="360870" y="179226"/>
                    </a:moveTo>
                    <a:cubicBezTo>
                      <a:pt x="380890" y="179226"/>
                      <a:pt x="397120" y="195434"/>
                      <a:pt x="397120" y="215427"/>
                    </a:cubicBezTo>
                    <a:cubicBezTo>
                      <a:pt x="397120" y="235420"/>
                      <a:pt x="380890" y="251628"/>
                      <a:pt x="360870" y="251628"/>
                    </a:cubicBezTo>
                    <a:cubicBezTo>
                      <a:pt x="340850" y="251628"/>
                      <a:pt x="324620" y="235420"/>
                      <a:pt x="324620" y="215427"/>
                    </a:cubicBezTo>
                    <a:cubicBezTo>
                      <a:pt x="324620" y="195434"/>
                      <a:pt x="340850" y="179226"/>
                      <a:pt x="360870" y="179226"/>
                    </a:cubicBezTo>
                    <a:close/>
                    <a:moveTo>
                      <a:pt x="344895" y="111709"/>
                    </a:moveTo>
                    <a:lnTo>
                      <a:pt x="338132" y="147309"/>
                    </a:lnTo>
                    <a:cubicBezTo>
                      <a:pt x="334443" y="148536"/>
                      <a:pt x="331369" y="149150"/>
                      <a:pt x="328295" y="150992"/>
                    </a:cubicBezTo>
                    <a:lnTo>
                      <a:pt x="298171" y="131350"/>
                    </a:lnTo>
                    <a:lnTo>
                      <a:pt x="276654" y="152833"/>
                    </a:lnTo>
                    <a:lnTo>
                      <a:pt x="296327" y="182909"/>
                    </a:lnTo>
                    <a:cubicBezTo>
                      <a:pt x="294482" y="185978"/>
                      <a:pt x="293253" y="189046"/>
                      <a:pt x="292023" y="192729"/>
                    </a:cubicBezTo>
                    <a:lnTo>
                      <a:pt x="256980" y="200095"/>
                    </a:lnTo>
                    <a:lnTo>
                      <a:pt x="256980" y="230784"/>
                    </a:lnTo>
                    <a:lnTo>
                      <a:pt x="292023" y="238149"/>
                    </a:lnTo>
                    <a:cubicBezTo>
                      <a:pt x="293253" y="241218"/>
                      <a:pt x="294482" y="244901"/>
                      <a:pt x="296327" y="247970"/>
                    </a:cubicBezTo>
                    <a:lnTo>
                      <a:pt x="276654" y="277432"/>
                    </a:lnTo>
                    <a:lnTo>
                      <a:pt x="298171" y="299528"/>
                    </a:lnTo>
                    <a:lnTo>
                      <a:pt x="328295" y="279887"/>
                    </a:lnTo>
                    <a:cubicBezTo>
                      <a:pt x="331369" y="281115"/>
                      <a:pt x="334443" y="282342"/>
                      <a:pt x="338132" y="283570"/>
                    </a:cubicBezTo>
                    <a:lnTo>
                      <a:pt x="344895" y="318556"/>
                    </a:lnTo>
                    <a:lnTo>
                      <a:pt x="376249" y="318556"/>
                    </a:lnTo>
                    <a:lnTo>
                      <a:pt x="383011" y="283570"/>
                    </a:lnTo>
                    <a:cubicBezTo>
                      <a:pt x="386700" y="282342"/>
                      <a:pt x="390389" y="281115"/>
                      <a:pt x="393463" y="279887"/>
                    </a:cubicBezTo>
                    <a:lnTo>
                      <a:pt x="422972" y="299528"/>
                    </a:lnTo>
                    <a:lnTo>
                      <a:pt x="445105" y="277432"/>
                    </a:lnTo>
                    <a:lnTo>
                      <a:pt x="425432" y="247970"/>
                    </a:lnTo>
                    <a:cubicBezTo>
                      <a:pt x="426661" y="244901"/>
                      <a:pt x="427891" y="241218"/>
                      <a:pt x="429120" y="237536"/>
                    </a:cubicBezTo>
                    <a:lnTo>
                      <a:pt x="464163" y="230784"/>
                    </a:lnTo>
                    <a:lnTo>
                      <a:pt x="464163" y="199481"/>
                    </a:lnTo>
                    <a:lnTo>
                      <a:pt x="429120" y="192729"/>
                    </a:lnTo>
                    <a:cubicBezTo>
                      <a:pt x="428505" y="189046"/>
                      <a:pt x="426661" y="185978"/>
                      <a:pt x="425432" y="182909"/>
                    </a:cubicBezTo>
                    <a:lnTo>
                      <a:pt x="445105" y="152833"/>
                    </a:lnTo>
                    <a:lnTo>
                      <a:pt x="422972" y="131350"/>
                    </a:lnTo>
                    <a:lnTo>
                      <a:pt x="393463" y="150992"/>
                    </a:lnTo>
                    <a:cubicBezTo>
                      <a:pt x="390389" y="149150"/>
                      <a:pt x="386700" y="148536"/>
                      <a:pt x="383626" y="147309"/>
                    </a:cubicBezTo>
                    <a:lnTo>
                      <a:pt x="376249" y="111709"/>
                    </a:lnTo>
                    <a:close/>
                    <a:moveTo>
                      <a:pt x="195847" y="109193"/>
                    </a:moveTo>
                    <a:cubicBezTo>
                      <a:pt x="209929" y="109193"/>
                      <a:pt x="221345" y="120609"/>
                      <a:pt x="221345" y="134691"/>
                    </a:cubicBezTo>
                    <a:cubicBezTo>
                      <a:pt x="221345" y="148773"/>
                      <a:pt x="209929" y="160189"/>
                      <a:pt x="195847" y="160189"/>
                    </a:cubicBezTo>
                    <a:cubicBezTo>
                      <a:pt x="181765" y="160189"/>
                      <a:pt x="170349" y="148773"/>
                      <a:pt x="170349" y="134691"/>
                    </a:cubicBezTo>
                    <a:cubicBezTo>
                      <a:pt x="170349" y="120609"/>
                      <a:pt x="181765" y="109193"/>
                      <a:pt x="195847" y="109193"/>
                    </a:cubicBezTo>
                    <a:close/>
                    <a:moveTo>
                      <a:pt x="187510" y="61993"/>
                    </a:moveTo>
                    <a:lnTo>
                      <a:pt x="165992" y="67517"/>
                    </a:lnTo>
                    <a:lnTo>
                      <a:pt x="167837" y="92682"/>
                    </a:lnTo>
                    <a:cubicBezTo>
                      <a:pt x="165992" y="93909"/>
                      <a:pt x="163533" y="95751"/>
                      <a:pt x="161689" y="96978"/>
                    </a:cubicBezTo>
                    <a:lnTo>
                      <a:pt x="137712" y="88999"/>
                    </a:lnTo>
                    <a:lnTo>
                      <a:pt x="127261" y="108027"/>
                    </a:lnTo>
                    <a:lnTo>
                      <a:pt x="145704" y="124599"/>
                    </a:lnTo>
                    <a:cubicBezTo>
                      <a:pt x="145090" y="127054"/>
                      <a:pt x="145090" y="129509"/>
                      <a:pt x="145090" y="131964"/>
                    </a:cubicBezTo>
                    <a:lnTo>
                      <a:pt x="122342" y="143012"/>
                    </a:lnTo>
                    <a:lnTo>
                      <a:pt x="127876" y="164495"/>
                    </a:lnTo>
                    <a:lnTo>
                      <a:pt x="153082" y="162654"/>
                    </a:lnTo>
                    <a:cubicBezTo>
                      <a:pt x="154311" y="165109"/>
                      <a:pt x="156156" y="166950"/>
                      <a:pt x="158000" y="168791"/>
                    </a:cubicBezTo>
                    <a:lnTo>
                      <a:pt x="150008" y="192729"/>
                    </a:lnTo>
                    <a:lnTo>
                      <a:pt x="168451" y="203164"/>
                    </a:lnTo>
                    <a:lnTo>
                      <a:pt x="185051" y="184750"/>
                    </a:lnTo>
                    <a:cubicBezTo>
                      <a:pt x="187510" y="185364"/>
                      <a:pt x="189969" y="185364"/>
                      <a:pt x="192428" y="185364"/>
                    </a:cubicBezTo>
                    <a:lnTo>
                      <a:pt x="204109" y="208074"/>
                    </a:lnTo>
                    <a:lnTo>
                      <a:pt x="225012" y="202550"/>
                    </a:lnTo>
                    <a:lnTo>
                      <a:pt x="223167" y="177385"/>
                    </a:lnTo>
                    <a:cubicBezTo>
                      <a:pt x="225626" y="175543"/>
                      <a:pt x="227471" y="174316"/>
                      <a:pt x="229315" y="172474"/>
                    </a:cubicBezTo>
                    <a:lnTo>
                      <a:pt x="253292" y="181067"/>
                    </a:lnTo>
                    <a:lnTo>
                      <a:pt x="264358" y="162040"/>
                    </a:lnTo>
                    <a:lnTo>
                      <a:pt x="245300" y="145468"/>
                    </a:lnTo>
                    <a:cubicBezTo>
                      <a:pt x="245914" y="143012"/>
                      <a:pt x="245914" y="140557"/>
                      <a:pt x="246529" y="137488"/>
                    </a:cubicBezTo>
                    <a:lnTo>
                      <a:pt x="268661" y="126440"/>
                    </a:lnTo>
                    <a:lnTo>
                      <a:pt x="263128" y="105571"/>
                    </a:lnTo>
                    <a:lnTo>
                      <a:pt x="237922" y="107413"/>
                    </a:lnTo>
                    <a:cubicBezTo>
                      <a:pt x="236693" y="104958"/>
                      <a:pt x="235463" y="103116"/>
                      <a:pt x="233619" y="101275"/>
                    </a:cubicBezTo>
                    <a:lnTo>
                      <a:pt x="241611" y="77337"/>
                    </a:lnTo>
                    <a:lnTo>
                      <a:pt x="222552" y="66289"/>
                    </a:lnTo>
                    <a:lnTo>
                      <a:pt x="205953" y="85316"/>
                    </a:lnTo>
                    <a:cubicBezTo>
                      <a:pt x="203494" y="84703"/>
                      <a:pt x="201035" y="84703"/>
                      <a:pt x="198576" y="84703"/>
                    </a:cubicBezTo>
                    <a:close/>
                    <a:moveTo>
                      <a:pt x="0" y="0"/>
                    </a:moveTo>
                    <a:lnTo>
                      <a:pt x="586505" y="0"/>
                    </a:lnTo>
                    <a:lnTo>
                      <a:pt x="586505" y="380548"/>
                    </a:lnTo>
                    <a:lnTo>
                      <a:pt x="0" y="3805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3732660c-f637-4e01-a75f-5de69795b621" id="38" name="Number1">
                <a:extLst>
                  <a:ext uri="{FF2B5EF4-FFF2-40B4-BE49-F238E27FC236}">
                    <a16:creationId id="{27769B48-33FE-9DDF-8FEA-8950971C73D5}"/>
                  </a:ext>
                </a:extLst>
              </p:cNvPr>
              <p:cNvSpPr txBox="1"/>
              <p:nvPr/>
            </p:nvSpPr>
            <p:spPr>
              <a:xfrm flipH="false" flipV="false">
                <a:off x="1684395" y="1955800"/>
                <a:ext cx="441210" cy="707886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spAutoFit/>
              </a:bodyPr>
              <a:lstStyle/>
              <a:p>
                <a:pPr algn="ctr"/>
                <a:r>
                  <a:rPr b="true" i="false" lang="en-US" sz="4000" u="none">
                    <a:solidFill>
                      <a:srgbClr val="1C48EA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48b100b6-fa8f-4358-99ac-a47671d30b0d" id="56" name="组合 55">
              <a:extLst>
                <a:ext uri="{FF2B5EF4-FFF2-40B4-BE49-F238E27FC236}">
                  <a16:creationId id="{CDD00388-3D00-E4AC-8191-AD4BCBC47312}"/>
                </a:ext>
              </a:extLst>
            </p:cNvPr>
            <p:cNvGrpSpPr/>
            <p:nvPr/>
          </p:nvGrpSpPr>
          <p:grpSpPr>
            <a:xfrm>
              <a:off x="3450167" y="1955800"/>
              <a:ext cx="2489200" cy="3695700"/>
              <a:chOff x="3450167" y="1955800"/>
              <a:chExt cx="2489200" cy="3695700"/>
            </a:xfrm>
          </p:grpSpPr>
          <p:sp>
            <p:nvSpPr>
              <p:cNvPr descr="11862fb8-6d53-4721-8fca-0e899a1fc5ca" id="7" name="ComponentBackground2">
                <a:extLst>
                  <a:ext uri="{FF2B5EF4-FFF2-40B4-BE49-F238E27FC236}">
                    <a16:creationId id="{BC8B3418-167E-3920-40B7-8F5ED8A09F43}"/>
                  </a:ext>
                </a:extLst>
              </p:cNvPr>
              <p:cNvSpPr/>
              <p:nvPr/>
            </p:nvSpPr>
            <p:spPr>
              <a:xfrm flipH="false" flipV="false">
                <a:off x="3450167" y="1955800"/>
                <a:ext cx="2489200" cy="3403600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f1835f36-2b6f-442d-a0e5-a2023d8e0863" id="14" name="Bullet2">
                <a:extLst>
                  <a:ext uri="{FF2B5EF4-FFF2-40B4-BE49-F238E27FC236}">
                    <a16:creationId id="{34C31A51-C49F-8FBB-94EF-DE7CE6A67F03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3551767" y="2597150"/>
                <a:ext cx="2286000" cy="9017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latin typeface="Arial"/>
                  </a:rPr>
                  <a:t>Proteus的操作练习</a:t>
                </a:r>
              </a:p>
            </p:txBody>
          </p:sp>
          <p:sp>
            <p:nvSpPr>
              <p:cNvPr descr="29dff657-92b9-412b-9155-a59b7120d5c6" id="15" name="Text2">
                <a:extLst>
                  <a:ext uri="{FF2B5EF4-FFF2-40B4-BE49-F238E27FC236}">
                    <a16:creationId id="{2534EFF4-9F9F-A3F8-EDA3-2F4761BA3679}"/>
                  </a:ext>
                </a:extLst>
              </p:cNvPr>
              <p:cNvSpPr/>
              <p:nvPr/>
            </p:nvSpPr>
            <p:spPr>
              <a:xfrm flipH="false" flipV="false">
                <a:off x="3551769" y="3498850"/>
                <a:ext cx="2285996" cy="1219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打开软件，认识工作区，学习保存项目，为后续操作打基础。</a:t>
                </a:r>
              </a:p>
            </p:txBody>
          </p:sp>
          <p:sp>
            <p:nvSpPr>
              <p:cNvPr descr="1b731ac2-2da9-4033-bdbf-942bec14f4ab" id="23" name="IconBackground2">
                <a:extLst>
                  <a:ext uri="{FF2B5EF4-FFF2-40B4-BE49-F238E27FC236}">
                    <a16:creationId id="{CC41CC73-C101-8D4C-17E1-2E67A0FD40F8}"/>
                  </a:ext>
                </a:extLst>
              </p:cNvPr>
              <p:cNvSpPr/>
              <p:nvPr/>
            </p:nvSpPr>
            <p:spPr>
              <a:xfrm flipH="false" flipV="false">
                <a:off x="4402667" y="5067300"/>
                <a:ext cx="584200" cy="584200"/>
              </a:xfrm>
              <a:prstGeom prst="ellipse">
                <a:avLst/>
              </a:prstGeom>
              <a:gradFill flip="none" rotWithShape="1">
                <a:gsLst>
                  <a:gs pos="5000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e271435a-228d-4977-acb1-772ca75e420c" id="27" name="Icon2">
                <a:extLst>
                  <a:ext uri="{FF2B5EF4-FFF2-40B4-BE49-F238E27FC236}">
                    <a16:creationId id="{DE99BCAC-5C71-001B-6475-9D85737BF084}"/>
                  </a:ext>
                </a:extLst>
              </p:cNvPr>
              <p:cNvSpPr/>
              <p:nvPr/>
            </p:nvSpPr>
            <p:spPr>
              <a:xfrm flipH="false" flipV="false">
                <a:off x="4545657" y="5244335"/>
                <a:ext cx="298220" cy="230130"/>
              </a:xfrm>
              <a:custGeom>
                <a:avLst/>
                <a:gdLst>
                  <a:gd fmla="*/ 0 w 375288" name="connsiteX0"/>
                  <a:gd fmla="*/ 16184 h 289603" name="connsiteY0"/>
                  <a:gd fmla="*/ 189565 w 375288" name="connsiteX1"/>
                  <a:gd fmla="*/ 172448 h 289603" name="connsiteY1"/>
                  <a:gd fmla="*/ 375288 w 375288" name="connsiteX2"/>
                  <a:gd fmla="*/ 17134 h 289603" name="connsiteY2"/>
                  <a:gd fmla="*/ 375288 w 375288" name="connsiteX3"/>
                  <a:gd fmla="*/ 289603 h 289603" name="connsiteY3"/>
                  <a:gd fmla="*/ 0 w 375288" name="connsiteX4"/>
                  <a:gd fmla="*/ 289603 h 289603" name="connsiteY4"/>
                  <a:gd fmla="*/ 20050 w 375288" name="connsiteX5"/>
                  <a:gd fmla="*/ 0 h 289603" name="connsiteY5"/>
                  <a:gd fmla="*/ 355328 w 375288" name="connsiteX6"/>
                  <a:gd fmla="*/ 0 h 289603" name="connsiteY6"/>
                  <a:gd fmla="*/ 189588 w 375288" name="connsiteX7"/>
                  <a:gd fmla="*/ 139092 h 289603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289603" w="375288">
                    <a:moveTo>
                      <a:pt x="0" y="16184"/>
                    </a:moveTo>
                    <a:lnTo>
                      <a:pt x="189565" y="172448"/>
                    </a:lnTo>
                    <a:lnTo>
                      <a:pt x="375288" y="17134"/>
                    </a:lnTo>
                    <a:lnTo>
                      <a:pt x="375288" y="289603"/>
                    </a:lnTo>
                    <a:lnTo>
                      <a:pt x="0" y="289603"/>
                    </a:lnTo>
                    <a:close/>
                    <a:moveTo>
                      <a:pt x="20050" y="0"/>
                    </a:moveTo>
                    <a:lnTo>
                      <a:pt x="355328" y="0"/>
                    </a:lnTo>
                    <a:lnTo>
                      <a:pt x="189588" y="1390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01228408-8025-42b0-b867-ad3b15aeb61f" id="39" name="Number2">
                <a:extLst>
                  <a:ext uri="{FF2B5EF4-FFF2-40B4-BE49-F238E27FC236}">
                    <a16:creationId id="{89179D89-C65A-022A-A2D2-DDC41D6F5607}"/>
                  </a:ext>
                </a:extLst>
              </p:cNvPr>
              <p:cNvSpPr txBox="1"/>
              <p:nvPr/>
            </p:nvSpPr>
            <p:spPr>
              <a:xfrm flipH="false" flipV="false">
                <a:off x="4474161" y="1955800"/>
                <a:ext cx="441210" cy="707886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spAutoFit/>
              </a:bodyPr>
              <a:lstStyle/>
              <a:p>
                <a:pPr algn="ctr"/>
                <a:r>
                  <a:rPr b="true" i="false" lang="en-US" sz="4000" u="none">
                    <a:solidFill>
                      <a:srgbClr val="317BFF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descr="414ed798-60d5-445c-bd49-d90836dcf2d5" id="57" name="组合 56">
              <a:extLst>
                <a:ext uri="{FF2B5EF4-FFF2-40B4-BE49-F238E27FC236}">
                  <a16:creationId id="{38C2758B-3269-EFA2-2CCE-02C6AFE3C9E6}"/>
                </a:ext>
              </a:extLst>
            </p:cNvPr>
            <p:cNvGrpSpPr/>
            <p:nvPr/>
          </p:nvGrpSpPr>
          <p:grpSpPr>
            <a:xfrm>
              <a:off x="6239934" y="1955800"/>
              <a:ext cx="2489200" cy="3695700"/>
              <a:chOff x="6239934" y="1955800"/>
              <a:chExt cx="2489200" cy="3695700"/>
            </a:xfrm>
          </p:grpSpPr>
          <p:sp>
            <p:nvSpPr>
              <p:cNvPr descr="ccb920ff-b5a5-4ffd-aa23-be449352aef1" id="8" name="ComponentBackground3">
                <a:extLst>
                  <a:ext uri="{FF2B5EF4-FFF2-40B4-BE49-F238E27FC236}">
                    <a16:creationId id="{A62AED75-F2E3-2A68-4E07-A7484FF28AB5}"/>
                  </a:ext>
                </a:extLst>
              </p:cNvPr>
              <p:cNvSpPr/>
              <p:nvPr/>
            </p:nvSpPr>
            <p:spPr>
              <a:xfrm flipH="false" flipV="false">
                <a:off x="6239934" y="1955800"/>
                <a:ext cx="2489200" cy="3403600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44d53cdf-25ca-4872-9fb2-7d3ddce286c7" id="17" name="Bullet3">
                <a:extLst>
                  <a:ext uri="{FF2B5EF4-FFF2-40B4-BE49-F238E27FC236}">
                    <a16:creationId id="{E19F0134-3357-06EB-5FEC-B94A5DE8926F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341534" y="2597150"/>
                <a:ext cx="2286000" cy="9017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latin typeface="Arial"/>
                  </a:rPr>
                  <a:t>Proteus的工作区认识</a:t>
                </a:r>
              </a:p>
            </p:txBody>
          </p:sp>
          <p:sp>
            <p:nvSpPr>
              <p:cNvPr descr="1f13e3cd-4b96-493e-9179-d4dd9574574f" id="18" name="Text3">
                <a:extLst>
                  <a:ext uri="{FF2B5EF4-FFF2-40B4-BE49-F238E27FC236}">
                    <a16:creationId id="{50FCCE8A-B86E-073A-B580-C15DD2FA6F23}"/>
                  </a:ext>
                </a:extLst>
              </p:cNvPr>
              <p:cNvSpPr/>
              <p:nvPr/>
            </p:nvSpPr>
            <p:spPr>
              <a:xfrm flipH="false" flipV="false">
                <a:off x="6341536" y="3498850"/>
                <a:ext cx="2285996" cy="1219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工作区有元件库、绘图区、仿真控制等部分，熟悉它们很重要。</a:t>
                </a:r>
              </a:p>
            </p:txBody>
          </p:sp>
          <p:sp>
            <p:nvSpPr>
              <p:cNvPr descr="0b7d47fe-e371-4e28-a682-8f8e979627e7" id="24" name="IconBackground3">
                <a:extLst>
                  <a:ext uri="{FF2B5EF4-FFF2-40B4-BE49-F238E27FC236}">
                    <a16:creationId id="{76AB53FD-B568-976A-136E-E745173D7E54}"/>
                  </a:ext>
                </a:extLst>
              </p:cNvPr>
              <p:cNvSpPr/>
              <p:nvPr/>
            </p:nvSpPr>
            <p:spPr>
              <a:xfrm flipH="false" flipV="false">
                <a:off x="7192434" y="5067300"/>
                <a:ext cx="584200" cy="584200"/>
              </a:xfrm>
              <a:prstGeom prst="ellipse">
                <a:avLst/>
              </a:prstGeom>
              <a:gradFill flip="none" rotWithShape="1">
                <a:gsLst>
                  <a:gs pos="5000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5eccc16b-18a3-4688-a16d-bd91b00e140c" id="28" name="Icon3">
                <a:extLst>
                  <a:ext uri="{FF2B5EF4-FFF2-40B4-BE49-F238E27FC236}">
                    <a16:creationId id="{8DEA5556-0CFA-551B-AEE9-9368A9F25157}"/>
                  </a:ext>
                </a:extLst>
              </p:cNvPr>
              <p:cNvSpPr/>
              <p:nvPr/>
            </p:nvSpPr>
            <p:spPr>
              <a:xfrm flipH="false" flipV="false">
                <a:off x="7395694" y="5210290"/>
                <a:ext cx="177680" cy="298220"/>
              </a:xfrm>
              <a:custGeom>
                <a:avLst/>
                <a:gdLst>
                  <a:gd fmla="*/ 819 w 1639" name="T0"/>
                  <a:gd fmla="*/ 0 h 2755" name="T1"/>
                  <a:gd fmla="*/ 819 w 1639" name="T2"/>
                  <a:gd fmla="*/ 0 h 2755" name="T3"/>
                  <a:gd fmla="*/ 0 w 1639" name="T4"/>
                  <a:gd fmla="*/ 819 h 2755" name="T5"/>
                  <a:gd fmla="*/ 0 w 1639" name="T6"/>
                  <a:gd fmla="*/ 1935 h 2755" name="T7"/>
                  <a:gd fmla="*/ 819 w 1639" name="T8"/>
                  <a:gd fmla="*/ 2755 h 2755" name="T9"/>
                  <a:gd fmla="*/ 819 w 1639" name="T10"/>
                  <a:gd fmla="*/ 2755 h 2755" name="T11"/>
                  <a:gd fmla="*/ 1639 w 1639" name="T12"/>
                  <a:gd fmla="*/ 1935 h 2755" name="T13"/>
                  <a:gd fmla="*/ 1639 w 1639" name="T14"/>
                  <a:gd fmla="*/ 819 h 2755" name="T15"/>
                  <a:gd fmla="*/ 819 w 1639" name="T16"/>
                  <a:gd fmla="*/ 0 h 2755" name="T17"/>
                  <a:gd fmla="*/ 927 w 1639" name="T18"/>
                  <a:gd fmla="*/ 867 h 2755" name="T19"/>
                  <a:gd fmla="*/ 819 w 1639" name="T20"/>
                  <a:gd fmla="*/ 975 h 2755" name="T21"/>
                  <a:gd fmla="*/ 819 w 1639" name="T22"/>
                  <a:gd fmla="*/ 975 h 2755" name="T23"/>
                  <a:gd fmla="*/ 712 w 1639" name="T24"/>
                  <a:gd fmla="*/ 867 h 2755" name="T25"/>
                  <a:gd fmla="*/ 712 w 1639" name="T26"/>
                  <a:gd fmla="*/ 495 h 2755" name="T27"/>
                  <a:gd fmla="*/ 819 w 1639" name="T28"/>
                  <a:gd fmla="*/ 388 h 2755" name="T29"/>
                  <a:gd fmla="*/ 819 w 1639" name="T30"/>
                  <a:gd fmla="*/ 388 h 2755" name="T31"/>
                  <a:gd fmla="*/ 927 w 1639" name="T32"/>
                  <a:gd fmla="*/ 495 h 2755" name="T33"/>
                  <a:gd fmla="*/ 927 w 1639" name="T34"/>
                  <a:gd fmla="*/ 867 h 2755" name="T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b="b" l="0" r="r" t="0"/>
                <a:pathLst>
                  <a:path h="2755" w="1639">
                    <a:moveTo>
                      <a:pt x="819" y="0"/>
                    </a:moveTo>
                    <a:lnTo>
                      <a:pt x="819" y="0"/>
                    </a:lnTo>
                    <a:cubicBezTo>
                      <a:pt x="367" y="0"/>
                      <a:pt x="0" y="367"/>
                      <a:pt x="0" y="819"/>
                    </a:cubicBezTo>
                    <a:lnTo>
                      <a:pt x="0" y="1935"/>
                    </a:lnTo>
                    <a:cubicBezTo>
                      <a:pt x="0" y="2388"/>
                      <a:pt x="367" y="2755"/>
                      <a:pt x="819" y="2755"/>
                    </a:cubicBezTo>
                    <a:lnTo>
                      <a:pt x="819" y="2755"/>
                    </a:lnTo>
                    <a:cubicBezTo>
                      <a:pt x="1272" y="2755"/>
                      <a:pt x="1639" y="2388"/>
                      <a:pt x="1639" y="1935"/>
                    </a:cubicBezTo>
                    <a:lnTo>
                      <a:pt x="1639" y="819"/>
                    </a:lnTo>
                    <a:cubicBezTo>
                      <a:pt x="1639" y="367"/>
                      <a:pt x="1272" y="0"/>
                      <a:pt x="819" y="0"/>
                    </a:cubicBezTo>
                    <a:close/>
                    <a:moveTo>
                      <a:pt x="927" y="867"/>
                    </a:moveTo>
                    <a:cubicBezTo>
                      <a:pt x="927" y="927"/>
                      <a:pt x="879" y="975"/>
                      <a:pt x="819" y="975"/>
                    </a:cubicBezTo>
                    <a:lnTo>
                      <a:pt x="819" y="975"/>
                    </a:lnTo>
                    <a:cubicBezTo>
                      <a:pt x="760" y="975"/>
                      <a:pt x="712" y="927"/>
                      <a:pt x="712" y="867"/>
                    </a:cubicBezTo>
                    <a:lnTo>
                      <a:pt x="712" y="495"/>
                    </a:lnTo>
                    <a:cubicBezTo>
                      <a:pt x="712" y="436"/>
                      <a:pt x="760" y="388"/>
                      <a:pt x="819" y="388"/>
                    </a:cubicBezTo>
                    <a:lnTo>
                      <a:pt x="819" y="388"/>
                    </a:lnTo>
                    <a:cubicBezTo>
                      <a:pt x="879" y="388"/>
                      <a:pt x="927" y="436"/>
                      <a:pt x="927" y="495"/>
                    </a:cubicBezTo>
                    <a:lnTo>
                      <a:pt x="927" y="8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5004e32f-c8c3-4302-b76b-2b0fdd964e57" id="40" name="Number3">
                <a:extLst>
                  <a:ext uri="{FF2B5EF4-FFF2-40B4-BE49-F238E27FC236}">
                    <a16:creationId id="{5A0684D9-384C-23A8-A94F-13A13DA930AF}"/>
                  </a:ext>
                </a:extLst>
              </p:cNvPr>
              <p:cNvSpPr txBox="1"/>
              <p:nvPr/>
            </p:nvSpPr>
            <p:spPr>
              <a:xfrm flipH="false" flipV="false">
                <a:off x="7263927" y="1955800"/>
                <a:ext cx="441210" cy="707886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spAutoFit/>
              </a:bodyPr>
              <a:lstStyle/>
              <a:p>
                <a:pPr algn="ctr"/>
                <a:r>
                  <a:rPr b="true" i="false" lang="en-US" sz="4000" u="none">
                    <a:solidFill>
                      <a:srgbClr val="3ED63E"/>
                    </a:solidFill>
                    <a:latin typeface="Arial"/>
                  </a:rPr>
                  <a:t>3</a:t>
                </a:r>
              </a:p>
            </p:txBody>
          </p:sp>
        </p:grpSp>
        <p:grpSp>
          <p:nvGrpSpPr>
            <p:cNvPr descr="9105cda6-ad6a-4935-87cb-a9dd9a017e69" id="58" name="组合 57">
              <a:extLst>
                <a:ext uri="{FF2B5EF4-FFF2-40B4-BE49-F238E27FC236}">
                  <a16:creationId id="{929877EE-BF6C-52EB-2696-F764AF788D55}"/>
                </a:ext>
              </a:extLst>
            </p:cNvPr>
            <p:cNvGrpSpPr/>
            <p:nvPr/>
          </p:nvGrpSpPr>
          <p:grpSpPr>
            <a:xfrm>
              <a:off x="9029700" y="1955800"/>
              <a:ext cx="2489200" cy="3695700"/>
              <a:chOff x="9029700" y="1955800"/>
              <a:chExt cx="2489200" cy="3695700"/>
            </a:xfrm>
          </p:grpSpPr>
          <p:sp>
            <p:nvSpPr>
              <p:cNvPr descr="4213d5d3-9443-403d-9004-ac592f541032" id="9" name="ComponentBackground4">
                <a:extLst>
                  <a:ext uri="{FF2B5EF4-FFF2-40B4-BE49-F238E27FC236}">
                    <a16:creationId id="{957785F9-CA63-0A53-8EDA-8A0DFABD7E69}"/>
                  </a:ext>
                </a:extLst>
              </p:cNvPr>
              <p:cNvSpPr/>
              <p:nvPr/>
            </p:nvSpPr>
            <p:spPr>
              <a:xfrm flipH="false" flipV="false">
                <a:off x="9029700" y="1955800"/>
                <a:ext cx="2489200" cy="3403600"/>
              </a:xfrm>
              <a:prstGeom prst="rect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c6d01795-b8a7-4cbd-a990-df6a9af79e44" id="20" name="Bullet4">
                <a:extLst>
                  <a:ext uri="{FF2B5EF4-FFF2-40B4-BE49-F238E27FC236}">
                    <a16:creationId id="{D252589C-9394-0668-A10C-B83409AC39CC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9131300" y="2597150"/>
                <a:ext cx="2286000" cy="9017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保存项目的重要性</a:t>
                </a:r>
              </a:p>
            </p:txBody>
          </p:sp>
          <p:sp>
            <p:nvSpPr>
              <p:cNvPr descr="1f996d4d-ac32-454d-98cd-c7431a9340df" id="21" name="Text4">
                <a:extLst>
                  <a:ext uri="{FF2B5EF4-FFF2-40B4-BE49-F238E27FC236}">
                    <a16:creationId id="{F4B553B4-DF08-74F2-9D1A-FB09239BC3FF}"/>
                  </a:ext>
                </a:extLst>
              </p:cNvPr>
              <p:cNvSpPr/>
              <p:nvPr/>
            </p:nvSpPr>
            <p:spPr>
              <a:xfrm flipH="false" flipV="false">
                <a:off x="9131302" y="3498850"/>
                <a:ext cx="2285996" cy="1219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保存项目能防止数据丢失，方便后续修改和继续操作。</a:t>
                </a:r>
              </a:p>
            </p:txBody>
          </p:sp>
          <p:sp>
            <p:nvSpPr>
              <p:cNvPr descr="bfdaea2f-647b-4d11-bbc7-53e1a3606323" id="25" name="IconBackground4">
                <a:extLst>
                  <a:ext uri="{FF2B5EF4-FFF2-40B4-BE49-F238E27FC236}">
                    <a16:creationId id="{923FA84E-9523-DB86-633E-2898431D0419}"/>
                  </a:ext>
                </a:extLst>
              </p:cNvPr>
              <p:cNvSpPr/>
              <p:nvPr/>
            </p:nvSpPr>
            <p:spPr>
              <a:xfrm flipH="false" flipV="false">
                <a:off x="9982201" y="5067300"/>
                <a:ext cx="584200" cy="584200"/>
              </a:xfrm>
              <a:prstGeom prst="ellipse">
                <a:avLst/>
              </a:prstGeom>
              <a:gradFill flip="none" rotWithShape="1">
                <a:gsLst>
                  <a:gs pos="50000">
                    <a:schemeClr val="accent4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21596472-7ad8-43a3-a92b-0e909a658281" id="29" name="Icon4">
                <a:extLst>
                  <a:ext uri="{FF2B5EF4-FFF2-40B4-BE49-F238E27FC236}">
                    <a16:creationId id="{7B380D73-D53C-EDC4-4000-5A8DEDF15433}"/>
                  </a:ext>
                </a:extLst>
              </p:cNvPr>
              <p:cNvSpPr/>
              <p:nvPr/>
            </p:nvSpPr>
            <p:spPr>
              <a:xfrm flipH="false" flipV="false">
                <a:off x="10125191" y="5210498"/>
                <a:ext cx="298220" cy="297804"/>
              </a:xfrm>
              <a:custGeom>
                <a:avLst/>
                <a:gdLst>
                  <a:gd fmla="*/ 171723 w 608697" name="connsiteX0"/>
                  <a:gd fmla="*/ 489435 h 607851" name="connsiteY0"/>
                  <a:gd fmla="*/ 154566 w 608697" name="connsiteX1"/>
                  <a:gd fmla="*/ 495651 h 607851" name="connsiteY1"/>
                  <a:gd fmla="*/ 183414 w 608697" name="connsiteX2"/>
                  <a:gd fmla="*/ 515059 h 607851" name="connsiteY2"/>
                  <a:gd fmla="*/ 171723 w 608697" name="connsiteX3"/>
                  <a:gd fmla="*/ 489435 h 607851" name="connsiteY3"/>
                  <a:gd fmla="*/ 273906 w 608697" name="connsiteX4"/>
                  <a:gd fmla="*/ 468359 h 607851" name="connsiteY4"/>
                  <a:gd fmla="*/ 231089 w 608697" name="connsiteX5"/>
                  <a:gd fmla="*/ 473969 h 607851" name="connsiteY5"/>
                  <a:gd fmla="*/ 273906 w 608697" name="connsiteX6"/>
                  <a:gd fmla="*/ 535679 h 607851" name="connsiteY6"/>
                  <a:gd fmla="*/ 494986 w 608697" name="connsiteX7"/>
                  <a:gd fmla="*/ 467158 h 607851" name="connsiteY7"/>
                  <a:gd fmla="*/ 469328 w 608697" name="connsiteX8"/>
                  <a:gd fmla="*/ 492781 h 607851" name="connsiteY8"/>
                  <a:gd fmla="*/ 479197 w 608697" name="connsiteX9"/>
                  <a:gd fmla="*/ 512794 h 607851" name="connsiteY9"/>
                  <a:gd fmla="*/ 479197 w 608697" name="connsiteX10"/>
                  <a:gd fmla="*/ 539478 h 607851" name="connsiteY10"/>
                  <a:gd fmla="*/ 494986 w 608697" name="connsiteX11"/>
                  <a:gd fmla="*/ 555246 h 607851" name="connsiteY11"/>
                  <a:gd fmla="*/ 510776 w 608697" name="connsiteX12"/>
                  <a:gd fmla="*/ 539478 h 607851" name="connsiteY12"/>
                  <a:gd fmla="*/ 510776 w 608697" name="connsiteX13"/>
                  <a:gd fmla="*/ 512794 h 607851" name="connsiteY13"/>
                  <a:gd fmla="*/ 520493 w 608697" name="connsiteX14"/>
                  <a:gd fmla="*/ 492781 h 607851" name="connsiteY14"/>
                  <a:gd fmla="*/ 494986 w 608697" name="connsiteX15"/>
                  <a:gd fmla="*/ 467158 h 607851" name="connsiteY15"/>
                  <a:gd fmla="*/ 494986 w 608697" name="connsiteX16"/>
                  <a:gd fmla="*/ 361332 h 607851" name="connsiteY16"/>
                  <a:gd fmla="*/ 460674 w 608697" name="connsiteX17"/>
                  <a:gd fmla="*/ 395596 h 607851" name="connsiteY17"/>
                  <a:gd fmla="*/ 460674 w 608697" name="connsiteX18"/>
                  <a:gd fmla="*/ 426374 h 607851" name="connsiteY18"/>
                  <a:gd fmla="*/ 529147 w 608697" name="connsiteX19"/>
                  <a:gd fmla="*/ 426374 h 607851" name="connsiteY19"/>
                  <a:gd fmla="*/ 529147 w 608697" name="connsiteX20"/>
                  <a:gd fmla="*/ 395596 h 607851" name="connsiteY20"/>
                  <a:gd fmla="*/ 494986 w 608697" name="connsiteX21"/>
                  <a:gd fmla="*/ 361332 h 607851" name="connsiteY21"/>
                  <a:gd fmla="*/ 200571 w 608697" name="connsiteX22"/>
                  <a:gd fmla="*/ 334174 h 607851" name="connsiteY22"/>
                  <a:gd fmla="*/ 212110 w 608697" name="connsiteX23"/>
                  <a:gd fmla="*/ 416050 h 607851" name="connsiteY23"/>
                  <a:gd fmla="*/ 273906 w 608697" name="connsiteX24"/>
                  <a:gd fmla="*/ 407862 h 607851" name="connsiteY24"/>
                  <a:gd fmla="*/ 273906 w 608697" name="connsiteX25"/>
                  <a:gd fmla="*/ 334174 h 607851" name="connsiteY25"/>
                  <a:gd fmla="*/ 62555 w 608697" name="connsiteX26"/>
                  <a:gd fmla="*/ 334174 h 607851" name="connsiteY26"/>
                  <a:gd fmla="*/ 109016 w 608697" name="connsiteX27"/>
                  <a:gd fmla="*/ 449103 h 607851" name="connsiteY27"/>
                  <a:gd fmla="*/ 153503 w 608697" name="connsiteX28"/>
                  <a:gd fmla="*/ 431667 h 607851" name="connsiteY28"/>
                  <a:gd fmla="*/ 139838 w 608697" name="connsiteX29"/>
                  <a:gd fmla="*/ 334174 h 607851" name="connsiteY29"/>
                  <a:gd fmla="*/ 494986 w 608697" name="connsiteX30"/>
                  <a:gd fmla="*/ 321002 h 607851" name="connsiteY30"/>
                  <a:gd fmla="*/ 569533 w 608697" name="connsiteX31"/>
                  <a:gd fmla="*/ 395596 h 607851" name="connsiteY31"/>
                  <a:gd fmla="*/ 569533 w 608697" name="connsiteX32"/>
                  <a:gd fmla="*/ 427890 h 607851" name="connsiteY32"/>
                  <a:gd fmla="*/ 578339 w 608697" name="connsiteX33"/>
                  <a:gd fmla="*/ 427890 h 607851" name="connsiteY33"/>
                  <a:gd fmla="*/ 594584 w 608697" name="connsiteX34"/>
                  <a:gd fmla="*/ 444113 h 607851" name="connsiteY34"/>
                  <a:gd fmla="*/ 594584 w 608697" name="connsiteX35"/>
                  <a:gd fmla="*/ 578291 h 607851" name="connsiteY35"/>
                  <a:gd fmla="*/ 578339 w 608697" name="connsiteX36"/>
                  <a:gd fmla="*/ 594514 h 607851" name="connsiteY36"/>
                  <a:gd fmla="*/ 411482 w 608697" name="connsiteX37"/>
                  <a:gd fmla="*/ 594514 h 607851" name="connsiteY37"/>
                  <a:gd fmla="*/ 395237 w 608697" name="connsiteX38"/>
                  <a:gd fmla="*/ 578291 h 607851" name="connsiteY38"/>
                  <a:gd fmla="*/ 395237 w 608697" name="connsiteX39"/>
                  <a:gd fmla="*/ 444113 h 607851" name="connsiteY39"/>
                  <a:gd fmla="*/ 411482 w 608697" name="connsiteX40"/>
                  <a:gd fmla="*/ 427890 h 607851" name="connsiteY40"/>
                  <a:gd fmla="*/ 420440 w 608697" name="connsiteX41"/>
                  <a:gd fmla="*/ 427890 h 607851" name="connsiteY41"/>
                  <a:gd fmla="*/ 420440 w 608697" name="connsiteX42"/>
                  <a:gd fmla="*/ 395596 h 607851" name="connsiteY42"/>
                  <a:gd fmla="*/ 494986 w 608697" name="connsiteX43"/>
                  <a:gd fmla="*/ 321002 h 607851" name="connsiteY43"/>
                  <a:gd fmla="*/ 393854 w 608697" name="connsiteX44"/>
                  <a:gd fmla="*/ 192256 h 607851" name="connsiteY44"/>
                  <a:gd fmla="*/ 334639 w 608697" name="connsiteX45"/>
                  <a:gd fmla="*/ 199989 h 607851" name="connsiteY45"/>
                  <a:gd fmla="*/ 334639 w 608697" name="connsiteX46"/>
                  <a:gd fmla="*/ 273525 h 607851" name="connsiteY46"/>
                  <a:gd fmla="*/ 405393 w 608697" name="connsiteX47"/>
                  <a:gd fmla="*/ 273525 h 607851" name="connsiteY47"/>
                  <a:gd fmla="*/ 393854 w 608697" name="connsiteX48"/>
                  <a:gd fmla="*/ 192256 h 607851" name="connsiteY48"/>
                  <a:gd fmla="*/ 212110 w 608697" name="connsiteX49"/>
                  <a:gd fmla="*/ 191801 h 607851" name="connsiteY49"/>
                  <a:gd fmla="*/ 200571 w 608697" name="connsiteX50"/>
                  <a:gd fmla="*/ 273525 h 607851" name="connsiteY50"/>
                  <a:gd fmla="*/ 273906 w 608697" name="connsiteX51"/>
                  <a:gd fmla="*/ 273525 h 607851" name="connsiteY51"/>
                  <a:gd fmla="*/ 273906 w 608697" name="connsiteX52"/>
                  <a:gd fmla="*/ 199989 h 607851" name="connsiteY52"/>
                  <a:gd fmla="*/ 212110 w 608697" name="connsiteX53"/>
                  <a:gd fmla="*/ 191801 h 607851" name="connsiteY53"/>
                  <a:gd fmla="*/ 499681 w 608697" name="connsiteX54"/>
                  <a:gd fmla="*/ 158748 h 607851" name="connsiteY54"/>
                  <a:gd fmla="*/ 452613 w 608697" name="connsiteX55"/>
                  <a:gd fmla="*/ 177094 h 607851" name="connsiteY55"/>
                  <a:gd fmla="*/ 466126 w 608697" name="connsiteX56"/>
                  <a:gd fmla="*/ 273525 h 607851" name="connsiteY56"/>
                  <a:gd fmla="*/ 545990 w 608697" name="connsiteX57"/>
                  <a:gd fmla="*/ 273525 h 607851" name="connsiteY57"/>
                  <a:gd fmla="*/ 499681 w 608697" name="connsiteX58"/>
                  <a:gd fmla="*/ 158748 h 607851" name="connsiteY58"/>
                  <a:gd fmla="*/ 109016 w 608697" name="connsiteX59"/>
                  <a:gd fmla="*/ 158748 h 607851" name="connsiteY59"/>
                  <a:gd fmla="*/ 62555 w 608697" name="connsiteX60"/>
                  <a:gd fmla="*/ 273525 h 607851" name="connsiteY60"/>
                  <a:gd fmla="*/ 139838 w 608697" name="connsiteX61"/>
                  <a:gd fmla="*/ 273525 h 607851" name="connsiteY61"/>
                  <a:gd fmla="*/ 153503 w 608697" name="connsiteX62"/>
                  <a:gd fmla="*/ 176184 h 607851" name="connsiteY62"/>
                  <a:gd fmla="*/ 109016 w 608697" name="connsiteX63"/>
                  <a:gd fmla="*/ 158748 h 607851" name="connsiteY63"/>
                  <a:gd fmla="*/ 183414 w 608697" name="connsiteX64"/>
                  <a:gd fmla="*/ 92792 h 607851" name="connsiteY64"/>
                  <a:gd fmla="*/ 154566 w 608697" name="connsiteX65"/>
                  <a:gd fmla="*/ 112200 h 607851" name="connsiteY65"/>
                  <a:gd fmla="*/ 171723 w 608697" name="connsiteX66"/>
                  <a:gd fmla="*/ 118416 h 607851" name="connsiteY66"/>
                  <a:gd fmla="*/ 183414 w 608697" name="connsiteX67"/>
                  <a:gd fmla="*/ 92792 h 607851" name="connsiteY67"/>
                  <a:gd fmla="*/ 421487 w 608697" name="connsiteX68"/>
                  <a:gd fmla="*/ 90670 h 607851" name="connsiteY68"/>
                  <a:gd fmla="*/ 434545 w 608697" name="connsiteX69"/>
                  <a:gd fmla="*/ 119326 h 607851" name="connsiteY69"/>
                  <a:gd fmla="*/ 454131 w 608697" name="connsiteX70"/>
                  <a:gd fmla="*/ 112200 h 607851" name="connsiteY70"/>
                  <a:gd fmla="*/ 421487 w 608697" name="connsiteX71"/>
                  <a:gd fmla="*/ 90670 h 607851" name="connsiteY71"/>
                  <a:gd fmla="*/ 334639 w 608697" name="connsiteX72"/>
                  <a:gd fmla="*/ 74294 h 607851" name="connsiteY72"/>
                  <a:gd fmla="*/ 334639 w 608697" name="connsiteX73"/>
                  <a:gd fmla="*/ 139492 h 607851" name="connsiteY73"/>
                  <a:gd fmla="*/ 375027 w 608697" name="connsiteX74"/>
                  <a:gd fmla="*/ 134337 h 607851" name="connsiteY74"/>
                  <a:gd fmla="*/ 334639 w 608697" name="connsiteX75"/>
                  <a:gd fmla="*/ 74294 h 607851" name="connsiteY75"/>
                  <a:gd fmla="*/ 273906 w 608697" name="connsiteX76"/>
                  <a:gd fmla="*/ 72172 h 607851" name="connsiteY76"/>
                  <a:gd fmla="*/ 231089 w 608697" name="connsiteX77"/>
                  <a:gd fmla="*/ 133882 h 607851" name="connsiteY77"/>
                  <a:gd fmla="*/ 273906 w 608697" name="connsiteX78"/>
                  <a:gd fmla="*/ 139492 h 607851" name="connsiteY78"/>
                  <a:gd fmla="*/ 303058 w 608697" name="connsiteX79"/>
                  <a:gd fmla="*/ 0 h 607851" name="connsiteY79"/>
                  <a:gd fmla="*/ 304273 w 608697" name="connsiteX80"/>
                  <a:gd fmla="*/ 0 h 607851" name="connsiteY80"/>
                  <a:gd fmla="*/ 608697 w 608697" name="connsiteX81"/>
                  <a:gd fmla="*/ 303850 h 607851" name="connsiteY81"/>
                  <a:gd fmla="*/ 603838 w 608697" name="connsiteX82"/>
                  <a:gd fmla="*/ 358282 h 607851" name="connsiteY82"/>
                  <a:gd fmla="*/ 567550 w 608697" name="connsiteX83"/>
                  <a:gd fmla="*/ 306427 h 607851" name="connsiteY83"/>
                  <a:gd fmla="*/ 494974 w 608697" name="connsiteX84"/>
                  <a:gd fmla="*/ 280651 h 607851" name="connsiteY84"/>
                  <a:gd fmla="*/ 397650 w 608697" name="connsiteX85"/>
                  <a:gd fmla="*/ 334174 h 607851" name="connsiteY85"/>
                  <a:gd fmla="*/ 334639 w 608697" name="connsiteX86"/>
                  <a:gd fmla="*/ 334174 h 607851" name="connsiteY86"/>
                  <a:gd fmla="*/ 334639 w 608697" name="connsiteX87"/>
                  <a:gd fmla="*/ 407862 h 607851" name="connsiteY87"/>
                  <a:gd fmla="*/ 365613 w 608697" name="connsiteX88"/>
                  <a:gd fmla="*/ 410895 h 607851" name="connsiteY88"/>
                  <a:gd fmla="*/ 354833 w 608697" name="connsiteX89"/>
                  <a:gd fmla="*/ 444100 h 607851" name="connsiteY89"/>
                  <a:gd fmla="*/ 354833 w 608697" name="connsiteX90"/>
                  <a:gd fmla="*/ 470330 h 607851" name="connsiteY90"/>
                  <a:gd fmla="*/ 334639 w 608697" name="connsiteX91"/>
                  <a:gd fmla="*/ 468359 h 607851" name="connsiteY91"/>
                  <a:gd fmla="*/ 334639 w 608697" name="connsiteX92"/>
                  <a:gd fmla="*/ 533557 h 607851" name="connsiteY92"/>
                  <a:gd fmla="*/ 354833 w 608697" name="connsiteX93"/>
                  <a:gd fmla="*/ 510662 h 607851" name="connsiteY93"/>
                  <a:gd fmla="*/ 354833 w 608697" name="connsiteX94"/>
                  <a:gd fmla="*/ 578285 h 607851" name="connsiteY94"/>
                  <a:gd fmla="*/ 356503 w 608697" name="connsiteX95"/>
                  <a:gd fmla="*/ 592386 h 607851" name="connsiteY95"/>
                  <a:gd fmla="*/ 360299 w 608697" name="connsiteX96"/>
                  <a:gd fmla="*/ 602696 h 607851" name="connsiteY96"/>
                  <a:gd fmla="*/ 303058 w 608697" name="connsiteX97"/>
                  <a:gd fmla="*/ 607851 h 607851" name="connsiteY97"/>
                  <a:gd fmla="*/ 0 w 608697" name="connsiteX98"/>
                  <a:gd fmla="*/ 303850 h 607851" name="connsiteY98"/>
                  <a:gd fmla="*/ 303058 w 608697" name="connsiteX99"/>
                  <a:gd fmla="*/ 0 h 607851" name="connsiteY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</a:cxnLst>
                <a:rect b="b" l="l" r="r" t="t"/>
                <a:pathLst>
                  <a:path h="607851" w="608697">
                    <a:moveTo>
                      <a:pt x="171723" y="489435"/>
                    </a:moveTo>
                    <a:cubicBezTo>
                      <a:pt x="165953" y="491406"/>
                      <a:pt x="160335" y="493377"/>
                      <a:pt x="154566" y="495651"/>
                    </a:cubicBezTo>
                    <a:cubicBezTo>
                      <a:pt x="163676" y="502777"/>
                      <a:pt x="173393" y="509297"/>
                      <a:pt x="183414" y="515059"/>
                    </a:cubicBezTo>
                    <a:cubicBezTo>
                      <a:pt x="179466" y="507174"/>
                      <a:pt x="175670" y="499138"/>
                      <a:pt x="171723" y="489435"/>
                    </a:cubicBezTo>
                    <a:close/>
                    <a:moveTo>
                      <a:pt x="273906" y="468359"/>
                    </a:moveTo>
                    <a:cubicBezTo>
                      <a:pt x="259634" y="469421"/>
                      <a:pt x="245362" y="471240"/>
                      <a:pt x="231089" y="473969"/>
                    </a:cubicBezTo>
                    <a:cubicBezTo>
                      <a:pt x="240807" y="495954"/>
                      <a:pt x="255079" y="520972"/>
                      <a:pt x="273906" y="535679"/>
                    </a:cubicBezTo>
                    <a:close/>
                    <a:moveTo>
                      <a:pt x="494986" y="467158"/>
                    </a:moveTo>
                    <a:cubicBezTo>
                      <a:pt x="480867" y="467158"/>
                      <a:pt x="469328" y="478681"/>
                      <a:pt x="469328" y="492781"/>
                    </a:cubicBezTo>
                    <a:cubicBezTo>
                      <a:pt x="469328" y="500968"/>
                      <a:pt x="473275" y="508094"/>
                      <a:pt x="479197" y="512794"/>
                    </a:cubicBezTo>
                    <a:lnTo>
                      <a:pt x="479197" y="539478"/>
                    </a:lnTo>
                    <a:cubicBezTo>
                      <a:pt x="479197" y="548272"/>
                      <a:pt x="486181" y="555246"/>
                      <a:pt x="494986" y="555246"/>
                    </a:cubicBezTo>
                    <a:cubicBezTo>
                      <a:pt x="503640" y="555246"/>
                      <a:pt x="510776" y="548272"/>
                      <a:pt x="510776" y="539478"/>
                    </a:cubicBezTo>
                    <a:lnTo>
                      <a:pt x="510776" y="512794"/>
                    </a:lnTo>
                    <a:cubicBezTo>
                      <a:pt x="516697" y="508094"/>
                      <a:pt x="520493" y="500968"/>
                      <a:pt x="520493" y="492781"/>
                    </a:cubicBezTo>
                    <a:cubicBezTo>
                      <a:pt x="520493" y="478681"/>
                      <a:pt x="509106" y="467158"/>
                      <a:pt x="494986" y="467158"/>
                    </a:cubicBezTo>
                    <a:close/>
                    <a:moveTo>
                      <a:pt x="494986" y="361332"/>
                    </a:moveTo>
                    <a:cubicBezTo>
                      <a:pt x="476160" y="361332"/>
                      <a:pt x="460674" y="376645"/>
                      <a:pt x="460674" y="395596"/>
                    </a:cubicBezTo>
                    <a:lnTo>
                      <a:pt x="460674" y="426374"/>
                    </a:lnTo>
                    <a:lnTo>
                      <a:pt x="529147" y="426374"/>
                    </a:lnTo>
                    <a:lnTo>
                      <a:pt x="529147" y="395596"/>
                    </a:lnTo>
                    <a:cubicBezTo>
                      <a:pt x="529147" y="376645"/>
                      <a:pt x="513813" y="361332"/>
                      <a:pt x="494986" y="361332"/>
                    </a:cubicBezTo>
                    <a:close/>
                    <a:moveTo>
                      <a:pt x="200571" y="334174"/>
                    </a:moveTo>
                    <a:cubicBezTo>
                      <a:pt x="202241" y="362982"/>
                      <a:pt x="206189" y="390577"/>
                      <a:pt x="212110" y="416050"/>
                    </a:cubicBezTo>
                    <a:cubicBezTo>
                      <a:pt x="232608" y="411956"/>
                      <a:pt x="253257" y="409227"/>
                      <a:pt x="273906" y="407862"/>
                    </a:cubicBezTo>
                    <a:lnTo>
                      <a:pt x="273906" y="334174"/>
                    </a:lnTo>
                    <a:close/>
                    <a:moveTo>
                      <a:pt x="62555" y="334174"/>
                    </a:moveTo>
                    <a:cubicBezTo>
                      <a:pt x="68021" y="376931"/>
                      <a:pt x="84419" y="416201"/>
                      <a:pt x="109016" y="449103"/>
                    </a:cubicBezTo>
                    <a:cubicBezTo>
                      <a:pt x="123440" y="442584"/>
                      <a:pt x="138320" y="436670"/>
                      <a:pt x="153503" y="431667"/>
                    </a:cubicBezTo>
                    <a:cubicBezTo>
                      <a:pt x="146215" y="401191"/>
                      <a:pt x="141508" y="368289"/>
                      <a:pt x="139838" y="334174"/>
                    </a:cubicBezTo>
                    <a:close/>
                    <a:moveTo>
                      <a:pt x="494986" y="321002"/>
                    </a:moveTo>
                    <a:cubicBezTo>
                      <a:pt x="536131" y="321002"/>
                      <a:pt x="569533" y="354509"/>
                      <a:pt x="569533" y="395596"/>
                    </a:cubicBezTo>
                    <a:lnTo>
                      <a:pt x="569533" y="427890"/>
                    </a:lnTo>
                    <a:lnTo>
                      <a:pt x="578339" y="427890"/>
                    </a:lnTo>
                    <a:cubicBezTo>
                      <a:pt x="587296" y="427890"/>
                      <a:pt x="594584" y="435168"/>
                      <a:pt x="594584" y="444113"/>
                    </a:cubicBezTo>
                    <a:lnTo>
                      <a:pt x="594584" y="578291"/>
                    </a:lnTo>
                    <a:cubicBezTo>
                      <a:pt x="594584" y="587388"/>
                      <a:pt x="587296" y="594514"/>
                      <a:pt x="578339" y="594514"/>
                    </a:cubicBezTo>
                    <a:lnTo>
                      <a:pt x="411482" y="594514"/>
                    </a:lnTo>
                    <a:cubicBezTo>
                      <a:pt x="402525" y="594514"/>
                      <a:pt x="395237" y="587388"/>
                      <a:pt x="395237" y="578291"/>
                    </a:cubicBezTo>
                    <a:lnTo>
                      <a:pt x="395237" y="444113"/>
                    </a:lnTo>
                    <a:cubicBezTo>
                      <a:pt x="395237" y="435168"/>
                      <a:pt x="402525" y="427890"/>
                      <a:pt x="411482" y="427890"/>
                    </a:cubicBezTo>
                    <a:lnTo>
                      <a:pt x="420440" y="427890"/>
                    </a:lnTo>
                    <a:lnTo>
                      <a:pt x="420440" y="395596"/>
                    </a:lnTo>
                    <a:cubicBezTo>
                      <a:pt x="420440" y="354357"/>
                      <a:pt x="453842" y="321002"/>
                      <a:pt x="494986" y="321002"/>
                    </a:cubicBezTo>
                    <a:close/>
                    <a:moveTo>
                      <a:pt x="393854" y="192256"/>
                    </a:moveTo>
                    <a:cubicBezTo>
                      <a:pt x="374419" y="196047"/>
                      <a:pt x="354529" y="198624"/>
                      <a:pt x="334639" y="199989"/>
                    </a:cubicBezTo>
                    <a:lnTo>
                      <a:pt x="334639" y="273525"/>
                    </a:lnTo>
                    <a:lnTo>
                      <a:pt x="405393" y="273525"/>
                    </a:lnTo>
                    <a:cubicBezTo>
                      <a:pt x="403723" y="245020"/>
                      <a:pt x="399927" y="217577"/>
                      <a:pt x="393854" y="192256"/>
                    </a:cubicBezTo>
                    <a:close/>
                    <a:moveTo>
                      <a:pt x="212110" y="191801"/>
                    </a:moveTo>
                    <a:cubicBezTo>
                      <a:pt x="206189" y="217274"/>
                      <a:pt x="202241" y="244869"/>
                      <a:pt x="200571" y="273525"/>
                    </a:cubicBezTo>
                    <a:lnTo>
                      <a:pt x="273906" y="273525"/>
                    </a:lnTo>
                    <a:lnTo>
                      <a:pt x="273906" y="199989"/>
                    </a:lnTo>
                    <a:cubicBezTo>
                      <a:pt x="253257" y="198624"/>
                      <a:pt x="232608" y="195895"/>
                      <a:pt x="212110" y="191801"/>
                    </a:cubicBezTo>
                    <a:close/>
                    <a:moveTo>
                      <a:pt x="499681" y="158748"/>
                    </a:moveTo>
                    <a:cubicBezTo>
                      <a:pt x="484346" y="165722"/>
                      <a:pt x="468707" y="171787"/>
                      <a:pt x="452613" y="177094"/>
                    </a:cubicBezTo>
                    <a:cubicBezTo>
                      <a:pt x="459901" y="207267"/>
                      <a:pt x="464456" y="239865"/>
                      <a:pt x="466126" y="273525"/>
                    </a:cubicBezTo>
                    <a:lnTo>
                      <a:pt x="545990" y="273525"/>
                    </a:lnTo>
                    <a:cubicBezTo>
                      <a:pt x="540676" y="230920"/>
                      <a:pt x="524278" y="191650"/>
                      <a:pt x="499681" y="158748"/>
                    </a:cubicBezTo>
                    <a:close/>
                    <a:moveTo>
                      <a:pt x="109016" y="158748"/>
                    </a:moveTo>
                    <a:cubicBezTo>
                      <a:pt x="84419" y="191650"/>
                      <a:pt x="68021" y="230920"/>
                      <a:pt x="62555" y="273525"/>
                    </a:cubicBezTo>
                    <a:lnTo>
                      <a:pt x="139838" y="273525"/>
                    </a:lnTo>
                    <a:cubicBezTo>
                      <a:pt x="141508" y="239562"/>
                      <a:pt x="146215" y="206660"/>
                      <a:pt x="153503" y="176184"/>
                    </a:cubicBezTo>
                    <a:cubicBezTo>
                      <a:pt x="138320" y="171181"/>
                      <a:pt x="123440" y="165267"/>
                      <a:pt x="109016" y="158748"/>
                    </a:cubicBezTo>
                    <a:close/>
                    <a:moveTo>
                      <a:pt x="183414" y="92792"/>
                    </a:moveTo>
                    <a:cubicBezTo>
                      <a:pt x="173393" y="98554"/>
                      <a:pt x="163676" y="105074"/>
                      <a:pt x="154566" y="112200"/>
                    </a:cubicBezTo>
                    <a:cubicBezTo>
                      <a:pt x="160335" y="114474"/>
                      <a:pt x="165953" y="116445"/>
                      <a:pt x="171723" y="118416"/>
                    </a:cubicBezTo>
                    <a:cubicBezTo>
                      <a:pt x="175670" y="108561"/>
                      <a:pt x="179466" y="100525"/>
                      <a:pt x="183414" y="92792"/>
                    </a:cubicBezTo>
                    <a:close/>
                    <a:moveTo>
                      <a:pt x="421487" y="90670"/>
                    </a:moveTo>
                    <a:cubicBezTo>
                      <a:pt x="425891" y="99160"/>
                      <a:pt x="430142" y="108409"/>
                      <a:pt x="434545" y="119326"/>
                    </a:cubicBezTo>
                    <a:cubicBezTo>
                      <a:pt x="441074" y="117052"/>
                      <a:pt x="447603" y="114777"/>
                      <a:pt x="454131" y="112200"/>
                    </a:cubicBezTo>
                    <a:cubicBezTo>
                      <a:pt x="443807" y="104164"/>
                      <a:pt x="433027" y="97038"/>
                      <a:pt x="421487" y="90670"/>
                    </a:cubicBezTo>
                    <a:close/>
                    <a:moveTo>
                      <a:pt x="334639" y="74294"/>
                    </a:moveTo>
                    <a:lnTo>
                      <a:pt x="334639" y="139492"/>
                    </a:lnTo>
                    <a:cubicBezTo>
                      <a:pt x="348152" y="138430"/>
                      <a:pt x="361665" y="136763"/>
                      <a:pt x="375027" y="134337"/>
                    </a:cubicBezTo>
                    <a:cubicBezTo>
                      <a:pt x="361210" y="102344"/>
                      <a:pt x="346482" y="84301"/>
                      <a:pt x="334639" y="74294"/>
                    </a:cubicBezTo>
                    <a:close/>
                    <a:moveTo>
                      <a:pt x="273906" y="72172"/>
                    </a:moveTo>
                    <a:cubicBezTo>
                      <a:pt x="255079" y="86727"/>
                      <a:pt x="240807" y="111897"/>
                      <a:pt x="231089" y="133882"/>
                    </a:cubicBezTo>
                    <a:cubicBezTo>
                      <a:pt x="245362" y="136459"/>
                      <a:pt x="259634" y="138430"/>
                      <a:pt x="273906" y="139492"/>
                    </a:cubicBezTo>
                    <a:close/>
                    <a:moveTo>
                      <a:pt x="303058" y="0"/>
                    </a:moveTo>
                    <a:lnTo>
                      <a:pt x="304273" y="0"/>
                    </a:lnTo>
                    <a:cubicBezTo>
                      <a:pt x="472199" y="0"/>
                      <a:pt x="608697" y="136308"/>
                      <a:pt x="608697" y="303850"/>
                    </a:cubicBezTo>
                    <a:cubicBezTo>
                      <a:pt x="608697" y="322499"/>
                      <a:pt x="607027" y="340694"/>
                      <a:pt x="603838" y="358282"/>
                    </a:cubicBezTo>
                    <a:cubicBezTo>
                      <a:pt x="596702" y="337813"/>
                      <a:pt x="584100" y="319921"/>
                      <a:pt x="567550" y="306427"/>
                    </a:cubicBezTo>
                    <a:cubicBezTo>
                      <a:pt x="547660" y="290355"/>
                      <a:pt x="522456" y="280651"/>
                      <a:pt x="494974" y="280651"/>
                    </a:cubicBezTo>
                    <a:cubicBezTo>
                      <a:pt x="453980" y="280651"/>
                      <a:pt x="418147" y="302030"/>
                      <a:pt x="397650" y="334174"/>
                    </a:cubicBezTo>
                    <a:lnTo>
                      <a:pt x="334639" y="334174"/>
                    </a:lnTo>
                    <a:lnTo>
                      <a:pt x="334639" y="407862"/>
                    </a:lnTo>
                    <a:cubicBezTo>
                      <a:pt x="344964" y="408620"/>
                      <a:pt x="355288" y="409682"/>
                      <a:pt x="365613" y="410895"/>
                    </a:cubicBezTo>
                    <a:cubicBezTo>
                      <a:pt x="358780" y="420295"/>
                      <a:pt x="354833" y="431818"/>
                      <a:pt x="354833" y="444100"/>
                    </a:cubicBezTo>
                    <a:lnTo>
                      <a:pt x="354833" y="470330"/>
                    </a:lnTo>
                    <a:cubicBezTo>
                      <a:pt x="348152" y="469572"/>
                      <a:pt x="341472" y="468966"/>
                      <a:pt x="334639" y="468359"/>
                    </a:cubicBezTo>
                    <a:lnTo>
                      <a:pt x="334639" y="533557"/>
                    </a:lnTo>
                    <a:cubicBezTo>
                      <a:pt x="341623" y="527643"/>
                      <a:pt x="348304" y="520062"/>
                      <a:pt x="354833" y="510662"/>
                    </a:cubicBezTo>
                    <a:lnTo>
                      <a:pt x="354833" y="578285"/>
                    </a:lnTo>
                    <a:cubicBezTo>
                      <a:pt x="354833" y="583137"/>
                      <a:pt x="355440" y="587837"/>
                      <a:pt x="356503" y="592386"/>
                    </a:cubicBezTo>
                    <a:cubicBezTo>
                      <a:pt x="357414" y="596025"/>
                      <a:pt x="358780" y="599360"/>
                      <a:pt x="360299" y="602696"/>
                    </a:cubicBezTo>
                    <a:cubicBezTo>
                      <a:pt x="340561" y="606335"/>
                      <a:pt x="322189" y="607851"/>
                      <a:pt x="303058" y="607851"/>
                    </a:cubicBezTo>
                    <a:cubicBezTo>
                      <a:pt x="138016" y="607851"/>
                      <a:pt x="0" y="472453"/>
                      <a:pt x="0" y="303850"/>
                    </a:cubicBezTo>
                    <a:cubicBezTo>
                      <a:pt x="0" y="134943"/>
                      <a:pt x="138471" y="0"/>
                      <a:pt x="30305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4ba1956e-3731-456a-8d45-0e13abda473d" id="41" name="Number4">
                <a:extLst>
                  <a:ext uri="{FF2B5EF4-FFF2-40B4-BE49-F238E27FC236}">
                    <a16:creationId id="{C088F78B-3379-13A2-107A-21EEDCB41410}"/>
                  </a:ext>
                </a:extLst>
              </p:cNvPr>
              <p:cNvSpPr txBox="1"/>
              <p:nvPr/>
            </p:nvSpPr>
            <p:spPr>
              <a:xfrm flipH="false" flipV="false">
                <a:off x="10053693" y="1955800"/>
                <a:ext cx="441210" cy="707886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spAutoFit/>
              </a:bodyPr>
              <a:lstStyle/>
              <a:p>
                <a:pPr algn="ctr"/>
                <a:r>
                  <a:rPr b="true" i="false" lang="en-US" sz="4000" u="none">
                    <a:solidFill>
                      <a:srgbClr val="6CB2FF"/>
                    </a:solidFill>
                    <a:latin typeface="Arial"/>
                  </a:rPr>
                  <a:t>4</a:t>
                </a: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6f23f2c-a8b3-4b8f-beb2-a6eb7b4d29f5" id="5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4400" u="none">
                <a:solidFill>
                  <a:srgbClr val="2F2F2F"/>
                </a:solidFill>
                <a:latin typeface="Arial"/>
              </a:rPr>
              <a:t>Arduino IDE与编程基础</a:t>
            </a:r>
          </a:p>
        </p:txBody>
      </p:sp>
      <p:sp>
        <p:nvSpPr>
          <p:cNvPr descr="7f5b0d06-0214-4fd4-b19d-b8c77427cc43" id="25" name=""/>
          <p:cNvSpPr>
            <a:spLocks noGrp="1"/>
          </p:cNvSpPr>
          <p:nvPr>
            <p:ph hasCustomPrompt="1" idx="1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2000" u="none">
                <a:solidFill>
                  <a:srgbClr val="2F2F2F"/>
                </a:solidFill>
                <a:ea typeface="微软雅黑"/>
              </a:rPr>
              <a:t>认识IDE并编写首个程序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438c02dd-0f22-465b-af2a-ce958c13a991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latin typeface="Arial"/>
              </a:rPr>
              <a:t>Arduino IDE介绍</a:t>
            </a:r>
          </a:p>
        </p:txBody>
      </p:sp>
      <p:grpSp>
        <p:nvGrpSpPr>
          <p:cNvPr descr="96d556c1-e2cb-4bf4-88a5-7a7a6f3706d1" id="107" name="e75a130c-0e0d-4f3f-b2aa-734c68133a2a.source.4.zh-Hans.pptx">
            <a:extLst>
              <a:ext uri="{FF2B5EF4-FFF2-40B4-BE49-F238E27FC236}">
                <a16:creationId id="{4A0EED2B-D900-5526-A2D6-407116F49BFD}"/>
              </a:ext>
            </a:extLst>
          </p:cNvPr>
          <p:cNvGrpSpPr/>
          <p:nvPr/>
        </p:nvGrpSpPr>
        <p:grpSpPr>
          <a:xfrm>
            <a:off x="660399" y="1130300"/>
            <a:ext cx="10858501" cy="5003800"/>
            <a:chOff x="660399" y="1130300"/>
            <a:chExt cx="10858501" cy="5003800"/>
          </a:xfrm>
        </p:grpSpPr>
        <p:grpSp>
          <p:nvGrpSpPr>
            <p:cNvPr descr="b1dfcf7f-ec54-4777-9ea1-e0119cc1aca5" id="105" name="组合 104">
              <a:extLst>
                <a:ext uri="{FF2B5EF4-FFF2-40B4-BE49-F238E27FC236}">
                  <a16:creationId id="{BA66E053-A879-653E-E2C9-CC9ADFC63F9B}"/>
                </a:ext>
              </a:extLst>
            </p:cNvPr>
            <p:cNvGrpSpPr/>
            <p:nvPr/>
          </p:nvGrpSpPr>
          <p:grpSpPr>
            <a:xfrm>
              <a:off x="660399" y="1754998"/>
              <a:ext cx="10858501" cy="4379102"/>
              <a:chOff x="660399" y="1754998"/>
              <a:chExt cx="10858501" cy="4379102"/>
            </a:xfrm>
          </p:grpSpPr>
          <p:grpSp>
            <p:nvGrpSpPr>
              <p:cNvPr descr="efbbc8b9-6da2-47b1-aab2-2a43771f4823" id="12" name="组合 11">
                <a:extLst>
                  <a:ext uri="{FF2B5EF4-FFF2-40B4-BE49-F238E27FC236}">
                    <a16:creationId id="{F9F7B2FF-DBCA-1F73-7754-FA3A98967B0F}"/>
                  </a:ext>
                </a:extLst>
              </p:cNvPr>
              <p:cNvGrpSpPr/>
              <p:nvPr/>
            </p:nvGrpSpPr>
            <p:grpSpPr>
              <a:xfrm>
                <a:off x="4368800" y="2120301"/>
                <a:ext cx="3441700" cy="3441700"/>
                <a:chOff x="4311896" y="2374376"/>
                <a:chExt cx="3555514" cy="3555514"/>
              </a:xfrm>
            </p:grpSpPr>
            <p:sp>
              <p:nvSpPr>
                <p:cNvPr descr="11a2f7de-5b9c-4a68-8400-c81c77f57f13" id="44" name="椭圆 43">
                  <a:extLst>
                    <a:ext uri="{FF2B5EF4-FFF2-40B4-BE49-F238E27FC236}">
                      <a16:creationId id="{6D520204-F438-5628-6ED7-FD0BDBDE047F}"/>
                    </a:ext>
                  </a:extLst>
                </p:cNvPr>
                <p:cNvSpPr/>
                <p:nvPr/>
              </p:nvSpPr>
              <p:spPr>
                <a:xfrm flipH="false" flipV="false">
                  <a:off x="4311896" y="2374376"/>
                  <a:ext cx="3555514" cy="3555514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alpha val="0"/>
                        <a:lumMod val="100000"/>
                      </a:schemeClr>
                    </a:gs>
                    <a:gs pos="100000">
                      <a:schemeClr val="accent1">
                        <a:alpha val="37000"/>
                      </a:schemeClr>
                    </a:gs>
                  </a:gsLst>
                  <a:lin ang="16200000" scaled="1"/>
                </a:gradFill>
                <a:ln algn="ctr" cap="flat" cmpd="sng" w="12700">
                  <a:noFill/>
                  <a:prstDash val="solid"/>
                  <a:miter lim="800000"/>
                </a:ln>
                <a:effectLst/>
              </p:spPr>
              <p:txBody>
                <a:bodyPr anchor="ctr" anchorCtr="false" rtlCol="0" wrap="square">
                  <a:noAutofit/>
                </a:bodyPr>
                <a:lstStyle>
                  <a:defPPr>
                    <a:defRPr lang="en-US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</a:p>
              </p:txBody>
            </p:sp>
            <p:sp>
              <p:nvSpPr>
                <p:cNvPr descr="25dff2b0-ba2b-4aa8-80ac-97912a8352b6" id="43" name="椭圆 42">
                  <a:extLst>
                    <a:ext uri="{FF2B5EF4-FFF2-40B4-BE49-F238E27FC236}">
                      <a16:creationId id="{5F4E0D9A-DBBB-B7AD-F9A6-592B080DDC89}"/>
                    </a:ext>
                  </a:extLst>
                </p:cNvPr>
                <p:cNvSpPr/>
                <p:nvPr/>
              </p:nvSpPr>
              <p:spPr>
                <a:xfrm flipH="false" flipV="false">
                  <a:off x="4735116" y="2797596"/>
                  <a:ext cx="2709074" cy="2709074"/>
                </a:xfrm>
                <a:prstGeom prst="ellipse">
                  <a:avLst/>
                </a:prstGeom>
                <a:gradFill flip="none" rotWithShape="1">
                  <a:gsLst>
                    <a:gs pos="18000">
                      <a:schemeClr val="accent2"/>
                    </a:gs>
                    <a:gs pos="79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>
                  <a:defPPr>
                    <a:defRPr lang="en-US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</a:p>
              </p:txBody>
            </p:sp>
            <p:sp>
              <p:nvSpPr>
                <p:cNvPr descr="cc2eaa4a-087d-49a7-88bc-8543935b6299" id="42" name="users_167023">
                  <a:extLst>
                    <a:ext uri="{FF2B5EF4-FFF2-40B4-BE49-F238E27FC236}">
                      <a16:creationId id="{B42C20BD-A74A-6C1F-E866-B102F684FBD1}"/>
                    </a:ext>
                  </a:extLst>
                </p:cNvPr>
                <p:cNvSpPr/>
                <p:nvPr/>
              </p:nvSpPr>
              <p:spPr>
                <a:xfrm flipH="false" flipV="false">
                  <a:off x="5557263" y="3687388"/>
                  <a:ext cx="1064780" cy="929491"/>
                </a:xfrm>
                <a:custGeom>
                  <a:avLst/>
                  <a:gdLst>
                    <a:gd fmla="*/ 424975 w 608697" name="connsiteX0"/>
                    <a:gd fmla="*/ 168488 h 531358" name="connsiteY0"/>
                    <a:gd fmla="*/ 387604 w 608697" name="connsiteX1"/>
                    <a:gd fmla="*/ 205806 h 531358" name="connsiteY1"/>
                    <a:gd fmla="*/ 424975 w 608697" name="connsiteX2"/>
                    <a:gd fmla="*/ 243124 h 531358" name="connsiteY2"/>
                    <a:gd fmla="*/ 462346 w 608697" name="connsiteX3"/>
                    <a:gd fmla="*/ 205806 h 531358" name="connsiteY3"/>
                    <a:gd fmla="*/ 424975 w 608697" name="connsiteX4"/>
                    <a:gd fmla="*/ 168488 h 531358" name="connsiteY4"/>
                    <a:gd fmla="*/ 287947 w 608697" name="connsiteX5"/>
                    <a:gd fmla="*/ 168488 h 531358" name="connsiteY5"/>
                    <a:gd fmla="*/ 250576 w 608697" name="connsiteX6"/>
                    <a:gd fmla="*/ 205806 h 531358" name="connsiteY6"/>
                    <a:gd fmla="*/ 287947 w 608697" name="connsiteX7"/>
                    <a:gd fmla="*/ 243124 h 531358" name="connsiteY7"/>
                    <a:gd fmla="*/ 325318 w 608697" name="connsiteX8"/>
                    <a:gd fmla="*/ 205806 h 531358" name="connsiteY8"/>
                    <a:gd fmla="*/ 287947 w 608697" name="connsiteX9"/>
                    <a:gd fmla="*/ 168488 h 531358" name="connsiteY9"/>
                    <a:gd fmla="*/ 102356 w 608697" name="connsiteX10"/>
                    <a:gd fmla="*/ 121231 h 531358" name="connsiteY10"/>
                    <a:gd fmla="*/ 98850 w 608697" name="connsiteX11"/>
                    <a:gd fmla="*/ 127711 h 531358" name="connsiteY11"/>
                    <a:gd fmla="*/ 76842 w 608697" name="connsiteX12"/>
                    <a:gd fmla="*/ 217990 h 531358" name="connsiteY12"/>
                    <a:gd fmla="*/ 98850 w 608697" name="connsiteX13"/>
                    <a:gd fmla="*/ 308194 h 531358" name="connsiteY13"/>
                    <a:gd fmla="*/ 157488 w 608697" name="connsiteX14"/>
                    <a:gd fmla="*/ 380223 h 531358" name="connsiteY14"/>
                    <a:gd fmla="*/ 344668 w 608697" name="connsiteX15"/>
                    <a:gd fmla="*/ 444729 h 531358" name="connsiteY15"/>
                    <a:gd fmla="*/ 370257 w 608697" name="connsiteX16"/>
                    <a:gd fmla="*/ 443687 h 531358" name="connsiteY16"/>
                    <a:gd fmla="*/ 236717 w 608697" name="connsiteX17"/>
                    <a:gd fmla="*/ 477876 h 531358" name="connsiteY17"/>
                    <a:gd fmla="*/ 198072 w 608697" name="connsiteX18"/>
                    <a:gd fmla="*/ 475344 h 531358" name="connsiteY18"/>
                    <a:gd fmla="*/ 82437 w 608697" name="connsiteX19"/>
                    <a:gd fmla="*/ 531284 h 531358" name="connsiteY19"/>
                    <a:gd fmla="*/ 81542 w 608697" name="connsiteX20"/>
                    <a:gd fmla="*/ 531358 h 531358" name="connsiteY20"/>
                    <a:gd fmla="*/ 75051 w 608697" name="connsiteX21"/>
                    <a:gd fmla="*/ 527857 h 531358" name="connsiteY21"/>
                    <a:gd fmla="*/ 74753 w 608697" name="connsiteX22"/>
                    <a:gd fmla="*/ 519738 h 531358" name="connsiteY22"/>
                    <a:gd fmla="*/ 88778 w 608697" name="connsiteX23"/>
                    <a:gd fmla="*/ 435046 h 531358" name="connsiteY23"/>
                    <a:gd fmla="*/ 0 w 608697" name="connsiteX24"/>
                    <a:gd fmla="*/ 282198 h 531358" name="connsiteY24"/>
                    <a:gd fmla="*/ 102356 w 608697" name="connsiteX25"/>
                    <a:gd fmla="*/ 121231 h 531358" name="connsiteY25"/>
                    <a:gd fmla="*/ 356424 w 608697" name="connsiteX26"/>
                    <a:gd fmla="*/ 0 h 531358" name="connsiteY26"/>
                    <a:gd fmla="*/ 608697 w 608697" name="connsiteX27"/>
                    <a:gd fmla="*/ 211244 h 531358" name="connsiteY27"/>
                    <a:gd fmla="*/ 518290 w 608697" name="connsiteX28"/>
                    <a:gd fmla="*/ 373401 h 531358" name="connsiteY28"/>
                    <a:gd fmla="*/ 531941 w 608697" name="connsiteX29"/>
                    <a:gd fmla="*/ 441109 h 531358" name="connsiteY29"/>
                    <a:gd fmla="*/ 531120 w 608697" name="connsiteX30"/>
                    <a:gd fmla="*/ 465391 h 531358" name="connsiteY30"/>
                    <a:gd fmla="*/ 511577 w 608697" name="connsiteX31"/>
                    <a:gd fmla="*/ 475894 h 531358" name="connsiteY31"/>
                    <a:gd fmla="*/ 509041 w 608697" name="connsiteX32"/>
                    <a:gd fmla="*/ 475745 h 531358" name="connsiteY32"/>
                    <a:gd fmla="*/ 391408 w 608697" name="connsiteX33"/>
                    <a:gd fmla="*/ 420476 h 531358" name="connsiteY33"/>
                    <a:gd fmla="*/ 356424 w 608697" name="connsiteX34"/>
                    <a:gd fmla="*/ 422487 h 531358" name="connsiteY34"/>
                    <a:gd fmla="*/ 104225 w 608697" name="connsiteX35"/>
                    <a:gd fmla="*/ 211244 h 531358" name="connsiteY35"/>
                    <a:gd fmla="*/ 356424 w 608697" name="connsiteX36"/>
                    <a:gd fmla="*/ 0 h 531358" name="connsiteY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b="b" l="l" r="r" t="t"/>
                  <a:pathLst>
                    <a:path h="531358" w="608697">
                      <a:moveTo>
                        <a:pt x="424975" y="168488"/>
                      </a:moveTo>
                      <a:cubicBezTo>
                        <a:pt x="404312" y="168488"/>
                        <a:pt x="387604" y="185248"/>
                        <a:pt x="387604" y="205806"/>
                      </a:cubicBezTo>
                      <a:cubicBezTo>
                        <a:pt x="387604" y="226439"/>
                        <a:pt x="404312" y="243124"/>
                        <a:pt x="424975" y="243124"/>
                      </a:cubicBezTo>
                      <a:cubicBezTo>
                        <a:pt x="445562" y="243124"/>
                        <a:pt x="462346" y="226439"/>
                        <a:pt x="462346" y="205806"/>
                      </a:cubicBezTo>
                      <a:cubicBezTo>
                        <a:pt x="462346" y="185248"/>
                        <a:pt x="445637" y="168488"/>
                        <a:pt x="424975" y="168488"/>
                      </a:cubicBezTo>
                      <a:close/>
                      <a:moveTo>
                        <a:pt x="287947" y="168488"/>
                      </a:moveTo>
                      <a:cubicBezTo>
                        <a:pt x="267285" y="168488"/>
                        <a:pt x="250576" y="185248"/>
                        <a:pt x="250576" y="205806"/>
                      </a:cubicBezTo>
                      <a:cubicBezTo>
                        <a:pt x="250576" y="226439"/>
                        <a:pt x="267285" y="243124"/>
                        <a:pt x="287947" y="243124"/>
                      </a:cubicBezTo>
                      <a:cubicBezTo>
                        <a:pt x="308610" y="243124"/>
                        <a:pt x="325318" y="226439"/>
                        <a:pt x="325318" y="205806"/>
                      </a:cubicBezTo>
                      <a:cubicBezTo>
                        <a:pt x="325318" y="185248"/>
                        <a:pt x="308610" y="168488"/>
                        <a:pt x="287947" y="168488"/>
                      </a:cubicBezTo>
                      <a:close/>
                      <a:moveTo>
                        <a:pt x="102356" y="121231"/>
                      </a:moveTo>
                      <a:cubicBezTo>
                        <a:pt x="101162" y="123317"/>
                        <a:pt x="99969" y="125477"/>
                        <a:pt x="98850" y="127711"/>
                      </a:cubicBezTo>
                      <a:cubicBezTo>
                        <a:pt x="84227" y="156240"/>
                        <a:pt x="76842" y="186631"/>
                        <a:pt x="76842" y="217990"/>
                      </a:cubicBezTo>
                      <a:cubicBezTo>
                        <a:pt x="76842" y="249275"/>
                        <a:pt x="84227" y="279666"/>
                        <a:pt x="98850" y="308194"/>
                      </a:cubicBezTo>
                      <a:cubicBezTo>
                        <a:pt x="112726" y="335308"/>
                        <a:pt x="132496" y="359516"/>
                        <a:pt x="157488" y="380223"/>
                      </a:cubicBezTo>
                      <a:cubicBezTo>
                        <a:pt x="207845" y="421787"/>
                        <a:pt x="274317" y="444729"/>
                        <a:pt x="344668" y="444729"/>
                      </a:cubicBezTo>
                      <a:cubicBezTo>
                        <a:pt x="353173" y="444729"/>
                        <a:pt x="361752" y="444357"/>
                        <a:pt x="370257" y="443687"/>
                      </a:cubicBezTo>
                      <a:cubicBezTo>
                        <a:pt x="332209" y="465288"/>
                        <a:pt x="286254" y="477876"/>
                        <a:pt x="236717" y="477876"/>
                      </a:cubicBezTo>
                      <a:cubicBezTo>
                        <a:pt x="223736" y="477876"/>
                        <a:pt x="210755" y="477057"/>
                        <a:pt x="198072" y="475344"/>
                      </a:cubicBezTo>
                      <a:cubicBezTo>
                        <a:pt x="160397" y="499478"/>
                        <a:pt x="110637" y="528155"/>
                        <a:pt x="82437" y="531284"/>
                      </a:cubicBezTo>
                      <a:cubicBezTo>
                        <a:pt x="82138" y="531358"/>
                        <a:pt x="81840" y="531358"/>
                        <a:pt x="81542" y="531358"/>
                      </a:cubicBezTo>
                      <a:cubicBezTo>
                        <a:pt x="78930" y="531358"/>
                        <a:pt x="76469" y="530017"/>
                        <a:pt x="75051" y="527857"/>
                      </a:cubicBezTo>
                      <a:cubicBezTo>
                        <a:pt x="73410" y="525399"/>
                        <a:pt x="73335" y="522271"/>
                        <a:pt x="74753" y="519738"/>
                      </a:cubicBezTo>
                      <a:cubicBezTo>
                        <a:pt x="75051" y="519291"/>
                        <a:pt x="99223" y="476014"/>
                        <a:pt x="88778" y="435046"/>
                      </a:cubicBezTo>
                      <a:cubicBezTo>
                        <a:pt x="32303" y="397653"/>
                        <a:pt x="0" y="342160"/>
                        <a:pt x="0" y="282198"/>
                      </a:cubicBezTo>
                      <a:cubicBezTo>
                        <a:pt x="0" y="215532"/>
                        <a:pt x="40584" y="156538"/>
                        <a:pt x="102356" y="121231"/>
                      </a:cubicBezTo>
                      <a:close/>
                      <a:moveTo>
                        <a:pt x="356424" y="0"/>
                      </a:moveTo>
                      <a:cubicBezTo>
                        <a:pt x="495540" y="0"/>
                        <a:pt x="608697" y="94747"/>
                        <a:pt x="608697" y="211244"/>
                      </a:cubicBezTo>
                      <a:cubicBezTo>
                        <a:pt x="608697" y="274408"/>
                        <a:pt x="575802" y="333178"/>
                        <a:pt x="518290" y="373401"/>
                      </a:cubicBezTo>
                      <a:cubicBezTo>
                        <a:pt x="512845" y="406324"/>
                        <a:pt x="531717" y="440811"/>
                        <a:pt x="531941" y="441109"/>
                      </a:cubicBezTo>
                      <a:cubicBezTo>
                        <a:pt x="536267" y="448781"/>
                        <a:pt x="535969" y="458092"/>
                        <a:pt x="531120" y="465391"/>
                      </a:cubicBezTo>
                      <a:cubicBezTo>
                        <a:pt x="526794" y="472021"/>
                        <a:pt x="519484" y="475894"/>
                        <a:pt x="511577" y="475894"/>
                      </a:cubicBezTo>
                      <a:cubicBezTo>
                        <a:pt x="510756" y="475894"/>
                        <a:pt x="509936" y="475894"/>
                        <a:pt x="509041" y="475745"/>
                      </a:cubicBezTo>
                      <a:cubicBezTo>
                        <a:pt x="484574" y="473064"/>
                        <a:pt x="444966" y="454442"/>
                        <a:pt x="391408" y="420476"/>
                      </a:cubicBezTo>
                      <a:cubicBezTo>
                        <a:pt x="379920" y="421817"/>
                        <a:pt x="368135" y="422487"/>
                        <a:pt x="356424" y="422487"/>
                      </a:cubicBezTo>
                      <a:cubicBezTo>
                        <a:pt x="217382" y="422487"/>
                        <a:pt x="104225" y="327741"/>
                        <a:pt x="104225" y="211244"/>
                      </a:cubicBezTo>
                      <a:cubicBezTo>
                        <a:pt x="104225" y="94747"/>
                        <a:pt x="217382" y="0"/>
                        <a:pt x="35642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>
                  <a:defPPr>
                    <a:defRPr lang="en-US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</a:p>
              </p:txBody>
            </p:sp>
          </p:grpSp>
          <p:grpSp>
            <p:nvGrpSpPr>
              <p:cNvPr descr="eb90ad98-4696-485e-b9db-b0dcad1e583e" id="88" name="组合 87">
                <a:extLst>
                  <a:ext uri="{FF2B5EF4-FFF2-40B4-BE49-F238E27FC236}">
                    <a16:creationId id="{FE301441-5038-91DB-BF7B-E3A7114822B1}"/>
                  </a:ext>
                </a:extLst>
              </p:cNvPr>
              <p:cNvGrpSpPr/>
              <p:nvPr/>
            </p:nvGrpSpPr>
            <p:grpSpPr>
              <a:xfrm>
                <a:off x="660399" y="1754998"/>
                <a:ext cx="4371030" cy="1808551"/>
                <a:chOff x="660399" y="1754998"/>
                <a:chExt cx="4371030" cy="1808551"/>
              </a:xfrm>
            </p:grpSpPr>
            <p:grpSp>
              <p:nvGrpSpPr>
                <p:cNvPr descr="dcc4df14-6af4-4ba1-8dce-5d950dccdcd5" id="15" name="组合 14">
                  <a:extLst>
                    <a:ext uri="{FF2B5EF4-FFF2-40B4-BE49-F238E27FC236}">
                      <a16:creationId id="{EBA5E23E-86A5-6E1D-045D-9A52DFB6F087}"/>
                    </a:ext>
                  </a:extLst>
                </p:cNvPr>
                <p:cNvGrpSpPr/>
                <p:nvPr/>
              </p:nvGrpSpPr>
              <p:grpSpPr>
                <a:xfrm>
                  <a:off x="660399" y="1754998"/>
                  <a:ext cx="3327400" cy="1808551"/>
                  <a:chOff x="5872003" y="1392484"/>
                  <a:chExt cx="3878873" cy="1872717"/>
                </a:xfrm>
              </p:grpSpPr>
              <p:sp>
                <p:nvSpPr>
                  <p:cNvPr descr="0f0e398d-8b13-4448-8165-877022e8de06" id="16" name="Bullet1">
                    <a:extLst>
                      <a:ext uri="{FF2B5EF4-FFF2-40B4-BE49-F238E27FC236}">
                        <a16:creationId id="{F2DE5711-866D-B7E5-AB4B-C3E28FCCD1D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5872003" y="1392484"/>
                    <a:ext cx="3878873" cy="8075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="b" anchorCtr="false" bIns="45720" lIns="91440" rIns="91440" tIns="45720" wrap="square">
                    <a:normAutofit/>
                  </a:bodyPr>
                  <a:lstStyle/>
                  <a:p>
                    <a:pPr algn="l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b="true" i="false" lang="en-US" strike="noStrike" sz="1800" u="none">
                        <a:solidFill>
                          <a:srgbClr val="2F2F2F"/>
                        </a:solidFill>
                        <a:latin typeface="Arial"/>
                      </a:rPr>
                      <a:t>IDE的界面认识</a:t>
                    </a:r>
                  </a:p>
                </p:txBody>
              </p:sp>
              <p:sp>
                <p:nvSpPr>
                  <p:cNvPr descr="a73c17a7-9fb2-416c-8971-09c16ff63f9d" id="17" name="Text1">
                    <a:extLst>
                      <a:ext uri="{FF2B5EF4-FFF2-40B4-BE49-F238E27FC236}">
                        <a16:creationId id="{E692FEEC-1589-C713-C963-915250535EE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5872003" y="2200012"/>
                    <a:ext cx="3878873" cy="106518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="t" anchorCtr="false" bIns="45720" lIns="91440" rIns="91440" tIns="45720" wrap="square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b="false" i="false" lang="en-US" strike="noStrike" sz="1200" u="none">
                        <a:solidFill>
                          <a:srgbClr val="2F2F2F"/>
                        </a:solidFill>
                        <a:latin typeface="Arial"/>
                      </a:rPr>
                      <a:t>IDE有代码编辑区、验证按钮和上传按钮，用于编写和检查代码。</a:t>
                    </a:r>
                  </a:p>
                </p:txBody>
              </p:sp>
            </p:grpSp>
            <p:grpSp>
              <p:nvGrpSpPr>
                <p:cNvPr descr="a61d7683-f9f9-419e-88ea-c6ca56043702" id="33" name="组合 32">
                  <a:extLst>
                    <a:ext uri="{FF2B5EF4-FFF2-40B4-BE49-F238E27FC236}">
                      <a16:creationId id="{B372DBF2-093F-1E78-AB98-EFBEE09BA009}"/>
                    </a:ext>
                  </a:extLst>
                </p:cNvPr>
                <p:cNvGrpSpPr/>
                <p:nvPr/>
              </p:nvGrpSpPr>
              <p:grpSpPr>
                <a:xfrm>
                  <a:off x="4144515" y="2105307"/>
                  <a:ext cx="886914" cy="886912"/>
                  <a:chOff x="4370041" y="1994639"/>
                  <a:chExt cx="960870" cy="960870"/>
                </a:xfrm>
              </p:grpSpPr>
              <p:sp>
                <p:nvSpPr>
                  <p:cNvPr descr="cf4d4365-d0fb-46ff-a66d-367c7b9ef759" id="32" name="IconBackground1">
                    <a:extLst>
                      <a:ext uri="{FF2B5EF4-FFF2-40B4-BE49-F238E27FC236}">
                        <a16:creationId id="{1CC4C81F-39A5-6750-DAB1-46AA3FA74D19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4370041" y="1994639"/>
                    <a:ext cx="960870" cy="960870"/>
                  </a:xfrm>
                  <a:prstGeom prst="ellipse">
                    <a:avLst/>
                  </a:prstGeom>
                  <a:noFill/>
                  <a:ln algn="ctr" cap="flat" cmpd="sng" w="12700">
                    <a:solidFill>
                      <a:schemeClr val="accent2"/>
                    </a:solidFill>
                    <a:prstDash val="dash"/>
                    <a:miter lim="800000"/>
                  </a:ln>
                  <a:effectLst/>
                </p:spPr>
                <p:txBody>
                  <a:bodyPr anchor="ctr" anchorCtr="false" rtlCol="0" wrap="square">
                    <a:noAutofit/>
                  </a:bodyPr>
                  <a:lstStyle/>
                  <a:p>
                    <a:pPr algn="ctr"/>
                  </a:p>
                </p:txBody>
              </p:sp>
              <p:sp>
                <p:nvSpPr>
                  <p:cNvPr descr="ad4cf7e0-ab9a-4a06-9f4e-debba2e38c06" id="19" name="Number1">
                    <a:extLst>
                      <a:ext uri="{FF2B5EF4-FFF2-40B4-BE49-F238E27FC236}">
                        <a16:creationId id="{70C74FD8-DF47-4A7B-00F0-693C8BF597AA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4493157" y="2122867"/>
                    <a:ext cx="714638" cy="714636"/>
                  </a:xfrm>
                  <a:prstGeom prst="ellipse">
                    <a:avLst/>
                  </a:prstGeom>
                  <a:gradFill flip="none" rotWithShape="1">
                    <a:gsLst>
                      <a:gs pos="80000">
                        <a:schemeClr val="accent1"/>
                      </a:gs>
                      <a:gs pos="0">
                        <a:schemeClr val="accent2"/>
                      </a:gs>
                    </a:gsLst>
                    <a:lin ang="2700000" scaled="1"/>
                    <a:tileRect/>
                  </a:gra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 anchorCtr="false" bIns="0" lIns="0" rIns="0" rtlCol="0" tIns="0"/>
                  <a:lstStyle>
                    <a:defPPr>
                      <a:defRPr lang="en-US"/>
                    </a:defPPr>
                    <a:lvl1pPr algn="l" defTabSz="914400" eaLnBrk="1" hangingPunct="1" latinLnBrk="0" marL="0" rtl="0">
                      <a:defRPr kern="1200" sz="18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algn="l" defTabSz="914400" eaLnBrk="1" hangingPunct="1" latinLnBrk="0" marL="457200" rtl="0">
                      <a:defRPr kern="1200" sz="18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algn="l" defTabSz="914400" eaLnBrk="1" hangingPunct="1" latinLnBrk="0" marL="914400" rtl="0">
                      <a:defRPr kern="1200" sz="18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algn="l" defTabSz="914400" eaLnBrk="1" hangingPunct="1" latinLnBrk="0" marL="1371600" rtl="0">
                      <a:defRPr kern="1200" sz="18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algn="l" defTabSz="914400" eaLnBrk="1" hangingPunct="1" latinLnBrk="0" marL="1828800" rtl="0">
                      <a:defRPr kern="1200" sz="18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algn="l" defTabSz="914400" eaLnBrk="1" hangingPunct="1" latinLnBrk="0" marL="2286000" rtl="0">
                      <a:defRPr kern="1200" sz="18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algn="l" defTabSz="914400" eaLnBrk="1" hangingPunct="1" latinLnBrk="0" marL="2743200" rtl="0">
                      <a:defRPr kern="1200" sz="18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algn="l" defTabSz="914400" eaLnBrk="1" hangingPunct="1" latinLnBrk="0" marL="3200400" rtl="0">
                      <a:defRPr kern="1200" sz="18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algn="l" defTabSz="914400" eaLnBrk="1" hangingPunct="1" latinLnBrk="0" marL="3657600" rtl="0">
                      <a:defRPr kern="1200" sz="18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b="true" i="true" lang="en-US" sz="1800" u="none">
                        <a:solidFill>
                          <a:srgbClr val="FFFFFF"/>
                        </a:solidFill>
                        <a:latin typeface="Arial"/>
                      </a:rPr>
                      <a:t>1</a:t>
                    </a:r>
                  </a:p>
                </p:txBody>
              </p:sp>
            </p:grpSp>
          </p:grpSp>
          <p:grpSp>
            <p:nvGrpSpPr>
              <p:cNvPr descr="79379d85-cc0d-4ae8-932b-32adecef38bf" id="89" name="组合 88">
                <a:extLst>
                  <a:ext uri="{FF2B5EF4-FFF2-40B4-BE49-F238E27FC236}">
                    <a16:creationId id="{7DAADB71-3564-96B1-4A83-81ABFB865694}"/>
                  </a:ext>
                </a:extLst>
              </p:cNvPr>
              <p:cNvGrpSpPr/>
              <p:nvPr/>
            </p:nvGrpSpPr>
            <p:grpSpPr>
              <a:xfrm>
                <a:off x="660399" y="4325549"/>
                <a:ext cx="4371030" cy="1808551"/>
                <a:chOff x="660399" y="4325549"/>
                <a:chExt cx="4371030" cy="1808551"/>
              </a:xfrm>
            </p:grpSpPr>
            <p:grpSp>
              <p:nvGrpSpPr>
                <p:cNvPr descr="09307b13-336c-4af9-9bbd-2077f214e023" id="82" name="组合 81">
                  <a:extLst>
                    <a:ext uri="{FF2B5EF4-FFF2-40B4-BE49-F238E27FC236}">
                      <a16:creationId id="{BB5913F0-68A8-1556-08D3-809B89BFFCB3}"/>
                    </a:ext>
                  </a:extLst>
                </p:cNvPr>
                <p:cNvGrpSpPr/>
                <p:nvPr/>
              </p:nvGrpSpPr>
              <p:grpSpPr>
                <a:xfrm>
                  <a:off x="660399" y="4325549"/>
                  <a:ext cx="3327400" cy="1808551"/>
                  <a:chOff x="5872003" y="1392484"/>
                  <a:chExt cx="3878873" cy="1872717"/>
                </a:xfrm>
              </p:grpSpPr>
              <p:sp>
                <p:nvSpPr>
                  <p:cNvPr descr="52b69afb-0d99-4ac7-8e88-5445445afa7d" id="86" name="Bullet2">
                    <a:extLst>
                      <a:ext uri="{FF2B5EF4-FFF2-40B4-BE49-F238E27FC236}">
                        <a16:creationId id="{8F698B02-9AA3-C5F4-8E44-AF736F572CA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5872003" y="1392484"/>
                    <a:ext cx="3878873" cy="8075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="b" anchorCtr="false" bIns="45720" lIns="91440" rIns="91440" tIns="45720" wrap="square">
                    <a:normAutofit/>
                  </a:bodyPr>
                  <a:lstStyle/>
                  <a:p>
                    <a:pPr algn="l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b="true" i="false" lang="en-US" strike="noStrike" sz="1800" u="none">
                        <a:solidFill>
                          <a:srgbClr val="2F2F2F"/>
                        </a:solidFill>
                        <a:ea typeface="微软雅黑"/>
                      </a:rPr>
                      <a:t>代码编辑区的作用</a:t>
                    </a:r>
                  </a:p>
                </p:txBody>
              </p:sp>
              <p:sp>
                <p:nvSpPr>
                  <p:cNvPr descr="814fd66f-da31-4c2a-ba3d-e47f0d3d7cc7" id="87" name="Text2">
                    <a:extLst>
                      <a:ext uri="{FF2B5EF4-FFF2-40B4-BE49-F238E27FC236}">
                        <a16:creationId id="{766B92D2-B477-DBE0-2CA7-9AE945B416E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5872003" y="2200012"/>
                    <a:ext cx="3878873" cy="106518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="t" anchorCtr="false" bIns="45720" lIns="91440" rIns="91440" tIns="45720" wrap="square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b="false" i="false" lang="en-US" strike="noStrike" sz="1200" u="none">
                        <a:solidFill>
                          <a:srgbClr val="2F2F2F"/>
                        </a:solidFill>
                        <a:ea typeface="微软雅黑"/>
                      </a:rPr>
                      <a:t>代码编辑区是写指令的地方，可编写控制Arduino的程序。</a:t>
                    </a:r>
                  </a:p>
                </p:txBody>
              </p:sp>
            </p:grpSp>
            <p:grpSp>
              <p:nvGrpSpPr>
                <p:cNvPr descr="457d71d1-2457-4ec8-a7d3-0d2d805f0c87" id="83" name="组合 82">
                  <a:extLst>
                    <a:ext uri="{FF2B5EF4-FFF2-40B4-BE49-F238E27FC236}">
                      <a16:creationId id="{15DF5670-EF26-7D89-0D7B-C3D703BCEE97}"/>
                    </a:ext>
                  </a:extLst>
                </p:cNvPr>
                <p:cNvGrpSpPr/>
                <p:nvPr/>
              </p:nvGrpSpPr>
              <p:grpSpPr>
                <a:xfrm>
                  <a:off x="4144515" y="4675858"/>
                  <a:ext cx="886914" cy="886912"/>
                  <a:chOff x="4370041" y="1994639"/>
                  <a:chExt cx="960870" cy="960870"/>
                </a:xfrm>
              </p:grpSpPr>
              <p:sp>
                <p:nvSpPr>
                  <p:cNvPr descr="9e5e5bb1-0868-4ea7-91c2-908dc4e22db9" id="84" name="IconBackground2">
                    <a:extLst>
                      <a:ext uri="{FF2B5EF4-FFF2-40B4-BE49-F238E27FC236}">
                        <a16:creationId id="{72D8D1B5-D885-6BD2-B9FA-C3E1C1DC26DB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4370041" y="1994639"/>
                    <a:ext cx="960870" cy="960870"/>
                  </a:xfrm>
                  <a:prstGeom prst="ellipse">
                    <a:avLst/>
                  </a:prstGeom>
                  <a:noFill/>
                  <a:ln algn="ctr" cap="flat" cmpd="sng" w="12700">
                    <a:solidFill>
                      <a:schemeClr val="accent2"/>
                    </a:solidFill>
                    <a:prstDash val="dash"/>
                    <a:miter lim="800000"/>
                  </a:ln>
                  <a:effectLst/>
                </p:spPr>
                <p:txBody>
                  <a:bodyPr anchor="ctr" anchorCtr="false" rtlCol="0" wrap="square">
                    <a:noAutofit/>
                  </a:bodyPr>
                  <a:lstStyle/>
                  <a:p>
                    <a:pPr algn="ctr"/>
                  </a:p>
                </p:txBody>
              </p:sp>
              <p:sp>
                <p:nvSpPr>
                  <p:cNvPr descr="498f241d-53ca-4c06-a35d-a4329842ed09" id="85" name="Number2">
                    <a:extLst>
                      <a:ext uri="{FF2B5EF4-FFF2-40B4-BE49-F238E27FC236}">
                        <a16:creationId id="{C414F1D1-C089-5511-EFE4-E9BF042386DD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4493157" y="2122867"/>
                    <a:ext cx="714638" cy="714636"/>
                  </a:xfrm>
                  <a:prstGeom prst="ellipse">
                    <a:avLst/>
                  </a:prstGeom>
                  <a:gradFill flip="none" rotWithShape="1">
                    <a:gsLst>
                      <a:gs pos="80000">
                        <a:schemeClr val="accent1"/>
                      </a:gs>
                      <a:gs pos="0">
                        <a:schemeClr val="accent2"/>
                      </a:gs>
                    </a:gsLst>
                    <a:lin ang="2700000" scaled="1"/>
                    <a:tileRect/>
                  </a:gra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 anchorCtr="false" bIns="0" lIns="0" rIns="0" rtlCol="0" tIns="0"/>
                  <a:lstStyle>
                    <a:defPPr>
                      <a:defRPr lang="en-US"/>
                    </a:defPPr>
                    <a:lvl1pPr algn="l" defTabSz="914400" eaLnBrk="1" hangingPunct="1" latinLnBrk="0" marL="0" rtl="0">
                      <a:defRPr kern="1200" sz="18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algn="l" defTabSz="914400" eaLnBrk="1" hangingPunct="1" latinLnBrk="0" marL="457200" rtl="0">
                      <a:defRPr kern="1200" sz="18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algn="l" defTabSz="914400" eaLnBrk="1" hangingPunct="1" latinLnBrk="0" marL="914400" rtl="0">
                      <a:defRPr kern="1200" sz="18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algn="l" defTabSz="914400" eaLnBrk="1" hangingPunct="1" latinLnBrk="0" marL="1371600" rtl="0">
                      <a:defRPr kern="1200" sz="18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algn="l" defTabSz="914400" eaLnBrk="1" hangingPunct="1" latinLnBrk="0" marL="1828800" rtl="0">
                      <a:defRPr kern="1200" sz="18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algn="l" defTabSz="914400" eaLnBrk="1" hangingPunct="1" latinLnBrk="0" marL="2286000" rtl="0">
                      <a:defRPr kern="1200" sz="18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algn="l" defTabSz="914400" eaLnBrk="1" hangingPunct="1" latinLnBrk="0" marL="2743200" rtl="0">
                      <a:defRPr kern="1200" sz="18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algn="l" defTabSz="914400" eaLnBrk="1" hangingPunct="1" latinLnBrk="0" marL="3200400" rtl="0">
                      <a:defRPr kern="1200" sz="18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algn="l" defTabSz="914400" eaLnBrk="1" hangingPunct="1" latinLnBrk="0" marL="3657600" rtl="0">
                      <a:defRPr kern="1200" sz="18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b="true" i="true" lang="en-US" sz="1800" u="none">
                        <a:solidFill>
                          <a:srgbClr val="FFFFFF"/>
                        </a:solidFill>
                        <a:latin typeface="Arial"/>
                      </a:rPr>
                      <a:t>2</a:t>
                    </a:r>
                  </a:p>
                </p:txBody>
              </p:sp>
            </p:grpSp>
          </p:grpSp>
          <p:grpSp>
            <p:nvGrpSpPr>
              <p:cNvPr descr="0a43686d-271c-4c78-90cc-675f4e5af144" id="104" name="组合 103">
                <a:extLst>
                  <a:ext uri="{FF2B5EF4-FFF2-40B4-BE49-F238E27FC236}">
                    <a16:creationId id="{D1793FB5-3656-6978-D330-8AD37AF304BB}"/>
                  </a:ext>
                </a:extLst>
              </p:cNvPr>
              <p:cNvGrpSpPr/>
              <p:nvPr/>
            </p:nvGrpSpPr>
            <p:grpSpPr>
              <a:xfrm flipH="1">
                <a:off x="7147870" y="1754998"/>
                <a:ext cx="4371030" cy="4379102"/>
                <a:chOff x="7147870" y="1754998"/>
                <a:chExt cx="4371030" cy="4379102"/>
              </a:xfrm>
            </p:grpSpPr>
            <p:grpSp>
              <p:nvGrpSpPr>
                <p:cNvPr descr="b2093235-b407-47c2-abc5-29bbf2c7bfd6" id="90" name="组合 89">
                  <a:extLst>
                    <a:ext uri="{FF2B5EF4-FFF2-40B4-BE49-F238E27FC236}">
                      <a16:creationId id="{D7295432-A98B-B153-2A31-32105F51DD45}"/>
                    </a:ext>
                  </a:extLst>
                </p:cNvPr>
                <p:cNvGrpSpPr/>
                <p:nvPr/>
              </p:nvGrpSpPr>
              <p:grpSpPr>
                <a:xfrm>
                  <a:off x="7147870" y="1754998"/>
                  <a:ext cx="4371030" cy="1808551"/>
                  <a:chOff x="660399" y="1754998"/>
                  <a:chExt cx="4371030" cy="1808551"/>
                </a:xfrm>
              </p:grpSpPr>
              <p:grpSp>
                <p:nvGrpSpPr>
                  <p:cNvPr descr="e0c1d098-7c2e-4e64-93bb-369ea0ed1831" id="91" name="组合 90">
                    <a:extLst>
                      <a:ext uri="{FF2B5EF4-FFF2-40B4-BE49-F238E27FC236}">
                        <a16:creationId id="{94E1FD3D-396D-1C41-AA59-0CE4502D2073}"/>
                      </a:ext>
                    </a:extLst>
                  </p:cNvPr>
                  <p:cNvGrpSpPr/>
                  <p:nvPr/>
                </p:nvGrpSpPr>
                <p:grpSpPr>
                  <a:xfrm>
                    <a:off x="660399" y="1754998"/>
                    <a:ext cx="3327400" cy="1808551"/>
                    <a:chOff x="5872003" y="1392484"/>
                    <a:chExt cx="3878873" cy="1872717"/>
                  </a:xfrm>
                </p:grpSpPr>
                <p:sp>
                  <p:nvSpPr>
                    <p:cNvPr descr="715ec663-e633-4a84-b65c-c3b558b6c6af" id="95" name="Bullet3">
                      <a:extLst>
                        <a:ext uri="{FF2B5EF4-FFF2-40B4-BE49-F238E27FC236}">
                          <a16:creationId id="{A9AD057C-65F6-ABDF-072D-5E2BD7B8E44A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 flipH="false" flipV="false">
                      <a:off x="5872003" y="1392484"/>
                      <a:ext cx="3878873" cy="8075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="b" anchorCtr="false" bIns="45720" lIns="91440" rIns="91440" tIns="45720" wrap="square">
                      <a:normAutofit/>
                    </a:bodyPr>
                    <a:lstStyle/>
                    <a:p>
                      <a:pPr algn="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b="true" i="false" lang="en-US" strike="noStrike" sz="1800" u="none">
                          <a:solidFill>
                            <a:srgbClr val="2F2F2F"/>
                          </a:solidFill>
                          <a:ea typeface="微软雅黑"/>
                        </a:rPr>
                        <a:t>验证按钮的功能</a:t>
                      </a:r>
                    </a:p>
                  </p:txBody>
                </p:sp>
                <p:sp>
                  <p:nvSpPr>
                    <p:cNvPr descr="e9ad7603-cc33-455f-b9ba-97a615c881a6" id="96" name="Text3">
                      <a:extLst>
                        <a:ext uri="{FF2B5EF4-FFF2-40B4-BE49-F238E27FC236}">
                          <a16:creationId id="{E588776B-6C3C-8810-3034-1BEB3ABCDF43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 flipH="false" flipV="false">
                      <a:off x="5872003" y="2200012"/>
                      <a:ext cx="3878873" cy="106518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="t" anchorCtr="false" bIns="45720" lIns="91440" rIns="91440" tIns="45720" wrap="square">
                      <a:normAutofit/>
                    </a:bodyPr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b="false" i="false" lang="en-US" strike="noStrike" sz="1200" u="none">
                          <a:solidFill>
                            <a:srgbClr val="2F2F2F"/>
                          </a:solidFill>
                          <a:ea typeface="微软雅黑"/>
                        </a:rPr>
                        <a:t>验证按钮用于检查代码是否正确，确保程序无误。</a:t>
                      </a:r>
                    </a:p>
                  </p:txBody>
                </p:sp>
              </p:grpSp>
              <p:grpSp>
                <p:nvGrpSpPr>
                  <p:cNvPr descr="62a9a9c6-6b64-44d2-8d81-2eddfd4ba1b2" id="92" name="组合 91">
                    <a:extLst>
                      <a:ext uri="{FF2B5EF4-FFF2-40B4-BE49-F238E27FC236}">
                        <a16:creationId id="{B90E0106-8EA4-A9EA-3920-7E9B19986598}"/>
                      </a:ext>
                    </a:extLst>
                  </p:cNvPr>
                  <p:cNvGrpSpPr/>
                  <p:nvPr/>
                </p:nvGrpSpPr>
                <p:grpSpPr>
                  <a:xfrm>
                    <a:off x="4144515" y="2105307"/>
                    <a:ext cx="886914" cy="886912"/>
                    <a:chOff x="4370041" y="1994639"/>
                    <a:chExt cx="960870" cy="960870"/>
                  </a:xfrm>
                </p:grpSpPr>
                <p:sp>
                  <p:nvSpPr>
                    <p:cNvPr descr="76febf98-4fe0-4e5e-9e8b-161d2984d315" id="93" name="IconBackground3">
                      <a:extLst>
                        <a:ext uri="{FF2B5EF4-FFF2-40B4-BE49-F238E27FC236}">
                          <a16:creationId id="{4DBDC68E-3800-527F-78B0-9019CC1AB0C2}"/>
                        </a:ext>
                      </a:extLst>
                    </p:cNvPr>
                    <p:cNvSpPr/>
                    <p:nvPr/>
                  </p:nvSpPr>
                  <p:spPr>
                    <a:xfrm flipH="false" flipV="false">
                      <a:off x="4370041" y="1994639"/>
                      <a:ext cx="960870" cy="960870"/>
                    </a:xfrm>
                    <a:prstGeom prst="ellipse">
                      <a:avLst/>
                    </a:prstGeom>
                    <a:noFill/>
                    <a:ln algn="ctr" cap="flat" cmpd="sng" w="12700">
                      <a:solidFill>
                        <a:schemeClr val="accent2"/>
                      </a:solidFill>
                      <a:prstDash val="dash"/>
                      <a:miter lim="800000"/>
                    </a:ln>
                    <a:effectLst/>
                  </p:spPr>
                  <p:txBody>
                    <a:bodyPr anchor="ctr" anchorCtr="false" rtlCol="0" wrap="square">
                      <a:noAutofit/>
                    </a:bodyPr>
                    <a:lstStyle/>
                    <a:p>
                      <a:pPr algn="ctr"/>
                    </a:p>
                  </p:txBody>
                </p:sp>
                <p:sp>
                  <p:nvSpPr>
                    <p:cNvPr descr="93b0fee9-22fa-45cc-beee-4f30fe077e62" id="94" name="Number3">
                      <a:extLst>
                        <a:ext uri="{FF2B5EF4-FFF2-40B4-BE49-F238E27FC236}">
                          <a16:creationId id="{75B3BF50-D632-040A-3DFC-F714712B02A5}"/>
                        </a:ext>
                      </a:extLst>
                    </p:cNvPr>
                    <p:cNvSpPr/>
                    <p:nvPr/>
                  </p:nvSpPr>
                  <p:spPr>
                    <a:xfrm flipH="true" flipV="false">
                      <a:off x="4493157" y="2122867"/>
                      <a:ext cx="714638" cy="714636"/>
                    </a:xfrm>
                    <a:prstGeom prst="ellipse">
                      <a:avLst/>
                    </a:prstGeom>
                    <a:gradFill flip="none" rotWithShape="1">
                      <a:gsLst>
                        <a:gs pos="80000">
                          <a:schemeClr val="accent1"/>
                        </a:gs>
                        <a:gs pos="0">
                          <a:schemeClr val="accent2"/>
                        </a:gs>
                      </a:gsLst>
                      <a:lin ang="2700000" scaled="1"/>
                      <a:tileRect/>
                    </a:gra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 anchorCtr="false" bIns="0" lIns="0" rIns="0" rtlCol="0" tIns="0"/>
                    <a:lstStyle>
                      <a:defPPr>
                        <a:defRPr lang="en-US"/>
                      </a:defPPr>
                      <a:lvl1pPr algn="l" defTabSz="914400" eaLnBrk="1" hangingPunct="1" latinLnBrk="0" marL="0" rtl="0">
                        <a:defRPr kern="1200" sz="18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algn="l" defTabSz="914400" eaLnBrk="1" hangingPunct="1" latinLnBrk="0" marL="457200" rtl="0">
                        <a:defRPr kern="1200" sz="18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algn="l" defTabSz="914400" eaLnBrk="1" hangingPunct="1" latinLnBrk="0" marL="914400" rtl="0">
                        <a:defRPr kern="1200" sz="18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algn="l" defTabSz="914400" eaLnBrk="1" hangingPunct="1" latinLnBrk="0" marL="1371600" rtl="0">
                        <a:defRPr kern="1200" sz="18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algn="l" defTabSz="914400" eaLnBrk="1" hangingPunct="1" latinLnBrk="0" marL="1828800" rtl="0">
                        <a:defRPr kern="1200" sz="18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algn="l" defTabSz="914400" eaLnBrk="1" hangingPunct="1" latinLnBrk="0" marL="2286000" rtl="0">
                        <a:defRPr kern="1200" sz="18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algn="l" defTabSz="914400" eaLnBrk="1" hangingPunct="1" latinLnBrk="0" marL="2743200" rtl="0">
                        <a:defRPr kern="1200" sz="18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algn="l" defTabSz="914400" eaLnBrk="1" hangingPunct="1" latinLnBrk="0" marL="3200400" rtl="0">
                        <a:defRPr kern="1200" sz="18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algn="l" defTabSz="914400" eaLnBrk="1" hangingPunct="1" latinLnBrk="0" marL="3657600" rtl="0">
                        <a:defRPr kern="1200" sz="18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b="true" i="true" lang="en-US" sz="1800" u="non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p:txBody>
                </p:sp>
              </p:grpSp>
            </p:grpSp>
            <p:grpSp>
              <p:nvGrpSpPr>
                <p:cNvPr descr="fbe7b05c-6fc8-4db6-9ae1-2656e7276e80" id="97" name="组合 96">
                  <a:extLst>
                    <a:ext uri="{FF2B5EF4-FFF2-40B4-BE49-F238E27FC236}">
                      <a16:creationId id="{CF1CF47C-E1CD-FCA6-88FC-A68D653C1BC1}"/>
                    </a:ext>
                  </a:extLst>
                </p:cNvPr>
                <p:cNvGrpSpPr/>
                <p:nvPr/>
              </p:nvGrpSpPr>
              <p:grpSpPr>
                <a:xfrm>
                  <a:off x="7147870" y="4325549"/>
                  <a:ext cx="4371030" cy="1808551"/>
                  <a:chOff x="660399" y="4325549"/>
                  <a:chExt cx="4371030" cy="1808551"/>
                </a:xfrm>
              </p:grpSpPr>
              <p:grpSp>
                <p:nvGrpSpPr>
                  <p:cNvPr descr="3ca11792-6c51-4283-b0d2-700afe3f0734" id="98" name="组合 97">
                    <a:extLst>
                      <a:ext uri="{FF2B5EF4-FFF2-40B4-BE49-F238E27FC236}">
                        <a16:creationId id="{9AC5C8BB-0726-6C7E-228B-3A059C11B0D4}"/>
                      </a:ext>
                    </a:extLst>
                  </p:cNvPr>
                  <p:cNvGrpSpPr/>
                  <p:nvPr/>
                </p:nvGrpSpPr>
                <p:grpSpPr>
                  <a:xfrm>
                    <a:off x="660399" y="4325549"/>
                    <a:ext cx="3327400" cy="1808551"/>
                    <a:chOff x="5872003" y="1392484"/>
                    <a:chExt cx="3878873" cy="1872717"/>
                  </a:xfrm>
                </p:grpSpPr>
                <p:sp>
                  <p:nvSpPr>
                    <p:cNvPr descr="68bad9eb-e04b-4656-832e-7d2e1851fe79" id="102" name="Bullet4">
                      <a:extLst>
                        <a:ext uri="{FF2B5EF4-FFF2-40B4-BE49-F238E27FC236}">
                          <a16:creationId id="{0BA71DB5-8954-E0C5-69A0-F9E50A3B4491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 flipH="false" flipV="false">
                      <a:off x="5872003" y="1392484"/>
                      <a:ext cx="3878873" cy="8075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="b" anchorCtr="false" bIns="45720" lIns="91440" rIns="91440" tIns="45720" wrap="square">
                      <a:normAutofit/>
                    </a:bodyPr>
                    <a:lstStyle/>
                    <a:p>
                      <a:pPr algn="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b="true" i="false" lang="en-US" strike="noStrike" sz="1800" u="none">
                          <a:solidFill>
                            <a:srgbClr val="2F2F2F"/>
                          </a:solidFill>
                          <a:ea typeface="微软雅黑"/>
                        </a:rPr>
                        <a:t>上传按钮的作用</a:t>
                      </a:r>
                    </a:p>
                  </p:txBody>
                </p:sp>
                <p:sp>
                  <p:nvSpPr>
                    <p:cNvPr descr="5db146c1-3b71-486e-9f7b-652a542aa06d" id="103" name="Text4">
                      <a:extLst>
                        <a:ext uri="{FF2B5EF4-FFF2-40B4-BE49-F238E27FC236}">
                          <a16:creationId id="{0F8F81F6-F093-4773-E896-05C94F9F7668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 flipH="false" flipV="false">
                      <a:off x="5872003" y="2200012"/>
                      <a:ext cx="3878873" cy="106518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="t" anchorCtr="false" bIns="45720" lIns="91440" rIns="91440" tIns="45720" wrap="square">
                      <a:normAutofit/>
                    </a:bodyPr>
                    <a:lstStyle/>
                    <a:p>
                      <a:pPr algn="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b="false" i="false" lang="en-US" strike="noStrike" sz="1200" u="none">
                          <a:solidFill>
                            <a:srgbClr val="2F2F2F"/>
                          </a:solidFill>
                          <a:ea typeface="微软雅黑"/>
                        </a:rPr>
                        <a:t>上传按钮把代码发送给Arduino，让程序在硬件上运行。</a:t>
                      </a:r>
                    </a:p>
                  </p:txBody>
                </p:sp>
              </p:grpSp>
              <p:grpSp>
                <p:nvGrpSpPr>
                  <p:cNvPr descr="885004e1-c3c0-4aad-a5e2-b15289551911" id="99" name="组合 98">
                    <a:extLst>
                      <a:ext uri="{FF2B5EF4-FFF2-40B4-BE49-F238E27FC236}">
                        <a16:creationId id="{8440EE56-F14F-0ADD-3EFC-0324B1752986}"/>
                      </a:ext>
                    </a:extLst>
                  </p:cNvPr>
                  <p:cNvGrpSpPr/>
                  <p:nvPr/>
                </p:nvGrpSpPr>
                <p:grpSpPr>
                  <a:xfrm>
                    <a:off x="4144515" y="4675858"/>
                    <a:ext cx="886914" cy="886912"/>
                    <a:chOff x="4370041" y="1994639"/>
                    <a:chExt cx="960870" cy="960870"/>
                  </a:xfrm>
                </p:grpSpPr>
                <p:sp>
                  <p:nvSpPr>
                    <p:cNvPr descr="f096ad36-9b18-4a15-8525-467411b9e9d1" id="100" name="IconBackground4">
                      <a:extLst>
                        <a:ext uri="{FF2B5EF4-FFF2-40B4-BE49-F238E27FC236}">
                          <a16:creationId id="{6F151559-7858-8CAF-4C07-B5C39F39E5E7}"/>
                        </a:ext>
                      </a:extLst>
                    </p:cNvPr>
                    <p:cNvSpPr/>
                    <p:nvPr/>
                  </p:nvSpPr>
                  <p:spPr>
                    <a:xfrm flipH="false" flipV="false">
                      <a:off x="4370041" y="1994639"/>
                      <a:ext cx="960870" cy="960870"/>
                    </a:xfrm>
                    <a:prstGeom prst="ellipse">
                      <a:avLst/>
                    </a:prstGeom>
                    <a:noFill/>
                    <a:ln algn="ctr" cap="flat" cmpd="sng" w="12700">
                      <a:solidFill>
                        <a:schemeClr val="accent2"/>
                      </a:solidFill>
                      <a:prstDash val="dash"/>
                      <a:miter lim="800000"/>
                    </a:ln>
                    <a:effectLst/>
                  </p:spPr>
                  <p:txBody>
                    <a:bodyPr anchor="ctr" anchorCtr="false" rtlCol="0" wrap="square">
                      <a:noAutofit/>
                    </a:bodyPr>
                    <a:lstStyle/>
                    <a:p>
                      <a:pPr algn="ctr"/>
                    </a:p>
                  </p:txBody>
                </p:sp>
                <p:sp>
                  <p:nvSpPr>
                    <p:cNvPr descr="9e7d82f1-5b30-4e3c-8174-806b7eec64f1" id="101" name="Number4">
                      <a:extLst>
                        <a:ext uri="{FF2B5EF4-FFF2-40B4-BE49-F238E27FC236}">
                          <a16:creationId id="{50DE89D8-FC56-0EC9-3928-26F0B3E05532}"/>
                        </a:ext>
                      </a:extLst>
                    </p:cNvPr>
                    <p:cNvSpPr/>
                    <p:nvPr/>
                  </p:nvSpPr>
                  <p:spPr>
                    <a:xfrm flipH="true" flipV="false">
                      <a:off x="4493157" y="2122867"/>
                      <a:ext cx="714638" cy="714636"/>
                    </a:xfrm>
                    <a:prstGeom prst="ellipse">
                      <a:avLst/>
                    </a:prstGeom>
                    <a:gradFill flip="none" rotWithShape="1">
                      <a:gsLst>
                        <a:gs pos="80000">
                          <a:schemeClr val="accent1"/>
                        </a:gs>
                        <a:gs pos="0">
                          <a:schemeClr val="accent2"/>
                        </a:gs>
                      </a:gsLst>
                      <a:lin ang="2700000" scaled="1"/>
                      <a:tileRect/>
                    </a:gra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 anchorCtr="false" bIns="0" lIns="0" rIns="0" rtlCol="0" tIns="0"/>
                    <a:lstStyle>
                      <a:defPPr>
                        <a:defRPr lang="en-US"/>
                      </a:defPPr>
                      <a:lvl1pPr algn="l" defTabSz="914400" eaLnBrk="1" hangingPunct="1" latinLnBrk="0" marL="0" rtl="0">
                        <a:defRPr kern="1200" sz="18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algn="l" defTabSz="914400" eaLnBrk="1" hangingPunct="1" latinLnBrk="0" marL="457200" rtl="0">
                        <a:defRPr kern="1200" sz="18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algn="l" defTabSz="914400" eaLnBrk="1" hangingPunct="1" latinLnBrk="0" marL="914400" rtl="0">
                        <a:defRPr kern="1200" sz="18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algn="l" defTabSz="914400" eaLnBrk="1" hangingPunct="1" latinLnBrk="0" marL="1371600" rtl="0">
                        <a:defRPr kern="1200" sz="18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algn="l" defTabSz="914400" eaLnBrk="1" hangingPunct="1" latinLnBrk="0" marL="1828800" rtl="0">
                        <a:defRPr kern="1200" sz="18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algn="l" defTabSz="914400" eaLnBrk="1" hangingPunct="1" latinLnBrk="0" marL="2286000" rtl="0">
                        <a:defRPr kern="1200" sz="18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algn="l" defTabSz="914400" eaLnBrk="1" hangingPunct="1" latinLnBrk="0" marL="2743200" rtl="0">
                        <a:defRPr kern="1200" sz="18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algn="l" defTabSz="914400" eaLnBrk="1" hangingPunct="1" latinLnBrk="0" marL="3200400" rtl="0">
                        <a:defRPr kern="1200" sz="18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algn="l" defTabSz="914400" eaLnBrk="1" hangingPunct="1" latinLnBrk="0" marL="3657600" rtl="0">
                        <a:defRPr kern="1200" sz="18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b="true" i="true" lang="en-US" sz="1800" u="non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p:txBody>
                </p:sp>
              </p:grpSp>
            </p:grpSp>
          </p:grpSp>
        </p:grpSp>
        <p:sp>
          <p:nvSpPr>
            <p:cNvPr descr="05c35095-2928-4b08-9bc7-5f88961608af" id="106" name="Title">
              <a:extLst>
                <a:ext uri="{FF2B5EF4-FFF2-40B4-BE49-F238E27FC236}">
                  <a16:creationId id="{36A121DC-EE2F-1D31-1B65-5AD0F2D842C0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666562"/>
            </a:xfrm>
            <a:prstGeom prst="rect">
              <a:avLst/>
            </a:prstGeom>
            <a:noFill/>
          </p:spPr>
          <p:txBody>
            <a:bodyPr anchor="ctr" anchorCtr="fals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熟悉IDE界面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438c02dd-0f22-465b-af2a-ce958c13a991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第一个程序</a:t>
            </a:r>
          </a:p>
        </p:txBody>
      </p:sp>
      <p:grpSp>
        <p:nvGrpSpPr>
          <p:cNvPr descr="5f981dd8-ec51-4e6c-9815-9c2032d55fca" id="32" name="ed42e0f5-962e-4943-9e04-214bc3adcf58.source.5.zh-Hans.pptx">
            <a:extLst>
              <a:ext uri="{FF2B5EF4-FFF2-40B4-BE49-F238E27FC236}">
                <a16:creationId id="{362448F4-F4CB-34D2-6FDA-E2ACF0A8B750}"/>
              </a:ext>
            </a:extLst>
          </p:cNvPr>
          <p:cNvGrpSpPr/>
          <p:nvPr/>
        </p:nvGrpSpPr>
        <p:grpSpPr>
          <a:xfrm>
            <a:off x="0" y="1130300"/>
            <a:ext cx="12192000" cy="5727700"/>
            <a:chOff x="0" y="1130300"/>
            <a:chExt cx="12192000" cy="5727700"/>
          </a:xfrm>
        </p:grpSpPr>
        <p:sp>
          <p:nvSpPr>
            <p:cNvPr descr="4e522a6f-ccd7-4c36-b7e7-0885ce9e115f" id="2" name="Title">
              <a:extLst>
                <a:ext uri="{FF2B5EF4-FFF2-40B4-BE49-F238E27FC236}">
                  <a16:creationId id="{3263C47E-CBAD-E430-D395-C99FE712C3E1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666562"/>
            </a:xfrm>
            <a:prstGeom prst="rect">
              <a:avLst/>
            </a:prstGeom>
            <a:noFill/>
          </p:spPr>
          <p:txBody>
            <a:bodyPr anchor="ctr" anchorCtr="fals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让LED闪烁</a:t>
              </a:r>
            </a:p>
          </p:txBody>
        </p:sp>
        <p:sp>
          <p:nvSpPr>
            <p:cNvPr descr="a40e0724-a5bd-4e80-a2aa-03ce0c7a60a2" id="7" name="任意多边形: 形状 6">
              <a:extLst>
                <a:ext uri="{FF2B5EF4-FFF2-40B4-BE49-F238E27FC236}">
                  <a16:creationId id="{D4CC3476-7A6C-0155-2951-476650EDB0AF}"/>
                </a:ext>
              </a:extLst>
            </p:cNvPr>
            <p:cNvSpPr/>
            <p:nvPr/>
          </p:nvSpPr>
          <p:spPr>
            <a:xfrm flipH="false" flipV="false">
              <a:off x="0" y="1796862"/>
              <a:ext cx="12192000" cy="5061138"/>
            </a:xfrm>
            <a:custGeom>
              <a:avLst/>
              <a:gdLst>
                <a:gd fmla="*/ 0 w 12192000" name="connsiteX0"/>
                <a:gd fmla="*/ 0 h 5061138" name="connsiteY0"/>
                <a:gd fmla="*/ 12192000 w 12192000" name="connsiteX1"/>
                <a:gd fmla="*/ 0 h 5061138" name="connsiteY1"/>
                <a:gd fmla="*/ 12192000 w 12192000" name="connsiteX2"/>
                <a:gd fmla="*/ 3068218 h 5061138" name="connsiteY2"/>
                <a:gd fmla="*/ 11457829 w 12192000" name="connsiteX3"/>
                <a:gd fmla="*/ 5061138 h 5061138" name="connsiteY3"/>
                <a:gd fmla="*/ 721472 w 12192000" name="connsiteX4"/>
                <a:gd fmla="*/ 5061138 h 5061138" name="connsiteY4"/>
                <a:gd fmla="*/ 0 w 12192000" name="connsiteX5"/>
                <a:gd fmla="*/ 3102692 h 5061138" name="connsiteY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b="b" l="l" r="r" t="t"/>
              <a:pathLst>
                <a:path h="506113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3068218"/>
                  </a:lnTo>
                  <a:lnTo>
                    <a:pt x="11457829" y="5061138"/>
                  </a:lnTo>
                  <a:lnTo>
                    <a:pt x="721472" y="5061138"/>
                  </a:lnTo>
                  <a:lnTo>
                    <a:pt x="0" y="310269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461E5">
                    <a:alpha val="0"/>
                  </a:srgbClr>
                </a:gs>
                <a:gs pos="100000">
                  <a:schemeClr val="accent1">
                    <a:alpha val="3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/>
            </a:p>
          </p:txBody>
        </p:sp>
        <p:sp>
          <p:nvSpPr>
            <p:cNvPr descr="8b5fe86f-e69d-445f-bca8-8d72cffa68fc" id="5" name="任意多边形: 形状 4">
              <a:extLst>
                <a:ext uri="{FF2B5EF4-FFF2-40B4-BE49-F238E27FC236}">
                  <a16:creationId id="{3C182C9B-0A25-11B3-2C87-23B7E2A941D2}"/>
                </a:ext>
              </a:extLst>
            </p:cNvPr>
            <p:cNvSpPr/>
            <p:nvPr/>
          </p:nvSpPr>
          <p:spPr>
            <a:xfrm flipH="false" flipV="false">
              <a:off x="1068686" y="1796862"/>
              <a:ext cx="10041929" cy="5061138"/>
            </a:xfrm>
            <a:custGeom>
              <a:avLst/>
              <a:gdLst>
                <a:gd fmla="*/ 0 w 10041929" name="connsiteX0"/>
                <a:gd fmla="*/ 0 h 5061138" name="connsiteY0"/>
                <a:gd fmla="*/ 10041929 w 10041929" name="connsiteX1"/>
                <a:gd fmla="*/ 0 h 5061138" name="connsiteY1"/>
                <a:gd fmla="*/ 8177458 w 10041929" name="connsiteX2"/>
                <a:gd fmla="*/ 5061138 h 5061138" name="connsiteY2"/>
                <a:gd fmla="*/ 1864472 w 10041929" name="connsiteX3"/>
                <a:gd fmla="*/ 5061138 h 5061138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5061138" w="10041929">
                  <a:moveTo>
                    <a:pt x="0" y="0"/>
                  </a:moveTo>
                  <a:lnTo>
                    <a:pt x="10041929" y="0"/>
                  </a:lnTo>
                  <a:lnTo>
                    <a:pt x="8177458" y="5061138"/>
                  </a:lnTo>
                  <a:lnTo>
                    <a:pt x="1864472" y="506113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461E5">
                    <a:alpha val="0"/>
                  </a:srgbClr>
                </a:gs>
                <a:gs pos="100000">
                  <a:schemeClr val="accent1">
                    <a:alpha val="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grpSp>
          <p:nvGrpSpPr>
            <p:cNvPr descr="099bdeb3-988e-4bd1-a020-08ad205e34a3" id="26" name="组合 25">
              <a:extLst>
                <a:ext uri="{FF2B5EF4-FFF2-40B4-BE49-F238E27FC236}">
                  <a16:creationId id="{451F30A4-46AE-826B-914D-09FDA276FE00}"/>
                </a:ext>
              </a:extLst>
            </p:cNvPr>
            <p:cNvGrpSpPr/>
            <p:nvPr/>
          </p:nvGrpSpPr>
          <p:grpSpPr>
            <a:xfrm>
              <a:off x="660400" y="2124442"/>
              <a:ext cx="3577589" cy="1863358"/>
              <a:chOff x="3191510" y="2302602"/>
              <a:chExt cx="5727925" cy="3960041"/>
            </a:xfrm>
          </p:grpSpPr>
          <p:sp>
            <p:nvSpPr>
              <p:cNvPr descr="e2886f83-9424-4d68-91cd-b9e339d1b299" id="10" name="Bullet1">
                <a:extLst>
                  <a:ext uri="{FF2B5EF4-FFF2-40B4-BE49-F238E27FC236}">
                    <a16:creationId id="{82917C44-281E-FE2E-CD29-05E6714EDCA1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191512" y="2302602"/>
                <a:ext cx="4834889" cy="15073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2F2F2F"/>
                    </a:solidFill>
                    <a:ea typeface="微软雅黑"/>
                  </a:rPr>
                  <a:t>第一个程序代码</a:t>
                </a:r>
              </a:p>
            </p:txBody>
          </p:sp>
          <p:sp>
            <p:nvSpPr>
              <p:cNvPr descr="ebb4e148-79aa-4d66-9ccd-35a55b0c940a" id="11" name="Text1">
                <a:extLst>
                  <a:ext uri="{FF2B5EF4-FFF2-40B4-BE49-F238E27FC236}">
                    <a16:creationId id="{078712B9-4ED7-E782-BE5F-BCF6FD3209A0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191510" y="4080671"/>
                <a:ext cx="5727925" cy="21819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程序通过控制13号引脚输出高低电平，使LED闪烁。</a:t>
                </a:r>
              </a:p>
            </p:txBody>
          </p:sp>
          <p:sp>
            <p:nvSpPr>
              <p:cNvPr descr="184b6335-a26e-4f51-8c14-809ea73e7bbc" id="25" name="Shape1">
                <a:extLst>
                  <a:ext uri="{FF2B5EF4-FFF2-40B4-BE49-F238E27FC236}">
                    <a16:creationId id="{40D22BC4-C9FC-1B16-8F8B-5E11988559F0}"/>
                  </a:ext>
                </a:extLst>
              </p:cNvPr>
              <p:cNvSpPr/>
              <p:nvPr/>
            </p:nvSpPr>
            <p:spPr>
              <a:xfrm flipH="false" flipV="false">
                <a:off x="3251792" y="3809995"/>
                <a:ext cx="4469808" cy="114305"/>
              </a:xfrm>
              <a:custGeom>
                <a:avLst/>
                <a:gdLst>
                  <a:gd fmla="*/ 0 w 872204" name="connsiteX0"/>
                  <a:gd fmla="*/ 46006 h 46005" name="connsiteY0"/>
                  <a:gd fmla="*/ 485775 w 872204" name="connsiteX1"/>
                  <a:gd fmla="*/ 46006 h 46005" name="connsiteY1"/>
                  <a:gd fmla="*/ 531781 w 872204" name="connsiteX2"/>
                  <a:gd fmla="*/ 0 h 46005" name="connsiteY2"/>
                  <a:gd fmla="*/ 872204 w 872204" name="connsiteX3"/>
                  <a:gd fmla="*/ 0 h 46005" name="connsiteY3"/>
                  <a:gd fmla="*/ 0 w 1741254" name="connsiteX0"/>
                  <a:gd fmla="*/ 46006 h 46006" name="connsiteY0"/>
                  <a:gd fmla="*/ 1354825 w 1741254" name="connsiteX1"/>
                  <a:gd fmla="*/ 46006 h 46006" name="connsiteY1"/>
                  <a:gd fmla="*/ 1400831 w 1741254" name="connsiteX2"/>
                  <a:gd fmla="*/ 0 h 46006" name="connsiteY2"/>
                  <a:gd fmla="*/ 1741254 w 1741254" name="connsiteX3"/>
                  <a:gd fmla="*/ 0 h 46006" name="connsiteY3"/>
                  <a:gd fmla="*/ 0 w 1809606" name="connsiteX0"/>
                  <a:gd fmla="*/ 46006 h 46006" name="connsiteY0"/>
                  <a:gd fmla="*/ 1423177 w 1809606" name="connsiteX1"/>
                  <a:gd fmla="*/ 46006 h 46006" name="connsiteY1"/>
                  <a:gd fmla="*/ 1469183 w 1809606" name="connsiteX2"/>
                  <a:gd fmla="*/ 0 h 46006" name="connsiteY2"/>
                  <a:gd fmla="*/ 1809606 w 1809606" name="connsiteX3"/>
                  <a:gd fmla="*/ 0 h 46006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6006" w="1809606">
                    <a:moveTo>
                      <a:pt x="0" y="46006"/>
                    </a:moveTo>
                    <a:lnTo>
                      <a:pt x="1423177" y="46006"/>
                    </a:lnTo>
                    <a:lnTo>
                      <a:pt x="1469183" y="0"/>
                    </a:lnTo>
                    <a:lnTo>
                      <a:pt x="1809606" y="0"/>
                    </a:lnTo>
                  </a:path>
                </a:pathLst>
              </a:custGeom>
              <a:ln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</p:grpSp>
        <p:grpSp>
          <p:nvGrpSpPr>
            <p:cNvPr descr="d41d72da-6bb6-4c3c-97dc-b7eb386e10d4" id="8" name="组合 7">
              <a:extLst>
                <a:ext uri="{FF2B5EF4-FFF2-40B4-BE49-F238E27FC236}">
                  <a16:creationId id="{B7212334-E275-A805-516B-72AD193A42AB}"/>
                </a:ext>
              </a:extLst>
            </p:cNvPr>
            <p:cNvGrpSpPr/>
            <p:nvPr/>
          </p:nvGrpSpPr>
          <p:grpSpPr>
            <a:xfrm>
              <a:off x="4300856" y="2124442"/>
              <a:ext cx="3577589" cy="1863358"/>
              <a:chOff x="3191510" y="2302602"/>
              <a:chExt cx="5727925" cy="3960041"/>
            </a:xfrm>
          </p:grpSpPr>
          <p:sp>
            <p:nvSpPr>
              <p:cNvPr descr="a6f558ae-1c14-4993-8920-cace3cd81771" id="9" name="Bullet2">
                <a:extLst>
                  <a:ext uri="{FF2B5EF4-FFF2-40B4-BE49-F238E27FC236}">
                    <a16:creationId id="{38CF94DE-8C93-504D-8369-90B59E8E5428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191512" y="2302602"/>
                <a:ext cx="4834889" cy="15073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2F2F2F"/>
                    </a:solidFill>
                    <a:ea typeface="微软雅黑"/>
                  </a:rPr>
                  <a:t>代码解释游戏</a:t>
                </a:r>
              </a:p>
            </p:txBody>
          </p:sp>
          <p:sp>
            <p:nvSpPr>
              <p:cNvPr descr="fd989bb2-5649-49c2-b6aa-937b9d18c8ce" id="12" name="Text2">
                <a:extLst>
                  <a:ext uri="{FF2B5EF4-FFF2-40B4-BE49-F238E27FC236}">
                    <a16:creationId id="{E6CA32AA-9D0F-CF3E-721A-348C55172E90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191510" y="4080671"/>
                <a:ext cx="5727925" cy="21819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ea typeface="微软雅黑"/>
                  </a:rPr>
                  <a:t>解释pinMode、digitalWrite、delay函数的作用和用法。</a:t>
                </a:r>
              </a:p>
            </p:txBody>
          </p:sp>
          <p:sp>
            <p:nvSpPr>
              <p:cNvPr descr="60866bdb-d3ab-4df0-a478-2f18c23f784f" id="14" name="Shape2">
                <a:extLst>
                  <a:ext uri="{FF2B5EF4-FFF2-40B4-BE49-F238E27FC236}">
                    <a16:creationId id="{FDE4F728-9CCE-AB47-498F-1A1A291C7D62}"/>
                  </a:ext>
                </a:extLst>
              </p:cNvPr>
              <p:cNvSpPr/>
              <p:nvPr/>
            </p:nvSpPr>
            <p:spPr>
              <a:xfrm flipH="false" flipV="false">
                <a:off x="3251792" y="3809995"/>
                <a:ext cx="4469808" cy="114305"/>
              </a:xfrm>
              <a:custGeom>
                <a:avLst/>
                <a:gdLst>
                  <a:gd fmla="*/ 0 w 872204" name="connsiteX0"/>
                  <a:gd fmla="*/ 46006 h 46005" name="connsiteY0"/>
                  <a:gd fmla="*/ 485775 w 872204" name="connsiteX1"/>
                  <a:gd fmla="*/ 46006 h 46005" name="connsiteY1"/>
                  <a:gd fmla="*/ 531781 w 872204" name="connsiteX2"/>
                  <a:gd fmla="*/ 0 h 46005" name="connsiteY2"/>
                  <a:gd fmla="*/ 872204 w 872204" name="connsiteX3"/>
                  <a:gd fmla="*/ 0 h 46005" name="connsiteY3"/>
                  <a:gd fmla="*/ 0 w 1741254" name="connsiteX0"/>
                  <a:gd fmla="*/ 46006 h 46006" name="connsiteY0"/>
                  <a:gd fmla="*/ 1354825 w 1741254" name="connsiteX1"/>
                  <a:gd fmla="*/ 46006 h 46006" name="connsiteY1"/>
                  <a:gd fmla="*/ 1400831 w 1741254" name="connsiteX2"/>
                  <a:gd fmla="*/ 0 h 46006" name="connsiteY2"/>
                  <a:gd fmla="*/ 1741254 w 1741254" name="connsiteX3"/>
                  <a:gd fmla="*/ 0 h 46006" name="connsiteY3"/>
                  <a:gd fmla="*/ 0 w 1809606" name="connsiteX0"/>
                  <a:gd fmla="*/ 46006 h 46006" name="connsiteY0"/>
                  <a:gd fmla="*/ 1423177 w 1809606" name="connsiteX1"/>
                  <a:gd fmla="*/ 46006 h 46006" name="connsiteY1"/>
                  <a:gd fmla="*/ 1469183 w 1809606" name="connsiteX2"/>
                  <a:gd fmla="*/ 0 h 46006" name="connsiteY2"/>
                  <a:gd fmla="*/ 1809606 w 1809606" name="connsiteX3"/>
                  <a:gd fmla="*/ 0 h 46006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6006" w="1809606">
                    <a:moveTo>
                      <a:pt x="0" y="46006"/>
                    </a:moveTo>
                    <a:lnTo>
                      <a:pt x="1423177" y="46006"/>
                    </a:lnTo>
                    <a:lnTo>
                      <a:pt x="1469183" y="0"/>
                    </a:lnTo>
                    <a:lnTo>
                      <a:pt x="1809606" y="0"/>
                    </a:lnTo>
                  </a:path>
                </a:pathLst>
              </a:custGeom>
              <a:ln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</p:grpSp>
        <p:grpSp>
          <p:nvGrpSpPr>
            <p:cNvPr descr="46a43100-18e7-4d56-bd69-3d41eeeda96a" id="15" name="组合 14">
              <a:extLst>
                <a:ext uri="{FF2B5EF4-FFF2-40B4-BE49-F238E27FC236}">
                  <a16:creationId id="{80146482-A91A-4C83-DE52-CB1DD27D7D5A}"/>
                </a:ext>
              </a:extLst>
            </p:cNvPr>
            <p:cNvGrpSpPr/>
            <p:nvPr/>
          </p:nvGrpSpPr>
          <p:grpSpPr>
            <a:xfrm>
              <a:off x="7941311" y="2124442"/>
              <a:ext cx="3577589" cy="1863358"/>
              <a:chOff x="3191510" y="2302602"/>
              <a:chExt cx="5727925" cy="3960041"/>
            </a:xfrm>
          </p:grpSpPr>
          <p:sp>
            <p:nvSpPr>
              <p:cNvPr descr="29f01c0f-2963-4108-a322-aa00a009bf71" id="16" name="Bullet3">
                <a:extLst>
                  <a:ext uri="{FF2B5EF4-FFF2-40B4-BE49-F238E27FC236}">
                    <a16:creationId id="{4148D3D2-4DF2-8640-B2A7-DCD106E47A08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191512" y="2302602"/>
                <a:ext cx="4834889" cy="15073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2F2F2F"/>
                    </a:solidFill>
                    <a:latin typeface="Arial"/>
                  </a:rPr>
                  <a:t>pinMode函数的作用</a:t>
                </a:r>
              </a:p>
            </p:txBody>
          </p:sp>
          <p:sp>
            <p:nvSpPr>
              <p:cNvPr descr="3d9784b4-c394-4e41-8c71-132959904ea4" id="17" name="Text3">
                <a:extLst>
                  <a:ext uri="{FF2B5EF4-FFF2-40B4-BE49-F238E27FC236}">
                    <a16:creationId id="{FA43FE7B-80BE-9519-812F-222CA28B58E7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191510" y="4080671"/>
                <a:ext cx="5727925" cy="21819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latin typeface="Arial"/>
                  </a:rPr>
                  <a:t>pinMode告诉Arduino某个引脚要做什么，如控制输出。</a:t>
                </a:r>
              </a:p>
            </p:txBody>
          </p:sp>
          <p:sp>
            <p:nvSpPr>
              <p:cNvPr descr="61a78f67-c54c-4e1d-9fea-51f7a6a87922" id="19" name="Shape3">
                <a:extLst>
                  <a:ext uri="{FF2B5EF4-FFF2-40B4-BE49-F238E27FC236}">
                    <a16:creationId id="{8267420A-4DA6-25D6-05CC-5F55C798F644}"/>
                  </a:ext>
                </a:extLst>
              </p:cNvPr>
              <p:cNvSpPr/>
              <p:nvPr/>
            </p:nvSpPr>
            <p:spPr>
              <a:xfrm flipH="false" flipV="false">
                <a:off x="3251792" y="3809995"/>
                <a:ext cx="4469808" cy="114305"/>
              </a:xfrm>
              <a:custGeom>
                <a:avLst/>
                <a:gdLst>
                  <a:gd fmla="*/ 0 w 872204" name="connsiteX0"/>
                  <a:gd fmla="*/ 46006 h 46005" name="connsiteY0"/>
                  <a:gd fmla="*/ 485775 w 872204" name="connsiteX1"/>
                  <a:gd fmla="*/ 46006 h 46005" name="connsiteY1"/>
                  <a:gd fmla="*/ 531781 w 872204" name="connsiteX2"/>
                  <a:gd fmla="*/ 0 h 46005" name="connsiteY2"/>
                  <a:gd fmla="*/ 872204 w 872204" name="connsiteX3"/>
                  <a:gd fmla="*/ 0 h 46005" name="connsiteY3"/>
                  <a:gd fmla="*/ 0 w 1741254" name="connsiteX0"/>
                  <a:gd fmla="*/ 46006 h 46006" name="connsiteY0"/>
                  <a:gd fmla="*/ 1354825 w 1741254" name="connsiteX1"/>
                  <a:gd fmla="*/ 46006 h 46006" name="connsiteY1"/>
                  <a:gd fmla="*/ 1400831 w 1741254" name="connsiteX2"/>
                  <a:gd fmla="*/ 0 h 46006" name="connsiteY2"/>
                  <a:gd fmla="*/ 1741254 w 1741254" name="connsiteX3"/>
                  <a:gd fmla="*/ 0 h 46006" name="connsiteY3"/>
                  <a:gd fmla="*/ 0 w 1809606" name="connsiteX0"/>
                  <a:gd fmla="*/ 46006 h 46006" name="connsiteY0"/>
                  <a:gd fmla="*/ 1423177 w 1809606" name="connsiteX1"/>
                  <a:gd fmla="*/ 46006 h 46006" name="connsiteY1"/>
                  <a:gd fmla="*/ 1469183 w 1809606" name="connsiteX2"/>
                  <a:gd fmla="*/ 0 h 46006" name="connsiteY2"/>
                  <a:gd fmla="*/ 1809606 w 1809606" name="connsiteX3"/>
                  <a:gd fmla="*/ 0 h 46006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6006" w="1809606">
                    <a:moveTo>
                      <a:pt x="0" y="46006"/>
                    </a:moveTo>
                    <a:lnTo>
                      <a:pt x="1423177" y="46006"/>
                    </a:lnTo>
                    <a:lnTo>
                      <a:pt x="1469183" y="0"/>
                    </a:lnTo>
                    <a:lnTo>
                      <a:pt x="1809606" y="0"/>
                    </a:lnTo>
                  </a:path>
                </a:pathLst>
              </a:custGeom>
              <a:ln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</p:grpSp>
        <p:grpSp>
          <p:nvGrpSpPr>
            <p:cNvPr descr="ad6fa42a-6d0b-4e35-9dc6-43d86da00972" id="21" name="组合 20">
              <a:extLst>
                <a:ext uri="{FF2B5EF4-FFF2-40B4-BE49-F238E27FC236}">
                  <a16:creationId id="{A22274D6-817D-4FCC-1CE3-916FAF10621C}"/>
                </a:ext>
              </a:extLst>
            </p:cNvPr>
            <p:cNvGrpSpPr/>
            <p:nvPr/>
          </p:nvGrpSpPr>
          <p:grpSpPr>
            <a:xfrm>
              <a:off x="2480628" y="4270742"/>
              <a:ext cx="3577589" cy="1863358"/>
              <a:chOff x="3191510" y="2302602"/>
              <a:chExt cx="5727925" cy="3960041"/>
            </a:xfrm>
          </p:grpSpPr>
          <p:sp>
            <p:nvSpPr>
              <p:cNvPr descr="e7da5793-e59e-463d-9011-dae01ade1c7b" id="22" name="Bullet4">
                <a:extLst>
                  <a:ext uri="{FF2B5EF4-FFF2-40B4-BE49-F238E27FC236}">
                    <a16:creationId id="{D052F40B-0DCC-0E0E-3335-D589AF761694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191512" y="2302602"/>
                <a:ext cx="4834889" cy="15073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2F2F2F"/>
                    </a:solidFill>
                    <a:latin typeface="Arial"/>
                  </a:rPr>
                  <a:t>digitalWrite函数的作用</a:t>
                </a:r>
              </a:p>
            </p:txBody>
          </p:sp>
          <p:sp>
            <p:nvSpPr>
              <p:cNvPr descr="f6ff6d94-14a1-461f-a016-21f4dd4c7943" id="23" name="Text4">
                <a:extLst>
                  <a:ext uri="{FF2B5EF4-FFF2-40B4-BE49-F238E27FC236}">
                    <a16:creationId id="{72BE5900-682E-E587-C909-9D32D16F1B2B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191510" y="4080671"/>
                <a:ext cx="5727925" cy="21819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latin typeface="Arial"/>
                  </a:rPr>
                  <a:t>digitalWrite让引脚输出高电平（开）或低电平（关）。</a:t>
                </a:r>
              </a:p>
            </p:txBody>
          </p:sp>
          <p:sp>
            <p:nvSpPr>
              <p:cNvPr descr="32f679ab-e264-4720-9340-e25ce976866e" id="24" name="Shape4">
                <a:extLst>
                  <a:ext uri="{FF2B5EF4-FFF2-40B4-BE49-F238E27FC236}">
                    <a16:creationId id="{16901B1F-D743-2210-5F0D-0C49DE58B154}"/>
                  </a:ext>
                </a:extLst>
              </p:cNvPr>
              <p:cNvSpPr/>
              <p:nvPr/>
            </p:nvSpPr>
            <p:spPr>
              <a:xfrm flipH="false" flipV="false">
                <a:off x="3251792" y="3809995"/>
                <a:ext cx="4469808" cy="114305"/>
              </a:xfrm>
              <a:custGeom>
                <a:avLst/>
                <a:gdLst>
                  <a:gd fmla="*/ 0 w 872204" name="connsiteX0"/>
                  <a:gd fmla="*/ 46006 h 46005" name="connsiteY0"/>
                  <a:gd fmla="*/ 485775 w 872204" name="connsiteX1"/>
                  <a:gd fmla="*/ 46006 h 46005" name="connsiteY1"/>
                  <a:gd fmla="*/ 531781 w 872204" name="connsiteX2"/>
                  <a:gd fmla="*/ 0 h 46005" name="connsiteY2"/>
                  <a:gd fmla="*/ 872204 w 872204" name="connsiteX3"/>
                  <a:gd fmla="*/ 0 h 46005" name="connsiteY3"/>
                  <a:gd fmla="*/ 0 w 1741254" name="connsiteX0"/>
                  <a:gd fmla="*/ 46006 h 46006" name="connsiteY0"/>
                  <a:gd fmla="*/ 1354825 w 1741254" name="connsiteX1"/>
                  <a:gd fmla="*/ 46006 h 46006" name="connsiteY1"/>
                  <a:gd fmla="*/ 1400831 w 1741254" name="connsiteX2"/>
                  <a:gd fmla="*/ 0 h 46006" name="connsiteY2"/>
                  <a:gd fmla="*/ 1741254 w 1741254" name="connsiteX3"/>
                  <a:gd fmla="*/ 0 h 46006" name="connsiteY3"/>
                  <a:gd fmla="*/ 0 w 1809606" name="connsiteX0"/>
                  <a:gd fmla="*/ 46006 h 46006" name="connsiteY0"/>
                  <a:gd fmla="*/ 1423177 w 1809606" name="connsiteX1"/>
                  <a:gd fmla="*/ 46006 h 46006" name="connsiteY1"/>
                  <a:gd fmla="*/ 1469183 w 1809606" name="connsiteX2"/>
                  <a:gd fmla="*/ 0 h 46006" name="connsiteY2"/>
                  <a:gd fmla="*/ 1809606 w 1809606" name="connsiteX3"/>
                  <a:gd fmla="*/ 0 h 46006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6006" w="1809606">
                    <a:moveTo>
                      <a:pt x="0" y="46006"/>
                    </a:moveTo>
                    <a:lnTo>
                      <a:pt x="1423177" y="46006"/>
                    </a:lnTo>
                    <a:lnTo>
                      <a:pt x="1469183" y="0"/>
                    </a:lnTo>
                    <a:lnTo>
                      <a:pt x="1809606" y="0"/>
                    </a:lnTo>
                  </a:path>
                </a:pathLst>
              </a:custGeom>
              <a:ln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</p:grpSp>
        <p:grpSp>
          <p:nvGrpSpPr>
            <p:cNvPr descr="003fa6e7-8aef-45d8-adb9-737d3284ba91" id="28" name="组合 27">
              <a:extLst>
                <a:ext uri="{FF2B5EF4-FFF2-40B4-BE49-F238E27FC236}">
                  <a16:creationId id="{4F95D6A1-E404-A61E-95A7-412CFE8F83DC}"/>
                </a:ext>
              </a:extLst>
            </p:cNvPr>
            <p:cNvGrpSpPr/>
            <p:nvPr/>
          </p:nvGrpSpPr>
          <p:grpSpPr>
            <a:xfrm>
              <a:off x="6121084" y="4270742"/>
              <a:ext cx="3577589" cy="1863358"/>
              <a:chOff x="3191510" y="2302602"/>
              <a:chExt cx="5727925" cy="3960041"/>
            </a:xfrm>
          </p:grpSpPr>
          <p:sp>
            <p:nvSpPr>
              <p:cNvPr descr="3c4ccf39-f881-4270-8802-7513b5325e76" id="29" name="Bullet5">
                <a:extLst>
                  <a:ext uri="{FF2B5EF4-FFF2-40B4-BE49-F238E27FC236}">
                    <a16:creationId id="{BCC1D587-1E13-8DDF-2679-2905B5F5BB61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191512" y="2302602"/>
                <a:ext cx="4834889" cy="15073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2F2F2F"/>
                    </a:solidFill>
                    <a:latin typeface="Arial"/>
                  </a:rPr>
                  <a:t>delay函数的作用</a:t>
                </a:r>
              </a:p>
            </p:txBody>
          </p:sp>
          <p:sp>
            <p:nvSpPr>
              <p:cNvPr descr="658b15be-2186-4f53-8617-1a3903d7e330" id="30" name="Text5">
                <a:extLst>
                  <a:ext uri="{FF2B5EF4-FFF2-40B4-BE49-F238E27FC236}">
                    <a16:creationId id="{12372D5C-5BA7-3B69-1223-C4C6E739DBAB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3191510" y="4080671"/>
                <a:ext cx="5727925" cy="21819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trike="noStrike" sz="1200" u="none">
                    <a:solidFill>
                      <a:srgbClr val="2F2F2F"/>
                    </a:solidFill>
                    <a:latin typeface="Arial"/>
                  </a:rPr>
                  <a:t>delay让程序等待一段时间，控制LED闪烁的时间间隔。</a:t>
                </a:r>
              </a:p>
            </p:txBody>
          </p:sp>
          <p:sp>
            <p:nvSpPr>
              <p:cNvPr descr="d46de0bf-20e7-4b9b-95cf-a474a626cbe4" id="31" name="Shape5">
                <a:extLst>
                  <a:ext uri="{FF2B5EF4-FFF2-40B4-BE49-F238E27FC236}">
                    <a16:creationId id="{4A3068C3-998B-EAD0-4D98-7699A3991732}"/>
                  </a:ext>
                </a:extLst>
              </p:cNvPr>
              <p:cNvSpPr/>
              <p:nvPr/>
            </p:nvSpPr>
            <p:spPr>
              <a:xfrm flipH="false" flipV="false">
                <a:off x="3251792" y="3809995"/>
                <a:ext cx="4469808" cy="114305"/>
              </a:xfrm>
              <a:custGeom>
                <a:avLst/>
                <a:gdLst>
                  <a:gd fmla="*/ 0 w 872204" name="connsiteX0"/>
                  <a:gd fmla="*/ 46006 h 46005" name="connsiteY0"/>
                  <a:gd fmla="*/ 485775 w 872204" name="connsiteX1"/>
                  <a:gd fmla="*/ 46006 h 46005" name="connsiteY1"/>
                  <a:gd fmla="*/ 531781 w 872204" name="connsiteX2"/>
                  <a:gd fmla="*/ 0 h 46005" name="connsiteY2"/>
                  <a:gd fmla="*/ 872204 w 872204" name="connsiteX3"/>
                  <a:gd fmla="*/ 0 h 46005" name="connsiteY3"/>
                  <a:gd fmla="*/ 0 w 1741254" name="connsiteX0"/>
                  <a:gd fmla="*/ 46006 h 46006" name="connsiteY0"/>
                  <a:gd fmla="*/ 1354825 w 1741254" name="connsiteX1"/>
                  <a:gd fmla="*/ 46006 h 46006" name="connsiteY1"/>
                  <a:gd fmla="*/ 1400831 w 1741254" name="connsiteX2"/>
                  <a:gd fmla="*/ 0 h 46006" name="connsiteY2"/>
                  <a:gd fmla="*/ 1741254 w 1741254" name="connsiteX3"/>
                  <a:gd fmla="*/ 0 h 46006" name="connsiteY3"/>
                  <a:gd fmla="*/ 0 w 1809606" name="connsiteX0"/>
                  <a:gd fmla="*/ 46006 h 46006" name="connsiteY0"/>
                  <a:gd fmla="*/ 1423177 w 1809606" name="connsiteX1"/>
                  <a:gd fmla="*/ 46006 h 46006" name="connsiteY1"/>
                  <a:gd fmla="*/ 1469183 w 1809606" name="connsiteX2"/>
                  <a:gd fmla="*/ 0 h 46006" name="connsiteY2"/>
                  <a:gd fmla="*/ 1809606 w 1809606" name="connsiteX3"/>
                  <a:gd fmla="*/ 0 h 46006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6006" w="1809606">
                    <a:moveTo>
                      <a:pt x="0" y="46006"/>
                    </a:moveTo>
                    <a:lnTo>
                      <a:pt x="1423177" y="46006"/>
                    </a:lnTo>
                    <a:lnTo>
                      <a:pt x="1469183" y="0"/>
                    </a:lnTo>
                    <a:lnTo>
                      <a:pt x="1809606" y="0"/>
                    </a:lnTo>
                  </a:path>
                </a:pathLst>
              </a:custGeom>
              <a:ln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438c02dd-0f22-465b-af2a-ce958c13a991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生成HEX文件</a:t>
            </a:r>
          </a:p>
        </p:txBody>
      </p:sp>
      <p:grpSp>
        <p:nvGrpSpPr>
          <p:cNvPr descr="514ead6c-68c9-44f6-9723-ec4f9954e19f" id="8" name="5ef7b1c6-1952-4708-ba26-766f61762773.source.2.zh-Hans.pptx">
            <a:extLst>
              <a:ext uri="{FF2B5EF4-FFF2-40B4-BE49-F238E27FC236}">
                <a16:creationId id="{55DDEFA6-C9B5-0E53-BA0B-47E56F9C0FDD}"/>
              </a:ext>
            </a:extLst>
          </p:cNvPr>
          <p:cNvGrpSpPr/>
          <p:nvPr/>
        </p:nvGrpSpPr>
        <p:grpSpPr>
          <a:xfrm>
            <a:off x="660400" y="1130301"/>
            <a:ext cx="10858500" cy="3505867"/>
            <a:chOff x="660400" y="1130301"/>
            <a:chExt cx="10858500" cy="3505867"/>
          </a:xfrm>
        </p:grpSpPr>
        <p:sp>
          <p:nvSpPr>
            <p:cNvPr descr="bf2cf355-7950-4701-ae26-ce094760faae" id="49" name="Title">
              <a:extLst>
                <a:ext uri="{FF2B5EF4-FFF2-40B4-BE49-F238E27FC236}">
                  <a16:creationId id="{DE44F044-FAAA-54E1-042F-4BA16DFA9560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660400" y="1130301"/>
              <a:ext cx="10858500" cy="736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获取程序文件</a:t>
              </a:r>
            </a:p>
          </p:txBody>
        </p:sp>
        <p:grpSp>
          <p:nvGrpSpPr>
            <p:cNvPr descr="4cdc2534-e2c3-40b7-b9fb-0a8285760661" id="6" name="组合 5">
              <a:extLst>
                <a:ext uri="{FF2B5EF4-FFF2-40B4-BE49-F238E27FC236}">
                  <a16:creationId id="{1840FA3D-A849-E952-76EC-D6E595B49489}"/>
                </a:ext>
              </a:extLst>
            </p:cNvPr>
            <p:cNvGrpSpPr/>
            <p:nvPr/>
          </p:nvGrpSpPr>
          <p:grpSpPr>
            <a:xfrm>
              <a:off x="899016" y="2859080"/>
              <a:ext cx="4693426" cy="1777088"/>
              <a:chOff x="899016" y="2859080"/>
              <a:chExt cx="4693426" cy="1777088"/>
            </a:xfrm>
          </p:grpSpPr>
          <p:sp>
            <p:nvSpPr>
              <p:cNvPr descr="f905e001-d3df-4ab1-90bd-e7f94c8ae31e" id="38" name="任意多边形: 形状 37">
                <a:extLst>
                  <a:ext uri="{FF2B5EF4-FFF2-40B4-BE49-F238E27FC236}">
                    <a16:creationId id="{2471564C-3BA0-6236-30E3-A79EA49F943F}"/>
                  </a:ext>
                </a:extLst>
              </p:cNvPr>
              <p:cNvSpPr/>
              <p:nvPr/>
            </p:nvSpPr>
            <p:spPr>
              <a:xfrm flipH="false" flipV="false">
                <a:off x="921471" y="2882784"/>
                <a:ext cx="4647266" cy="1728774"/>
              </a:xfrm>
              <a:custGeom>
                <a:avLst/>
                <a:gdLst>
                  <a:gd fmla="*/ 62389 w 3902963" name="connsiteX0"/>
                  <a:gd fmla="*/ 1451896 h 1451895" name="connsiteY0"/>
                  <a:gd fmla="*/ 62389 w 3902963" name="connsiteX1"/>
                  <a:gd fmla="*/ 1031367 h 1451895" name="connsiteY1"/>
                  <a:gd fmla="*/ 139160 w 3902963" name="connsiteX2"/>
                  <a:gd fmla="*/ 954596 h 1451895" name="connsiteY2"/>
                  <a:gd fmla="*/ 139160 w 3902963" name="connsiteX3"/>
                  <a:gd fmla="*/ 357378 h 1451895" name="connsiteY3"/>
                  <a:gd fmla="*/ 0 w 3902963" name="connsiteX4"/>
                  <a:gd fmla="*/ 218218 h 1451895" name="connsiteY4"/>
                  <a:gd fmla="*/ 0 w 3902963" name="connsiteX5"/>
                  <a:gd fmla="*/ 0 h 1451895" name="connsiteY5"/>
                  <a:gd fmla="*/ 3902964 w 3902963" name="connsiteX6"/>
                  <a:gd fmla="*/ 0 h 1451895" name="connsiteY6"/>
                  <a:gd fmla="*/ 3902964 w 3902963" name="connsiteX7"/>
                  <a:gd fmla="*/ 1441228 h 1451895" name="connsiteY7"/>
                  <a:gd fmla="*/ 3503676 w 3902963" name="connsiteX8"/>
                  <a:gd fmla="*/ 1441228 h 1451895" name="connsiteY8"/>
                  <a:gd fmla="*/ 3422237 w 3902963" name="connsiteX9"/>
                  <a:gd fmla="*/ 1359789 h 1451895" name="connsiteY9"/>
                  <a:gd fmla="*/ 3180493 w 3902963" name="connsiteX10"/>
                  <a:gd fmla="*/ 1359789 h 1451895" name="connsiteY10"/>
                  <a:gd fmla="*/ 3074765 w 3902963" name="connsiteX11"/>
                  <a:gd fmla="*/ 1446467 h 1451895" name="connsiteY11"/>
                  <a:gd fmla="*/ 425482 w 3902963" name="connsiteX12"/>
                  <a:gd fmla="*/ 1446467 h 1451895" name="connsiteY12"/>
                  <a:gd fmla="*/ 393764 w 3902963" name="connsiteX13"/>
                  <a:gd fmla="*/ 1414748 h 1451895" name="connsiteY13"/>
                  <a:gd fmla="*/ 308610 w 3902963" name="connsiteX14"/>
                  <a:gd fmla="*/ 1414748 h 1451895" name="connsiteY14"/>
                  <a:gd fmla="*/ 271558 w 3902963" name="connsiteX15"/>
                  <a:gd fmla="*/ 1451896 h 1451895" name="connsiteY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b="b" l="l" r="r" t="t"/>
                <a:pathLst>
                  <a:path h="1451895" w="3902963">
                    <a:moveTo>
                      <a:pt x="62389" y="1451896"/>
                    </a:moveTo>
                    <a:lnTo>
                      <a:pt x="62389" y="1031367"/>
                    </a:lnTo>
                    <a:lnTo>
                      <a:pt x="139160" y="954596"/>
                    </a:lnTo>
                    <a:lnTo>
                      <a:pt x="139160" y="357378"/>
                    </a:lnTo>
                    <a:lnTo>
                      <a:pt x="0" y="218218"/>
                    </a:lnTo>
                    <a:lnTo>
                      <a:pt x="0" y="0"/>
                    </a:lnTo>
                    <a:lnTo>
                      <a:pt x="3902964" y="0"/>
                    </a:lnTo>
                    <a:lnTo>
                      <a:pt x="3902964" y="1441228"/>
                    </a:lnTo>
                    <a:lnTo>
                      <a:pt x="3503676" y="1441228"/>
                    </a:lnTo>
                    <a:lnTo>
                      <a:pt x="3422237" y="1359789"/>
                    </a:lnTo>
                    <a:lnTo>
                      <a:pt x="3180493" y="1359789"/>
                    </a:lnTo>
                    <a:lnTo>
                      <a:pt x="3074765" y="1446467"/>
                    </a:lnTo>
                    <a:lnTo>
                      <a:pt x="425482" y="1446467"/>
                    </a:lnTo>
                    <a:lnTo>
                      <a:pt x="393764" y="1414748"/>
                    </a:lnTo>
                    <a:lnTo>
                      <a:pt x="308610" y="1414748"/>
                    </a:lnTo>
                    <a:lnTo>
                      <a:pt x="271558" y="1451896"/>
                    </a:lnTo>
                    <a:close/>
                  </a:path>
                </a:pathLst>
              </a:custGeom>
              <a:noFill/>
              <a:ln cap="rnd" w="9525">
                <a:gradFill>
                  <a:gsLst>
                    <a:gs pos="0">
                      <a:schemeClr val="accent1">
                        <a:alpha val="35000"/>
                        <a:lumMod val="95000"/>
                        <a:lumOff val="5000"/>
                      </a:schemeClr>
                    </a:gs>
                    <a:gs pos="54940">
                      <a:schemeClr val="accent1">
                        <a:lumMod val="75000"/>
                      </a:schemeClr>
                    </a:gs>
                    <a:gs pos="84920">
                      <a:schemeClr val="accent1">
                        <a:lumMod val="50000"/>
                      </a:schemeClr>
                    </a:gs>
                    <a:gs pos="100000">
                      <a:schemeClr val="accent1">
                        <a:lumMod val="50000"/>
                      </a:schemeClr>
                    </a:gs>
                  </a:gsLst>
                  <a:lin ang="16200000" scaled="1"/>
                </a:gradFill>
                <a:prstDash val="solid"/>
                <a:round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36e26d82-abb1-4658-a35d-64afd67c1580" id="45" name="任意多边形: 形状 44">
                <a:extLst>
                  <a:ext uri="{FF2B5EF4-FFF2-40B4-BE49-F238E27FC236}">
                    <a16:creationId id="{6B79BF39-E2EA-E4B5-A820-BEBBAC3D4E27}"/>
                  </a:ext>
                </a:extLst>
              </p:cNvPr>
              <p:cNvSpPr/>
              <p:nvPr/>
            </p:nvSpPr>
            <p:spPr>
              <a:xfrm flipH="false" flipV="false">
                <a:off x="899016" y="2861801"/>
                <a:ext cx="178401" cy="178401"/>
              </a:xfrm>
              <a:custGeom>
                <a:avLst/>
                <a:gdLst>
                  <a:gd fmla="*/ 149828 w 149828" name="connsiteX0"/>
                  <a:gd fmla="*/ 0 h 149828" name="connsiteY0"/>
                  <a:gd fmla="*/ 28956 w 149828" name="connsiteX1"/>
                  <a:gd fmla="*/ 0 h 149828" name="connsiteY1"/>
                  <a:gd fmla="*/ 0 w 149828" name="connsiteX2"/>
                  <a:gd fmla="*/ 0 h 149828" name="connsiteY2"/>
                  <a:gd fmla="*/ 0 w 149828" name="connsiteX3"/>
                  <a:gd fmla="*/ 28956 h 149828" name="connsiteY3"/>
                  <a:gd fmla="*/ 0 w 149828" name="connsiteX4"/>
                  <a:gd fmla="*/ 149828 h 149828" name="connsiteY4"/>
                  <a:gd fmla="*/ 38481 w 149828" name="connsiteX5"/>
                  <a:gd fmla="*/ 149828 h 149828" name="connsiteY5"/>
                  <a:gd fmla="*/ 38481 w 149828" name="connsiteX6"/>
                  <a:gd fmla="*/ 38481 h 149828" name="connsiteY6"/>
                  <a:gd fmla="*/ 149828 w 149828" name="connsiteX7"/>
                  <a:gd fmla="*/ 38481 h 149828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149828" w="149828">
                    <a:moveTo>
                      <a:pt x="149828" y="0"/>
                    </a:moveTo>
                    <a:lnTo>
                      <a:pt x="28956" y="0"/>
                    </a:lnTo>
                    <a:lnTo>
                      <a:pt x="0" y="0"/>
                    </a:lnTo>
                    <a:lnTo>
                      <a:pt x="0" y="28956"/>
                    </a:lnTo>
                    <a:lnTo>
                      <a:pt x="0" y="149828"/>
                    </a:lnTo>
                    <a:lnTo>
                      <a:pt x="38481" y="149828"/>
                    </a:lnTo>
                    <a:lnTo>
                      <a:pt x="38481" y="38481"/>
                    </a:lnTo>
                    <a:lnTo>
                      <a:pt x="149828" y="3848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5c22bf09-a0c8-4da3-bf19-477c8afbde97" id="46" name="任意多边形: 形状 45">
                <a:extLst>
                  <a:ext uri="{FF2B5EF4-FFF2-40B4-BE49-F238E27FC236}">
                    <a16:creationId id="{F817C6E7-29C3-C8C6-A757-A13AB55B69DE}"/>
                  </a:ext>
                </a:extLst>
              </p:cNvPr>
              <p:cNvSpPr/>
              <p:nvPr/>
            </p:nvSpPr>
            <p:spPr>
              <a:xfrm flipH="false" flipV="false">
                <a:off x="5414041" y="2861801"/>
                <a:ext cx="178401" cy="178401"/>
              </a:xfrm>
              <a:custGeom>
                <a:avLst/>
                <a:gdLst>
                  <a:gd fmla="*/ 0 w 149828" name="connsiteX0"/>
                  <a:gd fmla="*/ 0 h 149828" name="connsiteY0"/>
                  <a:gd fmla="*/ 120872 w 149828" name="connsiteX1"/>
                  <a:gd fmla="*/ 0 h 149828" name="connsiteY1"/>
                  <a:gd fmla="*/ 149828 w 149828" name="connsiteX2"/>
                  <a:gd fmla="*/ 0 h 149828" name="connsiteY2"/>
                  <a:gd fmla="*/ 149828 w 149828" name="connsiteX3"/>
                  <a:gd fmla="*/ 28956 h 149828" name="connsiteY3"/>
                  <a:gd fmla="*/ 149828 w 149828" name="connsiteX4"/>
                  <a:gd fmla="*/ 149828 h 149828" name="connsiteY4"/>
                  <a:gd fmla="*/ 111347 w 149828" name="connsiteX5"/>
                  <a:gd fmla="*/ 149828 h 149828" name="connsiteY5"/>
                  <a:gd fmla="*/ 111347 w 149828" name="connsiteX6"/>
                  <a:gd fmla="*/ 38481 h 149828" name="connsiteY6"/>
                  <a:gd fmla="*/ 0 w 149828" name="connsiteX7"/>
                  <a:gd fmla="*/ 38481 h 149828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149828" w="149828">
                    <a:moveTo>
                      <a:pt x="0" y="0"/>
                    </a:moveTo>
                    <a:lnTo>
                      <a:pt x="120872" y="0"/>
                    </a:lnTo>
                    <a:lnTo>
                      <a:pt x="149828" y="0"/>
                    </a:lnTo>
                    <a:lnTo>
                      <a:pt x="149828" y="28956"/>
                    </a:lnTo>
                    <a:lnTo>
                      <a:pt x="149828" y="149828"/>
                    </a:lnTo>
                    <a:lnTo>
                      <a:pt x="111347" y="149828"/>
                    </a:lnTo>
                    <a:lnTo>
                      <a:pt x="111347" y="38481"/>
                    </a:lnTo>
                    <a:lnTo>
                      <a:pt x="0" y="3848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dc096afa-4200-4f92-a1d1-c50779791476" id="53" name="任意多边形: 形状 52">
                <a:extLst>
                  <a:ext uri="{FF2B5EF4-FFF2-40B4-BE49-F238E27FC236}">
                    <a16:creationId id="{3A634831-4297-0FB2-FDE2-BF54F2831CE6}"/>
                  </a:ext>
                </a:extLst>
              </p:cNvPr>
              <p:cNvSpPr/>
              <p:nvPr/>
            </p:nvSpPr>
            <p:spPr>
              <a:xfrm flipH="false" flipV="false">
                <a:off x="5545149" y="3122881"/>
                <a:ext cx="47293" cy="47293"/>
              </a:xfrm>
              <a:custGeom>
                <a:avLst/>
                <a:gdLst>
                  <a:gd fmla="*/ 0 w 39719" name="connsiteX0"/>
                  <a:gd fmla="*/ 0 h 39719" name="connsiteY0"/>
                  <a:gd fmla="*/ 39719 w 39719" name="connsiteX1"/>
                  <a:gd fmla="*/ 0 h 39719" name="connsiteY1"/>
                  <a:gd fmla="*/ 39719 w 39719" name="connsiteX2"/>
                  <a:gd fmla="*/ 39719 h 39719" name="connsiteY2"/>
                  <a:gd fmla="*/ 0 w 39719" name="connsiteX3"/>
                  <a:gd fmla="*/ 39719 h 39719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39719" w="39719">
                    <a:moveTo>
                      <a:pt x="0" y="0"/>
                    </a:moveTo>
                    <a:lnTo>
                      <a:pt x="39719" y="0"/>
                    </a:lnTo>
                    <a:lnTo>
                      <a:pt x="39719" y="39719"/>
                    </a:lnTo>
                    <a:lnTo>
                      <a:pt x="0" y="3971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c3fb083b-10cd-426d-b199-c844c448eaff" id="54" name="任意多边形: 形状 53">
                <a:extLst>
                  <a:ext uri="{FF2B5EF4-FFF2-40B4-BE49-F238E27FC236}">
                    <a16:creationId id="{6502EEA8-DE6F-B380-24D9-BCDAC3846D93}"/>
                  </a:ext>
                </a:extLst>
              </p:cNvPr>
              <p:cNvSpPr/>
              <p:nvPr/>
            </p:nvSpPr>
            <p:spPr>
              <a:xfrm flipH="false" flipV="false">
                <a:off x="5258211" y="2859080"/>
                <a:ext cx="47293" cy="47293"/>
              </a:xfrm>
              <a:custGeom>
                <a:avLst/>
                <a:gdLst>
                  <a:gd fmla="*/ 0 w 39719" name="connsiteX0"/>
                  <a:gd fmla="*/ 0 h 39719" name="connsiteY0"/>
                  <a:gd fmla="*/ 39719 w 39719" name="connsiteX1"/>
                  <a:gd fmla="*/ 0 h 39719" name="connsiteY1"/>
                  <a:gd fmla="*/ 39719 w 39719" name="connsiteX2"/>
                  <a:gd fmla="*/ 39719 h 39719" name="connsiteY2"/>
                  <a:gd fmla="*/ 0 w 39719" name="connsiteX3"/>
                  <a:gd fmla="*/ 39719 h 39719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39719" w="39719">
                    <a:moveTo>
                      <a:pt x="0" y="0"/>
                    </a:moveTo>
                    <a:lnTo>
                      <a:pt x="39719" y="0"/>
                    </a:lnTo>
                    <a:lnTo>
                      <a:pt x="39719" y="39719"/>
                    </a:lnTo>
                    <a:lnTo>
                      <a:pt x="0" y="3971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d835239b-cf0e-458d-bc5e-1aa4887e2a5c" id="60" name="任意多边形: 形状 59">
                <a:extLst>
                  <a:ext uri="{FF2B5EF4-FFF2-40B4-BE49-F238E27FC236}">
                    <a16:creationId id="{2B2EC9B2-00AF-BAE6-34F3-06C06177D774}"/>
                  </a:ext>
                </a:extLst>
              </p:cNvPr>
              <p:cNvSpPr/>
              <p:nvPr/>
            </p:nvSpPr>
            <p:spPr>
              <a:xfrm flipH="false" flipV="false">
                <a:off x="5118484" y="2859080"/>
                <a:ext cx="47293" cy="47293"/>
              </a:xfrm>
              <a:custGeom>
                <a:avLst/>
                <a:gdLst>
                  <a:gd fmla="*/ 0 w 39719" name="connsiteX0"/>
                  <a:gd fmla="*/ 0 h 39719" name="connsiteY0"/>
                  <a:gd fmla="*/ 39719 w 39719" name="connsiteX1"/>
                  <a:gd fmla="*/ 0 h 39719" name="connsiteY1"/>
                  <a:gd fmla="*/ 39719 w 39719" name="connsiteX2"/>
                  <a:gd fmla="*/ 39719 h 39719" name="connsiteY2"/>
                  <a:gd fmla="*/ 0 w 39719" name="connsiteX3"/>
                  <a:gd fmla="*/ 39719 h 39719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39719" w="39719">
                    <a:moveTo>
                      <a:pt x="0" y="0"/>
                    </a:moveTo>
                    <a:lnTo>
                      <a:pt x="39719" y="0"/>
                    </a:lnTo>
                    <a:lnTo>
                      <a:pt x="39719" y="39719"/>
                    </a:lnTo>
                    <a:lnTo>
                      <a:pt x="0" y="3971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9d177924-cf7f-4bd7-9662-8a3bbd4845b9" id="61" name="任意多边形: 形状 60">
                <a:extLst>
                  <a:ext uri="{FF2B5EF4-FFF2-40B4-BE49-F238E27FC236}">
                    <a16:creationId id="{B88E8AC9-B0EA-602A-CAB9-8CF7A57A7304}"/>
                  </a:ext>
                </a:extLst>
              </p:cNvPr>
              <p:cNvSpPr/>
              <p:nvPr/>
            </p:nvSpPr>
            <p:spPr>
              <a:xfrm flipH="false" flipV="false">
                <a:off x="5545149" y="3229378"/>
                <a:ext cx="47293" cy="47293"/>
              </a:xfrm>
              <a:custGeom>
                <a:avLst/>
                <a:gdLst>
                  <a:gd fmla="*/ 0 w 39719" name="connsiteX0"/>
                  <a:gd fmla="*/ 0 h 39719" name="connsiteY0"/>
                  <a:gd fmla="*/ 39719 w 39719" name="connsiteX1"/>
                  <a:gd fmla="*/ 0 h 39719" name="connsiteY1"/>
                  <a:gd fmla="*/ 39719 w 39719" name="connsiteX2"/>
                  <a:gd fmla="*/ 39719 h 39719" name="connsiteY2"/>
                  <a:gd fmla="*/ 0 w 39719" name="connsiteX3"/>
                  <a:gd fmla="*/ 39719 h 39719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39719" w="39719">
                    <a:moveTo>
                      <a:pt x="0" y="0"/>
                    </a:moveTo>
                    <a:lnTo>
                      <a:pt x="39719" y="0"/>
                    </a:lnTo>
                    <a:lnTo>
                      <a:pt x="39719" y="39719"/>
                    </a:lnTo>
                    <a:lnTo>
                      <a:pt x="0" y="3971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8dba83ba-1c7b-42fa-bb8a-d6eb4c0ab0de" id="62" name="任意多边形: 形状 61">
                <a:extLst>
                  <a:ext uri="{FF2B5EF4-FFF2-40B4-BE49-F238E27FC236}">
                    <a16:creationId id="{FF562E75-AEC4-B2DA-2B9C-4386FABFB865}"/>
                  </a:ext>
                </a:extLst>
              </p:cNvPr>
              <p:cNvSpPr/>
              <p:nvPr/>
            </p:nvSpPr>
            <p:spPr>
              <a:xfrm flipH="false" flipV="false">
                <a:off x="5545149" y="3335874"/>
                <a:ext cx="47293" cy="47293"/>
              </a:xfrm>
              <a:custGeom>
                <a:avLst/>
                <a:gdLst>
                  <a:gd fmla="*/ 0 w 39719" name="connsiteX0"/>
                  <a:gd fmla="*/ 0 h 39719" name="connsiteY0"/>
                  <a:gd fmla="*/ 39719 w 39719" name="connsiteX1"/>
                  <a:gd fmla="*/ 0 h 39719" name="connsiteY1"/>
                  <a:gd fmla="*/ 39719 w 39719" name="connsiteX2"/>
                  <a:gd fmla="*/ 39719 h 39719" name="connsiteY2"/>
                  <a:gd fmla="*/ 0 w 39719" name="connsiteX3"/>
                  <a:gd fmla="*/ 39719 h 39719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39719" w="39719">
                    <a:moveTo>
                      <a:pt x="0" y="0"/>
                    </a:moveTo>
                    <a:lnTo>
                      <a:pt x="39719" y="0"/>
                    </a:lnTo>
                    <a:lnTo>
                      <a:pt x="39719" y="39719"/>
                    </a:lnTo>
                    <a:lnTo>
                      <a:pt x="0" y="3971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4b03b088-04f5-482b-adf3-31e3b50283fe" id="63" name="任意多边形: 形状 62">
                <a:extLst>
                  <a:ext uri="{FF2B5EF4-FFF2-40B4-BE49-F238E27FC236}">
                    <a16:creationId id="{E10D3565-C36B-39F9-5391-1814AE56D9B0}"/>
                  </a:ext>
                </a:extLst>
              </p:cNvPr>
              <p:cNvSpPr/>
              <p:nvPr/>
            </p:nvSpPr>
            <p:spPr>
              <a:xfrm flipH="false" flipV="false">
                <a:off x="5545149" y="3442484"/>
                <a:ext cx="47293" cy="47293"/>
              </a:xfrm>
              <a:custGeom>
                <a:avLst/>
                <a:gdLst>
                  <a:gd fmla="*/ 0 w 39719" name="connsiteX0"/>
                  <a:gd fmla="*/ 0 h 39719" name="connsiteY0"/>
                  <a:gd fmla="*/ 39719 w 39719" name="connsiteX1"/>
                  <a:gd fmla="*/ 0 h 39719" name="connsiteY1"/>
                  <a:gd fmla="*/ 39719 w 39719" name="connsiteX2"/>
                  <a:gd fmla="*/ 39719 h 39719" name="connsiteY2"/>
                  <a:gd fmla="*/ 0 w 39719" name="connsiteX3"/>
                  <a:gd fmla="*/ 39719 h 39719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39719" w="39719">
                    <a:moveTo>
                      <a:pt x="0" y="0"/>
                    </a:moveTo>
                    <a:lnTo>
                      <a:pt x="39719" y="0"/>
                    </a:lnTo>
                    <a:lnTo>
                      <a:pt x="39719" y="39719"/>
                    </a:lnTo>
                    <a:lnTo>
                      <a:pt x="0" y="3971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b0dd4993-8b1a-4f24-869f-ff6281bf762f" id="65" name="任意多边形: 形状 64">
                <a:extLst>
                  <a:ext uri="{FF2B5EF4-FFF2-40B4-BE49-F238E27FC236}">
                    <a16:creationId id="{EF5EC199-2038-4E3F-8FA4-37A07CCF9E36}"/>
                  </a:ext>
                </a:extLst>
              </p:cNvPr>
              <p:cNvSpPr/>
              <p:nvPr/>
            </p:nvSpPr>
            <p:spPr>
              <a:xfrm flipH="false" flipV="false">
                <a:off x="978406" y="4457201"/>
                <a:ext cx="178401" cy="178400"/>
              </a:xfrm>
              <a:custGeom>
                <a:avLst/>
                <a:gdLst>
                  <a:gd fmla="*/ 149828 w 149828" name="connsiteX0"/>
                  <a:gd fmla="*/ 149828 h 149828" name="connsiteY0"/>
                  <a:gd fmla="*/ 29051 w 149828" name="connsiteX1"/>
                  <a:gd fmla="*/ 149828 h 149828" name="connsiteY1"/>
                  <a:gd fmla="*/ 0 w 149828" name="connsiteX2"/>
                  <a:gd fmla="*/ 149828 h 149828" name="connsiteY2"/>
                  <a:gd fmla="*/ 0 w 149828" name="connsiteX3"/>
                  <a:gd fmla="*/ 120777 h 149828" name="connsiteY3"/>
                  <a:gd fmla="*/ 0 w 149828" name="connsiteX4"/>
                  <a:gd fmla="*/ 0 h 149828" name="connsiteY4"/>
                  <a:gd fmla="*/ 38576 w 149828" name="connsiteX5"/>
                  <a:gd fmla="*/ 0 h 149828" name="connsiteY5"/>
                  <a:gd fmla="*/ 38576 w 149828" name="connsiteX6"/>
                  <a:gd fmla="*/ 111252 h 149828" name="connsiteY6"/>
                  <a:gd fmla="*/ 149828 w 149828" name="connsiteX7"/>
                  <a:gd fmla="*/ 111252 h 149828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149828" w="149828">
                    <a:moveTo>
                      <a:pt x="149828" y="149828"/>
                    </a:moveTo>
                    <a:lnTo>
                      <a:pt x="29051" y="149828"/>
                    </a:lnTo>
                    <a:lnTo>
                      <a:pt x="0" y="149828"/>
                    </a:lnTo>
                    <a:lnTo>
                      <a:pt x="0" y="120777"/>
                    </a:lnTo>
                    <a:lnTo>
                      <a:pt x="0" y="0"/>
                    </a:lnTo>
                    <a:lnTo>
                      <a:pt x="38576" y="0"/>
                    </a:lnTo>
                    <a:lnTo>
                      <a:pt x="38576" y="111252"/>
                    </a:lnTo>
                    <a:lnTo>
                      <a:pt x="149828" y="111252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a1760666-34d8-4da8-b2f1-0ebfc2ca68a8" id="66" name="任意多边形: 形状 65">
                <a:extLst>
                  <a:ext uri="{FF2B5EF4-FFF2-40B4-BE49-F238E27FC236}">
                    <a16:creationId id="{51B130E7-9412-0845-F8B6-35BB174357E1}"/>
                  </a:ext>
                </a:extLst>
              </p:cNvPr>
              <p:cNvSpPr/>
              <p:nvPr/>
            </p:nvSpPr>
            <p:spPr>
              <a:xfrm flipH="false" flipV="false">
                <a:off x="5414041" y="4443932"/>
                <a:ext cx="178401" cy="178400"/>
              </a:xfrm>
              <a:custGeom>
                <a:avLst/>
                <a:gdLst>
                  <a:gd fmla="*/ 0 w 149828" name="connsiteX0"/>
                  <a:gd fmla="*/ 149828 h 149828" name="connsiteY0"/>
                  <a:gd fmla="*/ 120872 w 149828" name="connsiteX1"/>
                  <a:gd fmla="*/ 149828 h 149828" name="connsiteY1"/>
                  <a:gd fmla="*/ 149828 w 149828" name="connsiteX2"/>
                  <a:gd fmla="*/ 149828 h 149828" name="connsiteY2"/>
                  <a:gd fmla="*/ 149828 w 149828" name="connsiteX3"/>
                  <a:gd fmla="*/ 120872 h 149828" name="connsiteY3"/>
                  <a:gd fmla="*/ 149828 w 149828" name="connsiteX4"/>
                  <a:gd fmla="*/ 0 h 149828" name="connsiteY4"/>
                  <a:gd fmla="*/ 111347 w 149828" name="connsiteX5"/>
                  <a:gd fmla="*/ 0 h 149828" name="connsiteY5"/>
                  <a:gd fmla="*/ 111347 w 149828" name="connsiteX6"/>
                  <a:gd fmla="*/ 111347 h 149828" name="connsiteY6"/>
                  <a:gd fmla="*/ 0 w 149828" name="connsiteX7"/>
                  <a:gd fmla="*/ 111347 h 149828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149828" w="149828">
                    <a:moveTo>
                      <a:pt x="0" y="149828"/>
                    </a:moveTo>
                    <a:lnTo>
                      <a:pt x="120872" y="149828"/>
                    </a:lnTo>
                    <a:lnTo>
                      <a:pt x="149828" y="149828"/>
                    </a:lnTo>
                    <a:lnTo>
                      <a:pt x="149828" y="120872"/>
                    </a:lnTo>
                    <a:lnTo>
                      <a:pt x="149828" y="0"/>
                    </a:lnTo>
                    <a:lnTo>
                      <a:pt x="111347" y="0"/>
                    </a:lnTo>
                    <a:lnTo>
                      <a:pt x="111347" y="111347"/>
                    </a:lnTo>
                    <a:lnTo>
                      <a:pt x="0" y="111347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360068b4-168e-4b77-89fc-70d1815ce6e1" id="67" name="任意多边形: 形状 66">
                <a:extLst>
                  <a:ext uri="{FF2B5EF4-FFF2-40B4-BE49-F238E27FC236}">
                    <a16:creationId id="{E0EBED7F-D0DE-5DE9-C96F-58128B72C396}"/>
                  </a:ext>
                </a:extLst>
              </p:cNvPr>
              <p:cNvSpPr/>
              <p:nvPr/>
            </p:nvSpPr>
            <p:spPr>
              <a:xfrm flipH="false" flipV="false">
                <a:off x="2174927" y="4581050"/>
                <a:ext cx="581248" cy="55118"/>
              </a:xfrm>
              <a:custGeom>
                <a:avLst/>
                <a:gdLst>
                  <a:gd fmla="*/ 0 w 488156" name="connsiteX0"/>
                  <a:gd fmla="*/ 0 h 46291" name="connsiteY0"/>
                  <a:gd fmla="*/ 488156 w 488156" name="connsiteX1"/>
                  <a:gd fmla="*/ 0 h 46291" name="connsiteY1"/>
                  <a:gd fmla="*/ 488156 w 488156" name="connsiteX2"/>
                  <a:gd fmla="*/ 46292 h 46291" name="connsiteY2"/>
                  <a:gd fmla="*/ 0 w 488156" name="connsiteX3"/>
                  <a:gd fmla="*/ 46292 h 46291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6291" w="488156">
                    <a:moveTo>
                      <a:pt x="0" y="0"/>
                    </a:moveTo>
                    <a:lnTo>
                      <a:pt x="488156" y="0"/>
                    </a:lnTo>
                    <a:lnTo>
                      <a:pt x="488156" y="46292"/>
                    </a:lnTo>
                    <a:lnTo>
                      <a:pt x="0" y="46292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319073eb-823a-4e80-8070-8378851cbad1" id="68" name="任意多边形: 形状 67">
                <a:extLst>
                  <a:ext uri="{FF2B5EF4-FFF2-40B4-BE49-F238E27FC236}">
                    <a16:creationId id="{9D084A1F-E76B-77CE-AD89-30D3FDE21E99}"/>
                  </a:ext>
                </a:extLst>
              </p:cNvPr>
              <p:cNvSpPr/>
              <p:nvPr/>
            </p:nvSpPr>
            <p:spPr>
              <a:xfrm flipH="false" flipV="false">
                <a:off x="1060744" y="3589241"/>
                <a:ext cx="47294" cy="47294"/>
              </a:xfrm>
              <a:custGeom>
                <a:avLst/>
                <a:gdLst>
                  <a:gd fmla="*/ 0 w 39719" name="connsiteX0"/>
                  <a:gd fmla="*/ 0 h 39719" name="connsiteY0"/>
                  <a:gd fmla="*/ 39719 w 39719" name="connsiteX1"/>
                  <a:gd fmla="*/ 0 h 39719" name="connsiteY1"/>
                  <a:gd fmla="*/ 39719 w 39719" name="connsiteX2"/>
                  <a:gd fmla="*/ 39719 h 39719" name="connsiteY2"/>
                  <a:gd fmla="*/ 0 w 39719" name="connsiteX3"/>
                  <a:gd fmla="*/ 39719 h 39719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39719" w="39719">
                    <a:moveTo>
                      <a:pt x="0" y="0"/>
                    </a:moveTo>
                    <a:lnTo>
                      <a:pt x="39719" y="0"/>
                    </a:lnTo>
                    <a:lnTo>
                      <a:pt x="39719" y="39719"/>
                    </a:lnTo>
                    <a:lnTo>
                      <a:pt x="0" y="3971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169946e9-7deb-4edb-8f79-aeb88ed566fa" id="69" name="任意多边形: 形状 68">
                <a:extLst>
                  <a:ext uri="{FF2B5EF4-FFF2-40B4-BE49-F238E27FC236}">
                    <a16:creationId id="{9427BBF7-381E-6511-5FFA-2A106960238A}"/>
                  </a:ext>
                </a:extLst>
              </p:cNvPr>
              <p:cNvSpPr/>
              <p:nvPr/>
            </p:nvSpPr>
            <p:spPr>
              <a:xfrm flipH="false" flipV="false">
                <a:off x="1060744" y="3687685"/>
                <a:ext cx="47294" cy="47294"/>
              </a:xfrm>
              <a:custGeom>
                <a:avLst/>
                <a:gdLst>
                  <a:gd fmla="*/ 0 w 39719" name="connsiteX0"/>
                  <a:gd fmla="*/ 0 h 39719" name="connsiteY0"/>
                  <a:gd fmla="*/ 39719 w 39719" name="connsiteX1"/>
                  <a:gd fmla="*/ 0 h 39719" name="connsiteY1"/>
                  <a:gd fmla="*/ 39719 w 39719" name="connsiteX2"/>
                  <a:gd fmla="*/ 39719 h 39719" name="connsiteY2"/>
                  <a:gd fmla="*/ 0 w 39719" name="connsiteX3"/>
                  <a:gd fmla="*/ 39719 h 39719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39719" w="39719">
                    <a:moveTo>
                      <a:pt x="0" y="0"/>
                    </a:moveTo>
                    <a:lnTo>
                      <a:pt x="39719" y="0"/>
                    </a:lnTo>
                    <a:lnTo>
                      <a:pt x="39719" y="39719"/>
                    </a:lnTo>
                    <a:lnTo>
                      <a:pt x="0" y="3971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5eaca472-bc16-4ef2-8633-af8175a32a97" id="70" name="任意多边形: 形状 69">
                <a:extLst>
                  <a:ext uri="{FF2B5EF4-FFF2-40B4-BE49-F238E27FC236}">
                    <a16:creationId id="{9ED47350-B270-9783-BA4E-C96B3674512B}"/>
                  </a:ext>
                </a:extLst>
              </p:cNvPr>
              <p:cNvSpPr/>
              <p:nvPr/>
            </p:nvSpPr>
            <p:spPr>
              <a:xfrm flipH="false" flipV="false">
                <a:off x="919897" y="3306610"/>
                <a:ext cx="132238" cy="626802"/>
              </a:xfrm>
              <a:custGeom>
                <a:avLst/>
                <a:gdLst>
                  <a:gd fmla="*/ 0 w 75819" name="connsiteX0"/>
                  <a:gd fmla="*/ 33242 h 359378" name="connsiteY0"/>
                  <a:gd fmla="*/ 37910 w 75819" name="connsiteX1"/>
                  <a:gd fmla="*/ 14288 h 359378" name="connsiteY1"/>
                  <a:gd fmla="*/ 75819 w 75819" name="connsiteX2"/>
                  <a:gd fmla="*/ 33242 h 359378" name="connsiteY2"/>
                  <a:gd fmla="*/ 75819 w 75819" name="connsiteX3"/>
                  <a:gd fmla="*/ 18955 h 359378" name="connsiteY3"/>
                  <a:gd fmla="*/ 37910 w 75819" name="connsiteX4"/>
                  <a:gd fmla="*/ 0 h 359378" name="connsiteY4"/>
                  <a:gd fmla="*/ 0 w 75819" name="connsiteX5"/>
                  <a:gd fmla="*/ 18955 h 359378" name="connsiteY5"/>
                  <a:gd fmla="*/ 0 w 75819" name="connsiteX6"/>
                  <a:gd fmla="*/ 33242 h 359378" name="connsiteY6"/>
                  <a:gd fmla="*/ 0 w 75819" name="connsiteX7"/>
                  <a:gd fmla="*/ 155543 h 359378" name="connsiteY7"/>
                  <a:gd fmla="*/ 37910 w 75819" name="connsiteX8"/>
                  <a:gd fmla="*/ 136589 h 359378" name="connsiteY8"/>
                  <a:gd fmla="*/ 75819 w 75819" name="connsiteX9"/>
                  <a:gd fmla="*/ 155543 h 359378" name="connsiteY9"/>
                  <a:gd fmla="*/ 75819 w 75819" name="connsiteX10"/>
                  <a:gd fmla="*/ 141256 h 359378" name="connsiteY10"/>
                  <a:gd fmla="*/ 37910 w 75819" name="connsiteX11"/>
                  <a:gd fmla="*/ 122301 h 359378" name="connsiteY11"/>
                  <a:gd fmla="*/ 0 w 75819" name="connsiteX12"/>
                  <a:gd fmla="*/ 141256 h 359378" name="connsiteY12"/>
                  <a:gd fmla="*/ 0 w 75819" name="connsiteX13"/>
                  <a:gd fmla="*/ 155543 h 359378" name="connsiteY13"/>
                  <a:gd fmla="*/ 0 w 75819" name="connsiteX14"/>
                  <a:gd fmla="*/ 114776 h 359378" name="connsiteY14"/>
                  <a:gd fmla="*/ 37910 w 75819" name="connsiteX15"/>
                  <a:gd fmla="*/ 95822 h 359378" name="connsiteY15"/>
                  <a:gd fmla="*/ 75819 w 75819" name="connsiteX16"/>
                  <a:gd fmla="*/ 114776 h 359378" name="connsiteY16"/>
                  <a:gd fmla="*/ 75819 w 75819" name="connsiteX17"/>
                  <a:gd fmla="*/ 100489 h 359378" name="connsiteY17"/>
                  <a:gd fmla="*/ 37910 w 75819" name="connsiteX18"/>
                  <a:gd fmla="*/ 81534 h 359378" name="connsiteY18"/>
                  <a:gd fmla="*/ 0 w 75819" name="connsiteX19"/>
                  <a:gd fmla="*/ 100489 h 359378" name="connsiteY19"/>
                  <a:gd fmla="*/ 0 w 75819" name="connsiteX20"/>
                  <a:gd fmla="*/ 114776 h 359378" name="connsiteY20"/>
                  <a:gd fmla="*/ 0 w 75819" name="connsiteX21"/>
                  <a:gd fmla="*/ 74009 h 359378" name="connsiteY21"/>
                  <a:gd fmla="*/ 37910 w 75819" name="connsiteX22"/>
                  <a:gd fmla="*/ 55055 h 359378" name="connsiteY22"/>
                  <a:gd fmla="*/ 75819 w 75819" name="connsiteX23"/>
                  <a:gd fmla="*/ 74009 h 359378" name="connsiteY23"/>
                  <a:gd fmla="*/ 75819 w 75819" name="connsiteX24"/>
                  <a:gd fmla="*/ 59722 h 359378" name="connsiteY24"/>
                  <a:gd fmla="*/ 37910 w 75819" name="connsiteX25"/>
                  <a:gd fmla="*/ 40767 h 359378" name="connsiteY25"/>
                  <a:gd fmla="*/ 0 w 75819" name="connsiteX26"/>
                  <a:gd fmla="*/ 59722 h 359378" name="connsiteY26"/>
                  <a:gd fmla="*/ 0 w 75819" name="connsiteX27"/>
                  <a:gd fmla="*/ 74009 h 359378" name="connsiteY27"/>
                  <a:gd fmla="*/ 0 w 75819" name="connsiteX28"/>
                  <a:gd fmla="*/ 277844 h 359378" name="connsiteY28"/>
                  <a:gd fmla="*/ 37910 w 75819" name="connsiteX29"/>
                  <a:gd fmla="*/ 258890 h 359378" name="connsiteY29"/>
                  <a:gd fmla="*/ 75819 w 75819" name="connsiteX30"/>
                  <a:gd fmla="*/ 277844 h 359378" name="connsiteY30"/>
                  <a:gd fmla="*/ 75819 w 75819" name="connsiteX31"/>
                  <a:gd fmla="*/ 263557 h 359378" name="connsiteY31"/>
                  <a:gd fmla="*/ 37910 w 75819" name="connsiteX32"/>
                  <a:gd fmla="*/ 244602 h 359378" name="connsiteY32"/>
                  <a:gd fmla="*/ 0 w 75819" name="connsiteX33"/>
                  <a:gd fmla="*/ 263557 h 359378" name="connsiteY33"/>
                  <a:gd fmla="*/ 0 w 75819" name="connsiteX34"/>
                  <a:gd fmla="*/ 277844 h 359378" name="connsiteY34"/>
                  <a:gd fmla="*/ 37910 w 75819" name="connsiteX35"/>
                  <a:gd fmla="*/ 340424 h 359378" name="connsiteY35"/>
                  <a:gd fmla="*/ 75819 w 75819" name="connsiteX36"/>
                  <a:gd fmla="*/ 359378 h 359378" name="connsiteY36"/>
                  <a:gd fmla="*/ 75819 w 75819" name="connsiteX37"/>
                  <a:gd fmla="*/ 345091 h 359378" name="connsiteY37"/>
                  <a:gd fmla="*/ 37910 w 75819" name="connsiteX38"/>
                  <a:gd fmla="*/ 326136 h 359378" name="connsiteY38"/>
                  <a:gd fmla="*/ 0 w 75819" name="connsiteX39"/>
                  <a:gd fmla="*/ 345091 h 359378" name="connsiteY39"/>
                  <a:gd fmla="*/ 0 w 75819" name="connsiteX40"/>
                  <a:gd fmla="*/ 359378 h 359378" name="connsiteY40"/>
                  <a:gd fmla="*/ 37910 w 75819" name="connsiteX41"/>
                  <a:gd fmla="*/ 340424 h 359378" name="connsiteY41"/>
                  <a:gd fmla="*/ 0 w 75819" name="connsiteX42"/>
                  <a:gd fmla="*/ 196310 h 359378" name="connsiteY42"/>
                  <a:gd fmla="*/ 37910 w 75819" name="connsiteX43"/>
                  <a:gd fmla="*/ 177356 h 359378" name="connsiteY43"/>
                  <a:gd fmla="*/ 75819 w 75819" name="connsiteX44"/>
                  <a:gd fmla="*/ 196310 h 359378" name="connsiteY44"/>
                  <a:gd fmla="*/ 75819 w 75819" name="connsiteX45"/>
                  <a:gd fmla="*/ 182023 h 359378" name="connsiteY45"/>
                  <a:gd fmla="*/ 37910 w 75819" name="connsiteX46"/>
                  <a:gd fmla="*/ 163068 h 359378" name="connsiteY46"/>
                  <a:gd fmla="*/ 0 w 75819" name="connsiteX47"/>
                  <a:gd fmla="*/ 182023 h 359378" name="connsiteY47"/>
                  <a:gd fmla="*/ 0 w 75819" name="connsiteX48"/>
                  <a:gd fmla="*/ 196310 h 359378" name="connsiteY48"/>
                  <a:gd fmla="*/ 0 w 75819" name="connsiteX49"/>
                  <a:gd fmla="*/ 318611 h 359378" name="connsiteY49"/>
                  <a:gd fmla="*/ 37910 w 75819" name="connsiteX50"/>
                  <a:gd fmla="*/ 299657 h 359378" name="connsiteY50"/>
                  <a:gd fmla="*/ 75819 w 75819" name="connsiteX51"/>
                  <a:gd fmla="*/ 318611 h 359378" name="connsiteY51"/>
                  <a:gd fmla="*/ 75819 w 75819" name="connsiteX52"/>
                  <a:gd fmla="*/ 304324 h 359378" name="connsiteY52"/>
                  <a:gd fmla="*/ 37910 w 75819" name="connsiteX53"/>
                  <a:gd fmla="*/ 285369 h 359378" name="connsiteY53"/>
                  <a:gd fmla="*/ 0 w 75819" name="connsiteX54"/>
                  <a:gd fmla="*/ 304324 h 359378" name="connsiteY54"/>
                  <a:gd fmla="*/ 0 w 75819" name="connsiteX55"/>
                  <a:gd fmla="*/ 318611 h 359378" name="connsiteY55"/>
                  <a:gd fmla="*/ 0 w 75819" name="connsiteX56"/>
                  <a:gd fmla="*/ 237077 h 359378" name="connsiteY56"/>
                  <a:gd fmla="*/ 37910 w 75819" name="connsiteX57"/>
                  <a:gd fmla="*/ 218123 h 359378" name="connsiteY57"/>
                  <a:gd fmla="*/ 75819 w 75819" name="connsiteX58"/>
                  <a:gd fmla="*/ 237077 h 359378" name="connsiteY58"/>
                  <a:gd fmla="*/ 75819 w 75819" name="connsiteX59"/>
                  <a:gd fmla="*/ 222790 h 359378" name="connsiteY59"/>
                  <a:gd fmla="*/ 37910 w 75819" name="connsiteX60"/>
                  <a:gd fmla="*/ 203835 h 359378" name="connsiteY60"/>
                  <a:gd fmla="*/ 0 w 75819" name="connsiteX61"/>
                  <a:gd fmla="*/ 222790 h 359378" name="connsiteY61"/>
                  <a:gd fmla="*/ 0 w 75819" name="connsiteX62"/>
                  <a:gd fmla="*/ 237077 h 359378" name="connsiteY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b="b" l="l" r="r" t="t"/>
                <a:pathLst>
                  <a:path h="359378" w="75819">
                    <a:moveTo>
                      <a:pt x="0" y="33242"/>
                    </a:moveTo>
                    <a:lnTo>
                      <a:pt x="37910" y="14288"/>
                    </a:lnTo>
                    <a:lnTo>
                      <a:pt x="75819" y="33242"/>
                    </a:lnTo>
                    <a:lnTo>
                      <a:pt x="75819" y="18955"/>
                    </a:lnTo>
                    <a:lnTo>
                      <a:pt x="37910" y="0"/>
                    </a:lnTo>
                    <a:lnTo>
                      <a:pt x="0" y="18955"/>
                    </a:lnTo>
                    <a:lnTo>
                      <a:pt x="0" y="33242"/>
                    </a:lnTo>
                    <a:close/>
                    <a:moveTo>
                      <a:pt x="0" y="155543"/>
                    </a:moveTo>
                    <a:lnTo>
                      <a:pt x="37910" y="136589"/>
                    </a:lnTo>
                    <a:lnTo>
                      <a:pt x="75819" y="155543"/>
                    </a:lnTo>
                    <a:lnTo>
                      <a:pt x="75819" y="141256"/>
                    </a:lnTo>
                    <a:lnTo>
                      <a:pt x="37910" y="122301"/>
                    </a:lnTo>
                    <a:lnTo>
                      <a:pt x="0" y="141256"/>
                    </a:lnTo>
                    <a:lnTo>
                      <a:pt x="0" y="155543"/>
                    </a:lnTo>
                    <a:close/>
                    <a:moveTo>
                      <a:pt x="0" y="114776"/>
                    </a:moveTo>
                    <a:lnTo>
                      <a:pt x="37910" y="95822"/>
                    </a:lnTo>
                    <a:lnTo>
                      <a:pt x="75819" y="114776"/>
                    </a:lnTo>
                    <a:lnTo>
                      <a:pt x="75819" y="100489"/>
                    </a:lnTo>
                    <a:lnTo>
                      <a:pt x="37910" y="81534"/>
                    </a:lnTo>
                    <a:lnTo>
                      <a:pt x="0" y="100489"/>
                    </a:lnTo>
                    <a:lnTo>
                      <a:pt x="0" y="114776"/>
                    </a:lnTo>
                    <a:close/>
                    <a:moveTo>
                      <a:pt x="0" y="74009"/>
                    </a:moveTo>
                    <a:lnTo>
                      <a:pt x="37910" y="55055"/>
                    </a:lnTo>
                    <a:lnTo>
                      <a:pt x="75819" y="74009"/>
                    </a:lnTo>
                    <a:lnTo>
                      <a:pt x="75819" y="59722"/>
                    </a:lnTo>
                    <a:lnTo>
                      <a:pt x="37910" y="40767"/>
                    </a:lnTo>
                    <a:lnTo>
                      <a:pt x="0" y="59722"/>
                    </a:lnTo>
                    <a:lnTo>
                      <a:pt x="0" y="74009"/>
                    </a:lnTo>
                    <a:close/>
                    <a:moveTo>
                      <a:pt x="0" y="277844"/>
                    </a:moveTo>
                    <a:lnTo>
                      <a:pt x="37910" y="258890"/>
                    </a:lnTo>
                    <a:lnTo>
                      <a:pt x="75819" y="277844"/>
                    </a:lnTo>
                    <a:lnTo>
                      <a:pt x="75819" y="263557"/>
                    </a:lnTo>
                    <a:lnTo>
                      <a:pt x="37910" y="244602"/>
                    </a:lnTo>
                    <a:lnTo>
                      <a:pt x="0" y="263557"/>
                    </a:lnTo>
                    <a:lnTo>
                      <a:pt x="0" y="277844"/>
                    </a:lnTo>
                    <a:close/>
                    <a:moveTo>
                      <a:pt x="37910" y="340424"/>
                    </a:moveTo>
                    <a:lnTo>
                      <a:pt x="75819" y="359378"/>
                    </a:lnTo>
                    <a:lnTo>
                      <a:pt x="75819" y="345091"/>
                    </a:lnTo>
                    <a:lnTo>
                      <a:pt x="37910" y="326136"/>
                    </a:lnTo>
                    <a:lnTo>
                      <a:pt x="0" y="345091"/>
                    </a:lnTo>
                    <a:lnTo>
                      <a:pt x="0" y="359378"/>
                    </a:lnTo>
                    <a:lnTo>
                      <a:pt x="37910" y="340424"/>
                    </a:lnTo>
                    <a:close/>
                    <a:moveTo>
                      <a:pt x="0" y="196310"/>
                    </a:moveTo>
                    <a:lnTo>
                      <a:pt x="37910" y="177356"/>
                    </a:lnTo>
                    <a:lnTo>
                      <a:pt x="75819" y="196310"/>
                    </a:lnTo>
                    <a:lnTo>
                      <a:pt x="75819" y="182023"/>
                    </a:lnTo>
                    <a:lnTo>
                      <a:pt x="37910" y="163068"/>
                    </a:lnTo>
                    <a:lnTo>
                      <a:pt x="0" y="182023"/>
                    </a:lnTo>
                    <a:lnTo>
                      <a:pt x="0" y="196310"/>
                    </a:lnTo>
                    <a:close/>
                    <a:moveTo>
                      <a:pt x="0" y="318611"/>
                    </a:moveTo>
                    <a:lnTo>
                      <a:pt x="37910" y="299657"/>
                    </a:lnTo>
                    <a:lnTo>
                      <a:pt x="75819" y="318611"/>
                    </a:lnTo>
                    <a:lnTo>
                      <a:pt x="75819" y="304324"/>
                    </a:lnTo>
                    <a:lnTo>
                      <a:pt x="37910" y="285369"/>
                    </a:lnTo>
                    <a:lnTo>
                      <a:pt x="0" y="304324"/>
                    </a:lnTo>
                    <a:lnTo>
                      <a:pt x="0" y="318611"/>
                    </a:lnTo>
                    <a:close/>
                    <a:moveTo>
                      <a:pt x="0" y="237077"/>
                    </a:moveTo>
                    <a:lnTo>
                      <a:pt x="37910" y="218123"/>
                    </a:lnTo>
                    <a:lnTo>
                      <a:pt x="75819" y="237077"/>
                    </a:lnTo>
                    <a:lnTo>
                      <a:pt x="75819" y="222790"/>
                    </a:lnTo>
                    <a:lnTo>
                      <a:pt x="37910" y="203835"/>
                    </a:lnTo>
                    <a:lnTo>
                      <a:pt x="0" y="222790"/>
                    </a:lnTo>
                    <a:lnTo>
                      <a:pt x="0" y="237077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</p:grpSp>
        <p:grpSp>
          <p:nvGrpSpPr>
            <p:cNvPr descr="21f6df86-d245-4861-89f9-44a7c64a9813" id="7" name="组合 6">
              <a:extLst>
                <a:ext uri="{FF2B5EF4-FFF2-40B4-BE49-F238E27FC236}">
                  <a16:creationId id="{69E55515-C38F-A0C3-91BC-96859C2806EA}"/>
                </a:ext>
              </a:extLst>
            </p:cNvPr>
            <p:cNvGrpSpPr/>
            <p:nvPr/>
          </p:nvGrpSpPr>
          <p:grpSpPr>
            <a:xfrm>
              <a:off x="6586858" y="2859080"/>
              <a:ext cx="4693426" cy="1777088"/>
              <a:chOff x="6586858" y="2859080"/>
              <a:chExt cx="4693426" cy="1777088"/>
            </a:xfrm>
          </p:grpSpPr>
          <p:sp>
            <p:nvSpPr>
              <p:cNvPr descr="b73c5142-3c03-4ec5-bb5a-4cfd595eab38" id="79" name="任意多边形: 形状 78">
                <a:extLst>
                  <a:ext uri="{FF2B5EF4-FFF2-40B4-BE49-F238E27FC236}">
                    <a16:creationId id="{2F0C4862-34F3-FA1C-9B7D-3D4B6045832E}"/>
                  </a:ext>
                </a:extLst>
              </p:cNvPr>
              <p:cNvSpPr/>
              <p:nvPr/>
            </p:nvSpPr>
            <p:spPr>
              <a:xfrm flipH="false" flipV="false">
                <a:off x="6609313" y="2882784"/>
                <a:ext cx="4647266" cy="1728774"/>
              </a:xfrm>
              <a:custGeom>
                <a:avLst/>
                <a:gdLst>
                  <a:gd fmla="*/ 62389 w 3902963" name="connsiteX0"/>
                  <a:gd fmla="*/ 1451896 h 1451895" name="connsiteY0"/>
                  <a:gd fmla="*/ 62389 w 3902963" name="connsiteX1"/>
                  <a:gd fmla="*/ 1031367 h 1451895" name="connsiteY1"/>
                  <a:gd fmla="*/ 139160 w 3902963" name="connsiteX2"/>
                  <a:gd fmla="*/ 954596 h 1451895" name="connsiteY2"/>
                  <a:gd fmla="*/ 139160 w 3902963" name="connsiteX3"/>
                  <a:gd fmla="*/ 357378 h 1451895" name="connsiteY3"/>
                  <a:gd fmla="*/ 0 w 3902963" name="connsiteX4"/>
                  <a:gd fmla="*/ 218218 h 1451895" name="connsiteY4"/>
                  <a:gd fmla="*/ 0 w 3902963" name="connsiteX5"/>
                  <a:gd fmla="*/ 0 h 1451895" name="connsiteY5"/>
                  <a:gd fmla="*/ 3902964 w 3902963" name="connsiteX6"/>
                  <a:gd fmla="*/ 0 h 1451895" name="connsiteY6"/>
                  <a:gd fmla="*/ 3902964 w 3902963" name="connsiteX7"/>
                  <a:gd fmla="*/ 1441228 h 1451895" name="connsiteY7"/>
                  <a:gd fmla="*/ 3503676 w 3902963" name="connsiteX8"/>
                  <a:gd fmla="*/ 1441228 h 1451895" name="connsiteY8"/>
                  <a:gd fmla="*/ 3422237 w 3902963" name="connsiteX9"/>
                  <a:gd fmla="*/ 1359789 h 1451895" name="connsiteY9"/>
                  <a:gd fmla="*/ 3180493 w 3902963" name="connsiteX10"/>
                  <a:gd fmla="*/ 1359789 h 1451895" name="connsiteY10"/>
                  <a:gd fmla="*/ 3074765 w 3902963" name="connsiteX11"/>
                  <a:gd fmla="*/ 1446467 h 1451895" name="connsiteY11"/>
                  <a:gd fmla="*/ 425482 w 3902963" name="connsiteX12"/>
                  <a:gd fmla="*/ 1446467 h 1451895" name="connsiteY12"/>
                  <a:gd fmla="*/ 393764 w 3902963" name="connsiteX13"/>
                  <a:gd fmla="*/ 1414748 h 1451895" name="connsiteY13"/>
                  <a:gd fmla="*/ 308610 w 3902963" name="connsiteX14"/>
                  <a:gd fmla="*/ 1414748 h 1451895" name="connsiteY14"/>
                  <a:gd fmla="*/ 271558 w 3902963" name="connsiteX15"/>
                  <a:gd fmla="*/ 1451896 h 1451895" name="connsiteY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b="b" l="l" r="r" t="t"/>
                <a:pathLst>
                  <a:path h="1451895" w="3902963">
                    <a:moveTo>
                      <a:pt x="62389" y="1451896"/>
                    </a:moveTo>
                    <a:lnTo>
                      <a:pt x="62389" y="1031367"/>
                    </a:lnTo>
                    <a:lnTo>
                      <a:pt x="139160" y="954596"/>
                    </a:lnTo>
                    <a:lnTo>
                      <a:pt x="139160" y="357378"/>
                    </a:lnTo>
                    <a:lnTo>
                      <a:pt x="0" y="218218"/>
                    </a:lnTo>
                    <a:lnTo>
                      <a:pt x="0" y="0"/>
                    </a:lnTo>
                    <a:lnTo>
                      <a:pt x="3902964" y="0"/>
                    </a:lnTo>
                    <a:lnTo>
                      <a:pt x="3902964" y="1441228"/>
                    </a:lnTo>
                    <a:lnTo>
                      <a:pt x="3503676" y="1441228"/>
                    </a:lnTo>
                    <a:lnTo>
                      <a:pt x="3422237" y="1359789"/>
                    </a:lnTo>
                    <a:lnTo>
                      <a:pt x="3180493" y="1359789"/>
                    </a:lnTo>
                    <a:lnTo>
                      <a:pt x="3074765" y="1446467"/>
                    </a:lnTo>
                    <a:lnTo>
                      <a:pt x="425482" y="1446467"/>
                    </a:lnTo>
                    <a:lnTo>
                      <a:pt x="393764" y="1414748"/>
                    </a:lnTo>
                    <a:lnTo>
                      <a:pt x="308610" y="1414748"/>
                    </a:lnTo>
                    <a:lnTo>
                      <a:pt x="271558" y="1451896"/>
                    </a:lnTo>
                    <a:close/>
                  </a:path>
                </a:pathLst>
              </a:custGeom>
              <a:noFill/>
              <a:ln cap="rnd" w="9525">
                <a:gradFill>
                  <a:gsLst>
                    <a:gs pos="0">
                      <a:schemeClr val="accent1">
                        <a:alpha val="35000"/>
                        <a:lumMod val="95000"/>
                        <a:lumOff val="5000"/>
                      </a:schemeClr>
                    </a:gs>
                    <a:gs pos="54940">
                      <a:schemeClr val="accent1">
                        <a:lumMod val="75000"/>
                      </a:schemeClr>
                    </a:gs>
                    <a:gs pos="84920">
                      <a:schemeClr val="accent1">
                        <a:lumMod val="50000"/>
                      </a:schemeClr>
                    </a:gs>
                    <a:gs pos="100000">
                      <a:schemeClr val="accent1">
                        <a:lumMod val="50000"/>
                      </a:schemeClr>
                    </a:gs>
                  </a:gsLst>
                  <a:lin ang="16200000" scaled="1"/>
                </a:gradFill>
                <a:prstDash val="solid"/>
                <a:round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940488fb-0b77-4d77-8785-a6cecc9e30f2" id="88" name="任意多边形: 形状 87">
                <a:extLst>
                  <a:ext uri="{FF2B5EF4-FFF2-40B4-BE49-F238E27FC236}">
                    <a16:creationId id="{811029E5-5349-1E7F-E7AF-CBBC62574FC9}"/>
                  </a:ext>
                </a:extLst>
              </p:cNvPr>
              <p:cNvSpPr/>
              <p:nvPr/>
            </p:nvSpPr>
            <p:spPr>
              <a:xfrm flipH="false" flipV="false">
                <a:off x="6586858" y="2861801"/>
                <a:ext cx="178401" cy="178401"/>
              </a:xfrm>
              <a:custGeom>
                <a:avLst/>
                <a:gdLst>
                  <a:gd fmla="*/ 149828 w 149828" name="connsiteX0"/>
                  <a:gd fmla="*/ 0 h 149828" name="connsiteY0"/>
                  <a:gd fmla="*/ 28956 w 149828" name="connsiteX1"/>
                  <a:gd fmla="*/ 0 h 149828" name="connsiteY1"/>
                  <a:gd fmla="*/ 0 w 149828" name="connsiteX2"/>
                  <a:gd fmla="*/ 0 h 149828" name="connsiteY2"/>
                  <a:gd fmla="*/ 0 w 149828" name="connsiteX3"/>
                  <a:gd fmla="*/ 28956 h 149828" name="connsiteY3"/>
                  <a:gd fmla="*/ 0 w 149828" name="connsiteX4"/>
                  <a:gd fmla="*/ 149828 h 149828" name="connsiteY4"/>
                  <a:gd fmla="*/ 38481 w 149828" name="connsiteX5"/>
                  <a:gd fmla="*/ 149828 h 149828" name="connsiteY5"/>
                  <a:gd fmla="*/ 38481 w 149828" name="connsiteX6"/>
                  <a:gd fmla="*/ 38481 h 149828" name="connsiteY6"/>
                  <a:gd fmla="*/ 149828 w 149828" name="connsiteX7"/>
                  <a:gd fmla="*/ 38481 h 149828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149828" w="149828">
                    <a:moveTo>
                      <a:pt x="149828" y="0"/>
                    </a:moveTo>
                    <a:lnTo>
                      <a:pt x="28956" y="0"/>
                    </a:lnTo>
                    <a:lnTo>
                      <a:pt x="0" y="0"/>
                    </a:lnTo>
                    <a:lnTo>
                      <a:pt x="0" y="28956"/>
                    </a:lnTo>
                    <a:lnTo>
                      <a:pt x="0" y="149828"/>
                    </a:lnTo>
                    <a:lnTo>
                      <a:pt x="38481" y="149828"/>
                    </a:lnTo>
                    <a:lnTo>
                      <a:pt x="38481" y="38481"/>
                    </a:lnTo>
                    <a:lnTo>
                      <a:pt x="149828" y="3848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48882650-f4b6-4722-b376-f28316fd19e1" id="89" name="任意多边形: 形状 88">
                <a:extLst>
                  <a:ext uri="{FF2B5EF4-FFF2-40B4-BE49-F238E27FC236}">
                    <a16:creationId id="{115605A8-85C5-0C2F-380A-727874B88C42}"/>
                  </a:ext>
                </a:extLst>
              </p:cNvPr>
              <p:cNvSpPr/>
              <p:nvPr/>
            </p:nvSpPr>
            <p:spPr>
              <a:xfrm flipH="false" flipV="false">
                <a:off x="11101883" y="2861801"/>
                <a:ext cx="178401" cy="178401"/>
              </a:xfrm>
              <a:custGeom>
                <a:avLst/>
                <a:gdLst>
                  <a:gd fmla="*/ 0 w 149828" name="connsiteX0"/>
                  <a:gd fmla="*/ 0 h 149828" name="connsiteY0"/>
                  <a:gd fmla="*/ 120872 w 149828" name="connsiteX1"/>
                  <a:gd fmla="*/ 0 h 149828" name="connsiteY1"/>
                  <a:gd fmla="*/ 149828 w 149828" name="connsiteX2"/>
                  <a:gd fmla="*/ 0 h 149828" name="connsiteY2"/>
                  <a:gd fmla="*/ 149828 w 149828" name="connsiteX3"/>
                  <a:gd fmla="*/ 28956 h 149828" name="connsiteY3"/>
                  <a:gd fmla="*/ 149828 w 149828" name="connsiteX4"/>
                  <a:gd fmla="*/ 149828 h 149828" name="connsiteY4"/>
                  <a:gd fmla="*/ 111347 w 149828" name="connsiteX5"/>
                  <a:gd fmla="*/ 149828 h 149828" name="connsiteY5"/>
                  <a:gd fmla="*/ 111347 w 149828" name="connsiteX6"/>
                  <a:gd fmla="*/ 38481 h 149828" name="connsiteY6"/>
                  <a:gd fmla="*/ 0 w 149828" name="connsiteX7"/>
                  <a:gd fmla="*/ 38481 h 149828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149828" w="149828">
                    <a:moveTo>
                      <a:pt x="0" y="0"/>
                    </a:moveTo>
                    <a:lnTo>
                      <a:pt x="120872" y="0"/>
                    </a:lnTo>
                    <a:lnTo>
                      <a:pt x="149828" y="0"/>
                    </a:lnTo>
                    <a:lnTo>
                      <a:pt x="149828" y="28956"/>
                    </a:lnTo>
                    <a:lnTo>
                      <a:pt x="149828" y="149828"/>
                    </a:lnTo>
                    <a:lnTo>
                      <a:pt x="111347" y="149828"/>
                    </a:lnTo>
                    <a:lnTo>
                      <a:pt x="111347" y="38481"/>
                    </a:lnTo>
                    <a:lnTo>
                      <a:pt x="0" y="3848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30fb70c1-25f8-4d84-90dc-fbf2b2d5077e" id="90" name="任意多边形: 形状 89">
                <a:extLst>
                  <a:ext uri="{FF2B5EF4-FFF2-40B4-BE49-F238E27FC236}">
                    <a16:creationId id="{6028008A-4134-AAF4-EDD4-F667F0066B7C}"/>
                  </a:ext>
                </a:extLst>
              </p:cNvPr>
              <p:cNvSpPr/>
              <p:nvPr/>
            </p:nvSpPr>
            <p:spPr>
              <a:xfrm flipH="false" flipV="false">
                <a:off x="11232991" y="3122881"/>
                <a:ext cx="47293" cy="47293"/>
              </a:xfrm>
              <a:custGeom>
                <a:avLst/>
                <a:gdLst>
                  <a:gd fmla="*/ 0 w 39719" name="connsiteX0"/>
                  <a:gd fmla="*/ 0 h 39719" name="connsiteY0"/>
                  <a:gd fmla="*/ 39719 w 39719" name="connsiteX1"/>
                  <a:gd fmla="*/ 0 h 39719" name="connsiteY1"/>
                  <a:gd fmla="*/ 39719 w 39719" name="connsiteX2"/>
                  <a:gd fmla="*/ 39719 h 39719" name="connsiteY2"/>
                  <a:gd fmla="*/ 0 w 39719" name="connsiteX3"/>
                  <a:gd fmla="*/ 39719 h 39719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39719" w="39719">
                    <a:moveTo>
                      <a:pt x="0" y="0"/>
                    </a:moveTo>
                    <a:lnTo>
                      <a:pt x="39719" y="0"/>
                    </a:lnTo>
                    <a:lnTo>
                      <a:pt x="39719" y="39719"/>
                    </a:lnTo>
                    <a:lnTo>
                      <a:pt x="0" y="3971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3786c684-68cd-49b1-914d-af6721d75d81" id="91" name="任意多边形: 形状 90">
                <a:extLst>
                  <a:ext uri="{FF2B5EF4-FFF2-40B4-BE49-F238E27FC236}">
                    <a16:creationId id="{2BCC9D67-82F8-E589-3C62-025AA81B7A8E}"/>
                  </a:ext>
                </a:extLst>
              </p:cNvPr>
              <p:cNvSpPr/>
              <p:nvPr/>
            </p:nvSpPr>
            <p:spPr>
              <a:xfrm flipH="false" flipV="false">
                <a:off x="10946053" y="2859080"/>
                <a:ext cx="47293" cy="47293"/>
              </a:xfrm>
              <a:custGeom>
                <a:avLst/>
                <a:gdLst>
                  <a:gd fmla="*/ 0 w 39719" name="connsiteX0"/>
                  <a:gd fmla="*/ 0 h 39719" name="connsiteY0"/>
                  <a:gd fmla="*/ 39719 w 39719" name="connsiteX1"/>
                  <a:gd fmla="*/ 0 h 39719" name="connsiteY1"/>
                  <a:gd fmla="*/ 39719 w 39719" name="connsiteX2"/>
                  <a:gd fmla="*/ 39719 h 39719" name="connsiteY2"/>
                  <a:gd fmla="*/ 0 w 39719" name="connsiteX3"/>
                  <a:gd fmla="*/ 39719 h 39719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39719" w="39719">
                    <a:moveTo>
                      <a:pt x="0" y="0"/>
                    </a:moveTo>
                    <a:lnTo>
                      <a:pt x="39719" y="0"/>
                    </a:lnTo>
                    <a:lnTo>
                      <a:pt x="39719" y="39719"/>
                    </a:lnTo>
                    <a:lnTo>
                      <a:pt x="0" y="3971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f7c8fb80-9f39-412c-994a-21a242bb915c" id="92" name="任意多边形: 形状 91">
                <a:extLst>
                  <a:ext uri="{FF2B5EF4-FFF2-40B4-BE49-F238E27FC236}">
                    <a16:creationId id="{930B80CF-BF81-C4AC-72A6-786E39F7C2E4}"/>
                  </a:ext>
                </a:extLst>
              </p:cNvPr>
              <p:cNvSpPr/>
              <p:nvPr/>
            </p:nvSpPr>
            <p:spPr>
              <a:xfrm flipH="false" flipV="false">
                <a:off x="10806326" y="2859080"/>
                <a:ext cx="47293" cy="47293"/>
              </a:xfrm>
              <a:custGeom>
                <a:avLst/>
                <a:gdLst>
                  <a:gd fmla="*/ 0 w 39719" name="connsiteX0"/>
                  <a:gd fmla="*/ 0 h 39719" name="connsiteY0"/>
                  <a:gd fmla="*/ 39719 w 39719" name="connsiteX1"/>
                  <a:gd fmla="*/ 0 h 39719" name="connsiteY1"/>
                  <a:gd fmla="*/ 39719 w 39719" name="connsiteX2"/>
                  <a:gd fmla="*/ 39719 h 39719" name="connsiteY2"/>
                  <a:gd fmla="*/ 0 w 39719" name="connsiteX3"/>
                  <a:gd fmla="*/ 39719 h 39719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39719" w="39719">
                    <a:moveTo>
                      <a:pt x="0" y="0"/>
                    </a:moveTo>
                    <a:lnTo>
                      <a:pt x="39719" y="0"/>
                    </a:lnTo>
                    <a:lnTo>
                      <a:pt x="39719" y="39719"/>
                    </a:lnTo>
                    <a:lnTo>
                      <a:pt x="0" y="3971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bde0092e-37ef-44ed-a0de-36e292b3da8d" id="93" name="任意多边形: 形状 92">
                <a:extLst>
                  <a:ext uri="{FF2B5EF4-FFF2-40B4-BE49-F238E27FC236}">
                    <a16:creationId id="{F50AE916-1758-B19A-A0F5-1D07BF5C2385}"/>
                  </a:ext>
                </a:extLst>
              </p:cNvPr>
              <p:cNvSpPr/>
              <p:nvPr/>
            </p:nvSpPr>
            <p:spPr>
              <a:xfrm flipH="false" flipV="false">
                <a:off x="11232991" y="3229378"/>
                <a:ext cx="47293" cy="47293"/>
              </a:xfrm>
              <a:custGeom>
                <a:avLst/>
                <a:gdLst>
                  <a:gd fmla="*/ 0 w 39719" name="connsiteX0"/>
                  <a:gd fmla="*/ 0 h 39719" name="connsiteY0"/>
                  <a:gd fmla="*/ 39719 w 39719" name="connsiteX1"/>
                  <a:gd fmla="*/ 0 h 39719" name="connsiteY1"/>
                  <a:gd fmla="*/ 39719 w 39719" name="connsiteX2"/>
                  <a:gd fmla="*/ 39719 h 39719" name="connsiteY2"/>
                  <a:gd fmla="*/ 0 w 39719" name="connsiteX3"/>
                  <a:gd fmla="*/ 39719 h 39719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39719" w="39719">
                    <a:moveTo>
                      <a:pt x="0" y="0"/>
                    </a:moveTo>
                    <a:lnTo>
                      <a:pt x="39719" y="0"/>
                    </a:lnTo>
                    <a:lnTo>
                      <a:pt x="39719" y="39719"/>
                    </a:lnTo>
                    <a:lnTo>
                      <a:pt x="0" y="3971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31cca4e8-34b8-43b5-ba1e-014e89dc883d" id="94" name="任意多边形: 形状 93">
                <a:extLst>
                  <a:ext uri="{FF2B5EF4-FFF2-40B4-BE49-F238E27FC236}">
                    <a16:creationId id="{86B81058-DCAE-F823-4087-108B463467A0}"/>
                  </a:ext>
                </a:extLst>
              </p:cNvPr>
              <p:cNvSpPr/>
              <p:nvPr/>
            </p:nvSpPr>
            <p:spPr>
              <a:xfrm flipH="false" flipV="false">
                <a:off x="11232991" y="3335874"/>
                <a:ext cx="47293" cy="47293"/>
              </a:xfrm>
              <a:custGeom>
                <a:avLst/>
                <a:gdLst>
                  <a:gd fmla="*/ 0 w 39719" name="connsiteX0"/>
                  <a:gd fmla="*/ 0 h 39719" name="connsiteY0"/>
                  <a:gd fmla="*/ 39719 w 39719" name="connsiteX1"/>
                  <a:gd fmla="*/ 0 h 39719" name="connsiteY1"/>
                  <a:gd fmla="*/ 39719 w 39719" name="connsiteX2"/>
                  <a:gd fmla="*/ 39719 h 39719" name="connsiteY2"/>
                  <a:gd fmla="*/ 0 w 39719" name="connsiteX3"/>
                  <a:gd fmla="*/ 39719 h 39719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39719" w="39719">
                    <a:moveTo>
                      <a:pt x="0" y="0"/>
                    </a:moveTo>
                    <a:lnTo>
                      <a:pt x="39719" y="0"/>
                    </a:lnTo>
                    <a:lnTo>
                      <a:pt x="39719" y="39719"/>
                    </a:lnTo>
                    <a:lnTo>
                      <a:pt x="0" y="3971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dece42a2-47f1-4812-a65a-8e72b504a5e2" id="95" name="任意多边形: 形状 94">
                <a:extLst>
                  <a:ext uri="{FF2B5EF4-FFF2-40B4-BE49-F238E27FC236}">
                    <a16:creationId id="{75165A96-F58F-0D35-C330-991B864D7B0B}"/>
                  </a:ext>
                </a:extLst>
              </p:cNvPr>
              <p:cNvSpPr/>
              <p:nvPr/>
            </p:nvSpPr>
            <p:spPr>
              <a:xfrm flipH="false" flipV="false">
                <a:off x="11232991" y="3442484"/>
                <a:ext cx="47293" cy="47293"/>
              </a:xfrm>
              <a:custGeom>
                <a:avLst/>
                <a:gdLst>
                  <a:gd fmla="*/ 0 w 39719" name="connsiteX0"/>
                  <a:gd fmla="*/ 0 h 39719" name="connsiteY0"/>
                  <a:gd fmla="*/ 39719 w 39719" name="connsiteX1"/>
                  <a:gd fmla="*/ 0 h 39719" name="connsiteY1"/>
                  <a:gd fmla="*/ 39719 w 39719" name="connsiteX2"/>
                  <a:gd fmla="*/ 39719 h 39719" name="connsiteY2"/>
                  <a:gd fmla="*/ 0 w 39719" name="connsiteX3"/>
                  <a:gd fmla="*/ 39719 h 39719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39719" w="39719">
                    <a:moveTo>
                      <a:pt x="0" y="0"/>
                    </a:moveTo>
                    <a:lnTo>
                      <a:pt x="39719" y="0"/>
                    </a:lnTo>
                    <a:lnTo>
                      <a:pt x="39719" y="39719"/>
                    </a:lnTo>
                    <a:lnTo>
                      <a:pt x="0" y="3971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1270289f-9f43-4c69-9b55-3bd2171820f4" id="86" name="任意多边形: 形状 85">
                <a:extLst>
                  <a:ext uri="{FF2B5EF4-FFF2-40B4-BE49-F238E27FC236}">
                    <a16:creationId id="{18A7B64B-F59F-EEA8-897A-2902DF2ABE44}"/>
                  </a:ext>
                </a:extLst>
              </p:cNvPr>
              <p:cNvSpPr/>
              <p:nvPr/>
            </p:nvSpPr>
            <p:spPr>
              <a:xfrm flipH="false" flipV="false">
                <a:off x="6666248" y="4457201"/>
                <a:ext cx="178401" cy="178400"/>
              </a:xfrm>
              <a:custGeom>
                <a:avLst/>
                <a:gdLst>
                  <a:gd fmla="*/ 149828 w 149828" name="connsiteX0"/>
                  <a:gd fmla="*/ 149828 h 149828" name="connsiteY0"/>
                  <a:gd fmla="*/ 29051 w 149828" name="connsiteX1"/>
                  <a:gd fmla="*/ 149828 h 149828" name="connsiteY1"/>
                  <a:gd fmla="*/ 0 w 149828" name="connsiteX2"/>
                  <a:gd fmla="*/ 149828 h 149828" name="connsiteY2"/>
                  <a:gd fmla="*/ 0 w 149828" name="connsiteX3"/>
                  <a:gd fmla="*/ 120777 h 149828" name="connsiteY3"/>
                  <a:gd fmla="*/ 0 w 149828" name="connsiteX4"/>
                  <a:gd fmla="*/ 0 h 149828" name="connsiteY4"/>
                  <a:gd fmla="*/ 38576 w 149828" name="connsiteX5"/>
                  <a:gd fmla="*/ 0 h 149828" name="connsiteY5"/>
                  <a:gd fmla="*/ 38576 w 149828" name="connsiteX6"/>
                  <a:gd fmla="*/ 111252 h 149828" name="connsiteY6"/>
                  <a:gd fmla="*/ 149828 w 149828" name="connsiteX7"/>
                  <a:gd fmla="*/ 111252 h 149828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149828" w="149828">
                    <a:moveTo>
                      <a:pt x="149828" y="149828"/>
                    </a:moveTo>
                    <a:lnTo>
                      <a:pt x="29051" y="149828"/>
                    </a:lnTo>
                    <a:lnTo>
                      <a:pt x="0" y="149828"/>
                    </a:lnTo>
                    <a:lnTo>
                      <a:pt x="0" y="120777"/>
                    </a:lnTo>
                    <a:lnTo>
                      <a:pt x="0" y="0"/>
                    </a:lnTo>
                    <a:lnTo>
                      <a:pt x="38576" y="0"/>
                    </a:lnTo>
                    <a:lnTo>
                      <a:pt x="38576" y="111252"/>
                    </a:lnTo>
                    <a:lnTo>
                      <a:pt x="149828" y="111252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36c543cf-b49c-4c63-b413-b450f86e5383" id="87" name="任意多边形: 形状 86">
                <a:extLst>
                  <a:ext uri="{FF2B5EF4-FFF2-40B4-BE49-F238E27FC236}">
                    <a16:creationId id="{9EBFB682-0482-5CD7-8E79-E74C054DE2A4}"/>
                  </a:ext>
                </a:extLst>
              </p:cNvPr>
              <p:cNvSpPr/>
              <p:nvPr/>
            </p:nvSpPr>
            <p:spPr>
              <a:xfrm flipH="false" flipV="false">
                <a:off x="11101883" y="4443932"/>
                <a:ext cx="178401" cy="178400"/>
              </a:xfrm>
              <a:custGeom>
                <a:avLst/>
                <a:gdLst>
                  <a:gd fmla="*/ 0 w 149828" name="connsiteX0"/>
                  <a:gd fmla="*/ 149828 h 149828" name="connsiteY0"/>
                  <a:gd fmla="*/ 120872 w 149828" name="connsiteX1"/>
                  <a:gd fmla="*/ 149828 h 149828" name="connsiteY1"/>
                  <a:gd fmla="*/ 149828 w 149828" name="connsiteX2"/>
                  <a:gd fmla="*/ 149828 h 149828" name="connsiteY2"/>
                  <a:gd fmla="*/ 149828 w 149828" name="connsiteX3"/>
                  <a:gd fmla="*/ 120872 h 149828" name="connsiteY3"/>
                  <a:gd fmla="*/ 149828 w 149828" name="connsiteX4"/>
                  <a:gd fmla="*/ 0 h 149828" name="connsiteY4"/>
                  <a:gd fmla="*/ 111347 w 149828" name="connsiteX5"/>
                  <a:gd fmla="*/ 0 h 149828" name="connsiteY5"/>
                  <a:gd fmla="*/ 111347 w 149828" name="connsiteX6"/>
                  <a:gd fmla="*/ 111347 h 149828" name="connsiteY6"/>
                  <a:gd fmla="*/ 0 w 149828" name="connsiteX7"/>
                  <a:gd fmla="*/ 111347 h 149828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149828" w="149828">
                    <a:moveTo>
                      <a:pt x="0" y="149828"/>
                    </a:moveTo>
                    <a:lnTo>
                      <a:pt x="120872" y="149828"/>
                    </a:lnTo>
                    <a:lnTo>
                      <a:pt x="149828" y="149828"/>
                    </a:lnTo>
                    <a:lnTo>
                      <a:pt x="149828" y="120872"/>
                    </a:lnTo>
                    <a:lnTo>
                      <a:pt x="149828" y="0"/>
                    </a:lnTo>
                    <a:lnTo>
                      <a:pt x="111347" y="0"/>
                    </a:lnTo>
                    <a:lnTo>
                      <a:pt x="111347" y="111347"/>
                    </a:lnTo>
                    <a:lnTo>
                      <a:pt x="0" y="111347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885aa436-bcf8-4ca8-8c6d-b14c93e5ffc1" id="82" name="任意多边形: 形状 81">
                <a:extLst>
                  <a:ext uri="{FF2B5EF4-FFF2-40B4-BE49-F238E27FC236}">
                    <a16:creationId id="{BBB6F865-CB00-6C18-1E4F-251F4381642D}"/>
                  </a:ext>
                </a:extLst>
              </p:cNvPr>
              <p:cNvSpPr/>
              <p:nvPr/>
            </p:nvSpPr>
            <p:spPr>
              <a:xfrm flipH="false" flipV="false">
                <a:off x="7862769" y="4581050"/>
                <a:ext cx="581248" cy="55118"/>
              </a:xfrm>
              <a:custGeom>
                <a:avLst/>
                <a:gdLst>
                  <a:gd fmla="*/ 0 w 488156" name="connsiteX0"/>
                  <a:gd fmla="*/ 0 h 46291" name="connsiteY0"/>
                  <a:gd fmla="*/ 488156 w 488156" name="connsiteX1"/>
                  <a:gd fmla="*/ 0 h 46291" name="connsiteY1"/>
                  <a:gd fmla="*/ 488156 w 488156" name="connsiteX2"/>
                  <a:gd fmla="*/ 46292 h 46291" name="connsiteY2"/>
                  <a:gd fmla="*/ 0 w 488156" name="connsiteX3"/>
                  <a:gd fmla="*/ 46292 h 46291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6291" w="488156">
                    <a:moveTo>
                      <a:pt x="0" y="0"/>
                    </a:moveTo>
                    <a:lnTo>
                      <a:pt x="488156" y="0"/>
                    </a:lnTo>
                    <a:lnTo>
                      <a:pt x="488156" y="46292"/>
                    </a:lnTo>
                    <a:lnTo>
                      <a:pt x="0" y="46292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b356d092-71b2-4f17-ab3f-308b5cf9a230" id="83" name="任意多边形: 形状 82">
                <a:extLst>
                  <a:ext uri="{FF2B5EF4-FFF2-40B4-BE49-F238E27FC236}">
                    <a16:creationId id="{46528A57-9016-9670-826C-2D0644FE5B4A}"/>
                  </a:ext>
                </a:extLst>
              </p:cNvPr>
              <p:cNvSpPr/>
              <p:nvPr/>
            </p:nvSpPr>
            <p:spPr>
              <a:xfrm flipH="false" flipV="false">
                <a:off x="6748586" y="3589241"/>
                <a:ext cx="47294" cy="47294"/>
              </a:xfrm>
              <a:custGeom>
                <a:avLst/>
                <a:gdLst>
                  <a:gd fmla="*/ 0 w 39719" name="connsiteX0"/>
                  <a:gd fmla="*/ 0 h 39719" name="connsiteY0"/>
                  <a:gd fmla="*/ 39719 w 39719" name="connsiteX1"/>
                  <a:gd fmla="*/ 0 h 39719" name="connsiteY1"/>
                  <a:gd fmla="*/ 39719 w 39719" name="connsiteX2"/>
                  <a:gd fmla="*/ 39719 h 39719" name="connsiteY2"/>
                  <a:gd fmla="*/ 0 w 39719" name="connsiteX3"/>
                  <a:gd fmla="*/ 39719 h 39719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39719" w="39719">
                    <a:moveTo>
                      <a:pt x="0" y="0"/>
                    </a:moveTo>
                    <a:lnTo>
                      <a:pt x="39719" y="0"/>
                    </a:lnTo>
                    <a:lnTo>
                      <a:pt x="39719" y="39719"/>
                    </a:lnTo>
                    <a:lnTo>
                      <a:pt x="0" y="3971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91ff9b77-39ed-42a6-9ccb-85c28b9fad9d" id="84" name="任意多边形: 形状 83">
                <a:extLst>
                  <a:ext uri="{FF2B5EF4-FFF2-40B4-BE49-F238E27FC236}">
                    <a16:creationId id="{49501B7B-D4A1-D29D-0001-A3B41DF7023E}"/>
                  </a:ext>
                </a:extLst>
              </p:cNvPr>
              <p:cNvSpPr/>
              <p:nvPr/>
            </p:nvSpPr>
            <p:spPr>
              <a:xfrm flipH="false" flipV="false">
                <a:off x="6748586" y="3687685"/>
                <a:ext cx="47294" cy="47294"/>
              </a:xfrm>
              <a:custGeom>
                <a:avLst/>
                <a:gdLst>
                  <a:gd fmla="*/ 0 w 39719" name="connsiteX0"/>
                  <a:gd fmla="*/ 0 h 39719" name="connsiteY0"/>
                  <a:gd fmla="*/ 39719 w 39719" name="connsiteX1"/>
                  <a:gd fmla="*/ 0 h 39719" name="connsiteY1"/>
                  <a:gd fmla="*/ 39719 w 39719" name="connsiteX2"/>
                  <a:gd fmla="*/ 39719 h 39719" name="connsiteY2"/>
                  <a:gd fmla="*/ 0 w 39719" name="connsiteX3"/>
                  <a:gd fmla="*/ 39719 h 39719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39719" w="39719">
                    <a:moveTo>
                      <a:pt x="0" y="0"/>
                    </a:moveTo>
                    <a:lnTo>
                      <a:pt x="39719" y="0"/>
                    </a:lnTo>
                    <a:lnTo>
                      <a:pt x="39719" y="39719"/>
                    </a:lnTo>
                    <a:lnTo>
                      <a:pt x="0" y="3971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5e83ca06-130e-486b-94fa-6c86eb77751f" id="85" name="任意多边形: 形状 84">
                <a:extLst>
                  <a:ext uri="{FF2B5EF4-FFF2-40B4-BE49-F238E27FC236}">
                    <a16:creationId id="{48731988-B311-A694-6A02-E7176889BA81}"/>
                  </a:ext>
                </a:extLst>
              </p:cNvPr>
              <p:cNvSpPr/>
              <p:nvPr/>
            </p:nvSpPr>
            <p:spPr>
              <a:xfrm flipH="false" flipV="false">
                <a:off x="6607739" y="3306610"/>
                <a:ext cx="132238" cy="626802"/>
              </a:xfrm>
              <a:custGeom>
                <a:avLst/>
                <a:gdLst>
                  <a:gd fmla="*/ 0 w 75819" name="connsiteX0"/>
                  <a:gd fmla="*/ 33242 h 359378" name="connsiteY0"/>
                  <a:gd fmla="*/ 37910 w 75819" name="connsiteX1"/>
                  <a:gd fmla="*/ 14288 h 359378" name="connsiteY1"/>
                  <a:gd fmla="*/ 75819 w 75819" name="connsiteX2"/>
                  <a:gd fmla="*/ 33242 h 359378" name="connsiteY2"/>
                  <a:gd fmla="*/ 75819 w 75819" name="connsiteX3"/>
                  <a:gd fmla="*/ 18955 h 359378" name="connsiteY3"/>
                  <a:gd fmla="*/ 37910 w 75819" name="connsiteX4"/>
                  <a:gd fmla="*/ 0 h 359378" name="connsiteY4"/>
                  <a:gd fmla="*/ 0 w 75819" name="connsiteX5"/>
                  <a:gd fmla="*/ 18955 h 359378" name="connsiteY5"/>
                  <a:gd fmla="*/ 0 w 75819" name="connsiteX6"/>
                  <a:gd fmla="*/ 33242 h 359378" name="connsiteY6"/>
                  <a:gd fmla="*/ 0 w 75819" name="connsiteX7"/>
                  <a:gd fmla="*/ 155543 h 359378" name="connsiteY7"/>
                  <a:gd fmla="*/ 37910 w 75819" name="connsiteX8"/>
                  <a:gd fmla="*/ 136589 h 359378" name="connsiteY8"/>
                  <a:gd fmla="*/ 75819 w 75819" name="connsiteX9"/>
                  <a:gd fmla="*/ 155543 h 359378" name="connsiteY9"/>
                  <a:gd fmla="*/ 75819 w 75819" name="connsiteX10"/>
                  <a:gd fmla="*/ 141256 h 359378" name="connsiteY10"/>
                  <a:gd fmla="*/ 37910 w 75819" name="connsiteX11"/>
                  <a:gd fmla="*/ 122301 h 359378" name="connsiteY11"/>
                  <a:gd fmla="*/ 0 w 75819" name="connsiteX12"/>
                  <a:gd fmla="*/ 141256 h 359378" name="connsiteY12"/>
                  <a:gd fmla="*/ 0 w 75819" name="connsiteX13"/>
                  <a:gd fmla="*/ 155543 h 359378" name="connsiteY13"/>
                  <a:gd fmla="*/ 0 w 75819" name="connsiteX14"/>
                  <a:gd fmla="*/ 114776 h 359378" name="connsiteY14"/>
                  <a:gd fmla="*/ 37910 w 75819" name="connsiteX15"/>
                  <a:gd fmla="*/ 95822 h 359378" name="connsiteY15"/>
                  <a:gd fmla="*/ 75819 w 75819" name="connsiteX16"/>
                  <a:gd fmla="*/ 114776 h 359378" name="connsiteY16"/>
                  <a:gd fmla="*/ 75819 w 75819" name="connsiteX17"/>
                  <a:gd fmla="*/ 100489 h 359378" name="connsiteY17"/>
                  <a:gd fmla="*/ 37910 w 75819" name="connsiteX18"/>
                  <a:gd fmla="*/ 81534 h 359378" name="connsiteY18"/>
                  <a:gd fmla="*/ 0 w 75819" name="connsiteX19"/>
                  <a:gd fmla="*/ 100489 h 359378" name="connsiteY19"/>
                  <a:gd fmla="*/ 0 w 75819" name="connsiteX20"/>
                  <a:gd fmla="*/ 114776 h 359378" name="connsiteY20"/>
                  <a:gd fmla="*/ 0 w 75819" name="connsiteX21"/>
                  <a:gd fmla="*/ 74009 h 359378" name="connsiteY21"/>
                  <a:gd fmla="*/ 37910 w 75819" name="connsiteX22"/>
                  <a:gd fmla="*/ 55055 h 359378" name="connsiteY22"/>
                  <a:gd fmla="*/ 75819 w 75819" name="connsiteX23"/>
                  <a:gd fmla="*/ 74009 h 359378" name="connsiteY23"/>
                  <a:gd fmla="*/ 75819 w 75819" name="connsiteX24"/>
                  <a:gd fmla="*/ 59722 h 359378" name="connsiteY24"/>
                  <a:gd fmla="*/ 37910 w 75819" name="connsiteX25"/>
                  <a:gd fmla="*/ 40767 h 359378" name="connsiteY25"/>
                  <a:gd fmla="*/ 0 w 75819" name="connsiteX26"/>
                  <a:gd fmla="*/ 59722 h 359378" name="connsiteY26"/>
                  <a:gd fmla="*/ 0 w 75819" name="connsiteX27"/>
                  <a:gd fmla="*/ 74009 h 359378" name="connsiteY27"/>
                  <a:gd fmla="*/ 0 w 75819" name="connsiteX28"/>
                  <a:gd fmla="*/ 277844 h 359378" name="connsiteY28"/>
                  <a:gd fmla="*/ 37910 w 75819" name="connsiteX29"/>
                  <a:gd fmla="*/ 258890 h 359378" name="connsiteY29"/>
                  <a:gd fmla="*/ 75819 w 75819" name="connsiteX30"/>
                  <a:gd fmla="*/ 277844 h 359378" name="connsiteY30"/>
                  <a:gd fmla="*/ 75819 w 75819" name="connsiteX31"/>
                  <a:gd fmla="*/ 263557 h 359378" name="connsiteY31"/>
                  <a:gd fmla="*/ 37910 w 75819" name="connsiteX32"/>
                  <a:gd fmla="*/ 244602 h 359378" name="connsiteY32"/>
                  <a:gd fmla="*/ 0 w 75819" name="connsiteX33"/>
                  <a:gd fmla="*/ 263557 h 359378" name="connsiteY33"/>
                  <a:gd fmla="*/ 0 w 75819" name="connsiteX34"/>
                  <a:gd fmla="*/ 277844 h 359378" name="connsiteY34"/>
                  <a:gd fmla="*/ 37910 w 75819" name="connsiteX35"/>
                  <a:gd fmla="*/ 340424 h 359378" name="connsiteY35"/>
                  <a:gd fmla="*/ 75819 w 75819" name="connsiteX36"/>
                  <a:gd fmla="*/ 359378 h 359378" name="connsiteY36"/>
                  <a:gd fmla="*/ 75819 w 75819" name="connsiteX37"/>
                  <a:gd fmla="*/ 345091 h 359378" name="connsiteY37"/>
                  <a:gd fmla="*/ 37910 w 75819" name="connsiteX38"/>
                  <a:gd fmla="*/ 326136 h 359378" name="connsiteY38"/>
                  <a:gd fmla="*/ 0 w 75819" name="connsiteX39"/>
                  <a:gd fmla="*/ 345091 h 359378" name="connsiteY39"/>
                  <a:gd fmla="*/ 0 w 75819" name="connsiteX40"/>
                  <a:gd fmla="*/ 359378 h 359378" name="connsiteY40"/>
                  <a:gd fmla="*/ 37910 w 75819" name="connsiteX41"/>
                  <a:gd fmla="*/ 340424 h 359378" name="connsiteY41"/>
                  <a:gd fmla="*/ 0 w 75819" name="connsiteX42"/>
                  <a:gd fmla="*/ 196310 h 359378" name="connsiteY42"/>
                  <a:gd fmla="*/ 37910 w 75819" name="connsiteX43"/>
                  <a:gd fmla="*/ 177356 h 359378" name="connsiteY43"/>
                  <a:gd fmla="*/ 75819 w 75819" name="connsiteX44"/>
                  <a:gd fmla="*/ 196310 h 359378" name="connsiteY44"/>
                  <a:gd fmla="*/ 75819 w 75819" name="connsiteX45"/>
                  <a:gd fmla="*/ 182023 h 359378" name="connsiteY45"/>
                  <a:gd fmla="*/ 37910 w 75819" name="connsiteX46"/>
                  <a:gd fmla="*/ 163068 h 359378" name="connsiteY46"/>
                  <a:gd fmla="*/ 0 w 75819" name="connsiteX47"/>
                  <a:gd fmla="*/ 182023 h 359378" name="connsiteY47"/>
                  <a:gd fmla="*/ 0 w 75819" name="connsiteX48"/>
                  <a:gd fmla="*/ 196310 h 359378" name="connsiteY48"/>
                  <a:gd fmla="*/ 0 w 75819" name="connsiteX49"/>
                  <a:gd fmla="*/ 318611 h 359378" name="connsiteY49"/>
                  <a:gd fmla="*/ 37910 w 75819" name="connsiteX50"/>
                  <a:gd fmla="*/ 299657 h 359378" name="connsiteY50"/>
                  <a:gd fmla="*/ 75819 w 75819" name="connsiteX51"/>
                  <a:gd fmla="*/ 318611 h 359378" name="connsiteY51"/>
                  <a:gd fmla="*/ 75819 w 75819" name="connsiteX52"/>
                  <a:gd fmla="*/ 304324 h 359378" name="connsiteY52"/>
                  <a:gd fmla="*/ 37910 w 75819" name="connsiteX53"/>
                  <a:gd fmla="*/ 285369 h 359378" name="connsiteY53"/>
                  <a:gd fmla="*/ 0 w 75819" name="connsiteX54"/>
                  <a:gd fmla="*/ 304324 h 359378" name="connsiteY54"/>
                  <a:gd fmla="*/ 0 w 75819" name="connsiteX55"/>
                  <a:gd fmla="*/ 318611 h 359378" name="connsiteY55"/>
                  <a:gd fmla="*/ 0 w 75819" name="connsiteX56"/>
                  <a:gd fmla="*/ 237077 h 359378" name="connsiteY56"/>
                  <a:gd fmla="*/ 37910 w 75819" name="connsiteX57"/>
                  <a:gd fmla="*/ 218123 h 359378" name="connsiteY57"/>
                  <a:gd fmla="*/ 75819 w 75819" name="connsiteX58"/>
                  <a:gd fmla="*/ 237077 h 359378" name="connsiteY58"/>
                  <a:gd fmla="*/ 75819 w 75819" name="connsiteX59"/>
                  <a:gd fmla="*/ 222790 h 359378" name="connsiteY59"/>
                  <a:gd fmla="*/ 37910 w 75819" name="connsiteX60"/>
                  <a:gd fmla="*/ 203835 h 359378" name="connsiteY60"/>
                  <a:gd fmla="*/ 0 w 75819" name="connsiteX61"/>
                  <a:gd fmla="*/ 222790 h 359378" name="connsiteY61"/>
                  <a:gd fmla="*/ 0 w 75819" name="connsiteX62"/>
                  <a:gd fmla="*/ 237077 h 359378" name="connsiteY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b="b" l="l" r="r" t="t"/>
                <a:pathLst>
                  <a:path h="359378" w="75819">
                    <a:moveTo>
                      <a:pt x="0" y="33242"/>
                    </a:moveTo>
                    <a:lnTo>
                      <a:pt x="37910" y="14288"/>
                    </a:lnTo>
                    <a:lnTo>
                      <a:pt x="75819" y="33242"/>
                    </a:lnTo>
                    <a:lnTo>
                      <a:pt x="75819" y="18955"/>
                    </a:lnTo>
                    <a:lnTo>
                      <a:pt x="37910" y="0"/>
                    </a:lnTo>
                    <a:lnTo>
                      <a:pt x="0" y="18955"/>
                    </a:lnTo>
                    <a:lnTo>
                      <a:pt x="0" y="33242"/>
                    </a:lnTo>
                    <a:close/>
                    <a:moveTo>
                      <a:pt x="0" y="155543"/>
                    </a:moveTo>
                    <a:lnTo>
                      <a:pt x="37910" y="136589"/>
                    </a:lnTo>
                    <a:lnTo>
                      <a:pt x="75819" y="155543"/>
                    </a:lnTo>
                    <a:lnTo>
                      <a:pt x="75819" y="141256"/>
                    </a:lnTo>
                    <a:lnTo>
                      <a:pt x="37910" y="122301"/>
                    </a:lnTo>
                    <a:lnTo>
                      <a:pt x="0" y="141256"/>
                    </a:lnTo>
                    <a:lnTo>
                      <a:pt x="0" y="155543"/>
                    </a:lnTo>
                    <a:close/>
                    <a:moveTo>
                      <a:pt x="0" y="114776"/>
                    </a:moveTo>
                    <a:lnTo>
                      <a:pt x="37910" y="95822"/>
                    </a:lnTo>
                    <a:lnTo>
                      <a:pt x="75819" y="114776"/>
                    </a:lnTo>
                    <a:lnTo>
                      <a:pt x="75819" y="100489"/>
                    </a:lnTo>
                    <a:lnTo>
                      <a:pt x="37910" y="81534"/>
                    </a:lnTo>
                    <a:lnTo>
                      <a:pt x="0" y="100489"/>
                    </a:lnTo>
                    <a:lnTo>
                      <a:pt x="0" y="114776"/>
                    </a:lnTo>
                    <a:close/>
                    <a:moveTo>
                      <a:pt x="0" y="74009"/>
                    </a:moveTo>
                    <a:lnTo>
                      <a:pt x="37910" y="55055"/>
                    </a:lnTo>
                    <a:lnTo>
                      <a:pt x="75819" y="74009"/>
                    </a:lnTo>
                    <a:lnTo>
                      <a:pt x="75819" y="59722"/>
                    </a:lnTo>
                    <a:lnTo>
                      <a:pt x="37910" y="40767"/>
                    </a:lnTo>
                    <a:lnTo>
                      <a:pt x="0" y="59722"/>
                    </a:lnTo>
                    <a:lnTo>
                      <a:pt x="0" y="74009"/>
                    </a:lnTo>
                    <a:close/>
                    <a:moveTo>
                      <a:pt x="0" y="277844"/>
                    </a:moveTo>
                    <a:lnTo>
                      <a:pt x="37910" y="258890"/>
                    </a:lnTo>
                    <a:lnTo>
                      <a:pt x="75819" y="277844"/>
                    </a:lnTo>
                    <a:lnTo>
                      <a:pt x="75819" y="263557"/>
                    </a:lnTo>
                    <a:lnTo>
                      <a:pt x="37910" y="244602"/>
                    </a:lnTo>
                    <a:lnTo>
                      <a:pt x="0" y="263557"/>
                    </a:lnTo>
                    <a:lnTo>
                      <a:pt x="0" y="277844"/>
                    </a:lnTo>
                    <a:close/>
                    <a:moveTo>
                      <a:pt x="37910" y="340424"/>
                    </a:moveTo>
                    <a:lnTo>
                      <a:pt x="75819" y="359378"/>
                    </a:lnTo>
                    <a:lnTo>
                      <a:pt x="75819" y="345091"/>
                    </a:lnTo>
                    <a:lnTo>
                      <a:pt x="37910" y="326136"/>
                    </a:lnTo>
                    <a:lnTo>
                      <a:pt x="0" y="345091"/>
                    </a:lnTo>
                    <a:lnTo>
                      <a:pt x="0" y="359378"/>
                    </a:lnTo>
                    <a:lnTo>
                      <a:pt x="37910" y="340424"/>
                    </a:lnTo>
                    <a:close/>
                    <a:moveTo>
                      <a:pt x="0" y="196310"/>
                    </a:moveTo>
                    <a:lnTo>
                      <a:pt x="37910" y="177356"/>
                    </a:lnTo>
                    <a:lnTo>
                      <a:pt x="75819" y="196310"/>
                    </a:lnTo>
                    <a:lnTo>
                      <a:pt x="75819" y="182023"/>
                    </a:lnTo>
                    <a:lnTo>
                      <a:pt x="37910" y="163068"/>
                    </a:lnTo>
                    <a:lnTo>
                      <a:pt x="0" y="182023"/>
                    </a:lnTo>
                    <a:lnTo>
                      <a:pt x="0" y="196310"/>
                    </a:lnTo>
                    <a:close/>
                    <a:moveTo>
                      <a:pt x="0" y="318611"/>
                    </a:moveTo>
                    <a:lnTo>
                      <a:pt x="37910" y="299657"/>
                    </a:lnTo>
                    <a:lnTo>
                      <a:pt x="75819" y="318611"/>
                    </a:lnTo>
                    <a:lnTo>
                      <a:pt x="75819" y="304324"/>
                    </a:lnTo>
                    <a:lnTo>
                      <a:pt x="37910" y="285369"/>
                    </a:lnTo>
                    <a:lnTo>
                      <a:pt x="0" y="304324"/>
                    </a:lnTo>
                    <a:lnTo>
                      <a:pt x="0" y="318611"/>
                    </a:lnTo>
                    <a:close/>
                    <a:moveTo>
                      <a:pt x="0" y="237077"/>
                    </a:moveTo>
                    <a:lnTo>
                      <a:pt x="37910" y="218123"/>
                    </a:lnTo>
                    <a:lnTo>
                      <a:pt x="75819" y="237077"/>
                    </a:lnTo>
                    <a:lnTo>
                      <a:pt x="75819" y="222790"/>
                    </a:lnTo>
                    <a:lnTo>
                      <a:pt x="37910" y="203835"/>
                    </a:lnTo>
                    <a:lnTo>
                      <a:pt x="0" y="222790"/>
                    </a:lnTo>
                    <a:lnTo>
                      <a:pt x="0" y="237077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</p:grpSp>
        <p:grpSp>
          <p:nvGrpSpPr>
            <p:cNvPr descr="b221afb2-8ff9-4ebb-9a3b-0da4b0ba9740" id="2" name="组合 1">
              <a:extLst>
                <a:ext uri="{FF2B5EF4-FFF2-40B4-BE49-F238E27FC236}">
                  <a16:creationId id="{CD6A1550-8810-EC8D-01DE-6BE089F6F70B}"/>
                </a:ext>
              </a:extLst>
            </p:cNvPr>
            <p:cNvGrpSpPr/>
            <p:nvPr/>
          </p:nvGrpSpPr>
          <p:grpSpPr>
            <a:xfrm>
              <a:off x="1184511" y="3086162"/>
              <a:ext cx="4276981" cy="1270245"/>
              <a:chOff x="1184511" y="3086162"/>
              <a:chExt cx="4276981" cy="1270245"/>
            </a:xfrm>
          </p:grpSpPr>
          <p:sp>
            <p:nvSpPr>
              <p:cNvPr descr="b1ffc826-9355-40c3-9fd8-2f70023b25d2" id="10" name="Text1">
                <a:extLst>
                  <a:ext uri="{FF2B5EF4-FFF2-40B4-BE49-F238E27FC236}">
                    <a16:creationId id="{0C0892CB-7C02-4587-372D-A66F297A3550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84513" y="3606471"/>
                <a:ext cx="4276977" cy="749936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>
                <a:defPPr>
                  <a:defRPr lang="zh-CN"/>
                </a:defPPr>
                <a:lvl1pPr algn="ctr" defTabSz="914400" eaLnBrk="1" hangingPunct="1" latinLnBrk="0" marL="0" rtl="0">
                  <a:lnSpc>
                    <a:spcPct val="150000"/>
                  </a:lnSpc>
                  <a:defRPr kern="1200" sz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按步骤操作，勾选选项后验证，在输出信息中找到临时hex文件路径。</a:t>
                </a:r>
              </a:p>
            </p:txBody>
          </p:sp>
          <p:sp>
            <p:nvSpPr>
              <p:cNvPr descr="e2bdcf83-c450-4985-bcd5-b06315208883" id="11" name="Bullet1">
                <a:extLst>
                  <a:ext uri="{FF2B5EF4-FFF2-40B4-BE49-F238E27FC236}">
                    <a16:creationId id="{B9BFBF60-83B9-BEF8-C6E3-057BF67FE2C0}"/>
                  </a:ext>
                </a:extLst>
              </p:cNvPr>
              <p:cNvSpPr txBox="1"/>
              <p:nvPr/>
            </p:nvSpPr>
            <p:spPr>
              <a:xfrm flipH="false" flipV="false">
                <a:off x="1184511" y="3086162"/>
                <a:ext cx="4276981" cy="520307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>
                <a:defPPr>
                  <a:defRPr lang="zh-CN"/>
                </a:defPPr>
                <a:lvl1pPr algn="ctr" defTabSz="914400" eaLnBrk="1" hangingPunct="1" latinLnBrk="0" marL="0" rtl="0">
                  <a:lnSpc>
                    <a:spcPct val="150000"/>
                  </a:lnSpc>
                  <a:defRPr kern="1200" sz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b="true" i="false" lang="en-US" sz="1600" u="none">
                    <a:solidFill>
                      <a:srgbClr val="2F2F2F"/>
                    </a:solidFill>
                    <a:ea typeface="微软雅黑"/>
                  </a:rPr>
                  <a:t>生成HEX文件的步骤</a:t>
                </a:r>
              </a:p>
            </p:txBody>
          </p:sp>
        </p:grpSp>
        <p:grpSp>
          <p:nvGrpSpPr>
            <p:cNvPr descr="3942edd4-37db-44e1-a768-9a4ceaf51ede" id="3" name="组合 2">
              <a:extLst>
                <a:ext uri="{FF2B5EF4-FFF2-40B4-BE49-F238E27FC236}">
                  <a16:creationId id="{D4CFC818-83B7-0E1F-E7D3-30444857F973}"/>
                </a:ext>
              </a:extLst>
            </p:cNvPr>
            <p:cNvGrpSpPr/>
            <p:nvPr/>
          </p:nvGrpSpPr>
          <p:grpSpPr>
            <a:xfrm>
              <a:off x="6872353" y="3086162"/>
              <a:ext cx="4276981" cy="1270245"/>
              <a:chOff x="6872353" y="3086162"/>
              <a:chExt cx="4276981" cy="1270245"/>
            </a:xfrm>
          </p:grpSpPr>
          <p:sp>
            <p:nvSpPr>
              <p:cNvPr descr="097233db-77bc-48ad-9a2b-8a1b1cc32fe2" id="96" name="Text2">
                <a:extLst>
                  <a:ext uri="{FF2B5EF4-FFF2-40B4-BE49-F238E27FC236}">
                    <a16:creationId id="{BBBFF3A1-8689-891A-C0A6-961D9E2359E3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872355" y="3606471"/>
                <a:ext cx="4276977" cy="749936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>
                <a:defPPr>
                  <a:defRPr lang="zh-CN"/>
                </a:defPPr>
                <a:lvl1pPr algn="ctr" defTabSz="914400" eaLnBrk="1" hangingPunct="1" latinLnBrk="0" marL="0" rtl="0">
                  <a:lnSpc>
                    <a:spcPct val="150000"/>
                  </a:lnSpc>
                  <a:defRPr kern="1200" sz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在验证后的输出信息中仔细查找，找到临时hex文件的位置。</a:t>
                </a:r>
              </a:p>
            </p:txBody>
          </p:sp>
          <p:sp>
            <p:nvSpPr>
              <p:cNvPr descr="ea35ec9a-160d-48da-9c20-04e1bc22546c" id="97" name="Bullet2">
                <a:extLst>
                  <a:ext uri="{FF2B5EF4-FFF2-40B4-BE49-F238E27FC236}">
                    <a16:creationId id="{2F8BF95A-B11E-5CAD-CB91-CDE4B094BA17}"/>
                  </a:ext>
                </a:extLst>
              </p:cNvPr>
              <p:cNvSpPr txBox="1"/>
              <p:nvPr/>
            </p:nvSpPr>
            <p:spPr>
              <a:xfrm flipH="false" flipV="false">
                <a:off x="6872353" y="3086162"/>
                <a:ext cx="4276981" cy="520307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>
                <a:defPPr>
                  <a:defRPr lang="zh-CN"/>
                </a:defPPr>
                <a:lvl1pPr algn="ctr" defTabSz="914400" eaLnBrk="1" hangingPunct="1" latinLnBrk="0" marL="0" rtl="0">
                  <a:lnSpc>
                    <a:spcPct val="150000"/>
                  </a:lnSpc>
                  <a:defRPr kern="1200" sz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b="true" i="false" lang="en-US" sz="1600" u="none">
                    <a:solidFill>
                      <a:srgbClr val="2F2F2F"/>
                    </a:solidFill>
                    <a:ea typeface="微软雅黑"/>
                  </a:rPr>
                  <a:t>文件路径的查找</a:t>
                </a: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6f23f2c-a8b3-4b8f-beb2-a6eb7b4d29f5" id="5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4400" u="none">
                <a:solidFill>
                  <a:srgbClr val="2F2F2F"/>
                </a:solidFill>
                <a:ea typeface="微软雅黑"/>
              </a:rPr>
              <a:t>升降模块教学</a:t>
            </a:r>
          </a:p>
        </p:txBody>
      </p:sp>
      <p:sp>
        <p:nvSpPr>
          <p:cNvPr descr="7f5b0d06-0214-4fd4-b19d-b8c77427cc43" id="25" name=""/>
          <p:cNvSpPr>
            <a:spLocks noGrp="1"/>
          </p:cNvSpPr>
          <p:nvPr>
            <p:ph hasCustomPrompt="1" idx="1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2000" u="none">
                <a:solidFill>
                  <a:srgbClr val="2F2F2F"/>
                </a:solidFill>
                <a:ea typeface="微软雅黑"/>
              </a:rPr>
              <a:t>学习升降模块硬件与编程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438c02dd-0f22-465b-af2a-ce958c13a991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硬件认识</a:t>
            </a:r>
          </a:p>
        </p:txBody>
      </p:sp>
      <p:grpSp>
        <p:nvGrpSpPr>
          <p:cNvPr descr="1d25b0bf-15b4-42c2-bb86-623729d65b67" id="40" name="a60f11bd-dcd5-41a7-8019-093acc46f7aa.source.4.zh-Hans.pptx">
            <a:extLst>
              <a:ext uri="{FF2B5EF4-FFF2-40B4-BE49-F238E27FC236}">
                <a16:creationId id="{C2041D16-84AF-C48F-8F81-112A056C9E9F}"/>
              </a:ext>
            </a:extLst>
          </p:cNvPr>
          <p:cNvGrpSpPr/>
          <p:nvPr/>
        </p:nvGrpSpPr>
        <p:grpSpPr>
          <a:xfrm>
            <a:off x="825" y="1130300"/>
            <a:ext cx="12188826" cy="4375524"/>
            <a:chOff x="825" y="1130300"/>
            <a:chExt cx="12188826" cy="4375524"/>
          </a:xfrm>
        </p:grpSpPr>
        <p:sp>
          <p:nvSpPr>
            <p:cNvPr descr="30b30293-84d2-464e-a3a9-0ba81b7ed1b0" id="4" name="图形 2">
              <a:extLst>
                <a:ext uri="{FF2B5EF4-FFF2-40B4-BE49-F238E27FC236}">
                  <a16:creationId id="{A8A8FFE5-3D50-60BA-097E-8682461CA0DA}"/>
                </a:ext>
              </a:extLst>
            </p:cNvPr>
            <p:cNvSpPr/>
            <p:nvPr/>
          </p:nvSpPr>
          <p:spPr>
            <a:xfrm flipH="false" flipV="false">
              <a:off x="825" y="3241383"/>
              <a:ext cx="12188826" cy="1414318"/>
            </a:xfrm>
            <a:custGeom>
              <a:avLst/>
              <a:gdLst>
                <a:gd fmla="*/ 0 w 12188826" name="connsiteX0"/>
                <a:gd fmla="*/ 1127986 h 1414318" name="connsiteY0"/>
                <a:gd fmla="*/ 6092827 w 12188826" name="connsiteX1"/>
                <a:gd fmla="*/ 621329 h 1414318" name="connsiteY1"/>
                <a:gd fmla="*/ 12188827 w 12188826" name="connsiteX2"/>
                <a:gd fmla="*/ 1365987 h 1414318" name="connsiteY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b="b" l="l" r="r" t="t"/>
              <a:pathLst>
                <a:path h="1414318" w="12188826">
                  <a:moveTo>
                    <a:pt x="0" y="1127986"/>
                  </a:moveTo>
                  <a:cubicBezTo>
                    <a:pt x="0" y="1127986"/>
                    <a:pt x="3493855" y="2034612"/>
                    <a:pt x="6092827" y="621329"/>
                  </a:cubicBezTo>
                  <a:cubicBezTo>
                    <a:pt x="8691798" y="-791953"/>
                    <a:pt x="11449437" y="533554"/>
                    <a:pt x="12188827" y="1365987"/>
                  </a:cubicBezTo>
                </a:path>
              </a:pathLst>
            </a:custGeom>
            <a:noFill/>
            <a:ln cap="flat" w="6350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49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anchor="ctr" anchorCtr="false" rtlCol="0"/>
            <a:lstStyle/>
            <a:p>
              <a:pPr algn="l"/>
            </a:p>
          </p:txBody>
        </p:sp>
        <p:sp>
          <p:nvSpPr>
            <p:cNvPr descr="f0110d17-0eed-42a7-9900-b2d1c73af7f8" id="5" name="Title">
              <a:extLst>
                <a:ext uri="{FF2B5EF4-FFF2-40B4-BE49-F238E27FC236}">
                  <a16:creationId id="{5B326DD9-90B4-03D2-02EF-5ECA3BACFC1A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anchor="ctr" anchorCtr="fals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了解传感器和舵机</a:t>
              </a:r>
            </a:p>
          </p:txBody>
        </p:sp>
        <p:grpSp>
          <p:nvGrpSpPr>
            <p:cNvPr descr="11dd323b-7cd7-4c0c-be3d-93d6f6460243" id="36" name="组合 35">
              <a:extLst>
                <a:ext uri="{FF2B5EF4-FFF2-40B4-BE49-F238E27FC236}">
                  <a16:creationId id="{157D3B05-2093-990A-6B6D-25DB0F7F7216}"/>
                </a:ext>
              </a:extLst>
            </p:cNvPr>
            <p:cNvGrpSpPr/>
            <p:nvPr/>
          </p:nvGrpSpPr>
          <p:grpSpPr>
            <a:xfrm>
              <a:off x="587062" y="2545069"/>
              <a:ext cx="2251982" cy="2792364"/>
              <a:chOff x="587062" y="2545069"/>
              <a:chExt cx="2251982" cy="2792364"/>
            </a:xfrm>
          </p:grpSpPr>
          <p:grpSp>
            <p:nvGrpSpPr>
              <p:cNvPr descr="5541c58a-3df8-4e67-b54c-3c5a7c7b6839" id="8" name="组合 7">
                <a:extLst>
                  <a:ext uri="{FF2B5EF4-FFF2-40B4-BE49-F238E27FC236}">
                    <a16:creationId id="{146A95B3-401E-65F2-C79F-4B036F2BCED3}"/>
                  </a:ext>
                </a:extLst>
              </p:cNvPr>
              <p:cNvGrpSpPr/>
              <p:nvPr/>
            </p:nvGrpSpPr>
            <p:grpSpPr>
              <a:xfrm>
                <a:off x="1561456" y="4504105"/>
                <a:ext cx="280044" cy="280044"/>
                <a:chOff x="1561456" y="4504105"/>
                <a:chExt cx="280044" cy="280044"/>
              </a:xfrm>
            </p:grpSpPr>
            <p:sp>
              <p:nvSpPr>
                <p:cNvPr descr="908e733b-6f7e-4e45-83eb-d172de651a09" id="6" name="椭圆 5">
                  <a:extLst>
                    <a:ext uri="{FF2B5EF4-FFF2-40B4-BE49-F238E27FC236}">
                      <a16:creationId id="{3EA161AB-D766-CC06-31B2-39CAEFC367A7}"/>
                    </a:ext>
                  </a:extLst>
                </p:cNvPr>
                <p:cNvSpPr/>
                <p:nvPr/>
              </p:nvSpPr>
              <p:spPr>
                <a:xfrm flipH="false" flipV="false">
                  <a:off x="1561456" y="4504105"/>
                  <a:ext cx="280044" cy="280044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42a12ce0-dbcb-4a15-bd0f-92a85480197e" id="7" name="椭圆 6">
                  <a:extLst>
                    <a:ext uri="{FF2B5EF4-FFF2-40B4-BE49-F238E27FC236}">
                      <a16:creationId id="{893CCE41-7B3E-6A00-CBA1-F0CCBAF43120}"/>
                    </a:ext>
                  </a:extLst>
                </p:cNvPr>
                <p:cNvSpPr/>
                <p:nvPr/>
              </p:nvSpPr>
              <p:spPr>
                <a:xfrm flipH="false" flipV="false">
                  <a:off x="1591519" y="4534169"/>
                  <a:ext cx="219920" cy="21991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</p:grpSp>
          <p:cxnSp>
            <p:nvCxnSpPr>
              <p:cNvPr descr="a651f03f-c555-4542-bb1f-b102a13e0ffe" id="19" name="直接连接符 18">
                <a:extLst>
                  <a:ext uri="{FF2B5EF4-FFF2-40B4-BE49-F238E27FC236}">
                    <a16:creationId id="{98C6FD65-812F-BBB8-83A3-478121641349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true">
                <a:off x="1701478" y="4178461"/>
                <a:ext cx="0" cy="315413"/>
              </a:xfrm>
              <a:prstGeom prst="line">
                <a:avLst/>
              </a:prstGeom>
              <a:ln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9e0aa785-cffb-46ac-9c2f-66d370d4e4d3" id="24" name="Number1">
                <a:extLst>
                  <a:ext uri="{FF2B5EF4-FFF2-40B4-BE49-F238E27FC236}">
                    <a16:creationId id="{AF28330C-D693-1741-5EF9-714B417E5899}"/>
                  </a:ext>
                </a:extLst>
              </p:cNvPr>
              <p:cNvSpPr txBox="1"/>
              <p:nvPr/>
            </p:nvSpPr>
            <p:spPr>
              <a:xfrm flipH="false" flipV="false">
                <a:off x="1486783" y="4814213"/>
                <a:ext cx="429389" cy="523220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/>
              <a:p>
                <a:pPr algn="ctr"/>
                <a:r>
                  <a:rPr b="true" i="false" lang="en-US" sz="2800" u="none">
                    <a:solidFill>
                      <a:srgbClr val="1C48EA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ac82f91e-0954-4b2a-a802-f291917cfbd6" id="28" name="Bullet1">
                <a:extLst>
                  <a:ext uri="{FF2B5EF4-FFF2-40B4-BE49-F238E27FC236}">
                    <a16:creationId id="{BF813E13-C339-C475-70CB-92DDF036927C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587062" y="2545069"/>
                <a:ext cx="2251982" cy="68591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latin typeface="Arial"/>
                  </a:rPr>
                  <a:t>KY003霍尔传感器</a:t>
                </a:r>
              </a:p>
            </p:txBody>
          </p:sp>
          <p:sp>
            <p:nvSpPr>
              <p:cNvPr descr="d1504b38-a320-4d53-ac83-7c5024edc61b" id="29" name="Text1">
                <a:extLst>
                  <a:ext uri="{FF2B5EF4-FFF2-40B4-BE49-F238E27FC236}">
                    <a16:creationId id="{8EC4995F-226A-58D7-63DF-C5B6C1D546C1}"/>
                  </a:ext>
                </a:extLst>
              </p:cNvPr>
              <p:cNvSpPr/>
              <p:nvPr/>
            </p:nvSpPr>
            <p:spPr>
              <a:xfrm flipH="false" flipV="false">
                <a:off x="587064" y="3230982"/>
                <a:ext cx="2251977" cy="91524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像小侦探，有3条腿，能发现附近磁铁，用于检测位置。</a:t>
                </a:r>
              </a:p>
            </p:txBody>
          </p:sp>
        </p:grpSp>
        <p:grpSp>
          <p:nvGrpSpPr>
            <p:cNvPr descr="3454a1a8-743c-42e6-a5dd-e43fdf6b7ca7" id="37" name="组合 36">
              <a:extLst>
                <a:ext uri="{FF2B5EF4-FFF2-40B4-BE49-F238E27FC236}">
                  <a16:creationId id="{59338F32-925D-0775-BEBE-C8A126E00778}"/>
                </a:ext>
              </a:extLst>
            </p:cNvPr>
            <p:cNvGrpSpPr/>
            <p:nvPr/>
          </p:nvGrpSpPr>
          <p:grpSpPr>
            <a:xfrm>
              <a:off x="3349601" y="2396958"/>
              <a:ext cx="2251982" cy="2765727"/>
              <a:chOff x="3349601" y="2396958"/>
              <a:chExt cx="2251982" cy="2765727"/>
            </a:xfrm>
          </p:grpSpPr>
          <p:grpSp>
            <p:nvGrpSpPr>
              <p:cNvPr descr="0c43c53f-e3e7-4fe7-96d0-788600be1f15" id="9" name="组合 8">
                <a:extLst>
                  <a:ext uri="{FF2B5EF4-FFF2-40B4-BE49-F238E27FC236}">
                    <a16:creationId id="{D684288E-EABA-1781-FC17-099CE26CAE11}"/>
                  </a:ext>
                </a:extLst>
              </p:cNvPr>
              <p:cNvGrpSpPr/>
              <p:nvPr/>
            </p:nvGrpSpPr>
            <p:grpSpPr>
              <a:xfrm>
                <a:off x="4335522" y="4329357"/>
                <a:ext cx="280044" cy="280044"/>
                <a:chOff x="1561456" y="4504105"/>
                <a:chExt cx="280044" cy="280044"/>
              </a:xfrm>
            </p:grpSpPr>
            <p:sp>
              <p:nvSpPr>
                <p:cNvPr descr="6db13b41-49bd-4b11-b638-fcba7fb0b897" id="10" name="椭圆 9">
                  <a:extLst>
                    <a:ext uri="{FF2B5EF4-FFF2-40B4-BE49-F238E27FC236}">
                      <a16:creationId id="{943E8EB8-D4D8-86A7-FB27-09EA194B44BF}"/>
                    </a:ext>
                  </a:extLst>
                </p:cNvPr>
                <p:cNvSpPr/>
                <p:nvPr/>
              </p:nvSpPr>
              <p:spPr>
                <a:xfrm flipH="false" flipV="false">
                  <a:off x="1561456" y="4504105"/>
                  <a:ext cx="280044" cy="28004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52318959-f157-47e4-838e-2900cd8c1e63" id="11" name="椭圆 10">
                  <a:extLst>
                    <a:ext uri="{FF2B5EF4-FFF2-40B4-BE49-F238E27FC236}">
                      <a16:creationId id="{1D635624-9A00-2C46-8554-9327FA12C066}"/>
                    </a:ext>
                  </a:extLst>
                </p:cNvPr>
                <p:cNvSpPr/>
                <p:nvPr/>
              </p:nvSpPr>
              <p:spPr>
                <a:xfrm flipH="false" flipV="false">
                  <a:off x="1591519" y="4534169"/>
                  <a:ext cx="219920" cy="21991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</p:grpSp>
          <p:cxnSp>
            <p:nvCxnSpPr>
              <p:cNvPr descr="3ecc7931-eb7b-4748-ba23-fec137533cec" id="21" name="直接连接符 20">
                <a:extLst>
                  <a:ext uri="{FF2B5EF4-FFF2-40B4-BE49-F238E27FC236}">
                    <a16:creationId id="{39768BAF-6230-A3D7-A7AC-DA45A8DC1AC9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true">
                <a:off x="4475544" y="4013944"/>
                <a:ext cx="0" cy="315413"/>
              </a:xfrm>
              <a:prstGeom prst="line">
                <a:avLst/>
              </a:prstGeom>
              <a:ln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2d0b2c2d-bfe9-4615-a75b-79fdc345eb38" id="25" name="Number2">
                <a:extLst>
                  <a:ext uri="{FF2B5EF4-FFF2-40B4-BE49-F238E27FC236}">
                    <a16:creationId id="{DAAE01B2-3619-E8E9-18BF-94FB1D62D5D9}"/>
                  </a:ext>
                </a:extLst>
              </p:cNvPr>
              <p:cNvSpPr txBox="1"/>
              <p:nvPr/>
            </p:nvSpPr>
            <p:spPr>
              <a:xfrm flipH="false" flipV="false">
                <a:off x="4260849" y="4639465"/>
                <a:ext cx="429389" cy="523220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/>
              <a:p>
                <a:pPr algn="ctr"/>
                <a:r>
                  <a:rPr b="true" i="false" lang="en-US" sz="2800" u="none">
                    <a:solidFill>
                      <a:srgbClr val="1C48EA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f7a156be-cc4f-4d33-bb1b-ac91f3a5d33c" id="30" name="Bullet2">
                <a:extLst>
                  <a:ext uri="{FF2B5EF4-FFF2-40B4-BE49-F238E27FC236}">
                    <a16:creationId id="{CDCAD194-B791-8982-FBA5-D87B4D6B4CD4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3349601" y="2396958"/>
                <a:ext cx="2251982" cy="68591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latin typeface="Arial"/>
                  </a:rPr>
                  <a:t>MG90舵机</a:t>
                </a:r>
              </a:p>
            </p:txBody>
          </p:sp>
          <p:sp>
            <p:nvSpPr>
              <p:cNvPr descr="f18a7554-8f56-4db1-96cf-e258051da93b" id="31" name="Text2">
                <a:extLst>
                  <a:ext uri="{FF2B5EF4-FFF2-40B4-BE49-F238E27FC236}">
                    <a16:creationId id="{14F4217A-DE9B-09A4-179C-71203141F0E8}"/>
                  </a:ext>
                </a:extLst>
              </p:cNvPr>
              <p:cNvSpPr/>
              <p:nvPr/>
            </p:nvSpPr>
            <p:spPr>
              <a:xfrm flipH="false" flipV="false">
                <a:off x="3349603" y="3082871"/>
                <a:ext cx="2251977" cy="91524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像机器人关节，有3条线，可转动到指定角度，实现升降。</a:t>
                </a:r>
              </a:p>
            </p:txBody>
          </p:sp>
        </p:grpSp>
        <p:grpSp>
          <p:nvGrpSpPr>
            <p:cNvPr descr="c8f94f72-4e75-43b6-9823-bc52884eaf13" id="38" name="组合 37">
              <a:extLst>
                <a:ext uri="{FF2B5EF4-FFF2-40B4-BE49-F238E27FC236}">
                  <a16:creationId id="{F1566BDC-3B03-AD15-E71A-91E101E6415E}"/>
                </a:ext>
              </a:extLst>
            </p:cNvPr>
            <p:cNvGrpSpPr/>
            <p:nvPr/>
          </p:nvGrpSpPr>
          <p:grpSpPr>
            <a:xfrm>
              <a:off x="6135145" y="2718163"/>
              <a:ext cx="2251982" cy="2760522"/>
              <a:chOff x="6135145" y="2718163"/>
              <a:chExt cx="2251982" cy="2760522"/>
            </a:xfrm>
          </p:grpSpPr>
          <p:grpSp>
            <p:nvGrpSpPr>
              <p:cNvPr descr="cc6a7925-5ecb-4f7c-899e-4c60c42cc59e" id="12" name="组合 11">
                <a:extLst>
                  <a:ext uri="{FF2B5EF4-FFF2-40B4-BE49-F238E27FC236}">
                    <a16:creationId id="{0EAC7A97-1884-6CC2-451C-4C78AFA5253E}"/>
                  </a:ext>
                </a:extLst>
              </p:cNvPr>
              <p:cNvGrpSpPr/>
              <p:nvPr/>
            </p:nvGrpSpPr>
            <p:grpSpPr>
              <a:xfrm>
                <a:off x="7109588" y="3288978"/>
                <a:ext cx="280044" cy="280044"/>
                <a:chOff x="1561456" y="4504105"/>
                <a:chExt cx="280044" cy="280044"/>
              </a:xfrm>
            </p:grpSpPr>
            <p:sp>
              <p:nvSpPr>
                <p:cNvPr descr="825b993d-175a-4c9f-a43e-5e215354ece8" id="13" name="椭圆 12">
                  <a:extLst>
                    <a:ext uri="{FF2B5EF4-FFF2-40B4-BE49-F238E27FC236}">
                      <a16:creationId id="{CEF9F240-4420-72F3-8449-942EA9DF775F}"/>
                    </a:ext>
                  </a:extLst>
                </p:cNvPr>
                <p:cNvSpPr/>
                <p:nvPr/>
              </p:nvSpPr>
              <p:spPr>
                <a:xfrm flipH="false" flipV="false">
                  <a:off x="1561456" y="4504105"/>
                  <a:ext cx="280044" cy="280044"/>
                </a:xfrm>
                <a:prstGeom prst="ellips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a9b8acec-fa65-4091-bf38-20663f8b9669" id="14" name="椭圆 13">
                  <a:extLst>
                    <a:ext uri="{FF2B5EF4-FFF2-40B4-BE49-F238E27FC236}">
                      <a16:creationId id="{C0ED4A65-B523-8CC0-BBEA-80D58CA4C1C6}"/>
                    </a:ext>
                  </a:extLst>
                </p:cNvPr>
                <p:cNvSpPr/>
                <p:nvPr/>
              </p:nvSpPr>
              <p:spPr>
                <a:xfrm flipH="false" flipV="false">
                  <a:off x="1591519" y="4534169"/>
                  <a:ext cx="219920" cy="21991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</p:grpSp>
          <p:cxnSp>
            <p:nvCxnSpPr>
              <p:cNvPr descr="80c071c0-be28-4be7-935e-5b423e05a3fb" id="22" name="直接连接符 21">
                <a:extLst>
                  <a:ext uri="{FF2B5EF4-FFF2-40B4-BE49-F238E27FC236}">
                    <a16:creationId id="{D8A26E6C-E712-2F09-C0F0-372C8423D7A4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true">
                <a:off x="7249610" y="3550535"/>
                <a:ext cx="0" cy="315413"/>
              </a:xfrm>
              <a:prstGeom prst="line">
                <a:avLst/>
              </a:prstGeom>
              <a:ln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e684c954-b6f0-4ec1-af91-3f01dce1f8e2" id="26" name="Number3">
                <a:extLst>
                  <a:ext uri="{FF2B5EF4-FFF2-40B4-BE49-F238E27FC236}">
                    <a16:creationId id="{697A20C5-DCAE-CED8-55FD-94427ED184D0}"/>
                  </a:ext>
                </a:extLst>
              </p:cNvPr>
              <p:cNvSpPr txBox="1"/>
              <p:nvPr/>
            </p:nvSpPr>
            <p:spPr>
              <a:xfrm flipH="false" flipV="false">
                <a:off x="7022215" y="2718163"/>
                <a:ext cx="429389" cy="523220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/>
              <a:p>
                <a:pPr algn="ctr"/>
                <a:r>
                  <a:rPr b="true" i="false" lang="en-US" sz="2800" u="none">
                    <a:solidFill>
                      <a:srgbClr val="1C48EA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descr="aa950c44-497b-460e-88e8-2fe204050c1c" id="32" name="Bullet3">
                <a:extLst>
                  <a:ext uri="{FF2B5EF4-FFF2-40B4-BE49-F238E27FC236}">
                    <a16:creationId id="{BC57E246-C810-6991-C0DA-5CF5331D0CBB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135145" y="3877523"/>
                <a:ext cx="2251982" cy="68591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霍尔传感器的特点</a:t>
                </a:r>
              </a:p>
            </p:txBody>
          </p:sp>
          <p:sp>
            <p:nvSpPr>
              <p:cNvPr descr="36851d49-f74b-4cd4-8725-b73fb5c6ded5" id="33" name="Text3">
                <a:extLst>
                  <a:ext uri="{FF2B5EF4-FFF2-40B4-BE49-F238E27FC236}">
                    <a16:creationId id="{948D9D99-60A4-CA39-37B0-6A0D17CC498F}"/>
                  </a:ext>
                </a:extLst>
              </p:cNvPr>
              <p:cNvSpPr/>
              <p:nvPr/>
            </p:nvSpPr>
            <p:spPr>
              <a:xfrm flipH="false" flipV="false">
                <a:off x="6135147" y="4563436"/>
                <a:ext cx="2251977" cy="91524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霍尔传感器有VCC、GND、OUT三条腿，用于感应磁场变化。</a:t>
                </a:r>
              </a:p>
            </p:txBody>
          </p:sp>
        </p:grpSp>
        <p:grpSp>
          <p:nvGrpSpPr>
            <p:cNvPr descr="1b8f0b88-6f52-43a9-bb5e-86d33f0d6616" id="39" name="组合 38">
              <a:extLst>
                <a:ext uri="{FF2B5EF4-FFF2-40B4-BE49-F238E27FC236}">
                  <a16:creationId id="{B6488CC8-4458-3594-7101-67A6397E8240}"/>
                </a:ext>
              </a:extLst>
            </p:cNvPr>
            <p:cNvGrpSpPr/>
            <p:nvPr/>
          </p:nvGrpSpPr>
          <p:grpSpPr>
            <a:xfrm>
              <a:off x="8897684" y="2730128"/>
              <a:ext cx="2251982" cy="2775696"/>
              <a:chOff x="8897684" y="2730128"/>
              <a:chExt cx="2251982" cy="2775696"/>
            </a:xfrm>
          </p:grpSpPr>
          <p:grpSp>
            <p:nvGrpSpPr>
              <p:cNvPr descr="7b6d4c01-ee02-488a-83a5-da4ea4477d88" id="15" name="组合 14">
                <a:extLst>
                  <a:ext uri="{FF2B5EF4-FFF2-40B4-BE49-F238E27FC236}">
                    <a16:creationId id="{9BF35089-76F4-25AE-6720-69CC17654FA4}"/>
                  </a:ext>
                </a:extLst>
              </p:cNvPr>
              <p:cNvGrpSpPr/>
              <p:nvPr/>
            </p:nvGrpSpPr>
            <p:grpSpPr>
              <a:xfrm>
                <a:off x="9883653" y="3300553"/>
                <a:ext cx="280044" cy="280044"/>
                <a:chOff x="1561456" y="4504105"/>
                <a:chExt cx="280044" cy="280044"/>
              </a:xfrm>
            </p:grpSpPr>
            <p:sp>
              <p:nvSpPr>
                <p:cNvPr descr="accf8c8c-ce42-4971-abd3-8b43b5122795" id="16" name="椭圆 15">
                  <a:extLst>
                    <a:ext uri="{FF2B5EF4-FFF2-40B4-BE49-F238E27FC236}">
                      <a16:creationId id="{25DF5C7A-AD60-CCAE-AEB5-EDEE418DE5C6}"/>
                    </a:ext>
                  </a:extLst>
                </p:cNvPr>
                <p:cNvSpPr/>
                <p:nvPr/>
              </p:nvSpPr>
              <p:spPr>
                <a:xfrm flipH="false" flipV="false">
                  <a:off x="1561456" y="4504105"/>
                  <a:ext cx="280044" cy="280044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b5b0244f-0f6d-414e-914a-e66fedfda59c" id="17" name="椭圆 16">
                  <a:extLst>
                    <a:ext uri="{FF2B5EF4-FFF2-40B4-BE49-F238E27FC236}">
                      <a16:creationId id="{4B048B44-6D54-A3FD-DA81-D1E3BAB079E4}"/>
                    </a:ext>
                  </a:extLst>
                </p:cNvPr>
                <p:cNvSpPr/>
                <p:nvPr/>
              </p:nvSpPr>
              <p:spPr>
                <a:xfrm flipH="false" flipV="false">
                  <a:off x="1591519" y="4534169"/>
                  <a:ext cx="219920" cy="21991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</p:grpSp>
          <p:cxnSp>
            <p:nvCxnSpPr>
              <p:cNvPr descr="4fa27073-e0fe-47d8-9af6-fa72a8f1b0ed" id="23" name="直接连接符 22">
                <a:extLst>
                  <a:ext uri="{FF2B5EF4-FFF2-40B4-BE49-F238E27FC236}">
                    <a16:creationId id="{8D6E68F0-18E2-18E2-525F-EFB8BF1D0AB2}"/>
                  </a:ext>
                </a:extLst>
              </p:cNvPr>
              <p:cNvCxnSpPr>
                <a:cxnSpLocks/>
              </p:cNvCxnSpPr>
              <p:nvPr/>
            </p:nvCxnSpPr>
            <p:spPr>
              <a:xfrm flipH="false" flipV="true">
                <a:off x="10023675" y="3569022"/>
                <a:ext cx="0" cy="315413"/>
              </a:xfrm>
              <a:prstGeom prst="line">
                <a:avLst/>
              </a:prstGeom>
              <a:ln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descr="1d2f7bed-e9d3-4048-a44a-4e2c183fc27a" id="27" name="Number4">
                <a:extLst>
                  <a:ext uri="{FF2B5EF4-FFF2-40B4-BE49-F238E27FC236}">
                    <a16:creationId id="{562E0617-9793-82E1-A32B-D7CC9E228E96}"/>
                  </a:ext>
                </a:extLst>
              </p:cNvPr>
              <p:cNvSpPr txBox="1"/>
              <p:nvPr/>
            </p:nvSpPr>
            <p:spPr>
              <a:xfrm flipH="false" flipV="false">
                <a:off x="9808980" y="2730128"/>
                <a:ext cx="429389" cy="523220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/>
              <a:p>
                <a:pPr algn="ctr"/>
                <a:r>
                  <a:rPr b="true" i="false" lang="en-US" sz="2800" u="none">
                    <a:solidFill>
                      <a:srgbClr val="1C48EA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descr="a7890acb-3e6a-4577-865b-c6b27b87bad0" id="34" name="Bullet4">
                <a:extLst>
                  <a:ext uri="{FF2B5EF4-FFF2-40B4-BE49-F238E27FC236}">
                    <a16:creationId id="{8F1569F7-69DF-482F-EC24-8914DF096D22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8897684" y="3904662"/>
                <a:ext cx="2251982" cy="68591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舵机的特点</a:t>
                </a:r>
              </a:p>
            </p:txBody>
          </p:sp>
          <p:sp>
            <p:nvSpPr>
              <p:cNvPr descr="7f7791f5-89e6-4532-b970-a2282df9f185" id="35" name="Text4">
                <a:extLst>
                  <a:ext uri="{FF2B5EF4-FFF2-40B4-BE49-F238E27FC236}">
                    <a16:creationId id="{BF4429EB-F452-D2EA-71D7-59AF783474B6}"/>
                  </a:ext>
                </a:extLst>
              </p:cNvPr>
              <p:cNvSpPr/>
              <p:nvPr/>
            </p:nvSpPr>
            <p:spPr>
              <a:xfrm flipH="false" flipV="false">
                <a:off x="8897686" y="4590575"/>
                <a:ext cx="2251977" cy="91524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舵机有红、棕、橙三条线，能接收命令转动到指定位置。</a:t>
                </a: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438c02dd-0f22-465b-af2a-ce958c13a991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latin typeface="Arial"/>
              </a:rPr>
              <a:t>Proteus中搭建电路</a:t>
            </a:r>
          </a:p>
        </p:txBody>
      </p:sp>
      <p:grpSp>
        <p:nvGrpSpPr>
          <p:cNvPr descr="c26f9b26-30e6-4e56-9967-70c99bff9edc" id="13" name="4fd913c7-11fd-4171-a2aa-ea6658a24207.source.4.zh-Hans.pptx">
            <a:extLst>
              <a:ext uri="{FF2B5EF4-FFF2-40B4-BE49-F238E27FC236}">
                <a16:creationId id="{88964AF0-F38F-DAAF-EF5D-B2BB38E4C12F}"/>
              </a:ext>
            </a:extLst>
          </p:cNvPr>
          <p:cNvGrpSpPr/>
          <p:nvPr/>
        </p:nvGrpSpPr>
        <p:grpSpPr>
          <a:xfrm>
            <a:off x="660400" y="1130299"/>
            <a:ext cx="10998200" cy="4597402"/>
            <a:chOff x="660400" y="1130299"/>
            <a:chExt cx="10998200" cy="4597402"/>
          </a:xfrm>
        </p:grpSpPr>
        <p:sp>
          <p:nvSpPr>
            <p:cNvPr descr="50c71ba0-5c4e-49e1-8690-b618f32edef3" id="17" name="Title">
              <a:extLst>
                <a:ext uri="{FF2B5EF4-FFF2-40B4-BE49-F238E27FC236}">
                  <a16:creationId id="{BB9F2C41-28AB-DC99-51CD-5745006A2409}"/>
                </a:ext>
              </a:extLst>
            </p:cNvPr>
            <p:cNvSpPr txBox="1">
              <a:spLocks/>
            </p:cNvSpPr>
            <p:nvPr/>
          </p:nvSpPr>
          <p:spPr>
            <a:xfrm flipH="false" flipV="false">
              <a:off x="2454554" y="1130299"/>
              <a:ext cx="7270191" cy="762001"/>
            </a:xfrm>
            <a:prstGeom prst="rect">
              <a:avLst/>
            </a:prstGeom>
            <a:noFill/>
            <a:ln>
              <a:noFill/>
            </a:ln>
          </p:spPr>
          <p:txBody>
            <a:bodyPr anchor="t" anchorCtr="false" bIns="45720" lIns="91440" rIns="91440" tIns="45720" wrap="square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b="true" i="false" lang="en-US" strike="noStrike" sz="2400" u="none">
                  <a:solidFill>
                    <a:srgbClr val="2F2F2F"/>
                  </a:solidFill>
                  <a:ea typeface="微软雅黑"/>
                </a:rPr>
                <a:t>在软件中连接电路</a:t>
              </a:r>
            </a:p>
          </p:txBody>
        </p:sp>
        <p:grpSp>
          <p:nvGrpSpPr>
            <p:cNvPr descr="9cd51503-6bbe-47d5-850a-8ee859621199" id="9" name="组合 8">
              <a:extLst>
                <a:ext uri="{FF2B5EF4-FFF2-40B4-BE49-F238E27FC236}">
                  <a16:creationId id="{8647F283-6953-67A1-E815-44E8000F91A6}"/>
                </a:ext>
              </a:extLst>
            </p:cNvPr>
            <p:cNvGrpSpPr/>
            <p:nvPr/>
          </p:nvGrpSpPr>
          <p:grpSpPr>
            <a:xfrm>
              <a:off x="660400" y="2039008"/>
              <a:ext cx="2706656" cy="3688693"/>
              <a:chOff x="660400" y="2039008"/>
              <a:chExt cx="2706656" cy="3688693"/>
            </a:xfrm>
          </p:grpSpPr>
          <p:sp>
            <p:nvSpPr>
              <p:cNvPr descr="e7c5d522-c374-4d34-892b-42d9e9e93045" id="5" name="矩形 4">
                <a:extLst>
                  <a:ext uri="{FF2B5EF4-FFF2-40B4-BE49-F238E27FC236}">
                    <a16:creationId id="{862C93B7-E693-D55A-20A7-3F4B851949B6}"/>
                  </a:ext>
                </a:extLst>
              </p:cNvPr>
              <p:cNvSpPr/>
              <p:nvPr/>
            </p:nvSpPr>
            <p:spPr>
              <a:xfrm flipH="false" flipV="false">
                <a:off x="687981" y="2069066"/>
                <a:ext cx="2460523" cy="335847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39000"/>
                    </a:schemeClr>
                  </a:gs>
                  <a:gs pos="100000">
                    <a:schemeClr val="accent1">
                      <a:alpha val="32000"/>
                    </a:schemeClr>
                  </a:gs>
                  <a:gs pos="55000">
                    <a:schemeClr val="accent1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b="-100000" r="-10000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1d86166f-56e8-4ec7-961c-18c4ef8ecfb9" id="21" name="任意多边形: 形状 20">
                <a:extLst>
                  <a:ext uri="{FF2B5EF4-FFF2-40B4-BE49-F238E27FC236}">
                    <a16:creationId id="{AB73A1F7-16C6-7790-0D99-A3E170ECE4C2}"/>
                  </a:ext>
                </a:extLst>
              </p:cNvPr>
              <p:cNvSpPr/>
              <p:nvPr/>
            </p:nvSpPr>
            <p:spPr>
              <a:xfrm flipH="false" flipV="false">
                <a:off x="1054019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b3ff46a8-f0e5-4f04-9d39-78eb2475f31c" id="22" name="任意多边形: 形状 21">
                <a:extLst>
                  <a:ext uri="{FF2B5EF4-FFF2-40B4-BE49-F238E27FC236}">
                    <a16:creationId id="{24A3E9E4-3E82-0073-1064-3933AA6C9232}"/>
                  </a:ext>
                </a:extLst>
              </p:cNvPr>
              <p:cNvSpPr/>
              <p:nvPr/>
            </p:nvSpPr>
            <p:spPr>
              <a:xfrm flipH="false" flipV="false">
                <a:off x="1199119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caa637eb-4066-4e43-98b4-a91fa40c4a27" id="23" name="任意多边形: 形状 22">
                <a:extLst>
                  <a:ext uri="{FF2B5EF4-FFF2-40B4-BE49-F238E27FC236}">
                    <a16:creationId id="{1A6483A2-2C00-EC5D-90CB-00E3E5AB79DB}"/>
                  </a:ext>
                </a:extLst>
              </p:cNvPr>
              <p:cNvSpPr/>
              <p:nvPr/>
            </p:nvSpPr>
            <p:spPr>
              <a:xfrm flipH="false" flipV="false">
                <a:off x="1344398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635f5530-43c2-4aea-8573-2096cf5741eb" id="24" name="任意多边形: 形状 23">
                <a:extLst>
                  <a:ext uri="{FF2B5EF4-FFF2-40B4-BE49-F238E27FC236}">
                    <a16:creationId id="{31218991-7D2D-938D-BD01-C362FB3872F8}"/>
                  </a:ext>
                </a:extLst>
              </p:cNvPr>
              <p:cNvSpPr/>
              <p:nvPr/>
            </p:nvSpPr>
            <p:spPr>
              <a:xfrm flipH="false" flipV="false">
                <a:off x="1489496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9f070700-f368-4796-a62c-1779d2f4cfdd" id="25" name="任意多边形: 形状 24">
                <a:extLst>
                  <a:ext uri="{FF2B5EF4-FFF2-40B4-BE49-F238E27FC236}">
                    <a16:creationId id="{708F40D3-BFE9-A81D-588D-FD1C6EF013F8}"/>
                  </a:ext>
                </a:extLst>
              </p:cNvPr>
              <p:cNvSpPr/>
              <p:nvPr/>
            </p:nvSpPr>
            <p:spPr>
              <a:xfrm flipH="false" flipV="false">
                <a:off x="1634775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d0489e95-8fed-4c9d-9a84-2a43dc731f48" id="26" name="任意多边形: 形状 25">
                <a:extLst>
                  <a:ext uri="{FF2B5EF4-FFF2-40B4-BE49-F238E27FC236}">
                    <a16:creationId id="{586F949E-307F-56DB-ED2F-A784FD46664F}"/>
                  </a:ext>
                </a:extLst>
              </p:cNvPr>
              <p:cNvSpPr/>
              <p:nvPr/>
            </p:nvSpPr>
            <p:spPr>
              <a:xfrm flipH="false" flipV="false">
                <a:off x="2752254" y="5394722"/>
                <a:ext cx="375760" cy="75401"/>
              </a:xfrm>
              <a:custGeom>
                <a:avLst/>
                <a:gdLst>
                  <a:gd fmla="*/ 160401 w 200786" name="connsiteX0"/>
                  <a:gd fmla="*/ 40291 h 40290" name="connsiteY0"/>
                  <a:gd fmla="*/ 0 w 200786" name="connsiteX1"/>
                  <a:gd fmla="*/ 40291 h 40290" name="connsiteY1"/>
                  <a:gd fmla="*/ 40386 w 200786" name="connsiteX2"/>
                  <a:gd fmla="*/ 0 h 40290" name="connsiteY2"/>
                  <a:gd fmla="*/ 200787 w 200786" name="connsiteX3"/>
                  <a:gd fmla="*/ 0 h 4029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0290" w="200786">
                    <a:moveTo>
                      <a:pt x="160401" y="40291"/>
                    </a:moveTo>
                    <a:lnTo>
                      <a:pt x="0" y="40291"/>
                    </a:lnTo>
                    <a:lnTo>
                      <a:pt x="40386" y="0"/>
                    </a:lnTo>
                    <a:lnTo>
                      <a:pt x="2007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26e87c12-dbcf-42d1-90df-3ea962e45464" id="20" name="任意多边形: 形状 19">
                <a:extLst>
                  <a:ext uri="{FF2B5EF4-FFF2-40B4-BE49-F238E27FC236}">
                    <a16:creationId id="{F980A5B9-0735-E22B-6861-E8370AB64D07}"/>
                  </a:ext>
                </a:extLst>
              </p:cNvPr>
              <p:cNvSpPr/>
              <p:nvPr/>
            </p:nvSpPr>
            <p:spPr>
              <a:xfrm flipH="false" flipV="false">
                <a:off x="813376" y="5221636"/>
                <a:ext cx="2553680" cy="506065"/>
              </a:xfrm>
              <a:custGeom>
                <a:avLst/>
                <a:gdLst>
                  <a:gd fmla="*/ 837819 w 1364551" name="connsiteX0"/>
                  <a:gd fmla="*/ 190691 h 270414" name="connsiteY0"/>
                  <a:gd fmla="*/ 758190 w 1364551" name="connsiteX1"/>
                  <a:gd fmla="*/ 270415 h 270414" name="connsiteY1"/>
                  <a:gd fmla="*/ 0 w 1364551" name="connsiteX2"/>
                  <a:gd fmla="*/ 270415 h 270414" name="connsiteY2"/>
                  <a:gd fmla="*/ 159353 w 1364551" name="connsiteX3"/>
                  <a:gd fmla="*/ 111062 h 270414" name="connsiteY3"/>
                  <a:gd fmla="*/ 1253585 w 1364551" name="connsiteX4"/>
                  <a:gd fmla="*/ 111062 h 270414" name="connsiteY4"/>
                  <a:gd fmla="*/ 1364552 w 1364551" name="connsiteX5"/>
                  <a:gd fmla="*/ 0 h 270414" name="connsiteY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b="b" l="l" r="r" t="t"/>
                <a:pathLst>
                  <a:path h="270414" w="1364551">
                    <a:moveTo>
                      <a:pt x="837819" y="190691"/>
                    </a:moveTo>
                    <a:lnTo>
                      <a:pt x="758190" y="270415"/>
                    </a:lnTo>
                    <a:lnTo>
                      <a:pt x="0" y="270415"/>
                    </a:lnTo>
                    <a:lnTo>
                      <a:pt x="159353" y="111062"/>
                    </a:lnTo>
                    <a:lnTo>
                      <a:pt x="1253585" y="111062"/>
                    </a:lnTo>
                    <a:lnTo>
                      <a:pt x="1364552" y="0"/>
                    </a:lnTo>
                  </a:path>
                </a:pathLst>
              </a:custGeom>
              <a:noFill/>
              <a:ln cap="flat" w="9525">
                <a:solidFill>
                  <a:schemeClr val="accent1"/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84ac8c34-4bf7-4f38-a0fb-fb9685baedf4" id="28" name="任意多边形: 形状 27">
                <a:extLst>
                  <a:ext uri="{FF2B5EF4-FFF2-40B4-BE49-F238E27FC236}">
                    <a16:creationId id="{29BCC43C-2E22-F7D2-88B2-9308BE0962AB}"/>
                  </a:ext>
                </a:extLst>
              </p:cNvPr>
              <p:cNvSpPr/>
              <p:nvPr/>
            </p:nvSpPr>
            <p:spPr>
              <a:xfrm flipH="false" flipV="false">
                <a:off x="660400" y="2039008"/>
                <a:ext cx="223824" cy="220631"/>
              </a:xfrm>
              <a:custGeom>
                <a:avLst/>
                <a:gdLst>
                  <a:gd fmla="*/ 149828 w 149828" name="connsiteX0"/>
                  <a:gd fmla="*/ 0 h 149828" name="connsiteY0"/>
                  <a:gd fmla="*/ 28956 w 149828" name="connsiteX1"/>
                  <a:gd fmla="*/ 0 h 149828" name="connsiteY1"/>
                  <a:gd fmla="*/ 0 w 149828" name="connsiteX2"/>
                  <a:gd fmla="*/ 0 h 149828" name="connsiteY2"/>
                  <a:gd fmla="*/ 0 w 149828" name="connsiteX3"/>
                  <a:gd fmla="*/ 28956 h 149828" name="connsiteY3"/>
                  <a:gd fmla="*/ 0 w 149828" name="connsiteX4"/>
                  <a:gd fmla="*/ 149828 h 149828" name="connsiteY4"/>
                  <a:gd fmla="*/ 38481 w 149828" name="connsiteX5"/>
                  <a:gd fmla="*/ 149828 h 149828" name="connsiteY5"/>
                  <a:gd fmla="*/ 38481 w 149828" name="connsiteX6"/>
                  <a:gd fmla="*/ 38481 h 149828" name="connsiteY6"/>
                  <a:gd fmla="*/ 149828 w 149828" name="connsiteX7"/>
                  <a:gd fmla="*/ 38481 h 149828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149828" w="149828">
                    <a:moveTo>
                      <a:pt x="149828" y="0"/>
                    </a:moveTo>
                    <a:lnTo>
                      <a:pt x="28956" y="0"/>
                    </a:lnTo>
                    <a:lnTo>
                      <a:pt x="0" y="0"/>
                    </a:lnTo>
                    <a:lnTo>
                      <a:pt x="0" y="28956"/>
                    </a:lnTo>
                    <a:lnTo>
                      <a:pt x="0" y="149828"/>
                    </a:lnTo>
                    <a:lnTo>
                      <a:pt x="38481" y="149828"/>
                    </a:lnTo>
                    <a:lnTo>
                      <a:pt x="38481" y="38481"/>
                    </a:lnTo>
                    <a:lnTo>
                      <a:pt x="149828" y="3848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grpSp>
            <p:nvGrpSpPr>
              <p:cNvPr descr="898b99c1-9e6b-46bd-8302-973f3f123381" id="2" name="组合 1">
                <a:extLst>
                  <a:ext uri="{FF2B5EF4-FFF2-40B4-BE49-F238E27FC236}">
                    <a16:creationId id="{2433AF18-5D15-56A7-B6F3-55076CB663D1}"/>
                  </a:ext>
                </a:extLst>
              </p:cNvPr>
              <p:cNvGrpSpPr/>
              <p:nvPr/>
            </p:nvGrpSpPr>
            <p:grpSpPr>
              <a:xfrm>
                <a:off x="751249" y="2632658"/>
                <a:ext cx="2325967" cy="2196064"/>
                <a:chOff x="751249" y="2632658"/>
                <a:chExt cx="2325967" cy="2196064"/>
              </a:xfrm>
            </p:grpSpPr>
            <p:sp>
              <p:nvSpPr>
                <p:cNvPr descr="b014b111-1439-4357-9bd3-f9d0851c25b6" id="30" name="Bullet1">
                  <a:extLst>
                    <a:ext uri="{FF2B5EF4-FFF2-40B4-BE49-F238E27FC236}">
                      <a16:creationId id="{93AE95D1-D2B9-BEC2-64F7-6008E25E645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751249" y="2632658"/>
                  <a:ext cx="2325967" cy="7171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true" lang="en-US" strike="noStrike" sz="1600" u="none">
                      <a:solidFill>
                        <a:srgbClr val="2F2F2F"/>
                      </a:solidFill>
                      <a:ea typeface="微软雅黑"/>
                    </a:rPr>
                    <a:t>元件的选择</a:t>
                  </a:r>
                </a:p>
              </p:txBody>
            </p:sp>
            <p:sp>
              <p:nvSpPr>
                <p:cNvPr descr="d807909a-0032-4678-a597-face70bb07dd" id="31" name="Text1">
                  <a:extLst>
                    <a:ext uri="{FF2B5EF4-FFF2-40B4-BE49-F238E27FC236}">
                      <a16:creationId id="{F558CEE7-8E38-F562-2C3A-350CF1B4AB0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751249" y="3373125"/>
                  <a:ext cx="2325967" cy="14555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true" lang="en-US" strike="noStrike" sz="1200" u="none">
                      <a:solidFill>
                        <a:srgbClr val="2F2F2F"/>
                      </a:solidFill>
                      <a:ea typeface="微软雅黑"/>
                    </a:rPr>
                    <a:t>从元件库找到ARDUINO UNO R3、KY003（用开关代替）、SERVO - MOTOR。</a:t>
                  </a:r>
                </a:p>
              </p:txBody>
            </p:sp>
          </p:grpSp>
        </p:grpSp>
        <p:grpSp>
          <p:nvGrpSpPr>
            <p:cNvPr descr="cc71bc2a-7df5-46f3-a987-20976acf4e89" id="10" name="组合 9">
              <a:extLst>
                <a:ext uri="{FF2B5EF4-FFF2-40B4-BE49-F238E27FC236}">
                  <a16:creationId id="{617970AC-FE22-9C8B-1CE5-02B4245A3DCF}"/>
                </a:ext>
              </a:extLst>
            </p:cNvPr>
            <p:cNvGrpSpPr/>
            <p:nvPr/>
          </p:nvGrpSpPr>
          <p:grpSpPr>
            <a:xfrm>
              <a:off x="3424248" y="2039008"/>
              <a:ext cx="2706656" cy="3688693"/>
              <a:chOff x="3424248" y="2039008"/>
              <a:chExt cx="2706656" cy="3688693"/>
            </a:xfrm>
          </p:grpSpPr>
          <p:sp>
            <p:nvSpPr>
              <p:cNvPr descr="e58a9bba-a246-48c0-b846-c0622c97676c" id="37" name="矩形 36">
                <a:extLst>
                  <a:ext uri="{FF2B5EF4-FFF2-40B4-BE49-F238E27FC236}">
                    <a16:creationId id="{0A08A11B-7C9B-BEB0-F96E-BD80325D7183}"/>
                  </a:ext>
                </a:extLst>
              </p:cNvPr>
              <p:cNvSpPr/>
              <p:nvPr/>
            </p:nvSpPr>
            <p:spPr>
              <a:xfrm flipH="false" flipV="false">
                <a:off x="3451829" y="2069066"/>
                <a:ext cx="2460523" cy="335847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39000"/>
                    </a:schemeClr>
                  </a:gs>
                  <a:gs pos="100000">
                    <a:schemeClr val="accent1">
                      <a:alpha val="32000"/>
                    </a:schemeClr>
                  </a:gs>
                  <a:gs pos="55000">
                    <a:schemeClr val="accent1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b="-100000" r="-10000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fe67df6a-f621-49b4-949f-294050711e38" id="42" name="任意多边形: 形状 41">
                <a:extLst>
                  <a:ext uri="{FF2B5EF4-FFF2-40B4-BE49-F238E27FC236}">
                    <a16:creationId id="{A065092A-71CF-14EA-5B95-EE2EF3A406E9}"/>
                  </a:ext>
                </a:extLst>
              </p:cNvPr>
              <p:cNvSpPr/>
              <p:nvPr/>
            </p:nvSpPr>
            <p:spPr>
              <a:xfrm flipH="false" flipV="false">
                <a:off x="3817867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065a3351-4b68-4f68-a1e7-0aebfe16e5fe" id="43" name="任意多边形: 形状 42">
                <a:extLst>
                  <a:ext uri="{FF2B5EF4-FFF2-40B4-BE49-F238E27FC236}">
                    <a16:creationId id="{FAF5805B-4390-82FB-DE9A-E704BB0EE821}"/>
                  </a:ext>
                </a:extLst>
              </p:cNvPr>
              <p:cNvSpPr/>
              <p:nvPr/>
            </p:nvSpPr>
            <p:spPr>
              <a:xfrm flipH="false" flipV="false">
                <a:off x="3962967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ed8add11-ebac-4db2-807c-4a7de159c6a1" id="44" name="任意多边形: 形状 43">
                <a:extLst>
                  <a:ext uri="{FF2B5EF4-FFF2-40B4-BE49-F238E27FC236}">
                    <a16:creationId id="{C7DE2F8A-28E6-4DC1-E5D7-342CFAB30E47}"/>
                  </a:ext>
                </a:extLst>
              </p:cNvPr>
              <p:cNvSpPr/>
              <p:nvPr/>
            </p:nvSpPr>
            <p:spPr>
              <a:xfrm flipH="false" flipV="false">
                <a:off x="4108246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2d12b520-14fa-45d8-a5cb-466c4679b476" id="45" name="任意多边形: 形状 44">
                <a:extLst>
                  <a:ext uri="{FF2B5EF4-FFF2-40B4-BE49-F238E27FC236}">
                    <a16:creationId id="{7E1C5F86-12A1-50AD-BB9D-6D4B29A35F66}"/>
                  </a:ext>
                </a:extLst>
              </p:cNvPr>
              <p:cNvSpPr/>
              <p:nvPr/>
            </p:nvSpPr>
            <p:spPr>
              <a:xfrm flipH="false" flipV="false">
                <a:off x="4253344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e610bc52-ab44-4445-85b2-1e1a0cb56d5a" id="46" name="任意多边形: 形状 45">
                <a:extLst>
                  <a:ext uri="{FF2B5EF4-FFF2-40B4-BE49-F238E27FC236}">
                    <a16:creationId id="{3C6B3C08-EDCC-4C7D-1326-E4E2B69E7378}"/>
                  </a:ext>
                </a:extLst>
              </p:cNvPr>
              <p:cNvSpPr/>
              <p:nvPr/>
            </p:nvSpPr>
            <p:spPr>
              <a:xfrm flipH="false" flipV="false">
                <a:off x="4398623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4dae5413-3c29-4c43-800f-fbd30654fb27" id="47" name="任意多边形: 形状 46">
                <a:extLst>
                  <a:ext uri="{FF2B5EF4-FFF2-40B4-BE49-F238E27FC236}">
                    <a16:creationId id="{1729F206-D9A2-8C89-2087-67B284356A3E}"/>
                  </a:ext>
                </a:extLst>
              </p:cNvPr>
              <p:cNvSpPr/>
              <p:nvPr/>
            </p:nvSpPr>
            <p:spPr>
              <a:xfrm flipH="false" flipV="false">
                <a:off x="5516102" y="5394722"/>
                <a:ext cx="375760" cy="75401"/>
              </a:xfrm>
              <a:custGeom>
                <a:avLst/>
                <a:gdLst>
                  <a:gd fmla="*/ 160401 w 200786" name="connsiteX0"/>
                  <a:gd fmla="*/ 40291 h 40290" name="connsiteY0"/>
                  <a:gd fmla="*/ 0 w 200786" name="connsiteX1"/>
                  <a:gd fmla="*/ 40291 h 40290" name="connsiteY1"/>
                  <a:gd fmla="*/ 40386 w 200786" name="connsiteX2"/>
                  <a:gd fmla="*/ 0 h 40290" name="connsiteY2"/>
                  <a:gd fmla="*/ 200787 w 200786" name="connsiteX3"/>
                  <a:gd fmla="*/ 0 h 4029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0290" w="200786">
                    <a:moveTo>
                      <a:pt x="160401" y="40291"/>
                    </a:moveTo>
                    <a:lnTo>
                      <a:pt x="0" y="40291"/>
                    </a:lnTo>
                    <a:lnTo>
                      <a:pt x="40386" y="0"/>
                    </a:lnTo>
                    <a:lnTo>
                      <a:pt x="2007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19471494-42d0-44aa-9cb8-f43764da08bf" id="41" name="任意多边形: 形状 40">
                <a:extLst>
                  <a:ext uri="{FF2B5EF4-FFF2-40B4-BE49-F238E27FC236}">
                    <a16:creationId id="{2F0D500D-F833-AC61-7AF0-BA31E8C07BC5}"/>
                  </a:ext>
                </a:extLst>
              </p:cNvPr>
              <p:cNvSpPr/>
              <p:nvPr/>
            </p:nvSpPr>
            <p:spPr>
              <a:xfrm flipH="false" flipV="false">
                <a:off x="3577224" y="5221636"/>
                <a:ext cx="2553680" cy="506065"/>
              </a:xfrm>
              <a:custGeom>
                <a:avLst/>
                <a:gdLst>
                  <a:gd fmla="*/ 837819 w 1364551" name="connsiteX0"/>
                  <a:gd fmla="*/ 190691 h 270414" name="connsiteY0"/>
                  <a:gd fmla="*/ 758190 w 1364551" name="connsiteX1"/>
                  <a:gd fmla="*/ 270415 h 270414" name="connsiteY1"/>
                  <a:gd fmla="*/ 0 w 1364551" name="connsiteX2"/>
                  <a:gd fmla="*/ 270415 h 270414" name="connsiteY2"/>
                  <a:gd fmla="*/ 159353 w 1364551" name="connsiteX3"/>
                  <a:gd fmla="*/ 111062 h 270414" name="connsiteY3"/>
                  <a:gd fmla="*/ 1253585 w 1364551" name="connsiteX4"/>
                  <a:gd fmla="*/ 111062 h 270414" name="connsiteY4"/>
                  <a:gd fmla="*/ 1364552 w 1364551" name="connsiteX5"/>
                  <a:gd fmla="*/ 0 h 270414" name="connsiteY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b="b" l="l" r="r" t="t"/>
                <a:pathLst>
                  <a:path h="270414" w="1364551">
                    <a:moveTo>
                      <a:pt x="837819" y="190691"/>
                    </a:moveTo>
                    <a:lnTo>
                      <a:pt x="758190" y="270415"/>
                    </a:lnTo>
                    <a:lnTo>
                      <a:pt x="0" y="270415"/>
                    </a:lnTo>
                    <a:lnTo>
                      <a:pt x="159353" y="111062"/>
                    </a:lnTo>
                    <a:lnTo>
                      <a:pt x="1253585" y="111062"/>
                    </a:lnTo>
                    <a:lnTo>
                      <a:pt x="1364552" y="0"/>
                    </a:lnTo>
                  </a:path>
                </a:pathLst>
              </a:custGeom>
              <a:noFill/>
              <a:ln cap="flat" w="9525">
                <a:solidFill>
                  <a:schemeClr val="accent1"/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bcc47a57-f92d-48a8-b964-5b72b97610be" id="39" name="任意多边形: 形状 38">
                <a:extLst>
                  <a:ext uri="{FF2B5EF4-FFF2-40B4-BE49-F238E27FC236}">
                    <a16:creationId id="{1584EC34-4C5D-2A7E-3742-386A8CD79B30}"/>
                  </a:ext>
                </a:extLst>
              </p:cNvPr>
              <p:cNvSpPr/>
              <p:nvPr/>
            </p:nvSpPr>
            <p:spPr>
              <a:xfrm flipH="false" flipV="false">
                <a:off x="3424248" y="2039008"/>
                <a:ext cx="223824" cy="220631"/>
              </a:xfrm>
              <a:custGeom>
                <a:avLst/>
                <a:gdLst>
                  <a:gd fmla="*/ 149828 w 149828" name="connsiteX0"/>
                  <a:gd fmla="*/ 0 h 149828" name="connsiteY0"/>
                  <a:gd fmla="*/ 28956 w 149828" name="connsiteX1"/>
                  <a:gd fmla="*/ 0 h 149828" name="connsiteY1"/>
                  <a:gd fmla="*/ 0 w 149828" name="connsiteX2"/>
                  <a:gd fmla="*/ 0 h 149828" name="connsiteY2"/>
                  <a:gd fmla="*/ 0 w 149828" name="connsiteX3"/>
                  <a:gd fmla="*/ 28956 h 149828" name="connsiteY3"/>
                  <a:gd fmla="*/ 0 w 149828" name="connsiteX4"/>
                  <a:gd fmla="*/ 149828 h 149828" name="connsiteY4"/>
                  <a:gd fmla="*/ 38481 w 149828" name="connsiteX5"/>
                  <a:gd fmla="*/ 149828 h 149828" name="connsiteY5"/>
                  <a:gd fmla="*/ 38481 w 149828" name="connsiteX6"/>
                  <a:gd fmla="*/ 38481 h 149828" name="connsiteY6"/>
                  <a:gd fmla="*/ 149828 w 149828" name="connsiteX7"/>
                  <a:gd fmla="*/ 38481 h 149828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149828" w="149828">
                    <a:moveTo>
                      <a:pt x="149828" y="0"/>
                    </a:moveTo>
                    <a:lnTo>
                      <a:pt x="28956" y="0"/>
                    </a:lnTo>
                    <a:lnTo>
                      <a:pt x="0" y="0"/>
                    </a:lnTo>
                    <a:lnTo>
                      <a:pt x="0" y="28956"/>
                    </a:lnTo>
                    <a:lnTo>
                      <a:pt x="0" y="149828"/>
                    </a:lnTo>
                    <a:lnTo>
                      <a:pt x="38481" y="149828"/>
                    </a:lnTo>
                    <a:lnTo>
                      <a:pt x="38481" y="38481"/>
                    </a:lnTo>
                    <a:lnTo>
                      <a:pt x="149828" y="3848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grpSp>
            <p:nvGrpSpPr>
              <p:cNvPr descr="557036d1-f287-4b0e-915e-880e7e64e008" id="3" name="组合 2">
                <a:extLst>
                  <a:ext uri="{FF2B5EF4-FFF2-40B4-BE49-F238E27FC236}">
                    <a16:creationId id="{7219AA24-0F9D-AE55-0806-028457ABD33F}"/>
                  </a:ext>
                </a:extLst>
              </p:cNvPr>
              <p:cNvGrpSpPr/>
              <p:nvPr/>
            </p:nvGrpSpPr>
            <p:grpSpPr>
              <a:xfrm>
                <a:off x="3515097" y="2632658"/>
                <a:ext cx="2325967" cy="2196064"/>
                <a:chOff x="3515097" y="2632658"/>
                <a:chExt cx="2325967" cy="2196064"/>
              </a:xfrm>
            </p:grpSpPr>
            <p:sp>
              <p:nvSpPr>
                <p:cNvPr descr="183661b4-feff-4d0a-ae93-0f0d98005e63" id="35" name="Bullet2">
                  <a:extLst>
                    <a:ext uri="{FF2B5EF4-FFF2-40B4-BE49-F238E27FC236}">
                      <a16:creationId id="{1A3E4061-F3B1-5131-250D-138741A96B7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3515097" y="2632658"/>
                  <a:ext cx="2325967" cy="7171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true" lang="en-US" strike="noStrike" sz="1600" u="none">
                      <a:solidFill>
                        <a:srgbClr val="2F2F2F"/>
                      </a:solidFill>
                      <a:ea typeface="微软雅黑"/>
                    </a:rPr>
                    <a:t>电路的连接</a:t>
                  </a:r>
                </a:p>
              </p:txBody>
            </p:sp>
            <p:sp>
              <p:nvSpPr>
                <p:cNvPr descr="f1a3dd83-5b55-4f71-8e01-51b62d64df8f" id="36" name="Text2">
                  <a:extLst>
                    <a:ext uri="{FF2B5EF4-FFF2-40B4-BE49-F238E27FC236}">
                      <a16:creationId id="{8D38D89E-4A49-1ED7-D0E5-6204632CD41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3515097" y="3373125"/>
                  <a:ext cx="2325967" cy="14555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true" lang="en-US" strike="noStrike" sz="1200" u="none">
                      <a:solidFill>
                        <a:srgbClr val="2F2F2F"/>
                      </a:solidFill>
                      <a:ea typeface="微软雅黑"/>
                    </a:rPr>
                    <a:t>按步骤连接元件，注意引脚和电源的连接方式。</a:t>
                  </a:r>
                </a:p>
              </p:txBody>
            </p:sp>
          </p:grpSp>
        </p:grpSp>
        <p:grpSp>
          <p:nvGrpSpPr>
            <p:cNvPr descr="2f626642-ef72-4701-9a26-a345cdf8630a" id="11" name="组合 10">
              <a:extLst>
                <a:ext uri="{FF2B5EF4-FFF2-40B4-BE49-F238E27FC236}">
                  <a16:creationId id="{0D8CC0F4-5F5D-DD9F-BF64-8AB273004269}"/>
                </a:ext>
              </a:extLst>
            </p:cNvPr>
            <p:cNvGrpSpPr/>
            <p:nvPr/>
          </p:nvGrpSpPr>
          <p:grpSpPr>
            <a:xfrm>
              <a:off x="6188096" y="2039008"/>
              <a:ext cx="2706656" cy="3688693"/>
              <a:chOff x="6188096" y="2039008"/>
              <a:chExt cx="2706656" cy="3688693"/>
            </a:xfrm>
          </p:grpSpPr>
          <p:sp>
            <p:nvSpPr>
              <p:cNvPr descr="525efa5f-0628-4630-8b3e-71d3da64701a" id="52" name="矩形 51">
                <a:extLst>
                  <a:ext uri="{FF2B5EF4-FFF2-40B4-BE49-F238E27FC236}">
                    <a16:creationId id="{CB62FEDF-DF83-1D7F-1FB4-3649F4016339}"/>
                  </a:ext>
                </a:extLst>
              </p:cNvPr>
              <p:cNvSpPr/>
              <p:nvPr/>
            </p:nvSpPr>
            <p:spPr>
              <a:xfrm flipH="false" flipV="false">
                <a:off x="6215677" y="2069066"/>
                <a:ext cx="2460523" cy="335847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39000"/>
                    </a:schemeClr>
                  </a:gs>
                  <a:gs pos="100000">
                    <a:schemeClr val="accent1">
                      <a:alpha val="32000"/>
                    </a:schemeClr>
                  </a:gs>
                  <a:gs pos="55000">
                    <a:schemeClr val="accent1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b="-100000" r="-10000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2b912393-ef97-43c1-a1a3-f28d13e3b492" id="57" name="任意多边形: 形状 56">
                <a:extLst>
                  <a:ext uri="{FF2B5EF4-FFF2-40B4-BE49-F238E27FC236}">
                    <a16:creationId id="{DEC68181-51D0-F5BE-7AA7-2A7158E2DA0A}"/>
                  </a:ext>
                </a:extLst>
              </p:cNvPr>
              <p:cNvSpPr/>
              <p:nvPr/>
            </p:nvSpPr>
            <p:spPr>
              <a:xfrm flipH="false" flipV="false">
                <a:off x="6581715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69275e55-ddd4-476e-8351-910c0d16b5e6" id="58" name="任意多边形: 形状 57">
                <a:extLst>
                  <a:ext uri="{FF2B5EF4-FFF2-40B4-BE49-F238E27FC236}">
                    <a16:creationId id="{77399209-9283-CB90-F463-9A7C3BD5FA49}"/>
                  </a:ext>
                </a:extLst>
              </p:cNvPr>
              <p:cNvSpPr/>
              <p:nvPr/>
            </p:nvSpPr>
            <p:spPr>
              <a:xfrm flipH="false" flipV="false">
                <a:off x="6726815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30cb6289-ce64-423f-95b0-cfb8f684358d" id="59" name="任意多边形: 形状 58">
                <a:extLst>
                  <a:ext uri="{FF2B5EF4-FFF2-40B4-BE49-F238E27FC236}">
                    <a16:creationId id="{C9D6694F-C361-C221-8668-97844831F359}"/>
                  </a:ext>
                </a:extLst>
              </p:cNvPr>
              <p:cNvSpPr/>
              <p:nvPr/>
            </p:nvSpPr>
            <p:spPr>
              <a:xfrm flipH="false" flipV="false">
                <a:off x="6872094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0c4fb582-bc71-42cd-b783-fc126a3a0747" id="60" name="任意多边形: 形状 59">
                <a:extLst>
                  <a:ext uri="{FF2B5EF4-FFF2-40B4-BE49-F238E27FC236}">
                    <a16:creationId id="{B3459C07-2F94-1E74-B59D-BA3E8CF5B952}"/>
                  </a:ext>
                </a:extLst>
              </p:cNvPr>
              <p:cNvSpPr/>
              <p:nvPr/>
            </p:nvSpPr>
            <p:spPr>
              <a:xfrm flipH="false" flipV="false">
                <a:off x="7017192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234b6881-9d2d-45cc-b33a-a5d0f08b6b11" id="61" name="任意多边形: 形状 60">
                <a:extLst>
                  <a:ext uri="{FF2B5EF4-FFF2-40B4-BE49-F238E27FC236}">
                    <a16:creationId id="{86DED3FE-89C1-7B8C-6CD6-3976FDC7E190}"/>
                  </a:ext>
                </a:extLst>
              </p:cNvPr>
              <p:cNvSpPr/>
              <p:nvPr/>
            </p:nvSpPr>
            <p:spPr>
              <a:xfrm flipH="false" flipV="false">
                <a:off x="7162471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c0d52909-a0cb-4fd1-8273-e3933b12c48e" id="62" name="任意多边形: 形状 61">
                <a:extLst>
                  <a:ext uri="{FF2B5EF4-FFF2-40B4-BE49-F238E27FC236}">
                    <a16:creationId id="{AC066E04-289F-3923-F1FB-23C397186F8B}"/>
                  </a:ext>
                </a:extLst>
              </p:cNvPr>
              <p:cNvSpPr/>
              <p:nvPr/>
            </p:nvSpPr>
            <p:spPr>
              <a:xfrm flipH="false" flipV="false">
                <a:off x="8279950" y="5394722"/>
                <a:ext cx="375760" cy="75401"/>
              </a:xfrm>
              <a:custGeom>
                <a:avLst/>
                <a:gdLst>
                  <a:gd fmla="*/ 160401 w 200786" name="connsiteX0"/>
                  <a:gd fmla="*/ 40291 h 40290" name="connsiteY0"/>
                  <a:gd fmla="*/ 0 w 200786" name="connsiteX1"/>
                  <a:gd fmla="*/ 40291 h 40290" name="connsiteY1"/>
                  <a:gd fmla="*/ 40386 w 200786" name="connsiteX2"/>
                  <a:gd fmla="*/ 0 h 40290" name="connsiteY2"/>
                  <a:gd fmla="*/ 200787 w 200786" name="connsiteX3"/>
                  <a:gd fmla="*/ 0 h 4029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0290" w="200786">
                    <a:moveTo>
                      <a:pt x="160401" y="40291"/>
                    </a:moveTo>
                    <a:lnTo>
                      <a:pt x="0" y="40291"/>
                    </a:lnTo>
                    <a:lnTo>
                      <a:pt x="40386" y="0"/>
                    </a:lnTo>
                    <a:lnTo>
                      <a:pt x="2007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23bfddb9-cdf4-4763-bf90-4864af9195bd" id="56" name="任意多边形: 形状 55">
                <a:extLst>
                  <a:ext uri="{FF2B5EF4-FFF2-40B4-BE49-F238E27FC236}">
                    <a16:creationId id="{ED449B20-82EC-DD4C-6792-507FF17D41C3}"/>
                  </a:ext>
                </a:extLst>
              </p:cNvPr>
              <p:cNvSpPr/>
              <p:nvPr/>
            </p:nvSpPr>
            <p:spPr>
              <a:xfrm flipH="false" flipV="false">
                <a:off x="6341072" y="5221636"/>
                <a:ext cx="2553680" cy="506065"/>
              </a:xfrm>
              <a:custGeom>
                <a:avLst/>
                <a:gdLst>
                  <a:gd fmla="*/ 837819 w 1364551" name="connsiteX0"/>
                  <a:gd fmla="*/ 190691 h 270414" name="connsiteY0"/>
                  <a:gd fmla="*/ 758190 w 1364551" name="connsiteX1"/>
                  <a:gd fmla="*/ 270415 h 270414" name="connsiteY1"/>
                  <a:gd fmla="*/ 0 w 1364551" name="connsiteX2"/>
                  <a:gd fmla="*/ 270415 h 270414" name="connsiteY2"/>
                  <a:gd fmla="*/ 159353 w 1364551" name="connsiteX3"/>
                  <a:gd fmla="*/ 111062 h 270414" name="connsiteY3"/>
                  <a:gd fmla="*/ 1253585 w 1364551" name="connsiteX4"/>
                  <a:gd fmla="*/ 111062 h 270414" name="connsiteY4"/>
                  <a:gd fmla="*/ 1364552 w 1364551" name="connsiteX5"/>
                  <a:gd fmla="*/ 0 h 270414" name="connsiteY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b="b" l="l" r="r" t="t"/>
                <a:pathLst>
                  <a:path h="270414" w="1364551">
                    <a:moveTo>
                      <a:pt x="837819" y="190691"/>
                    </a:moveTo>
                    <a:lnTo>
                      <a:pt x="758190" y="270415"/>
                    </a:lnTo>
                    <a:lnTo>
                      <a:pt x="0" y="270415"/>
                    </a:lnTo>
                    <a:lnTo>
                      <a:pt x="159353" y="111062"/>
                    </a:lnTo>
                    <a:lnTo>
                      <a:pt x="1253585" y="111062"/>
                    </a:lnTo>
                    <a:lnTo>
                      <a:pt x="1364552" y="0"/>
                    </a:lnTo>
                  </a:path>
                </a:pathLst>
              </a:custGeom>
              <a:noFill/>
              <a:ln cap="flat" w="9525">
                <a:solidFill>
                  <a:schemeClr val="accent1"/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e615e948-0b0a-447e-87fa-8d12dae02282" id="54" name="任意多边形: 形状 53">
                <a:extLst>
                  <a:ext uri="{FF2B5EF4-FFF2-40B4-BE49-F238E27FC236}">
                    <a16:creationId id="{CA7049B2-3C49-C7E6-7C23-840CCB6129B0}"/>
                  </a:ext>
                </a:extLst>
              </p:cNvPr>
              <p:cNvSpPr/>
              <p:nvPr/>
            </p:nvSpPr>
            <p:spPr>
              <a:xfrm flipH="false" flipV="false">
                <a:off x="6188096" y="2039008"/>
                <a:ext cx="223824" cy="220631"/>
              </a:xfrm>
              <a:custGeom>
                <a:avLst/>
                <a:gdLst>
                  <a:gd fmla="*/ 149828 w 149828" name="connsiteX0"/>
                  <a:gd fmla="*/ 0 h 149828" name="connsiteY0"/>
                  <a:gd fmla="*/ 28956 w 149828" name="connsiteX1"/>
                  <a:gd fmla="*/ 0 h 149828" name="connsiteY1"/>
                  <a:gd fmla="*/ 0 w 149828" name="connsiteX2"/>
                  <a:gd fmla="*/ 0 h 149828" name="connsiteY2"/>
                  <a:gd fmla="*/ 0 w 149828" name="connsiteX3"/>
                  <a:gd fmla="*/ 28956 h 149828" name="connsiteY3"/>
                  <a:gd fmla="*/ 0 w 149828" name="connsiteX4"/>
                  <a:gd fmla="*/ 149828 h 149828" name="connsiteY4"/>
                  <a:gd fmla="*/ 38481 w 149828" name="connsiteX5"/>
                  <a:gd fmla="*/ 149828 h 149828" name="connsiteY5"/>
                  <a:gd fmla="*/ 38481 w 149828" name="connsiteX6"/>
                  <a:gd fmla="*/ 38481 h 149828" name="connsiteY6"/>
                  <a:gd fmla="*/ 149828 w 149828" name="connsiteX7"/>
                  <a:gd fmla="*/ 38481 h 149828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149828" w="149828">
                    <a:moveTo>
                      <a:pt x="149828" y="0"/>
                    </a:moveTo>
                    <a:lnTo>
                      <a:pt x="28956" y="0"/>
                    </a:lnTo>
                    <a:lnTo>
                      <a:pt x="0" y="0"/>
                    </a:lnTo>
                    <a:lnTo>
                      <a:pt x="0" y="28956"/>
                    </a:lnTo>
                    <a:lnTo>
                      <a:pt x="0" y="149828"/>
                    </a:lnTo>
                    <a:lnTo>
                      <a:pt x="38481" y="149828"/>
                    </a:lnTo>
                    <a:lnTo>
                      <a:pt x="38481" y="38481"/>
                    </a:lnTo>
                    <a:lnTo>
                      <a:pt x="149828" y="3848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grpSp>
            <p:nvGrpSpPr>
              <p:cNvPr descr="91f3c687-21b3-46ee-9958-b29d292b87c3" id="4" name="组合 3">
                <a:extLst>
                  <a:ext uri="{FF2B5EF4-FFF2-40B4-BE49-F238E27FC236}">
                    <a16:creationId id="{F5D40DE7-95C1-7701-6812-993FE01139F1}"/>
                  </a:ext>
                </a:extLst>
              </p:cNvPr>
              <p:cNvGrpSpPr/>
              <p:nvPr/>
            </p:nvGrpSpPr>
            <p:grpSpPr>
              <a:xfrm>
                <a:off x="6278945" y="2632658"/>
                <a:ext cx="2325967" cy="2196064"/>
                <a:chOff x="6278945" y="2632658"/>
                <a:chExt cx="2325967" cy="2196064"/>
              </a:xfrm>
            </p:grpSpPr>
            <p:sp>
              <p:nvSpPr>
                <p:cNvPr descr="f5af7e5e-1200-467e-8cdb-6113bd184457" id="50" name="Bullet3">
                  <a:extLst>
                    <a:ext uri="{FF2B5EF4-FFF2-40B4-BE49-F238E27FC236}">
                      <a16:creationId id="{D348F0B2-7743-DD05-A7A1-D411DB82FF6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6278945" y="2632658"/>
                  <a:ext cx="2325967" cy="7171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true" lang="en-US" strike="noStrike" sz="1600" u="none">
                      <a:solidFill>
                        <a:srgbClr val="2F2F2F"/>
                      </a:solidFill>
                      <a:ea typeface="微软雅黑"/>
                    </a:rPr>
                    <a:t>元件库的使用</a:t>
                  </a:r>
                </a:p>
              </p:txBody>
            </p:sp>
            <p:sp>
              <p:nvSpPr>
                <p:cNvPr descr="445cdc0a-3afc-4e0e-a074-5fff8b78ad18" id="51" name="Text3">
                  <a:extLst>
                    <a:ext uri="{FF2B5EF4-FFF2-40B4-BE49-F238E27FC236}">
                      <a16:creationId id="{434D6D71-02C3-603F-50BE-F0AE86FB657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6278945" y="3373125"/>
                  <a:ext cx="2325967" cy="14555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true" lang="en-US" strike="noStrike" sz="1200" u="none">
                      <a:solidFill>
                        <a:srgbClr val="2F2F2F"/>
                      </a:solidFill>
                      <a:ea typeface="微软雅黑"/>
                    </a:rPr>
                    <a:t>在元件库中搜索并选择合适的元件，拖放到绘图区。</a:t>
                  </a:r>
                </a:p>
              </p:txBody>
            </p:sp>
          </p:grpSp>
        </p:grpSp>
        <p:grpSp>
          <p:nvGrpSpPr>
            <p:cNvPr descr="23eb50ee-cf72-4ff1-a68e-d33b632206a6" id="12" name="组合 11">
              <a:extLst>
                <a:ext uri="{FF2B5EF4-FFF2-40B4-BE49-F238E27FC236}">
                  <a16:creationId id="{90645493-C245-9329-0256-CA2AD153FD09}"/>
                </a:ext>
              </a:extLst>
            </p:cNvPr>
            <p:cNvGrpSpPr/>
            <p:nvPr/>
          </p:nvGrpSpPr>
          <p:grpSpPr>
            <a:xfrm>
              <a:off x="8951944" y="2039008"/>
              <a:ext cx="2706656" cy="3688693"/>
              <a:chOff x="8951944" y="2039008"/>
              <a:chExt cx="2706656" cy="3688693"/>
            </a:xfrm>
          </p:grpSpPr>
          <p:sp>
            <p:nvSpPr>
              <p:cNvPr descr="130661ec-eb96-4e03-9505-58aa2a41de80" id="67" name="矩形 66">
                <a:extLst>
                  <a:ext uri="{FF2B5EF4-FFF2-40B4-BE49-F238E27FC236}">
                    <a16:creationId id="{339D1E78-0D2C-98F4-EC97-13795B2977DD}"/>
                  </a:ext>
                </a:extLst>
              </p:cNvPr>
              <p:cNvSpPr/>
              <p:nvPr/>
            </p:nvSpPr>
            <p:spPr>
              <a:xfrm flipH="false" flipV="false">
                <a:off x="8979525" y="2069066"/>
                <a:ext cx="2460523" cy="335847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39000"/>
                    </a:schemeClr>
                  </a:gs>
                  <a:gs pos="100000">
                    <a:schemeClr val="accent1">
                      <a:alpha val="32000"/>
                    </a:schemeClr>
                  </a:gs>
                  <a:gs pos="55000">
                    <a:schemeClr val="accent1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b="-100000" r="-10000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e85fab4e-c1f6-4629-b9f0-41fae92a71e3" id="72" name="任意多边形: 形状 71">
                <a:extLst>
                  <a:ext uri="{FF2B5EF4-FFF2-40B4-BE49-F238E27FC236}">
                    <a16:creationId id="{DCCB1F5E-6CD2-05A9-97F0-B1BD594FCD9B}"/>
                  </a:ext>
                </a:extLst>
              </p:cNvPr>
              <p:cNvSpPr/>
              <p:nvPr/>
            </p:nvSpPr>
            <p:spPr>
              <a:xfrm flipH="false" flipV="false">
                <a:off x="9345563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27815c85-186e-402d-aa4f-2399a39d7b49" id="73" name="任意多边形: 形状 72">
                <a:extLst>
                  <a:ext uri="{FF2B5EF4-FFF2-40B4-BE49-F238E27FC236}">
                    <a16:creationId id="{F8952065-1F53-8359-83E9-BCD496849115}"/>
                  </a:ext>
                </a:extLst>
              </p:cNvPr>
              <p:cNvSpPr/>
              <p:nvPr/>
            </p:nvSpPr>
            <p:spPr>
              <a:xfrm flipH="false" flipV="false">
                <a:off x="9490663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eb39784e-4fab-407c-9061-477cbc6607ca" id="74" name="任意多边形: 形状 73">
                <a:extLst>
                  <a:ext uri="{FF2B5EF4-FFF2-40B4-BE49-F238E27FC236}">
                    <a16:creationId id="{4064D678-0479-C50C-20F9-7CA56BED2125}"/>
                  </a:ext>
                </a:extLst>
              </p:cNvPr>
              <p:cNvSpPr/>
              <p:nvPr/>
            </p:nvSpPr>
            <p:spPr>
              <a:xfrm flipH="false" flipV="false">
                <a:off x="9635942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fa43821d-17c3-4300-9d72-efc385290ae1" id="75" name="任意多边形: 形状 74">
                <a:extLst>
                  <a:ext uri="{FF2B5EF4-FFF2-40B4-BE49-F238E27FC236}">
                    <a16:creationId id="{5C1C31FB-9CE7-A3AE-5971-9FBF412B2215}"/>
                  </a:ext>
                </a:extLst>
              </p:cNvPr>
              <p:cNvSpPr/>
              <p:nvPr/>
            </p:nvSpPr>
            <p:spPr>
              <a:xfrm flipH="false" flipV="false">
                <a:off x="9781040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00d4ef11-a371-4d66-babd-06f6b26f68fa" id="76" name="任意多边形: 形状 75">
                <a:extLst>
                  <a:ext uri="{FF2B5EF4-FFF2-40B4-BE49-F238E27FC236}">
                    <a16:creationId id="{2F27E30A-926C-097C-7B97-5E8CD9E353A7}"/>
                  </a:ext>
                </a:extLst>
              </p:cNvPr>
              <p:cNvSpPr/>
              <p:nvPr/>
            </p:nvSpPr>
            <p:spPr>
              <a:xfrm flipH="false" flipV="false">
                <a:off x="9926319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f4492bdc-4d9b-4b89-aa0d-49d5570fb7a8" id="77" name="任意多边形: 形状 76">
                <a:extLst>
                  <a:ext uri="{FF2B5EF4-FFF2-40B4-BE49-F238E27FC236}">
                    <a16:creationId id="{C4CEC474-7569-8B2C-911B-3C6D0EC33FE9}"/>
                  </a:ext>
                </a:extLst>
              </p:cNvPr>
              <p:cNvSpPr/>
              <p:nvPr/>
            </p:nvSpPr>
            <p:spPr>
              <a:xfrm flipH="false" flipV="false">
                <a:off x="11043798" y="5394722"/>
                <a:ext cx="375760" cy="75401"/>
              </a:xfrm>
              <a:custGeom>
                <a:avLst/>
                <a:gdLst>
                  <a:gd fmla="*/ 160401 w 200786" name="connsiteX0"/>
                  <a:gd fmla="*/ 40291 h 40290" name="connsiteY0"/>
                  <a:gd fmla="*/ 0 w 200786" name="connsiteX1"/>
                  <a:gd fmla="*/ 40291 h 40290" name="connsiteY1"/>
                  <a:gd fmla="*/ 40386 w 200786" name="connsiteX2"/>
                  <a:gd fmla="*/ 0 h 40290" name="connsiteY2"/>
                  <a:gd fmla="*/ 200787 w 200786" name="connsiteX3"/>
                  <a:gd fmla="*/ 0 h 4029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0290" w="200786">
                    <a:moveTo>
                      <a:pt x="160401" y="40291"/>
                    </a:moveTo>
                    <a:lnTo>
                      <a:pt x="0" y="40291"/>
                    </a:lnTo>
                    <a:lnTo>
                      <a:pt x="40386" y="0"/>
                    </a:lnTo>
                    <a:lnTo>
                      <a:pt x="2007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d1115460-9583-4ef3-8a8a-36292cf97106" id="71" name="任意多边形: 形状 70">
                <a:extLst>
                  <a:ext uri="{FF2B5EF4-FFF2-40B4-BE49-F238E27FC236}">
                    <a16:creationId id="{76AD88FF-F23A-A011-3E40-45A8A967BE4E}"/>
                  </a:ext>
                </a:extLst>
              </p:cNvPr>
              <p:cNvSpPr/>
              <p:nvPr/>
            </p:nvSpPr>
            <p:spPr>
              <a:xfrm flipH="false" flipV="false">
                <a:off x="9104920" y="5221636"/>
                <a:ext cx="2553680" cy="506065"/>
              </a:xfrm>
              <a:custGeom>
                <a:avLst/>
                <a:gdLst>
                  <a:gd fmla="*/ 837819 w 1364551" name="connsiteX0"/>
                  <a:gd fmla="*/ 190691 h 270414" name="connsiteY0"/>
                  <a:gd fmla="*/ 758190 w 1364551" name="connsiteX1"/>
                  <a:gd fmla="*/ 270415 h 270414" name="connsiteY1"/>
                  <a:gd fmla="*/ 0 w 1364551" name="connsiteX2"/>
                  <a:gd fmla="*/ 270415 h 270414" name="connsiteY2"/>
                  <a:gd fmla="*/ 159353 w 1364551" name="connsiteX3"/>
                  <a:gd fmla="*/ 111062 h 270414" name="connsiteY3"/>
                  <a:gd fmla="*/ 1253585 w 1364551" name="connsiteX4"/>
                  <a:gd fmla="*/ 111062 h 270414" name="connsiteY4"/>
                  <a:gd fmla="*/ 1364552 w 1364551" name="connsiteX5"/>
                  <a:gd fmla="*/ 0 h 270414" name="connsiteY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b="b" l="l" r="r" t="t"/>
                <a:pathLst>
                  <a:path h="270414" w="1364551">
                    <a:moveTo>
                      <a:pt x="837819" y="190691"/>
                    </a:moveTo>
                    <a:lnTo>
                      <a:pt x="758190" y="270415"/>
                    </a:lnTo>
                    <a:lnTo>
                      <a:pt x="0" y="270415"/>
                    </a:lnTo>
                    <a:lnTo>
                      <a:pt x="159353" y="111062"/>
                    </a:lnTo>
                    <a:lnTo>
                      <a:pt x="1253585" y="111062"/>
                    </a:lnTo>
                    <a:lnTo>
                      <a:pt x="1364552" y="0"/>
                    </a:lnTo>
                  </a:path>
                </a:pathLst>
              </a:custGeom>
              <a:noFill/>
              <a:ln cap="flat" w="9525">
                <a:solidFill>
                  <a:schemeClr val="accent1"/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fb9d74a3-4a7c-41c3-acc2-081d68dad962" id="69" name="任意多边形: 形状 68">
                <a:extLst>
                  <a:ext uri="{FF2B5EF4-FFF2-40B4-BE49-F238E27FC236}">
                    <a16:creationId id="{D40AFF23-ED60-C197-D23F-F2F7ED4E117B}"/>
                  </a:ext>
                </a:extLst>
              </p:cNvPr>
              <p:cNvSpPr/>
              <p:nvPr/>
            </p:nvSpPr>
            <p:spPr>
              <a:xfrm flipH="false" flipV="false">
                <a:off x="8951944" y="2039008"/>
                <a:ext cx="223824" cy="220631"/>
              </a:xfrm>
              <a:custGeom>
                <a:avLst/>
                <a:gdLst>
                  <a:gd fmla="*/ 149828 w 149828" name="connsiteX0"/>
                  <a:gd fmla="*/ 0 h 149828" name="connsiteY0"/>
                  <a:gd fmla="*/ 28956 w 149828" name="connsiteX1"/>
                  <a:gd fmla="*/ 0 h 149828" name="connsiteY1"/>
                  <a:gd fmla="*/ 0 w 149828" name="connsiteX2"/>
                  <a:gd fmla="*/ 0 h 149828" name="connsiteY2"/>
                  <a:gd fmla="*/ 0 w 149828" name="connsiteX3"/>
                  <a:gd fmla="*/ 28956 h 149828" name="connsiteY3"/>
                  <a:gd fmla="*/ 0 w 149828" name="connsiteX4"/>
                  <a:gd fmla="*/ 149828 h 149828" name="connsiteY4"/>
                  <a:gd fmla="*/ 38481 w 149828" name="connsiteX5"/>
                  <a:gd fmla="*/ 149828 h 149828" name="connsiteY5"/>
                  <a:gd fmla="*/ 38481 w 149828" name="connsiteX6"/>
                  <a:gd fmla="*/ 38481 h 149828" name="connsiteY6"/>
                  <a:gd fmla="*/ 149828 w 149828" name="connsiteX7"/>
                  <a:gd fmla="*/ 38481 h 149828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149828" w="149828">
                    <a:moveTo>
                      <a:pt x="149828" y="0"/>
                    </a:moveTo>
                    <a:lnTo>
                      <a:pt x="28956" y="0"/>
                    </a:lnTo>
                    <a:lnTo>
                      <a:pt x="0" y="0"/>
                    </a:lnTo>
                    <a:lnTo>
                      <a:pt x="0" y="28956"/>
                    </a:lnTo>
                    <a:lnTo>
                      <a:pt x="0" y="149828"/>
                    </a:lnTo>
                    <a:lnTo>
                      <a:pt x="38481" y="149828"/>
                    </a:lnTo>
                    <a:lnTo>
                      <a:pt x="38481" y="38481"/>
                    </a:lnTo>
                    <a:lnTo>
                      <a:pt x="149828" y="3848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grpSp>
            <p:nvGrpSpPr>
              <p:cNvPr descr="067d14c8-8ba1-4630-b47b-2b6c8bb2fbcd" id="6" name="组合 5">
                <a:extLst>
                  <a:ext uri="{FF2B5EF4-FFF2-40B4-BE49-F238E27FC236}">
                    <a16:creationId id="{B19F4ED3-1D4A-F34B-602F-9FE78DD83C82}"/>
                  </a:ext>
                </a:extLst>
              </p:cNvPr>
              <p:cNvGrpSpPr/>
              <p:nvPr/>
            </p:nvGrpSpPr>
            <p:grpSpPr>
              <a:xfrm>
                <a:off x="9042793" y="2632658"/>
                <a:ext cx="2325967" cy="2196064"/>
                <a:chOff x="9042793" y="2632658"/>
                <a:chExt cx="2325967" cy="2196064"/>
              </a:xfrm>
            </p:grpSpPr>
            <p:sp>
              <p:nvSpPr>
                <p:cNvPr descr="cec4e6d1-14cf-4463-b74a-143aafa3a820" id="65" name="Bullet4">
                  <a:extLst>
                    <a:ext uri="{FF2B5EF4-FFF2-40B4-BE49-F238E27FC236}">
                      <a16:creationId id="{03A47710-7A5A-34BA-57A0-748D5CAC308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9042793" y="2632658"/>
                  <a:ext cx="2325967" cy="7171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true" lang="en-US" strike="noStrike" sz="1600" u="none">
                      <a:solidFill>
                        <a:srgbClr val="2F2F2F"/>
                      </a:solidFill>
                      <a:ea typeface="微软雅黑"/>
                    </a:rPr>
                    <a:t>连接步骤的要点</a:t>
                  </a:r>
                </a:p>
              </p:txBody>
            </p:sp>
            <p:sp>
              <p:nvSpPr>
                <p:cNvPr descr="e88dddf7-3ac2-4a88-84c2-3581d16afcec" id="66" name="Text4">
                  <a:extLst>
                    <a:ext uri="{FF2B5EF4-FFF2-40B4-BE49-F238E27FC236}">
                      <a16:creationId id="{FE95B60C-44D0-9939-2767-84AC3DCF074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9042793" y="3373125"/>
                  <a:ext cx="2325967" cy="14555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true" lang="en-US" strike="noStrike" sz="1200" u="none">
                      <a:solidFill>
                        <a:srgbClr val="2F2F2F"/>
                      </a:solidFill>
                      <a:ea typeface="微软雅黑"/>
                    </a:rPr>
                    <a:t>正确连接各元件引脚，确保电路连接正确无误。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438c02dd-0f22-465b-af2a-ce958c13a991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编写代码</a:t>
            </a:r>
          </a:p>
        </p:txBody>
      </p:sp>
      <p:grpSp>
        <p:nvGrpSpPr>
          <p:cNvPr descr="1e80057e-6349-450d-8d6b-11363767e61a" id="35" name="a6bec817-0a16-456a-8f32-2dc0b270d73b.source.4.zh-Hans.pptx">
            <a:extLst>
              <a:ext uri="{FF2B5EF4-FFF2-40B4-BE49-F238E27FC236}">
                <a16:creationId id="{A5F27775-8110-0EDE-C684-D18CB0913FBE}"/>
              </a:ext>
            </a:extLst>
          </p:cNvPr>
          <p:cNvGrpSpPr/>
          <p:nvPr/>
        </p:nvGrpSpPr>
        <p:grpSpPr>
          <a:xfrm>
            <a:off x="481173" y="1713034"/>
            <a:ext cx="11216954" cy="3838332"/>
            <a:chOff x="481173" y="1713034"/>
            <a:chExt cx="11216954" cy="3838332"/>
          </a:xfrm>
        </p:grpSpPr>
        <p:sp>
          <p:nvSpPr>
            <p:cNvPr descr="126ba057-2d79-4fef-a2db-0b4a7bf33a48" id="2" name="Title">
              <a:extLst>
                <a:ext uri="{FF2B5EF4-FFF2-40B4-BE49-F238E27FC236}">
                  <a16:creationId id="{3AD533FB-411D-0F3B-6CA3-68752350D528}"/>
                </a:ext>
              </a:extLst>
            </p:cNvPr>
            <p:cNvSpPr/>
            <p:nvPr/>
          </p:nvSpPr>
          <p:spPr>
            <a:xfrm flipH="false" flipV="false">
              <a:off x="4457721" y="2036240"/>
              <a:ext cx="3256907" cy="3256907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控制升降模块</a:t>
              </a:r>
            </a:p>
          </p:txBody>
        </p:sp>
        <p:sp>
          <p:nvSpPr>
            <p:cNvPr descr="f4abe39f-4534-483a-bb1a-6d4458e66c3b" id="7" name="弧形 6">
              <a:extLst>
                <a:ext uri="{FF2B5EF4-FFF2-40B4-BE49-F238E27FC236}">
                  <a16:creationId id="{23121D3D-E70F-26C0-4B39-D356FF45AAB9}"/>
                </a:ext>
              </a:extLst>
            </p:cNvPr>
            <p:cNvSpPr/>
            <p:nvPr/>
          </p:nvSpPr>
          <p:spPr>
            <a:xfrm flipH="false" flipV="false">
              <a:off x="4356165" y="1934687"/>
              <a:ext cx="3460016" cy="3460014"/>
            </a:xfrm>
            <a:prstGeom prst="arc">
              <a:avLst>
                <a:gd fmla="val 14956176" name="adj1"/>
                <a:gd fmla="val 9171721" name="adj2"/>
              </a:avLst>
            </a:prstGeom>
            <a:ln>
              <a:solidFill>
                <a:schemeClr val="accent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3b45808a-1c09-4045-acfd-4d4da8069393" id="8" name="弧形 7">
              <a:extLst>
                <a:ext uri="{FF2B5EF4-FFF2-40B4-BE49-F238E27FC236}">
                  <a16:creationId id="{F5AF8275-7C84-4A1D-3612-BE470B5607F7}"/>
                </a:ext>
              </a:extLst>
            </p:cNvPr>
            <p:cNvSpPr/>
            <p:nvPr/>
          </p:nvSpPr>
          <p:spPr>
            <a:xfrm flipH="false" flipV="false">
              <a:off x="4227109" y="1805631"/>
              <a:ext cx="3718128" cy="3718126"/>
            </a:xfrm>
            <a:prstGeom prst="arc">
              <a:avLst>
                <a:gd fmla="val 13094451" name="adj1"/>
                <a:gd fmla="val 1739698" name="adj2"/>
              </a:avLst>
            </a:prstGeom>
            <a:ln>
              <a:solidFill>
                <a:schemeClr val="accent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7cc8f628-f3dc-4a5b-9425-468e52f5cb07" id="9" name="椭圆 8">
              <a:extLst>
                <a:ext uri="{FF2B5EF4-FFF2-40B4-BE49-F238E27FC236}">
                  <a16:creationId id="{95C3C47E-DE92-D27A-D239-029EEE58A9C8}"/>
                </a:ext>
              </a:extLst>
            </p:cNvPr>
            <p:cNvSpPr/>
            <p:nvPr/>
          </p:nvSpPr>
          <p:spPr>
            <a:xfrm flipH="false" flipV="false">
              <a:off x="4592423" y="2440311"/>
              <a:ext cx="109779" cy="109779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78e0e942-38b2-4aef-bee5-5bf8bf847de0" id="10" name="椭圆 9">
              <a:extLst>
                <a:ext uri="{FF2B5EF4-FFF2-40B4-BE49-F238E27FC236}">
                  <a16:creationId id="{5A4AEBBC-BEE2-021B-ADE2-50BADDEC617E}"/>
                </a:ext>
              </a:extLst>
            </p:cNvPr>
            <p:cNvSpPr/>
            <p:nvPr/>
          </p:nvSpPr>
          <p:spPr>
            <a:xfrm flipH="false" flipV="false">
              <a:off x="7653920" y="4527454"/>
              <a:ext cx="109779" cy="109779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grpSp>
          <p:nvGrpSpPr>
            <p:cNvPr descr="61a18add-e189-4f75-b199-933559319449" id="33" name="组合 32">
              <a:extLst>
                <a:ext uri="{FF2B5EF4-FFF2-40B4-BE49-F238E27FC236}">
                  <a16:creationId id="{B9C97BEB-3DD8-0652-B24F-D02F33F36E88}"/>
                </a:ext>
              </a:extLst>
            </p:cNvPr>
            <p:cNvGrpSpPr/>
            <p:nvPr/>
          </p:nvGrpSpPr>
          <p:grpSpPr>
            <a:xfrm>
              <a:off x="481173" y="1713034"/>
              <a:ext cx="3673394" cy="1713053"/>
              <a:chOff x="481173" y="1713034"/>
              <a:chExt cx="3673394" cy="1713053"/>
            </a:xfrm>
          </p:grpSpPr>
          <p:sp>
            <p:nvSpPr>
              <p:cNvPr descr="36da6850-6154-4877-992c-246a521750f0" id="5" name="ComponentBackground1">
                <a:extLst>
                  <a:ext uri="{FF2B5EF4-FFF2-40B4-BE49-F238E27FC236}">
                    <a16:creationId id="{6A15D596-E518-ABC5-6DC5-7545E9DC33D0}"/>
                  </a:ext>
                </a:extLst>
              </p:cNvPr>
              <p:cNvSpPr/>
              <p:nvPr/>
            </p:nvSpPr>
            <p:spPr>
              <a:xfrm flipH="true" flipV="false">
                <a:off x="656923" y="1713034"/>
                <a:ext cx="3497644" cy="1713053"/>
              </a:xfrm>
              <a:prstGeom prst="parallelogram">
                <a:avLst/>
              </a:pr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0c08cc63-7689-4c5b-bdd8-41a218ab017f" id="12" name="Bullet1">
                <a:extLst>
                  <a:ext uri="{FF2B5EF4-FFF2-40B4-BE49-F238E27FC236}">
                    <a16:creationId id="{006C36A1-B452-D476-344C-FE0DEFE8AD33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13439" y="1855609"/>
                <a:ext cx="2858425" cy="6548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代码的结构</a:t>
                </a:r>
              </a:p>
            </p:txBody>
          </p:sp>
          <p:sp>
            <p:nvSpPr>
              <p:cNvPr descr="552a9215-b3b0-4236-8c62-3aca4130bc4e" id="13" name="Text1">
                <a:extLst>
                  <a:ext uri="{FF2B5EF4-FFF2-40B4-BE49-F238E27FC236}">
                    <a16:creationId id="{755AF77F-7F36-0471-A5C5-65C64A4B75AE}"/>
                  </a:ext>
                </a:extLst>
              </p:cNvPr>
              <p:cNvSpPr/>
              <p:nvPr/>
            </p:nvSpPr>
            <p:spPr>
              <a:xfrm flipH="false" flipV="false">
                <a:off x="1113439" y="2510484"/>
                <a:ext cx="2858419" cy="78790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代码包含头文件、变量定义、setup和loop函数，实现模块控制。</a:t>
                </a:r>
              </a:p>
            </p:txBody>
          </p:sp>
          <p:sp>
            <p:nvSpPr>
              <p:cNvPr descr="93d83240-1b1c-42ef-83c1-0e627fcbf888" id="23" name="Shape1">
                <a:extLst>
                  <a:ext uri="{FF2B5EF4-FFF2-40B4-BE49-F238E27FC236}">
                    <a16:creationId id="{F0B7EBF8-CFD8-19E3-38C2-A07E6B0A64A8}"/>
                  </a:ext>
                </a:extLst>
              </p:cNvPr>
              <p:cNvSpPr/>
              <p:nvPr/>
            </p:nvSpPr>
            <p:spPr>
              <a:xfrm flipH="true" flipV="false">
                <a:off x="481173" y="1713034"/>
                <a:ext cx="521254" cy="1713053"/>
              </a:xfrm>
              <a:prstGeom prst="parallelogram">
                <a:avLst>
                  <a:gd fmla="val 78832" name="adj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</p:grpSp>
        <p:grpSp>
          <p:nvGrpSpPr>
            <p:cNvPr descr="e6998f78-c420-4b41-bae5-6bf71180b003" id="31" name="组合 30">
              <a:extLst>
                <a:ext uri="{FF2B5EF4-FFF2-40B4-BE49-F238E27FC236}">
                  <a16:creationId id="{9B60E135-E9A9-1CA6-0C3D-615B067A2D10}"/>
                </a:ext>
              </a:extLst>
            </p:cNvPr>
            <p:cNvGrpSpPr/>
            <p:nvPr/>
          </p:nvGrpSpPr>
          <p:grpSpPr>
            <a:xfrm>
              <a:off x="8017780" y="1713034"/>
              <a:ext cx="3680347" cy="1713053"/>
              <a:chOff x="8017780" y="1713034"/>
              <a:chExt cx="3680347" cy="1713053"/>
            </a:xfrm>
          </p:grpSpPr>
          <p:sp>
            <p:nvSpPr>
              <p:cNvPr descr="ddb60ab1-fd46-437b-8eeb-3a1d668afaae" id="3" name="ComponentBackground2">
                <a:extLst>
                  <a:ext uri="{FF2B5EF4-FFF2-40B4-BE49-F238E27FC236}">
                    <a16:creationId id="{166B4302-3216-E505-8406-EE3B267CCF63}"/>
                  </a:ext>
                </a:extLst>
              </p:cNvPr>
              <p:cNvSpPr/>
              <p:nvPr/>
            </p:nvSpPr>
            <p:spPr>
              <a:xfrm flipH="false" flipV="false">
                <a:off x="8017780" y="1713034"/>
                <a:ext cx="3497644" cy="1713053"/>
              </a:xfrm>
              <a:prstGeom prst="parallelogram">
                <a:avLst/>
              </a:prstGeom>
              <a:gradFill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2ebfcd42-81ad-4d35-b571-6e295ac535de" id="16" name="Bullet2">
                <a:extLst>
                  <a:ext uri="{FF2B5EF4-FFF2-40B4-BE49-F238E27FC236}">
                    <a16:creationId id="{D2E53AC2-0DEE-D40F-059E-D88F8B7DF026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8200482" y="1855609"/>
                <a:ext cx="2858425" cy="6548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代码的功能</a:t>
                </a:r>
              </a:p>
            </p:txBody>
          </p:sp>
          <p:sp>
            <p:nvSpPr>
              <p:cNvPr descr="f850ff92-f64b-4203-aa98-333383297a4f" id="17" name="Text2">
                <a:extLst>
                  <a:ext uri="{FF2B5EF4-FFF2-40B4-BE49-F238E27FC236}">
                    <a16:creationId id="{EC335B50-FA72-D8C7-8648-69C29292A63C}"/>
                  </a:ext>
                </a:extLst>
              </p:cNvPr>
              <p:cNvSpPr/>
              <p:nvPr/>
            </p:nvSpPr>
            <p:spPr>
              <a:xfrm flipH="false" flipV="false">
                <a:off x="8200482" y="2510484"/>
                <a:ext cx="2858419" cy="78790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根据霍尔传感器状态，控制舵机转动到指定角度。</a:t>
                </a:r>
              </a:p>
            </p:txBody>
          </p:sp>
          <p:sp>
            <p:nvSpPr>
              <p:cNvPr descr="8737e584-3ce5-498d-9551-97e5640a80f7" id="21" name="Shape2">
                <a:extLst>
                  <a:ext uri="{FF2B5EF4-FFF2-40B4-BE49-F238E27FC236}">
                    <a16:creationId id="{BC8DD8E6-5642-D679-85BD-51CFB24A0DFF}"/>
                  </a:ext>
                </a:extLst>
              </p:cNvPr>
              <p:cNvSpPr/>
              <p:nvPr/>
            </p:nvSpPr>
            <p:spPr>
              <a:xfrm flipH="false" flipV="false">
                <a:off x="11176873" y="1713034"/>
                <a:ext cx="521254" cy="1713053"/>
              </a:xfrm>
              <a:prstGeom prst="parallelogram">
                <a:avLst>
                  <a:gd fmla="val 78832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</p:grpSp>
        <p:grpSp>
          <p:nvGrpSpPr>
            <p:cNvPr descr="f3349671-be20-4d86-a71b-999e8d98a82c" id="34" name="组合 33">
              <a:extLst>
                <a:ext uri="{FF2B5EF4-FFF2-40B4-BE49-F238E27FC236}">
                  <a16:creationId id="{998D0423-72D6-26BB-CB44-EE5816D6F879}"/>
                </a:ext>
              </a:extLst>
            </p:cNvPr>
            <p:cNvGrpSpPr/>
            <p:nvPr/>
          </p:nvGrpSpPr>
          <p:grpSpPr>
            <a:xfrm>
              <a:off x="481173" y="3838313"/>
              <a:ext cx="3673393" cy="1713053"/>
              <a:chOff x="481173" y="3838313"/>
              <a:chExt cx="3673393" cy="1713053"/>
            </a:xfrm>
          </p:grpSpPr>
          <p:sp>
            <p:nvSpPr>
              <p:cNvPr descr="335139e9-94a4-4a14-8041-4dc0df685b74" id="6" name="ComponentBackground3">
                <a:extLst>
                  <a:ext uri="{FF2B5EF4-FFF2-40B4-BE49-F238E27FC236}">
                    <a16:creationId id="{53BF4C19-455E-E98D-C12F-D4BC8E41F828}"/>
                  </a:ext>
                </a:extLst>
              </p:cNvPr>
              <p:cNvSpPr/>
              <p:nvPr/>
            </p:nvSpPr>
            <p:spPr>
              <a:xfrm flipH="true" flipV="false">
                <a:off x="656922" y="3838313"/>
                <a:ext cx="3497644" cy="1713053"/>
              </a:xfrm>
              <a:prstGeom prst="parallelogram">
                <a:avLst/>
              </a:prstGeom>
              <a:gradFill>
                <a:gsLst>
                  <a:gs pos="0">
                    <a:schemeClr val="accent3">
                      <a:alpha val="0"/>
                    </a:schemeClr>
                  </a:gs>
                  <a:gs pos="100000">
                    <a:schemeClr val="accent3">
                      <a:alpha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2348fa5a-fda9-4d5c-a599-4de0bd9bb79d" id="14" name="Bullet3">
                <a:extLst>
                  <a:ext uri="{FF2B5EF4-FFF2-40B4-BE49-F238E27FC236}">
                    <a16:creationId id="{864B041D-75BE-6383-5E83-DA82EA54F0A1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13439" y="3982358"/>
                <a:ext cx="2858425" cy="6548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头文件的引入</a:t>
                </a:r>
              </a:p>
            </p:txBody>
          </p:sp>
          <p:sp>
            <p:nvSpPr>
              <p:cNvPr descr="1458719c-c55d-447f-a920-f287d51d7da7" id="15" name="Text3">
                <a:extLst>
                  <a:ext uri="{FF2B5EF4-FFF2-40B4-BE49-F238E27FC236}">
                    <a16:creationId id="{3181E4BD-96A4-D9BF-748B-0C2522FCB5B2}"/>
                  </a:ext>
                </a:extLst>
              </p:cNvPr>
              <p:cNvSpPr/>
              <p:nvPr/>
            </p:nvSpPr>
            <p:spPr>
              <a:xfrm flipH="false" flipV="false">
                <a:off x="1113439" y="4637233"/>
                <a:ext cx="2858419" cy="78790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引入Servo.h头文件，调用舵机相关的函数。</a:t>
                </a:r>
              </a:p>
            </p:txBody>
          </p:sp>
          <p:sp>
            <p:nvSpPr>
              <p:cNvPr descr="6c76c640-158a-4fcd-bd46-7004b3bf3d06" id="24" name="Shape3">
                <a:extLst>
                  <a:ext uri="{FF2B5EF4-FFF2-40B4-BE49-F238E27FC236}">
                    <a16:creationId id="{6E02F4A1-E4ED-1E0D-3CB2-FB0AB0C67BFC}"/>
                  </a:ext>
                </a:extLst>
              </p:cNvPr>
              <p:cNvSpPr/>
              <p:nvPr/>
            </p:nvSpPr>
            <p:spPr>
              <a:xfrm flipH="true" flipV="false">
                <a:off x="481173" y="3838313"/>
                <a:ext cx="521254" cy="1713053"/>
              </a:xfrm>
              <a:prstGeom prst="parallelogram">
                <a:avLst>
                  <a:gd fmla="val 78832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</p:grpSp>
        <p:grpSp>
          <p:nvGrpSpPr>
            <p:cNvPr descr="a8364539-8750-4bad-9ae2-1c4c4508699d" id="32" name="组合 31">
              <a:extLst>
                <a:ext uri="{FF2B5EF4-FFF2-40B4-BE49-F238E27FC236}">
                  <a16:creationId id="{FDE28213-B0B1-28C1-6408-D04AC05B7136}"/>
                </a:ext>
              </a:extLst>
            </p:cNvPr>
            <p:cNvGrpSpPr/>
            <p:nvPr/>
          </p:nvGrpSpPr>
          <p:grpSpPr>
            <a:xfrm>
              <a:off x="8017780" y="3838313"/>
              <a:ext cx="3680347" cy="1713053"/>
              <a:chOff x="8017780" y="3838313"/>
              <a:chExt cx="3680347" cy="1713053"/>
            </a:xfrm>
          </p:grpSpPr>
          <p:sp>
            <p:nvSpPr>
              <p:cNvPr descr="e5f4744f-5124-4b20-b10b-6d55b9de4a0d" id="4" name="ComponentBackground4">
                <a:extLst>
                  <a:ext uri="{FF2B5EF4-FFF2-40B4-BE49-F238E27FC236}">
                    <a16:creationId id="{998265D9-0505-3AD2-C28E-DE34808E752A}"/>
                  </a:ext>
                </a:extLst>
              </p:cNvPr>
              <p:cNvSpPr/>
              <p:nvPr/>
            </p:nvSpPr>
            <p:spPr>
              <a:xfrm flipH="false" flipV="false">
                <a:off x="8017780" y="3838313"/>
                <a:ext cx="3497644" cy="1713053"/>
              </a:xfrm>
              <a:prstGeom prst="parallelogram">
                <a:avLst/>
              </a:prstGeom>
              <a:gradFill>
                <a:gsLst>
                  <a:gs pos="0">
                    <a:schemeClr val="accent4">
                      <a:alpha val="0"/>
                    </a:schemeClr>
                  </a:gs>
                  <a:gs pos="100000">
                    <a:schemeClr val="accent4">
                      <a:alpha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9da828d3-6d25-4595-b7b7-dffb21492562" id="18" name="Bullet4">
                <a:extLst>
                  <a:ext uri="{FF2B5EF4-FFF2-40B4-BE49-F238E27FC236}">
                    <a16:creationId id="{369D3159-4924-A6FE-5389-D6CFFA1D120F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8200482" y="3982358"/>
                <a:ext cx="2858425" cy="6548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变量的定义</a:t>
                </a:r>
              </a:p>
            </p:txBody>
          </p:sp>
          <p:sp>
            <p:nvSpPr>
              <p:cNvPr descr="d894853e-3152-4c4a-82ea-d5bdb7871485" id="19" name="Text4">
                <a:extLst>
                  <a:ext uri="{FF2B5EF4-FFF2-40B4-BE49-F238E27FC236}">
                    <a16:creationId id="{35E739D5-BF1A-DA48-1A2C-7639A8FA7937}"/>
                  </a:ext>
                </a:extLst>
              </p:cNvPr>
              <p:cNvSpPr/>
              <p:nvPr/>
            </p:nvSpPr>
            <p:spPr>
              <a:xfrm flipH="false" flipV="false">
                <a:off x="8200482" y="4637233"/>
                <a:ext cx="2858419" cy="78790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定义舵机、传感器和引脚相关的变量，方便程序使用。</a:t>
                </a:r>
              </a:p>
            </p:txBody>
          </p:sp>
          <p:sp>
            <p:nvSpPr>
              <p:cNvPr descr="c01672dc-87a5-43d6-83a7-fc32196e67bb" id="22" name="Shape4">
                <a:extLst>
                  <a:ext uri="{FF2B5EF4-FFF2-40B4-BE49-F238E27FC236}">
                    <a16:creationId id="{0C8C6727-6792-4708-8194-D68299BFF3A6}"/>
                  </a:ext>
                </a:extLst>
              </p:cNvPr>
              <p:cNvSpPr/>
              <p:nvPr/>
            </p:nvSpPr>
            <p:spPr>
              <a:xfrm flipH="false" flipV="false">
                <a:off x="11176873" y="3838313"/>
                <a:ext cx="521254" cy="1713053"/>
              </a:xfrm>
              <a:prstGeom prst="parallelogram">
                <a:avLst>
                  <a:gd fmla="val 78832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6f23f2c-a8b3-4b8f-beb2-a6eb7b4d29f5" id="5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4400" u="none">
                <a:solidFill>
                  <a:srgbClr val="2F2F2F"/>
                </a:solidFill>
                <a:ea typeface="微软雅黑"/>
              </a:rPr>
              <a:t>其他模块教学</a:t>
            </a:r>
          </a:p>
        </p:txBody>
      </p:sp>
      <p:sp>
        <p:nvSpPr>
          <p:cNvPr descr="7f5b0d06-0214-4fd4-b19d-b8c77427cc43" id="25" name=""/>
          <p:cNvSpPr>
            <a:spLocks noGrp="1"/>
          </p:cNvSpPr>
          <p:nvPr>
            <p:ph hasCustomPrompt="1" idx="1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2000" u="none">
                <a:solidFill>
                  <a:srgbClr val="2F2F2F"/>
                </a:solidFill>
                <a:ea typeface="微软雅黑"/>
              </a:rPr>
              <a:t>掌握多种功能模块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438c02dd-0f22-465b-af2a-ce958c13a991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升降模块2</a:t>
            </a:r>
          </a:p>
        </p:txBody>
      </p:sp>
      <p:grpSp>
        <p:nvGrpSpPr>
          <p:cNvPr descr="c26f9b26-30e6-4e56-9967-70c99bff9edc" id="13" name="4fd913c7-11fd-4171-a2aa-ea6658a24207.source.4.zh-Hans.pptx">
            <a:extLst>
              <a:ext uri="{FF2B5EF4-FFF2-40B4-BE49-F238E27FC236}">
                <a16:creationId id="{88964AF0-F38F-DAAF-EF5D-B2BB38E4C12F}"/>
              </a:ext>
            </a:extLst>
          </p:cNvPr>
          <p:cNvGrpSpPr/>
          <p:nvPr/>
        </p:nvGrpSpPr>
        <p:grpSpPr>
          <a:xfrm>
            <a:off x="660400" y="1130299"/>
            <a:ext cx="10998200" cy="4597402"/>
            <a:chOff x="660400" y="1130299"/>
            <a:chExt cx="10998200" cy="4597402"/>
          </a:xfrm>
        </p:grpSpPr>
        <p:sp>
          <p:nvSpPr>
            <p:cNvPr descr="50c71ba0-5c4e-49e1-8690-b618f32edef3" id="17" name="Title">
              <a:extLst>
                <a:ext uri="{FF2B5EF4-FFF2-40B4-BE49-F238E27FC236}">
                  <a16:creationId id="{BB9F2C41-28AB-DC99-51CD-5745006A2409}"/>
                </a:ext>
              </a:extLst>
            </p:cNvPr>
            <p:cNvSpPr txBox="1">
              <a:spLocks/>
            </p:cNvSpPr>
            <p:nvPr/>
          </p:nvSpPr>
          <p:spPr>
            <a:xfrm flipH="false" flipV="false">
              <a:off x="2454554" y="1130299"/>
              <a:ext cx="7270191" cy="762001"/>
            </a:xfrm>
            <a:prstGeom prst="rect">
              <a:avLst/>
            </a:prstGeom>
            <a:noFill/>
            <a:ln>
              <a:noFill/>
            </a:ln>
          </p:spPr>
          <p:txBody>
            <a:bodyPr anchor="t" anchorCtr="false" bIns="45720" lIns="91440" rIns="91440" tIns="45720" wrap="square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b="true" i="false" lang="en-US" strike="noStrike" sz="2400" u="none">
                  <a:solidFill>
                    <a:srgbClr val="2F2F2F"/>
                  </a:solidFill>
                  <a:ea typeface="微软雅黑"/>
                </a:rPr>
                <a:t>添加第二个升降模块</a:t>
              </a:r>
            </a:p>
          </p:txBody>
        </p:sp>
        <p:grpSp>
          <p:nvGrpSpPr>
            <p:cNvPr descr="9cd51503-6bbe-47d5-850a-8ee859621199" id="9" name="组合 8">
              <a:extLst>
                <a:ext uri="{FF2B5EF4-FFF2-40B4-BE49-F238E27FC236}">
                  <a16:creationId id="{8647F283-6953-67A1-E815-44E8000F91A6}"/>
                </a:ext>
              </a:extLst>
            </p:cNvPr>
            <p:cNvGrpSpPr/>
            <p:nvPr/>
          </p:nvGrpSpPr>
          <p:grpSpPr>
            <a:xfrm>
              <a:off x="660400" y="2039008"/>
              <a:ext cx="2706656" cy="3688693"/>
              <a:chOff x="660400" y="2039008"/>
              <a:chExt cx="2706656" cy="3688693"/>
            </a:xfrm>
          </p:grpSpPr>
          <p:sp>
            <p:nvSpPr>
              <p:cNvPr descr="e7c5d522-c374-4d34-892b-42d9e9e93045" id="5" name="矩形 4">
                <a:extLst>
                  <a:ext uri="{FF2B5EF4-FFF2-40B4-BE49-F238E27FC236}">
                    <a16:creationId id="{862C93B7-E693-D55A-20A7-3F4B851949B6}"/>
                  </a:ext>
                </a:extLst>
              </p:cNvPr>
              <p:cNvSpPr/>
              <p:nvPr/>
            </p:nvSpPr>
            <p:spPr>
              <a:xfrm flipH="false" flipV="false">
                <a:off x="687981" y="2069066"/>
                <a:ext cx="2460523" cy="335847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39000"/>
                    </a:schemeClr>
                  </a:gs>
                  <a:gs pos="100000">
                    <a:schemeClr val="accent1">
                      <a:alpha val="32000"/>
                    </a:schemeClr>
                  </a:gs>
                  <a:gs pos="55000">
                    <a:schemeClr val="accent1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b="-100000" r="-10000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1d86166f-56e8-4ec7-961c-18c4ef8ecfb9" id="21" name="任意多边形: 形状 20">
                <a:extLst>
                  <a:ext uri="{FF2B5EF4-FFF2-40B4-BE49-F238E27FC236}">
                    <a16:creationId id="{AB73A1F7-16C6-7790-0D99-A3E170ECE4C2}"/>
                  </a:ext>
                </a:extLst>
              </p:cNvPr>
              <p:cNvSpPr/>
              <p:nvPr/>
            </p:nvSpPr>
            <p:spPr>
              <a:xfrm flipH="false" flipV="false">
                <a:off x="1054019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b3ff46a8-f0e5-4f04-9d39-78eb2475f31c" id="22" name="任意多边形: 形状 21">
                <a:extLst>
                  <a:ext uri="{FF2B5EF4-FFF2-40B4-BE49-F238E27FC236}">
                    <a16:creationId id="{24A3E9E4-3E82-0073-1064-3933AA6C9232}"/>
                  </a:ext>
                </a:extLst>
              </p:cNvPr>
              <p:cNvSpPr/>
              <p:nvPr/>
            </p:nvSpPr>
            <p:spPr>
              <a:xfrm flipH="false" flipV="false">
                <a:off x="1199119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caa637eb-4066-4e43-98b4-a91fa40c4a27" id="23" name="任意多边形: 形状 22">
                <a:extLst>
                  <a:ext uri="{FF2B5EF4-FFF2-40B4-BE49-F238E27FC236}">
                    <a16:creationId id="{1A6483A2-2C00-EC5D-90CB-00E3E5AB79DB}"/>
                  </a:ext>
                </a:extLst>
              </p:cNvPr>
              <p:cNvSpPr/>
              <p:nvPr/>
            </p:nvSpPr>
            <p:spPr>
              <a:xfrm flipH="false" flipV="false">
                <a:off x="1344398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635f5530-43c2-4aea-8573-2096cf5741eb" id="24" name="任意多边形: 形状 23">
                <a:extLst>
                  <a:ext uri="{FF2B5EF4-FFF2-40B4-BE49-F238E27FC236}">
                    <a16:creationId id="{31218991-7D2D-938D-BD01-C362FB3872F8}"/>
                  </a:ext>
                </a:extLst>
              </p:cNvPr>
              <p:cNvSpPr/>
              <p:nvPr/>
            </p:nvSpPr>
            <p:spPr>
              <a:xfrm flipH="false" flipV="false">
                <a:off x="1489496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9f070700-f368-4796-a62c-1779d2f4cfdd" id="25" name="任意多边形: 形状 24">
                <a:extLst>
                  <a:ext uri="{FF2B5EF4-FFF2-40B4-BE49-F238E27FC236}">
                    <a16:creationId id="{708F40D3-BFE9-A81D-588D-FD1C6EF013F8}"/>
                  </a:ext>
                </a:extLst>
              </p:cNvPr>
              <p:cNvSpPr/>
              <p:nvPr/>
            </p:nvSpPr>
            <p:spPr>
              <a:xfrm flipH="false" flipV="false">
                <a:off x="1634775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d0489e95-8fed-4c9d-9a84-2a43dc731f48" id="26" name="任意多边形: 形状 25">
                <a:extLst>
                  <a:ext uri="{FF2B5EF4-FFF2-40B4-BE49-F238E27FC236}">
                    <a16:creationId id="{586F949E-307F-56DB-ED2F-A784FD46664F}"/>
                  </a:ext>
                </a:extLst>
              </p:cNvPr>
              <p:cNvSpPr/>
              <p:nvPr/>
            </p:nvSpPr>
            <p:spPr>
              <a:xfrm flipH="false" flipV="false">
                <a:off x="2752254" y="5394722"/>
                <a:ext cx="375760" cy="75401"/>
              </a:xfrm>
              <a:custGeom>
                <a:avLst/>
                <a:gdLst>
                  <a:gd fmla="*/ 160401 w 200786" name="connsiteX0"/>
                  <a:gd fmla="*/ 40291 h 40290" name="connsiteY0"/>
                  <a:gd fmla="*/ 0 w 200786" name="connsiteX1"/>
                  <a:gd fmla="*/ 40291 h 40290" name="connsiteY1"/>
                  <a:gd fmla="*/ 40386 w 200786" name="connsiteX2"/>
                  <a:gd fmla="*/ 0 h 40290" name="connsiteY2"/>
                  <a:gd fmla="*/ 200787 w 200786" name="connsiteX3"/>
                  <a:gd fmla="*/ 0 h 4029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0290" w="200786">
                    <a:moveTo>
                      <a:pt x="160401" y="40291"/>
                    </a:moveTo>
                    <a:lnTo>
                      <a:pt x="0" y="40291"/>
                    </a:lnTo>
                    <a:lnTo>
                      <a:pt x="40386" y="0"/>
                    </a:lnTo>
                    <a:lnTo>
                      <a:pt x="2007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26e87c12-dbcf-42d1-90df-3ea962e45464" id="20" name="任意多边形: 形状 19">
                <a:extLst>
                  <a:ext uri="{FF2B5EF4-FFF2-40B4-BE49-F238E27FC236}">
                    <a16:creationId id="{F980A5B9-0735-E22B-6861-E8370AB64D07}"/>
                  </a:ext>
                </a:extLst>
              </p:cNvPr>
              <p:cNvSpPr/>
              <p:nvPr/>
            </p:nvSpPr>
            <p:spPr>
              <a:xfrm flipH="false" flipV="false">
                <a:off x="813376" y="5221636"/>
                <a:ext cx="2553680" cy="506065"/>
              </a:xfrm>
              <a:custGeom>
                <a:avLst/>
                <a:gdLst>
                  <a:gd fmla="*/ 837819 w 1364551" name="connsiteX0"/>
                  <a:gd fmla="*/ 190691 h 270414" name="connsiteY0"/>
                  <a:gd fmla="*/ 758190 w 1364551" name="connsiteX1"/>
                  <a:gd fmla="*/ 270415 h 270414" name="connsiteY1"/>
                  <a:gd fmla="*/ 0 w 1364551" name="connsiteX2"/>
                  <a:gd fmla="*/ 270415 h 270414" name="connsiteY2"/>
                  <a:gd fmla="*/ 159353 w 1364551" name="connsiteX3"/>
                  <a:gd fmla="*/ 111062 h 270414" name="connsiteY3"/>
                  <a:gd fmla="*/ 1253585 w 1364551" name="connsiteX4"/>
                  <a:gd fmla="*/ 111062 h 270414" name="connsiteY4"/>
                  <a:gd fmla="*/ 1364552 w 1364551" name="connsiteX5"/>
                  <a:gd fmla="*/ 0 h 270414" name="connsiteY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b="b" l="l" r="r" t="t"/>
                <a:pathLst>
                  <a:path h="270414" w="1364551">
                    <a:moveTo>
                      <a:pt x="837819" y="190691"/>
                    </a:moveTo>
                    <a:lnTo>
                      <a:pt x="758190" y="270415"/>
                    </a:lnTo>
                    <a:lnTo>
                      <a:pt x="0" y="270415"/>
                    </a:lnTo>
                    <a:lnTo>
                      <a:pt x="159353" y="111062"/>
                    </a:lnTo>
                    <a:lnTo>
                      <a:pt x="1253585" y="111062"/>
                    </a:lnTo>
                    <a:lnTo>
                      <a:pt x="1364552" y="0"/>
                    </a:lnTo>
                  </a:path>
                </a:pathLst>
              </a:custGeom>
              <a:noFill/>
              <a:ln cap="flat" w="9525">
                <a:solidFill>
                  <a:schemeClr val="accent1"/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84ac8c34-4bf7-4f38-a0fb-fb9685baedf4" id="28" name="任意多边形: 形状 27">
                <a:extLst>
                  <a:ext uri="{FF2B5EF4-FFF2-40B4-BE49-F238E27FC236}">
                    <a16:creationId id="{29BCC43C-2E22-F7D2-88B2-9308BE0962AB}"/>
                  </a:ext>
                </a:extLst>
              </p:cNvPr>
              <p:cNvSpPr/>
              <p:nvPr/>
            </p:nvSpPr>
            <p:spPr>
              <a:xfrm flipH="false" flipV="false">
                <a:off x="660400" y="2039008"/>
                <a:ext cx="223824" cy="220631"/>
              </a:xfrm>
              <a:custGeom>
                <a:avLst/>
                <a:gdLst>
                  <a:gd fmla="*/ 149828 w 149828" name="connsiteX0"/>
                  <a:gd fmla="*/ 0 h 149828" name="connsiteY0"/>
                  <a:gd fmla="*/ 28956 w 149828" name="connsiteX1"/>
                  <a:gd fmla="*/ 0 h 149828" name="connsiteY1"/>
                  <a:gd fmla="*/ 0 w 149828" name="connsiteX2"/>
                  <a:gd fmla="*/ 0 h 149828" name="connsiteY2"/>
                  <a:gd fmla="*/ 0 w 149828" name="connsiteX3"/>
                  <a:gd fmla="*/ 28956 h 149828" name="connsiteY3"/>
                  <a:gd fmla="*/ 0 w 149828" name="connsiteX4"/>
                  <a:gd fmla="*/ 149828 h 149828" name="connsiteY4"/>
                  <a:gd fmla="*/ 38481 w 149828" name="connsiteX5"/>
                  <a:gd fmla="*/ 149828 h 149828" name="connsiteY5"/>
                  <a:gd fmla="*/ 38481 w 149828" name="connsiteX6"/>
                  <a:gd fmla="*/ 38481 h 149828" name="connsiteY6"/>
                  <a:gd fmla="*/ 149828 w 149828" name="connsiteX7"/>
                  <a:gd fmla="*/ 38481 h 149828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149828" w="149828">
                    <a:moveTo>
                      <a:pt x="149828" y="0"/>
                    </a:moveTo>
                    <a:lnTo>
                      <a:pt x="28956" y="0"/>
                    </a:lnTo>
                    <a:lnTo>
                      <a:pt x="0" y="0"/>
                    </a:lnTo>
                    <a:lnTo>
                      <a:pt x="0" y="28956"/>
                    </a:lnTo>
                    <a:lnTo>
                      <a:pt x="0" y="149828"/>
                    </a:lnTo>
                    <a:lnTo>
                      <a:pt x="38481" y="149828"/>
                    </a:lnTo>
                    <a:lnTo>
                      <a:pt x="38481" y="38481"/>
                    </a:lnTo>
                    <a:lnTo>
                      <a:pt x="149828" y="3848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grpSp>
            <p:nvGrpSpPr>
              <p:cNvPr descr="898b99c1-9e6b-46bd-8302-973f3f123381" id="2" name="组合 1">
                <a:extLst>
                  <a:ext uri="{FF2B5EF4-FFF2-40B4-BE49-F238E27FC236}">
                    <a16:creationId id="{2433AF18-5D15-56A7-B6F3-55076CB663D1}"/>
                  </a:ext>
                </a:extLst>
              </p:cNvPr>
              <p:cNvGrpSpPr/>
              <p:nvPr/>
            </p:nvGrpSpPr>
            <p:grpSpPr>
              <a:xfrm>
                <a:off x="751249" y="2632658"/>
                <a:ext cx="2325967" cy="2196064"/>
                <a:chOff x="751249" y="2632658"/>
                <a:chExt cx="2325967" cy="2196064"/>
              </a:xfrm>
            </p:grpSpPr>
            <p:sp>
              <p:nvSpPr>
                <p:cNvPr descr="b014b111-1439-4357-9bd3-f9d0851c25b6" id="30" name="Bullet1">
                  <a:extLst>
                    <a:ext uri="{FF2B5EF4-FFF2-40B4-BE49-F238E27FC236}">
                      <a16:creationId id="{93AE95D1-D2B9-BEC2-64F7-6008E25E645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751249" y="2632658"/>
                  <a:ext cx="2325967" cy="7171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true" lang="en-US" strike="noStrike" sz="1600" u="none">
                      <a:solidFill>
                        <a:srgbClr val="2F2F2F"/>
                      </a:solidFill>
                      <a:ea typeface="微软雅黑"/>
                    </a:rPr>
                    <a:t>代码的添加</a:t>
                  </a:r>
                </a:p>
              </p:txBody>
            </p:sp>
            <p:sp>
              <p:nvSpPr>
                <p:cNvPr descr="d807909a-0032-4678-a597-face70bb07dd" id="31" name="Text1">
                  <a:extLst>
                    <a:ext uri="{FF2B5EF4-FFF2-40B4-BE49-F238E27FC236}">
                      <a16:creationId id="{F558CEE7-8E38-F562-2C3A-350CF1B4AB0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751249" y="3373125"/>
                  <a:ext cx="2325967" cy="14555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true" lang="en-US" strike="noStrike" sz="1200" u="none">
                      <a:solidFill>
                        <a:srgbClr val="2F2F2F"/>
                      </a:solidFill>
                      <a:ea typeface="微软雅黑"/>
                    </a:rPr>
                    <a:t>在原有代码基础上添加第二个升降模块的相关代码。</a:t>
                  </a:r>
                </a:p>
              </p:txBody>
            </p:sp>
          </p:grpSp>
        </p:grpSp>
        <p:grpSp>
          <p:nvGrpSpPr>
            <p:cNvPr descr="cc71bc2a-7df5-46f3-a987-20976acf4e89" id="10" name="组合 9">
              <a:extLst>
                <a:ext uri="{FF2B5EF4-FFF2-40B4-BE49-F238E27FC236}">
                  <a16:creationId id="{617970AC-FE22-9C8B-1CE5-02B4245A3DCF}"/>
                </a:ext>
              </a:extLst>
            </p:cNvPr>
            <p:cNvGrpSpPr/>
            <p:nvPr/>
          </p:nvGrpSpPr>
          <p:grpSpPr>
            <a:xfrm>
              <a:off x="3424248" y="2039008"/>
              <a:ext cx="2706656" cy="3688693"/>
              <a:chOff x="3424248" y="2039008"/>
              <a:chExt cx="2706656" cy="3688693"/>
            </a:xfrm>
          </p:grpSpPr>
          <p:sp>
            <p:nvSpPr>
              <p:cNvPr descr="e58a9bba-a246-48c0-b846-c0622c97676c" id="37" name="矩形 36">
                <a:extLst>
                  <a:ext uri="{FF2B5EF4-FFF2-40B4-BE49-F238E27FC236}">
                    <a16:creationId id="{0A08A11B-7C9B-BEB0-F96E-BD80325D7183}"/>
                  </a:ext>
                </a:extLst>
              </p:cNvPr>
              <p:cNvSpPr/>
              <p:nvPr/>
            </p:nvSpPr>
            <p:spPr>
              <a:xfrm flipH="false" flipV="false">
                <a:off x="3451829" y="2069066"/>
                <a:ext cx="2460523" cy="335847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39000"/>
                    </a:schemeClr>
                  </a:gs>
                  <a:gs pos="100000">
                    <a:schemeClr val="accent1">
                      <a:alpha val="32000"/>
                    </a:schemeClr>
                  </a:gs>
                  <a:gs pos="55000">
                    <a:schemeClr val="accent1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b="-100000" r="-10000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fe67df6a-f621-49b4-949f-294050711e38" id="42" name="任意多边形: 形状 41">
                <a:extLst>
                  <a:ext uri="{FF2B5EF4-FFF2-40B4-BE49-F238E27FC236}">
                    <a16:creationId id="{A065092A-71CF-14EA-5B95-EE2EF3A406E9}"/>
                  </a:ext>
                </a:extLst>
              </p:cNvPr>
              <p:cNvSpPr/>
              <p:nvPr/>
            </p:nvSpPr>
            <p:spPr>
              <a:xfrm flipH="false" flipV="false">
                <a:off x="3817867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065a3351-4b68-4f68-a1e7-0aebfe16e5fe" id="43" name="任意多边形: 形状 42">
                <a:extLst>
                  <a:ext uri="{FF2B5EF4-FFF2-40B4-BE49-F238E27FC236}">
                    <a16:creationId id="{FAF5805B-4390-82FB-DE9A-E704BB0EE821}"/>
                  </a:ext>
                </a:extLst>
              </p:cNvPr>
              <p:cNvSpPr/>
              <p:nvPr/>
            </p:nvSpPr>
            <p:spPr>
              <a:xfrm flipH="false" flipV="false">
                <a:off x="3962967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ed8add11-ebac-4db2-807c-4a7de159c6a1" id="44" name="任意多边形: 形状 43">
                <a:extLst>
                  <a:ext uri="{FF2B5EF4-FFF2-40B4-BE49-F238E27FC236}">
                    <a16:creationId id="{C7DE2F8A-28E6-4DC1-E5D7-342CFAB30E47}"/>
                  </a:ext>
                </a:extLst>
              </p:cNvPr>
              <p:cNvSpPr/>
              <p:nvPr/>
            </p:nvSpPr>
            <p:spPr>
              <a:xfrm flipH="false" flipV="false">
                <a:off x="4108246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2d12b520-14fa-45d8-a5cb-466c4679b476" id="45" name="任意多边形: 形状 44">
                <a:extLst>
                  <a:ext uri="{FF2B5EF4-FFF2-40B4-BE49-F238E27FC236}">
                    <a16:creationId id="{7E1C5F86-12A1-50AD-BB9D-6D4B29A35F66}"/>
                  </a:ext>
                </a:extLst>
              </p:cNvPr>
              <p:cNvSpPr/>
              <p:nvPr/>
            </p:nvSpPr>
            <p:spPr>
              <a:xfrm flipH="false" flipV="false">
                <a:off x="4253344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e610bc52-ab44-4445-85b2-1e1a0cb56d5a" id="46" name="任意多边形: 形状 45">
                <a:extLst>
                  <a:ext uri="{FF2B5EF4-FFF2-40B4-BE49-F238E27FC236}">
                    <a16:creationId id="{3C6B3C08-EDCC-4C7D-1326-E4E2B69E7378}"/>
                  </a:ext>
                </a:extLst>
              </p:cNvPr>
              <p:cNvSpPr/>
              <p:nvPr/>
            </p:nvSpPr>
            <p:spPr>
              <a:xfrm flipH="false" flipV="false">
                <a:off x="4398623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4dae5413-3c29-4c43-800f-fbd30654fb27" id="47" name="任意多边形: 形状 46">
                <a:extLst>
                  <a:ext uri="{FF2B5EF4-FFF2-40B4-BE49-F238E27FC236}">
                    <a16:creationId id="{1729F206-D9A2-8C89-2087-67B284356A3E}"/>
                  </a:ext>
                </a:extLst>
              </p:cNvPr>
              <p:cNvSpPr/>
              <p:nvPr/>
            </p:nvSpPr>
            <p:spPr>
              <a:xfrm flipH="false" flipV="false">
                <a:off x="5516102" y="5394722"/>
                <a:ext cx="375760" cy="75401"/>
              </a:xfrm>
              <a:custGeom>
                <a:avLst/>
                <a:gdLst>
                  <a:gd fmla="*/ 160401 w 200786" name="connsiteX0"/>
                  <a:gd fmla="*/ 40291 h 40290" name="connsiteY0"/>
                  <a:gd fmla="*/ 0 w 200786" name="connsiteX1"/>
                  <a:gd fmla="*/ 40291 h 40290" name="connsiteY1"/>
                  <a:gd fmla="*/ 40386 w 200786" name="connsiteX2"/>
                  <a:gd fmla="*/ 0 h 40290" name="connsiteY2"/>
                  <a:gd fmla="*/ 200787 w 200786" name="connsiteX3"/>
                  <a:gd fmla="*/ 0 h 4029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0290" w="200786">
                    <a:moveTo>
                      <a:pt x="160401" y="40291"/>
                    </a:moveTo>
                    <a:lnTo>
                      <a:pt x="0" y="40291"/>
                    </a:lnTo>
                    <a:lnTo>
                      <a:pt x="40386" y="0"/>
                    </a:lnTo>
                    <a:lnTo>
                      <a:pt x="2007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19471494-42d0-44aa-9cb8-f43764da08bf" id="41" name="任意多边形: 形状 40">
                <a:extLst>
                  <a:ext uri="{FF2B5EF4-FFF2-40B4-BE49-F238E27FC236}">
                    <a16:creationId id="{2F0D500D-F833-AC61-7AF0-BA31E8C07BC5}"/>
                  </a:ext>
                </a:extLst>
              </p:cNvPr>
              <p:cNvSpPr/>
              <p:nvPr/>
            </p:nvSpPr>
            <p:spPr>
              <a:xfrm flipH="false" flipV="false">
                <a:off x="3577224" y="5221636"/>
                <a:ext cx="2553680" cy="506065"/>
              </a:xfrm>
              <a:custGeom>
                <a:avLst/>
                <a:gdLst>
                  <a:gd fmla="*/ 837819 w 1364551" name="connsiteX0"/>
                  <a:gd fmla="*/ 190691 h 270414" name="connsiteY0"/>
                  <a:gd fmla="*/ 758190 w 1364551" name="connsiteX1"/>
                  <a:gd fmla="*/ 270415 h 270414" name="connsiteY1"/>
                  <a:gd fmla="*/ 0 w 1364551" name="connsiteX2"/>
                  <a:gd fmla="*/ 270415 h 270414" name="connsiteY2"/>
                  <a:gd fmla="*/ 159353 w 1364551" name="connsiteX3"/>
                  <a:gd fmla="*/ 111062 h 270414" name="connsiteY3"/>
                  <a:gd fmla="*/ 1253585 w 1364551" name="connsiteX4"/>
                  <a:gd fmla="*/ 111062 h 270414" name="connsiteY4"/>
                  <a:gd fmla="*/ 1364552 w 1364551" name="connsiteX5"/>
                  <a:gd fmla="*/ 0 h 270414" name="connsiteY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b="b" l="l" r="r" t="t"/>
                <a:pathLst>
                  <a:path h="270414" w="1364551">
                    <a:moveTo>
                      <a:pt x="837819" y="190691"/>
                    </a:moveTo>
                    <a:lnTo>
                      <a:pt x="758190" y="270415"/>
                    </a:lnTo>
                    <a:lnTo>
                      <a:pt x="0" y="270415"/>
                    </a:lnTo>
                    <a:lnTo>
                      <a:pt x="159353" y="111062"/>
                    </a:lnTo>
                    <a:lnTo>
                      <a:pt x="1253585" y="111062"/>
                    </a:lnTo>
                    <a:lnTo>
                      <a:pt x="1364552" y="0"/>
                    </a:lnTo>
                  </a:path>
                </a:pathLst>
              </a:custGeom>
              <a:noFill/>
              <a:ln cap="flat" w="9525">
                <a:solidFill>
                  <a:schemeClr val="accent1"/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bcc47a57-f92d-48a8-b964-5b72b97610be" id="39" name="任意多边形: 形状 38">
                <a:extLst>
                  <a:ext uri="{FF2B5EF4-FFF2-40B4-BE49-F238E27FC236}">
                    <a16:creationId id="{1584EC34-4C5D-2A7E-3742-386A8CD79B30}"/>
                  </a:ext>
                </a:extLst>
              </p:cNvPr>
              <p:cNvSpPr/>
              <p:nvPr/>
            </p:nvSpPr>
            <p:spPr>
              <a:xfrm flipH="false" flipV="false">
                <a:off x="3424248" y="2039008"/>
                <a:ext cx="223824" cy="220631"/>
              </a:xfrm>
              <a:custGeom>
                <a:avLst/>
                <a:gdLst>
                  <a:gd fmla="*/ 149828 w 149828" name="connsiteX0"/>
                  <a:gd fmla="*/ 0 h 149828" name="connsiteY0"/>
                  <a:gd fmla="*/ 28956 w 149828" name="connsiteX1"/>
                  <a:gd fmla="*/ 0 h 149828" name="connsiteY1"/>
                  <a:gd fmla="*/ 0 w 149828" name="connsiteX2"/>
                  <a:gd fmla="*/ 0 h 149828" name="connsiteY2"/>
                  <a:gd fmla="*/ 0 w 149828" name="connsiteX3"/>
                  <a:gd fmla="*/ 28956 h 149828" name="connsiteY3"/>
                  <a:gd fmla="*/ 0 w 149828" name="connsiteX4"/>
                  <a:gd fmla="*/ 149828 h 149828" name="connsiteY4"/>
                  <a:gd fmla="*/ 38481 w 149828" name="connsiteX5"/>
                  <a:gd fmla="*/ 149828 h 149828" name="connsiteY5"/>
                  <a:gd fmla="*/ 38481 w 149828" name="connsiteX6"/>
                  <a:gd fmla="*/ 38481 h 149828" name="connsiteY6"/>
                  <a:gd fmla="*/ 149828 w 149828" name="connsiteX7"/>
                  <a:gd fmla="*/ 38481 h 149828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149828" w="149828">
                    <a:moveTo>
                      <a:pt x="149828" y="0"/>
                    </a:moveTo>
                    <a:lnTo>
                      <a:pt x="28956" y="0"/>
                    </a:lnTo>
                    <a:lnTo>
                      <a:pt x="0" y="0"/>
                    </a:lnTo>
                    <a:lnTo>
                      <a:pt x="0" y="28956"/>
                    </a:lnTo>
                    <a:lnTo>
                      <a:pt x="0" y="149828"/>
                    </a:lnTo>
                    <a:lnTo>
                      <a:pt x="38481" y="149828"/>
                    </a:lnTo>
                    <a:lnTo>
                      <a:pt x="38481" y="38481"/>
                    </a:lnTo>
                    <a:lnTo>
                      <a:pt x="149828" y="3848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grpSp>
            <p:nvGrpSpPr>
              <p:cNvPr descr="557036d1-f287-4b0e-915e-880e7e64e008" id="3" name="组合 2">
                <a:extLst>
                  <a:ext uri="{FF2B5EF4-FFF2-40B4-BE49-F238E27FC236}">
                    <a16:creationId id="{7219AA24-0F9D-AE55-0806-028457ABD33F}"/>
                  </a:ext>
                </a:extLst>
              </p:cNvPr>
              <p:cNvGrpSpPr/>
              <p:nvPr/>
            </p:nvGrpSpPr>
            <p:grpSpPr>
              <a:xfrm>
                <a:off x="3515097" y="2632658"/>
                <a:ext cx="2325967" cy="2196064"/>
                <a:chOff x="3515097" y="2632658"/>
                <a:chExt cx="2325967" cy="2196064"/>
              </a:xfrm>
            </p:grpSpPr>
            <p:sp>
              <p:nvSpPr>
                <p:cNvPr descr="183661b4-feff-4d0a-ae93-0f0d98005e63" id="35" name="Bullet2">
                  <a:extLst>
                    <a:ext uri="{FF2B5EF4-FFF2-40B4-BE49-F238E27FC236}">
                      <a16:creationId id="{1A3E4061-F3B1-5131-250D-138741A96B7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3515097" y="2632658"/>
                  <a:ext cx="2325967" cy="7171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true" lang="en-US" strike="noStrike" sz="1600" u="none">
                      <a:solidFill>
                        <a:srgbClr val="2F2F2F"/>
                      </a:solidFill>
                      <a:ea typeface="微软雅黑"/>
                    </a:rPr>
                    <a:t>模块的区别</a:t>
                  </a:r>
                </a:p>
              </p:txBody>
            </p:sp>
            <p:sp>
              <p:nvSpPr>
                <p:cNvPr descr="f1a3dd83-5b55-4f71-8e01-51b62d64df8f" id="36" name="Text2">
                  <a:extLst>
                    <a:ext uri="{FF2B5EF4-FFF2-40B4-BE49-F238E27FC236}">
                      <a16:creationId id="{8D38D89E-4A49-1ED7-D0E5-6204632CD41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3515097" y="3373125"/>
                  <a:ext cx="2325967" cy="14555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true" lang="en-US" strike="noStrike" sz="1200" u="none">
                      <a:solidFill>
                        <a:srgbClr val="2F2F2F"/>
                      </a:solidFill>
                      <a:ea typeface="微软雅黑"/>
                    </a:rPr>
                    <a:t>第二个模块有独立的传感器和舵机引脚，实现不同控制。</a:t>
                  </a:r>
                </a:p>
              </p:txBody>
            </p:sp>
          </p:grpSp>
        </p:grpSp>
        <p:grpSp>
          <p:nvGrpSpPr>
            <p:cNvPr descr="2f626642-ef72-4701-9a26-a345cdf8630a" id="11" name="组合 10">
              <a:extLst>
                <a:ext uri="{FF2B5EF4-FFF2-40B4-BE49-F238E27FC236}">
                  <a16:creationId id="{0D8CC0F4-5F5D-DD9F-BF64-8AB273004269}"/>
                </a:ext>
              </a:extLst>
            </p:cNvPr>
            <p:cNvGrpSpPr/>
            <p:nvPr/>
          </p:nvGrpSpPr>
          <p:grpSpPr>
            <a:xfrm>
              <a:off x="6188096" y="2039008"/>
              <a:ext cx="2706656" cy="3688693"/>
              <a:chOff x="6188096" y="2039008"/>
              <a:chExt cx="2706656" cy="3688693"/>
            </a:xfrm>
          </p:grpSpPr>
          <p:sp>
            <p:nvSpPr>
              <p:cNvPr descr="525efa5f-0628-4630-8b3e-71d3da64701a" id="52" name="矩形 51">
                <a:extLst>
                  <a:ext uri="{FF2B5EF4-FFF2-40B4-BE49-F238E27FC236}">
                    <a16:creationId id="{CB62FEDF-DF83-1D7F-1FB4-3649F4016339}"/>
                  </a:ext>
                </a:extLst>
              </p:cNvPr>
              <p:cNvSpPr/>
              <p:nvPr/>
            </p:nvSpPr>
            <p:spPr>
              <a:xfrm flipH="false" flipV="false">
                <a:off x="6215677" y="2069066"/>
                <a:ext cx="2460523" cy="335847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39000"/>
                    </a:schemeClr>
                  </a:gs>
                  <a:gs pos="100000">
                    <a:schemeClr val="accent1">
                      <a:alpha val="32000"/>
                    </a:schemeClr>
                  </a:gs>
                  <a:gs pos="55000">
                    <a:schemeClr val="accent1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b="-100000" r="-10000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2b912393-ef97-43c1-a1a3-f28d13e3b492" id="57" name="任意多边形: 形状 56">
                <a:extLst>
                  <a:ext uri="{FF2B5EF4-FFF2-40B4-BE49-F238E27FC236}">
                    <a16:creationId id="{DEC68181-51D0-F5BE-7AA7-2A7158E2DA0A}"/>
                  </a:ext>
                </a:extLst>
              </p:cNvPr>
              <p:cNvSpPr/>
              <p:nvPr/>
            </p:nvSpPr>
            <p:spPr>
              <a:xfrm flipH="false" flipV="false">
                <a:off x="6581715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69275e55-ddd4-476e-8351-910c0d16b5e6" id="58" name="任意多边形: 形状 57">
                <a:extLst>
                  <a:ext uri="{FF2B5EF4-FFF2-40B4-BE49-F238E27FC236}">
                    <a16:creationId id="{77399209-9283-CB90-F463-9A7C3BD5FA49}"/>
                  </a:ext>
                </a:extLst>
              </p:cNvPr>
              <p:cNvSpPr/>
              <p:nvPr/>
            </p:nvSpPr>
            <p:spPr>
              <a:xfrm flipH="false" flipV="false">
                <a:off x="6726815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30cb6289-ce64-423f-95b0-cfb8f684358d" id="59" name="任意多边形: 形状 58">
                <a:extLst>
                  <a:ext uri="{FF2B5EF4-FFF2-40B4-BE49-F238E27FC236}">
                    <a16:creationId id="{C9D6694F-C361-C221-8668-97844831F359}"/>
                  </a:ext>
                </a:extLst>
              </p:cNvPr>
              <p:cNvSpPr/>
              <p:nvPr/>
            </p:nvSpPr>
            <p:spPr>
              <a:xfrm flipH="false" flipV="false">
                <a:off x="6872094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0c4fb582-bc71-42cd-b783-fc126a3a0747" id="60" name="任意多边形: 形状 59">
                <a:extLst>
                  <a:ext uri="{FF2B5EF4-FFF2-40B4-BE49-F238E27FC236}">
                    <a16:creationId id="{B3459C07-2F94-1E74-B59D-BA3E8CF5B952}"/>
                  </a:ext>
                </a:extLst>
              </p:cNvPr>
              <p:cNvSpPr/>
              <p:nvPr/>
            </p:nvSpPr>
            <p:spPr>
              <a:xfrm flipH="false" flipV="false">
                <a:off x="7017192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234b6881-9d2d-45cc-b33a-a5d0f08b6b11" id="61" name="任意多边形: 形状 60">
                <a:extLst>
                  <a:ext uri="{FF2B5EF4-FFF2-40B4-BE49-F238E27FC236}">
                    <a16:creationId id="{86DED3FE-89C1-7B8C-6CD6-3976FDC7E190}"/>
                  </a:ext>
                </a:extLst>
              </p:cNvPr>
              <p:cNvSpPr/>
              <p:nvPr/>
            </p:nvSpPr>
            <p:spPr>
              <a:xfrm flipH="false" flipV="false">
                <a:off x="7162471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c0d52909-a0cb-4fd1-8273-e3933b12c48e" id="62" name="任意多边形: 形状 61">
                <a:extLst>
                  <a:ext uri="{FF2B5EF4-FFF2-40B4-BE49-F238E27FC236}">
                    <a16:creationId id="{AC066E04-289F-3923-F1FB-23C397186F8B}"/>
                  </a:ext>
                </a:extLst>
              </p:cNvPr>
              <p:cNvSpPr/>
              <p:nvPr/>
            </p:nvSpPr>
            <p:spPr>
              <a:xfrm flipH="false" flipV="false">
                <a:off x="8279950" y="5394722"/>
                <a:ext cx="375760" cy="75401"/>
              </a:xfrm>
              <a:custGeom>
                <a:avLst/>
                <a:gdLst>
                  <a:gd fmla="*/ 160401 w 200786" name="connsiteX0"/>
                  <a:gd fmla="*/ 40291 h 40290" name="connsiteY0"/>
                  <a:gd fmla="*/ 0 w 200786" name="connsiteX1"/>
                  <a:gd fmla="*/ 40291 h 40290" name="connsiteY1"/>
                  <a:gd fmla="*/ 40386 w 200786" name="connsiteX2"/>
                  <a:gd fmla="*/ 0 h 40290" name="connsiteY2"/>
                  <a:gd fmla="*/ 200787 w 200786" name="connsiteX3"/>
                  <a:gd fmla="*/ 0 h 4029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0290" w="200786">
                    <a:moveTo>
                      <a:pt x="160401" y="40291"/>
                    </a:moveTo>
                    <a:lnTo>
                      <a:pt x="0" y="40291"/>
                    </a:lnTo>
                    <a:lnTo>
                      <a:pt x="40386" y="0"/>
                    </a:lnTo>
                    <a:lnTo>
                      <a:pt x="2007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23bfddb9-cdf4-4763-bf90-4864af9195bd" id="56" name="任意多边形: 形状 55">
                <a:extLst>
                  <a:ext uri="{FF2B5EF4-FFF2-40B4-BE49-F238E27FC236}">
                    <a16:creationId id="{ED449B20-82EC-DD4C-6792-507FF17D41C3}"/>
                  </a:ext>
                </a:extLst>
              </p:cNvPr>
              <p:cNvSpPr/>
              <p:nvPr/>
            </p:nvSpPr>
            <p:spPr>
              <a:xfrm flipH="false" flipV="false">
                <a:off x="6341072" y="5221636"/>
                <a:ext cx="2553680" cy="506065"/>
              </a:xfrm>
              <a:custGeom>
                <a:avLst/>
                <a:gdLst>
                  <a:gd fmla="*/ 837819 w 1364551" name="connsiteX0"/>
                  <a:gd fmla="*/ 190691 h 270414" name="connsiteY0"/>
                  <a:gd fmla="*/ 758190 w 1364551" name="connsiteX1"/>
                  <a:gd fmla="*/ 270415 h 270414" name="connsiteY1"/>
                  <a:gd fmla="*/ 0 w 1364551" name="connsiteX2"/>
                  <a:gd fmla="*/ 270415 h 270414" name="connsiteY2"/>
                  <a:gd fmla="*/ 159353 w 1364551" name="connsiteX3"/>
                  <a:gd fmla="*/ 111062 h 270414" name="connsiteY3"/>
                  <a:gd fmla="*/ 1253585 w 1364551" name="connsiteX4"/>
                  <a:gd fmla="*/ 111062 h 270414" name="connsiteY4"/>
                  <a:gd fmla="*/ 1364552 w 1364551" name="connsiteX5"/>
                  <a:gd fmla="*/ 0 h 270414" name="connsiteY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b="b" l="l" r="r" t="t"/>
                <a:pathLst>
                  <a:path h="270414" w="1364551">
                    <a:moveTo>
                      <a:pt x="837819" y="190691"/>
                    </a:moveTo>
                    <a:lnTo>
                      <a:pt x="758190" y="270415"/>
                    </a:lnTo>
                    <a:lnTo>
                      <a:pt x="0" y="270415"/>
                    </a:lnTo>
                    <a:lnTo>
                      <a:pt x="159353" y="111062"/>
                    </a:lnTo>
                    <a:lnTo>
                      <a:pt x="1253585" y="111062"/>
                    </a:lnTo>
                    <a:lnTo>
                      <a:pt x="1364552" y="0"/>
                    </a:lnTo>
                  </a:path>
                </a:pathLst>
              </a:custGeom>
              <a:noFill/>
              <a:ln cap="flat" w="9525">
                <a:solidFill>
                  <a:schemeClr val="accent1"/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e615e948-0b0a-447e-87fa-8d12dae02282" id="54" name="任意多边形: 形状 53">
                <a:extLst>
                  <a:ext uri="{FF2B5EF4-FFF2-40B4-BE49-F238E27FC236}">
                    <a16:creationId id="{CA7049B2-3C49-C7E6-7C23-840CCB6129B0}"/>
                  </a:ext>
                </a:extLst>
              </p:cNvPr>
              <p:cNvSpPr/>
              <p:nvPr/>
            </p:nvSpPr>
            <p:spPr>
              <a:xfrm flipH="false" flipV="false">
                <a:off x="6188096" y="2039008"/>
                <a:ext cx="223824" cy="220631"/>
              </a:xfrm>
              <a:custGeom>
                <a:avLst/>
                <a:gdLst>
                  <a:gd fmla="*/ 149828 w 149828" name="connsiteX0"/>
                  <a:gd fmla="*/ 0 h 149828" name="connsiteY0"/>
                  <a:gd fmla="*/ 28956 w 149828" name="connsiteX1"/>
                  <a:gd fmla="*/ 0 h 149828" name="connsiteY1"/>
                  <a:gd fmla="*/ 0 w 149828" name="connsiteX2"/>
                  <a:gd fmla="*/ 0 h 149828" name="connsiteY2"/>
                  <a:gd fmla="*/ 0 w 149828" name="connsiteX3"/>
                  <a:gd fmla="*/ 28956 h 149828" name="connsiteY3"/>
                  <a:gd fmla="*/ 0 w 149828" name="connsiteX4"/>
                  <a:gd fmla="*/ 149828 h 149828" name="connsiteY4"/>
                  <a:gd fmla="*/ 38481 w 149828" name="connsiteX5"/>
                  <a:gd fmla="*/ 149828 h 149828" name="connsiteY5"/>
                  <a:gd fmla="*/ 38481 w 149828" name="connsiteX6"/>
                  <a:gd fmla="*/ 38481 h 149828" name="connsiteY6"/>
                  <a:gd fmla="*/ 149828 w 149828" name="connsiteX7"/>
                  <a:gd fmla="*/ 38481 h 149828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149828" w="149828">
                    <a:moveTo>
                      <a:pt x="149828" y="0"/>
                    </a:moveTo>
                    <a:lnTo>
                      <a:pt x="28956" y="0"/>
                    </a:lnTo>
                    <a:lnTo>
                      <a:pt x="0" y="0"/>
                    </a:lnTo>
                    <a:lnTo>
                      <a:pt x="0" y="28956"/>
                    </a:lnTo>
                    <a:lnTo>
                      <a:pt x="0" y="149828"/>
                    </a:lnTo>
                    <a:lnTo>
                      <a:pt x="38481" y="149828"/>
                    </a:lnTo>
                    <a:lnTo>
                      <a:pt x="38481" y="38481"/>
                    </a:lnTo>
                    <a:lnTo>
                      <a:pt x="149828" y="3848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grpSp>
            <p:nvGrpSpPr>
              <p:cNvPr descr="91f3c687-21b3-46ee-9958-b29d292b87c3" id="4" name="组合 3">
                <a:extLst>
                  <a:ext uri="{FF2B5EF4-FFF2-40B4-BE49-F238E27FC236}">
                    <a16:creationId id="{F5D40DE7-95C1-7701-6812-993FE01139F1}"/>
                  </a:ext>
                </a:extLst>
              </p:cNvPr>
              <p:cNvGrpSpPr/>
              <p:nvPr/>
            </p:nvGrpSpPr>
            <p:grpSpPr>
              <a:xfrm>
                <a:off x="6278945" y="2632658"/>
                <a:ext cx="2325967" cy="2196064"/>
                <a:chOff x="6278945" y="2632658"/>
                <a:chExt cx="2325967" cy="2196064"/>
              </a:xfrm>
            </p:grpSpPr>
            <p:sp>
              <p:nvSpPr>
                <p:cNvPr descr="f5af7e5e-1200-467e-8cdb-6113bd184457" id="50" name="Bullet3">
                  <a:extLst>
                    <a:ext uri="{FF2B5EF4-FFF2-40B4-BE49-F238E27FC236}">
                      <a16:creationId id="{D348F0B2-7743-DD05-A7A1-D411DB82FF6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6278945" y="2632658"/>
                  <a:ext cx="2325967" cy="7171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true" lang="en-US" strike="noStrike" sz="1600" u="none">
                      <a:solidFill>
                        <a:srgbClr val="2F2F2F"/>
                      </a:solidFill>
                      <a:ea typeface="微软雅黑"/>
                    </a:rPr>
                    <a:t>引脚的定义</a:t>
                  </a:r>
                </a:p>
              </p:txBody>
            </p:sp>
            <p:sp>
              <p:nvSpPr>
                <p:cNvPr descr="445cdc0a-3afc-4e0e-a074-5fff8b78ad18" id="51" name="Text3">
                  <a:extLst>
                    <a:ext uri="{FF2B5EF4-FFF2-40B4-BE49-F238E27FC236}">
                      <a16:creationId id="{434D6D71-02C3-603F-50BE-F0AE86FB657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6278945" y="3373125"/>
                  <a:ext cx="2325967" cy="14555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true" lang="en-US" strike="noStrike" sz="1200" u="none">
                      <a:solidFill>
                        <a:srgbClr val="2F2F2F"/>
                      </a:solidFill>
                      <a:ea typeface="微软雅黑"/>
                    </a:rPr>
                    <a:t>定义第二个模块的传感器和舵机引脚，确保程序正确识别。</a:t>
                  </a:r>
                </a:p>
              </p:txBody>
            </p:sp>
          </p:grpSp>
        </p:grpSp>
        <p:grpSp>
          <p:nvGrpSpPr>
            <p:cNvPr descr="23eb50ee-cf72-4ff1-a68e-d33b632206a6" id="12" name="组合 11">
              <a:extLst>
                <a:ext uri="{FF2B5EF4-FFF2-40B4-BE49-F238E27FC236}">
                  <a16:creationId id="{90645493-C245-9329-0256-CA2AD153FD09}"/>
                </a:ext>
              </a:extLst>
            </p:cNvPr>
            <p:cNvGrpSpPr/>
            <p:nvPr/>
          </p:nvGrpSpPr>
          <p:grpSpPr>
            <a:xfrm>
              <a:off x="8951944" y="2039008"/>
              <a:ext cx="2706656" cy="3688693"/>
              <a:chOff x="8951944" y="2039008"/>
              <a:chExt cx="2706656" cy="3688693"/>
            </a:xfrm>
          </p:grpSpPr>
          <p:sp>
            <p:nvSpPr>
              <p:cNvPr descr="130661ec-eb96-4e03-9505-58aa2a41de80" id="67" name="矩形 66">
                <a:extLst>
                  <a:ext uri="{FF2B5EF4-FFF2-40B4-BE49-F238E27FC236}">
                    <a16:creationId id="{339D1E78-0D2C-98F4-EC97-13795B2977DD}"/>
                  </a:ext>
                </a:extLst>
              </p:cNvPr>
              <p:cNvSpPr/>
              <p:nvPr/>
            </p:nvSpPr>
            <p:spPr>
              <a:xfrm flipH="false" flipV="false">
                <a:off x="8979525" y="2069066"/>
                <a:ext cx="2460523" cy="335847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39000"/>
                    </a:schemeClr>
                  </a:gs>
                  <a:gs pos="100000">
                    <a:schemeClr val="accent1">
                      <a:alpha val="32000"/>
                    </a:schemeClr>
                  </a:gs>
                  <a:gs pos="55000">
                    <a:schemeClr val="accent1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b="-100000" r="-10000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e85fab4e-c1f6-4629-b9f0-41fae92a71e3" id="72" name="任意多边形: 形状 71">
                <a:extLst>
                  <a:ext uri="{FF2B5EF4-FFF2-40B4-BE49-F238E27FC236}">
                    <a16:creationId id="{DCCB1F5E-6CD2-05A9-97F0-B1BD594FCD9B}"/>
                  </a:ext>
                </a:extLst>
              </p:cNvPr>
              <p:cNvSpPr/>
              <p:nvPr/>
            </p:nvSpPr>
            <p:spPr>
              <a:xfrm flipH="false" flipV="false">
                <a:off x="9345563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27815c85-186e-402d-aa4f-2399a39d7b49" id="73" name="任意多边形: 形状 72">
                <a:extLst>
                  <a:ext uri="{FF2B5EF4-FFF2-40B4-BE49-F238E27FC236}">
                    <a16:creationId id="{F8952065-1F53-8359-83E9-BCD496849115}"/>
                  </a:ext>
                </a:extLst>
              </p:cNvPr>
              <p:cNvSpPr/>
              <p:nvPr/>
            </p:nvSpPr>
            <p:spPr>
              <a:xfrm flipH="false" flipV="false">
                <a:off x="9490663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eb39784e-4fab-407c-9061-477cbc6607ca" id="74" name="任意多边形: 形状 73">
                <a:extLst>
                  <a:ext uri="{FF2B5EF4-FFF2-40B4-BE49-F238E27FC236}">
                    <a16:creationId id="{4064D678-0479-C50C-20F9-7CA56BED2125}"/>
                  </a:ext>
                </a:extLst>
              </p:cNvPr>
              <p:cNvSpPr/>
              <p:nvPr/>
            </p:nvSpPr>
            <p:spPr>
              <a:xfrm flipH="false" flipV="false">
                <a:off x="9635942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fa43821d-17c3-4300-9d72-efc385290ae1" id="75" name="任意多边形: 形状 74">
                <a:extLst>
                  <a:ext uri="{FF2B5EF4-FFF2-40B4-BE49-F238E27FC236}">
                    <a16:creationId id="{5C1C31FB-9CE7-A3AE-5971-9FBF412B2215}"/>
                  </a:ext>
                </a:extLst>
              </p:cNvPr>
              <p:cNvSpPr/>
              <p:nvPr/>
            </p:nvSpPr>
            <p:spPr>
              <a:xfrm flipH="false" flipV="false">
                <a:off x="9781040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00d4ef11-a371-4d66-babd-06f6b26f68fa" id="76" name="任意多边形: 形状 75">
                <a:extLst>
                  <a:ext uri="{FF2B5EF4-FFF2-40B4-BE49-F238E27FC236}">
                    <a16:creationId id="{2F27E30A-926C-097C-7B97-5E8CD9E353A7}"/>
                  </a:ext>
                </a:extLst>
              </p:cNvPr>
              <p:cNvSpPr/>
              <p:nvPr/>
            </p:nvSpPr>
            <p:spPr>
              <a:xfrm flipH="false" flipV="false">
                <a:off x="9926319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f4492bdc-4d9b-4b89-aa0d-49d5570fb7a8" id="77" name="任意多边形: 形状 76">
                <a:extLst>
                  <a:ext uri="{FF2B5EF4-FFF2-40B4-BE49-F238E27FC236}">
                    <a16:creationId id="{C4CEC474-7569-8B2C-911B-3C6D0EC33FE9}"/>
                  </a:ext>
                </a:extLst>
              </p:cNvPr>
              <p:cNvSpPr/>
              <p:nvPr/>
            </p:nvSpPr>
            <p:spPr>
              <a:xfrm flipH="false" flipV="false">
                <a:off x="11043798" y="5394722"/>
                <a:ext cx="375760" cy="75401"/>
              </a:xfrm>
              <a:custGeom>
                <a:avLst/>
                <a:gdLst>
                  <a:gd fmla="*/ 160401 w 200786" name="connsiteX0"/>
                  <a:gd fmla="*/ 40291 h 40290" name="connsiteY0"/>
                  <a:gd fmla="*/ 0 w 200786" name="connsiteX1"/>
                  <a:gd fmla="*/ 40291 h 40290" name="connsiteY1"/>
                  <a:gd fmla="*/ 40386 w 200786" name="connsiteX2"/>
                  <a:gd fmla="*/ 0 h 40290" name="connsiteY2"/>
                  <a:gd fmla="*/ 200787 w 200786" name="connsiteX3"/>
                  <a:gd fmla="*/ 0 h 4029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0290" w="200786">
                    <a:moveTo>
                      <a:pt x="160401" y="40291"/>
                    </a:moveTo>
                    <a:lnTo>
                      <a:pt x="0" y="40291"/>
                    </a:lnTo>
                    <a:lnTo>
                      <a:pt x="40386" y="0"/>
                    </a:lnTo>
                    <a:lnTo>
                      <a:pt x="2007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d1115460-9583-4ef3-8a8a-36292cf97106" id="71" name="任意多边形: 形状 70">
                <a:extLst>
                  <a:ext uri="{FF2B5EF4-FFF2-40B4-BE49-F238E27FC236}">
                    <a16:creationId id="{76AD88FF-F23A-A011-3E40-45A8A967BE4E}"/>
                  </a:ext>
                </a:extLst>
              </p:cNvPr>
              <p:cNvSpPr/>
              <p:nvPr/>
            </p:nvSpPr>
            <p:spPr>
              <a:xfrm flipH="false" flipV="false">
                <a:off x="9104920" y="5221636"/>
                <a:ext cx="2553680" cy="506065"/>
              </a:xfrm>
              <a:custGeom>
                <a:avLst/>
                <a:gdLst>
                  <a:gd fmla="*/ 837819 w 1364551" name="connsiteX0"/>
                  <a:gd fmla="*/ 190691 h 270414" name="connsiteY0"/>
                  <a:gd fmla="*/ 758190 w 1364551" name="connsiteX1"/>
                  <a:gd fmla="*/ 270415 h 270414" name="connsiteY1"/>
                  <a:gd fmla="*/ 0 w 1364551" name="connsiteX2"/>
                  <a:gd fmla="*/ 270415 h 270414" name="connsiteY2"/>
                  <a:gd fmla="*/ 159353 w 1364551" name="connsiteX3"/>
                  <a:gd fmla="*/ 111062 h 270414" name="connsiteY3"/>
                  <a:gd fmla="*/ 1253585 w 1364551" name="connsiteX4"/>
                  <a:gd fmla="*/ 111062 h 270414" name="connsiteY4"/>
                  <a:gd fmla="*/ 1364552 w 1364551" name="connsiteX5"/>
                  <a:gd fmla="*/ 0 h 270414" name="connsiteY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b="b" l="l" r="r" t="t"/>
                <a:pathLst>
                  <a:path h="270414" w="1364551">
                    <a:moveTo>
                      <a:pt x="837819" y="190691"/>
                    </a:moveTo>
                    <a:lnTo>
                      <a:pt x="758190" y="270415"/>
                    </a:lnTo>
                    <a:lnTo>
                      <a:pt x="0" y="270415"/>
                    </a:lnTo>
                    <a:lnTo>
                      <a:pt x="159353" y="111062"/>
                    </a:lnTo>
                    <a:lnTo>
                      <a:pt x="1253585" y="111062"/>
                    </a:lnTo>
                    <a:lnTo>
                      <a:pt x="1364552" y="0"/>
                    </a:lnTo>
                  </a:path>
                </a:pathLst>
              </a:custGeom>
              <a:noFill/>
              <a:ln cap="flat" w="9525">
                <a:solidFill>
                  <a:schemeClr val="accent1"/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fb9d74a3-4a7c-41c3-acc2-081d68dad962" id="69" name="任意多边形: 形状 68">
                <a:extLst>
                  <a:ext uri="{FF2B5EF4-FFF2-40B4-BE49-F238E27FC236}">
                    <a16:creationId id="{D40AFF23-ED60-C197-D23F-F2F7ED4E117B}"/>
                  </a:ext>
                </a:extLst>
              </p:cNvPr>
              <p:cNvSpPr/>
              <p:nvPr/>
            </p:nvSpPr>
            <p:spPr>
              <a:xfrm flipH="false" flipV="false">
                <a:off x="8951944" y="2039008"/>
                <a:ext cx="223824" cy="220631"/>
              </a:xfrm>
              <a:custGeom>
                <a:avLst/>
                <a:gdLst>
                  <a:gd fmla="*/ 149828 w 149828" name="connsiteX0"/>
                  <a:gd fmla="*/ 0 h 149828" name="connsiteY0"/>
                  <a:gd fmla="*/ 28956 w 149828" name="connsiteX1"/>
                  <a:gd fmla="*/ 0 h 149828" name="connsiteY1"/>
                  <a:gd fmla="*/ 0 w 149828" name="connsiteX2"/>
                  <a:gd fmla="*/ 0 h 149828" name="connsiteY2"/>
                  <a:gd fmla="*/ 0 w 149828" name="connsiteX3"/>
                  <a:gd fmla="*/ 28956 h 149828" name="connsiteY3"/>
                  <a:gd fmla="*/ 0 w 149828" name="connsiteX4"/>
                  <a:gd fmla="*/ 149828 h 149828" name="connsiteY4"/>
                  <a:gd fmla="*/ 38481 w 149828" name="connsiteX5"/>
                  <a:gd fmla="*/ 149828 h 149828" name="connsiteY5"/>
                  <a:gd fmla="*/ 38481 w 149828" name="connsiteX6"/>
                  <a:gd fmla="*/ 38481 h 149828" name="connsiteY6"/>
                  <a:gd fmla="*/ 149828 w 149828" name="connsiteX7"/>
                  <a:gd fmla="*/ 38481 h 149828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149828" w="149828">
                    <a:moveTo>
                      <a:pt x="149828" y="0"/>
                    </a:moveTo>
                    <a:lnTo>
                      <a:pt x="28956" y="0"/>
                    </a:lnTo>
                    <a:lnTo>
                      <a:pt x="0" y="0"/>
                    </a:lnTo>
                    <a:lnTo>
                      <a:pt x="0" y="28956"/>
                    </a:lnTo>
                    <a:lnTo>
                      <a:pt x="0" y="149828"/>
                    </a:lnTo>
                    <a:lnTo>
                      <a:pt x="38481" y="149828"/>
                    </a:lnTo>
                    <a:lnTo>
                      <a:pt x="38481" y="38481"/>
                    </a:lnTo>
                    <a:lnTo>
                      <a:pt x="149828" y="3848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grpSp>
            <p:nvGrpSpPr>
              <p:cNvPr descr="067d14c8-8ba1-4630-b47b-2b6c8bb2fbcd" id="6" name="组合 5">
                <a:extLst>
                  <a:ext uri="{FF2B5EF4-FFF2-40B4-BE49-F238E27FC236}">
                    <a16:creationId id="{B19F4ED3-1D4A-F34B-602F-9FE78DD83C82}"/>
                  </a:ext>
                </a:extLst>
              </p:cNvPr>
              <p:cNvGrpSpPr/>
              <p:nvPr/>
            </p:nvGrpSpPr>
            <p:grpSpPr>
              <a:xfrm>
                <a:off x="9042793" y="2632658"/>
                <a:ext cx="2325967" cy="2196064"/>
                <a:chOff x="9042793" y="2632658"/>
                <a:chExt cx="2325967" cy="2196064"/>
              </a:xfrm>
            </p:grpSpPr>
            <p:sp>
              <p:nvSpPr>
                <p:cNvPr descr="cec4e6d1-14cf-4463-b74a-143aafa3a820" id="65" name="Bullet4">
                  <a:extLst>
                    <a:ext uri="{FF2B5EF4-FFF2-40B4-BE49-F238E27FC236}">
                      <a16:creationId id="{03A47710-7A5A-34BA-57A0-748D5CAC308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9042793" y="2632658"/>
                  <a:ext cx="2325967" cy="7171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true" lang="en-US" strike="noStrike" sz="1600" u="none">
                      <a:solidFill>
                        <a:srgbClr val="2F2F2F"/>
                      </a:solidFill>
                      <a:ea typeface="微软雅黑"/>
                    </a:rPr>
                    <a:t>代码的整合</a:t>
                  </a:r>
                </a:p>
              </p:txBody>
            </p:sp>
            <p:sp>
              <p:nvSpPr>
                <p:cNvPr descr="e88dddf7-3ac2-4a88-84c2-3581d16afcec" id="66" name="Text4">
                  <a:extLst>
                    <a:ext uri="{FF2B5EF4-FFF2-40B4-BE49-F238E27FC236}">
                      <a16:creationId id="{FE95B60C-44D0-9939-2767-84AC3DCF074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9042793" y="3373125"/>
                  <a:ext cx="2325967" cy="14555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true" lang="en-US" strike="noStrike" sz="1200" u="none">
                      <a:solidFill>
                        <a:srgbClr val="2F2F2F"/>
                      </a:solidFill>
                      <a:ea typeface="微软雅黑"/>
                    </a:rPr>
                    <a:t>将两个模块的代码整合在一起，实现同时控制。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438c02dd-0f22-465b-af2a-ce958c13a991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牙齿咬合模块</a:t>
            </a:r>
          </a:p>
        </p:txBody>
      </p:sp>
      <p:grpSp>
        <p:nvGrpSpPr>
          <p:cNvPr descr="8dc0a238-2c5b-48f0-8a2d-3841d861d79c" id="22" name="009b53dd-bfec-41eb-9614-6f7b8d4a0096.source.4.zh-Hans.pptx">
            <a:extLst>
              <a:ext uri="{FF2B5EF4-FFF2-40B4-BE49-F238E27FC236}">
                <a16:creationId id="{5048A4A9-E2FD-EA41-E95F-F096590143BA}"/>
              </a:ext>
            </a:extLst>
          </p:cNvPr>
          <p:cNvGrpSpPr/>
          <p:nvPr/>
        </p:nvGrpSpPr>
        <p:grpSpPr>
          <a:xfrm>
            <a:off x="709187" y="1143000"/>
            <a:ext cx="10809713" cy="4991100"/>
            <a:chOff x="709187" y="1143000"/>
            <a:chExt cx="10809713" cy="4991100"/>
          </a:xfrm>
        </p:grpSpPr>
        <p:sp>
          <p:nvSpPr>
            <p:cNvPr descr="d3af96a6-06e6-4d5a-a8ae-5c33455a2b32" id="2" name="Title">
              <a:extLst>
                <a:ext uri="{FF2B5EF4-FFF2-40B4-BE49-F238E27FC236}">
                  <a16:creationId id="{A0A98F72-3F6E-AC92-288C-D4855D67C714}"/>
                </a:ext>
              </a:extLst>
            </p:cNvPr>
            <p:cNvSpPr txBox="1"/>
            <p:nvPr/>
          </p:nvSpPr>
          <p:spPr>
            <a:xfrm flipH="false" flipV="false">
              <a:off x="4616451" y="2159002"/>
              <a:ext cx="2946400" cy="2946398"/>
            </a:xfrm>
            <a:prstGeom prst="ellipse">
              <a:avLst/>
            </a:prstGeom>
            <a:noFill/>
            <a:ln algn="ctr" cap="flat" cmpd="sng" w="12700">
              <a:gradFill flip="none" rotWithShape="1">
                <a:gsLst>
                  <a:gs pos="26000">
                    <a:schemeClr val="accent1">
                      <a:lumMod val="100000"/>
                    </a:schemeClr>
                  </a:gs>
                  <a:gs pos="100000">
                    <a:schemeClr val="accent2"/>
                  </a:gs>
                </a:gsLst>
                <a:lin ang="13500000" scaled="1"/>
                <a:tileRect/>
              </a:gradFill>
              <a:prstDash val="solid"/>
              <a:miter lim="800000"/>
            </a:ln>
            <a:effectLst/>
          </p:spPr>
          <p:txBody>
            <a:bodyPr anchor="ctr" anchorCtr="false" rtlCol="0"/>
            <a:lstStyle>
              <a:defPPr>
                <a:defRPr lang="en-US"/>
              </a:defPPr>
              <a:lvl1pPr algn="ctr">
                <a:defRPr kern="0">
                  <a:solidFill>
                    <a:schemeClr val="bg1"/>
                  </a:solidFill>
                  <a:latin charset="-122" panose="020B0503020204020204" pitchFamily="34" typeface="微软雅黑"/>
                  <a:ea charset="-122" panose="020B0503020204020204" pitchFamily="34" typeface="微软雅黑"/>
                </a:defRPr>
              </a:lvl1pPr>
            </a:lstStyle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实现牙齿咬合功能</a:t>
              </a:r>
            </a:p>
          </p:txBody>
        </p:sp>
        <p:sp>
          <p:nvSpPr>
            <p:cNvPr descr="4b98874b-27d1-4b81-ae02-53e705064666" id="24" name="任意多边形: 形状 23">
              <a:extLst>
                <a:ext uri="{FF2B5EF4-FFF2-40B4-BE49-F238E27FC236}">
                  <a16:creationId id="{AFEA46E2-9128-E2B7-75D5-DCA2D5E66B84}"/>
                </a:ext>
              </a:extLst>
            </p:cNvPr>
            <p:cNvSpPr/>
            <p:nvPr/>
          </p:nvSpPr>
          <p:spPr>
            <a:xfrm flipH="false" flipV="false" rot="16200000">
              <a:off x="3301045" y="3350757"/>
              <a:ext cx="218790" cy="562886"/>
            </a:xfrm>
            <a:custGeom>
              <a:avLst/>
              <a:gdLst>
                <a:gd fmla="*/ 431804 w 431804" name="connsiteX0"/>
                <a:gd fmla="*/ 1110911 h 1110911" name="connsiteY0"/>
                <a:gd fmla="*/ 0 w 431804" name="connsiteX1"/>
                <a:gd fmla="*/ 1110911 h 1110911" name="connsiteY1"/>
                <a:gd fmla="*/ 215902 w 431804" name="connsiteX2"/>
                <a:gd fmla="*/ 780895 h 1110911" name="connsiteY2"/>
                <a:gd fmla="*/ 431804 w 431804" name="connsiteX3"/>
                <a:gd fmla="*/ 720464 h 1110911" name="connsiteY3"/>
                <a:gd fmla="*/ 0 w 431804" name="connsiteX4"/>
                <a:gd fmla="*/ 720464 h 1110911" name="connsiteY4"/>
                <a:gd fmla="*/ 215902 w 431804" name="connsiteX5"/>
                <a:gd fmla="*/ 390448 h 1110911" name="connsiteY5"/>
                <a:gd fmla="*/ 431804 w 431804" name="connsiteX6"/>
                <a:gd fmla="*/ 330016 h 1110911" name="connsiteY6"/>
                <a:gd fmla="*/ 0 w 431804" name="connsiteX7"/>
                <a:gd fmla="*/ 330016 h 1110911" name="connsiteY7"/>
                <a:gd fmla="*/ 215902 w 431804" name="connsiteX8"/>
                <a:gd fmla="*/ 0 h 1110911" name="connsiteY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b="b" l="l" r="r" t="t"/>
              <a:pathLst>
                <a:path h="1110911" w="431804">
                  <a:moveTo>
                    <a:pt x="431804" y="1110911"/>
                  </a:moveTo>
                  <a:lnTo>
                    <a:pt x="0" y="1110911"/>
                  </a:lnTo>
                  <a:lnTo>
                    <a:pt x="215902" y="780895"/>
                  </a:lnTo>
                  <a:close/>
                  <a:moveTo>
                    <a:pt x="431804" y="720464"/>
                  </a:moveTo>
                  <a:lnTo>
                    <a:pt x="0" y="720464"/>
                  </a:lnTo>
                  <a:lnTo>
                    <a:pt x="215902" y="390448"/>
                  </a:lnTo>
                  <a:close/>
                  <a:moveTo>
                    <a:pt x="431804" y="330016"/>
                  </a:moveTo>
                  <a:lnTo>
                    <a:pt x="0" y="330016"/>
                  </a:lnTo>
                  <a:lnTo>
                    <a:pt x="215902" y="0"/>
                  </a:lnTo>
                  <a:close/>
                </a:path>
              </a:pathLst>
            </a:custGeom>
            <a:gradFill flip="none" rotWithShape="1">
              <a:gsLst>
                <a:gs pos="22000">
                  <a:schemeClr val="accent2"/>
                </a:gs>
                <a:gs pos="81000">
                  <a:schemeClr val="accent1"/>
                </a:gs>
              </a:gsLst>
              <a:lin ang="1080000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/>
            </a:p>
          </p:txBody>
        </p:sp>
        <p:sp>
          <p:nvSpPr>
            <p:cNvPr descr="73ada4a0-58d1-43fc-873b-caf54e59614c" id="25" name="任意多边形: 形状 24">
              <a:extLst>
                <a:ext uri="{FF2B5EF4-FFF2-40B4-BE49-F238E27FC236}">
                  <a16:creationId id="{5ED04FF2-A28B-B2B9-8D68-D1F4AEF42C91}"/>
                </a:ext>
              </a:extLst>
            </p:cNvPr>
            <p:cNvSpPr/>
            <p:nvPr/>
          </p:nvSpPr>
          <p:spPr>
            <a:xfrm flipH="true" flipV="false" rot="5400000">
              <a:off x="8659465" y="3350757"/>
              <a:ext cx="218790" cy="562886"/>
            </a:xfrm>
            <a:custGeom>
              <a:avLst/>
              <a:gdLst>
                <a:gd fmla="*/ 431804 w 431804" name="connsiteX0"/>
                <a:gd fmla="*/ 1110911 h 1110911" name="connsiteY0"/>
                <a:gd fmla="*/ 0 w 431804" name="connsiteX1"/>
                <a:gd fmla="*/ 1110911 h 1110911" name="connsiteY1"/>
                <a:gd fmla="*/ 215902 w 431804" name="connsiteX2"/>
                <a:gd fmla="*/ 780895 h 1110911" name="connsiteY2"/>
                <a:gd fmla="*/ 431804 w 431804" name="connsiteX3"/>
                <a:gd fmla="*/ 720464 h 1110911" name="connsiteY3"/>
                <a:gd fmla="*/ 0 w 431804" name="connsiteX4"/>
                <a:gd fmla="*/ 720464 h 1110911" name="connsiteY4"/>
                <a:gd fmla="*/ 215902 w 431804" name="connsiteX5"/>
                <a:gd fmla="*/ 390448 h 1110911" name="connsiteY5"/>
                <a:gd fmla="*/ 431804 w 431804" name="connsiteX6"/>
                <a:gd fmla="*/ 330016 h 1110911" name="connsiteY6"/>
                <a:gd fmla="*/ 0 w 431804" name="connsiteX7"/>
                <a:gd fmla="*/ 330016 h 1110911" name="connsiteY7"/>
                <a:gd fmla="*/ 215902 w 431804" name="connsiteX8"/>
                <a:gd fmla="*/ 0 h 1110911" name="connsiteY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b="b" l="l" r="r" t="t"/>
              <a:pathLst>
                <a:path h="1110911" w="431804">
                  <a:moveTo>
                    <a:pt x="431804" y="1110911"/>
                  </a:moveTo>
                  <a:lnTo>
                    <a:pt x="0" y="1110911"/>
                  </a:lnTo>
                  <a:lnTo>
                    <a:pt x="215902" y="780895"/>
                  </a:lnTo>
                  <a:close/>
                  <a:moveTo>
                    <a:pt x="431804" y="720464"/>
                  </a:moveTo>
                  <a:lnTo>
                    <a:pt x="0" y="720464"/>
                  </a:lnTo>
                  <a:lnTo>
                    <a:pt x="215902" y="390448"/>
                  </a:lnTo>
                  <a:close/>
                  <a:moveTo>
                    <a:pt x="431804" y="330016"/>
                  </a:moveTo>
                  <a:lnTo>
                    <a:pt x="0" y="330016"/>
                  </a:lnTo>
                  <a:lnTo>
                    <a:pt x="215902" y="0"/>
                  </a:lnTo>
                  <a:close/>
                </a:path>
              </a:pathLst>
            </a:custGeom>
            <a:gradFill flip="none" rotWithShape="1">
              <a:gsLst>
                <a:gs pos="22000">
                  <a:schemeClr val="accent2"/>
                </a:gs>
                <a:gs pos="81000">
                  <a:schemeClr val="accent1"/>
                </a:gs>
              </a:gsLst>
              <a:lin ang="1080000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/>
            </a:p>
          </p:txBody>
        </p:sp>
        <p:cxnSp>
          <p:nvCxnSpPr>
            <p:cNvPr descr="52e88ca9-8216-4a51-ad77-b9394b10643e" id="43" name="直接连接符 42">
              <a:extLst>
                <a:ext uri="{FF2B5EF4-FFF2-40B4-BE49-F238E27FC236}">
                  <a16:creationId id="{D79BA855-B127-E7F0-D34F-BE0C71DD4BD8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709187" y="1918715"/>
              <a:ext cx="312566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0c932af6-bd68-48d0-b211-74d328319adb" id="59" name="直接连接符 58">
              <a:extLst>
                <a:ext uri="{FF2B5EF4-FFF2-40B4-BE49-F238E27FC236}">
                  <a16:creationId id="{DE8D2C7B-8FB7-F3CA-41B6-AD41C37D3C50}"/>
                </a:ext>
              </a:extLst>
            </p:cNvPr>
            <p:cNvCxnSpPr>
              <a:cxnSpLocks/>
            </p:cNvCxnSpPr>
            <p:nvPr/>
          </p:nvCxnSpPr>
          <p:spPr>
            <a:xfrm flipH="true" flipV="false">
              <a:off x="8393231" y="1918715"/>
              <a:ext cx="312566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c03d6081-6aff-41c2-b4b7-a4b1e5cd932e" id="63" name="直接连接符 62">
              <a:extLst>
                <a:ext uri="{FF2B5EF4-FFF2-40B4-BE49-F238E27FC236}">
                  <a16:creationId id="{772154C9-8E40-B0B1-0C5E-FC7972467636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709187" y="4740474"/>
              <a:ext cx="312566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705bd11f-6854-4d37-a48a-d536741844f8" id="67" name="直接连接符 66">
              <a:extLst>
                <a:ext uri="{FF2B5EF4-FFF2-40B4-BE49-F238E27FC236}">
                  <a16:creationId id="{43DA710E-68E8-A429-4C59-6E559C0206B4}"/>
                </a:ext>
              </a:extLst>
            </p:cNvPr>
            <p:cNvCxnSpPr>
              <a:cxnSpLocks/>
            </p:cNvCxnSpPr>
            <p:nvPr/>
          </p:nvCxnSpPr>
          <p:spPr>
            <a:xfrm flipH="true" flipV="false">
              <a:off x="8393231" y="4740474"/>
              <a:ext cx="312566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f4b35db2-f369-4501-a1f6-b9a37aef41b9" id="6" name="组合 5">
              <a:extLst>
                <a:ext uri="{FF2B5EF4-FFF2-40B4-BE49-F238E27FC236}">
                  <a16:creationId id="{44EE645F-923A-4E1E-CEFF-292ED7BC8E5B}"/>
                </a:ext>
              </a:extLst>
            </p:cNvPr>
            <p:cNvGrpSpPr/>
            <p:nvPr/>
          </p:nvGrpSpPr>
          <p:grpSpPr>
            <a:xfrm>
              <a:off x="709187" y="1143000"/>
              <a:ext cx="7635257" cy="4743993"/>
              <a:chOff x="709187" y="1143000"/>
              <a:chExt cx="7635257" cy="4743993"/>
            </a:xfrm>
          </p:grpSpPr>
          <p:sp>
            <p:nvSpPr>
              <p:cNvPr descr="043b3b9f-b518-45d8-9047-dfb554aa05b3" id="3" name="Shape1">
                <a:extLst>
                  <a:ext uri="{FF2B5EF4-FFF2-40B4-BE49-F238E27FC236}">
                    <a16:creationId id="{9BAB31E5-A7C9-F48D-C839-C3ECFEB63E7A}"/>
                  </a:ext>
                </a:extLst>
              </p:cNvPr>
              <p:cNvSpPr/>
              <p:nvPr/>
            </p:nvSpPr>
            <p:spPr>
              <a:xfrm flipH="false" flipV="false">
                <a:off x="3834857" y="1377408"/>
                <a:ext cx="4509587" cy="4509585"/>
              </a:xfrm>
              <a:prstGeom prst="blockArc">
                <a:avLst>
                  <a:gd fmla="val 11456595" name="adj1"/>
                  <a:gd fmla="val 16080508" name="adj2"/>
                  <a:gd fmla="val 14469" name="adj3"/>
                </a:avLst>
              </a:prstGeom>
              <a:gradFill flip="none" rotWithShape="1">
                <a:gsLst>
                  <a:gs pos="10000">
                    <a:schemeClr val="accent2">
                      <a:alpha val="0"/>
                    </a:schemeClr>
                  </a:gs>
                  <a:gs pos="100000">
                    <a:schemeClr val="accent2">
                      <a:alpha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7ce42edd-bf20-4a12-8aa9-91c222feb70e" id="4" name="Number1">
                <a:extLst>
                  <a:ext uri="{FF2B5EF4-FFF2-40B4-BE49-F238E27FC236}">
                    <a16:creationId id="{09916E70-E077-E839-E2B2-44A459E53619}"/>
                  </a:ext>
                </a:extLst>
              </p:cNvPr>
              <p:cNvSpPr/>
              <p:nvPr/>
            </p:nvSpPr>
            <p:spPr>
              <a:xfrm flipH="false" flipV="false">
                <a:off x="5707435" y="1377407"/>
                <a:ext cx="653008" cy="653008"/>
              </a:xfrm>
              <a:prstGeom prst="ellipse">
                <a:avLst/>
              </a:prstGeom>
              <a:gradFill flip="none" rotWithShape="1">
                <a:gsLst>
                  <a:gs pos="22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  <a:tileRect/>
              </a:gradFill>
              <a:ln w="63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non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3a3ffb1c-84ee-4f8b-b0f4-087de0a15c04" id="26" name="Bullet1">
                <a:extLst>
                  <a:ext uri="{FF2B5EF4-FFF2-40B4-BE49-F238E27FC236}">
                    <a16:creationId id="{73BC7BC3-226C-3019-F646-3761DB2D7D2C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09187" y="1143000"/>
                <a:ext cx="3125668" cy="7215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600" u="none">
                    <a:solidFill>
                      <a:srgbClr val="2F2F2F"/>
                    </a:solidFill>
                    <a:ea typeface="微软雅黑"/>
                  </a:rPr>
                  <a:t>代码的编写</a:t>
                </a:r>
              </a:p>
            </p:txBody>
          </p:sp>
          <p:sp>
            <p:nvSpPr>
              <p:cNvPr descr="fe8eda2a-c72d-4524-b22a-f290719dae77" id="27" name="Text1">
                <a:extLst>
                  <a:ext uri="{FF2B5EF4-FFF2-40B4-BE49-F238E27FC236}">
                    <a16:creationId id="{2597F5E3-FA49-C746-40F8-E943FFDA513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09187" y="1972890"/>
                <a:ext cx="3125669" cy="13394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000" u="none">
                    <a:solidFill>
                      <a:srgbClr val="2F2F2F"/>
                    </a:solidFill>
                    <a:ea typeface="微软雅黑"/>
                  </a:rPr>
                  <a:t>编写牙齿咬合模块的代码，控制舵机实现咬合动作。</a:t>
                </a:r>
              </a:p>
            </p:txBody>
          </p:sp>
        </p:grpSp>
        <p:grpSp>
          <p:nvGrpSpPr>
            <p:cNvPr descr="ffa04ce2-2fb0-43f9-a602-25c9cbee7768" id="20" name="组合 19">
              <a:extLst>
                <a:ext uri="{FF2B5EF4-FFF2-40B4-BE49-F238E27FC236}">
                  <a16:creationId id="{594ACA3F-AEDD-E2C4-F62E-ED6AD657A54D}"/>
                </a:ext>
              </a:extLst>
            </p:cNvPr>
            <p:cNvGrpSpPr/>
            <p:nvPr/>
          </p:nvGrpSpPr>
          <p:grpSpPr>
            <a:xfrm>
              <a:off x="3834858" y="1143000"/>
              <a:ext cx="7684042" cy="4743994"/>
              <a:chOff x="3834858" y="1143000"/>
              <a:chExt cx="7684042" cy="4743994"/>
            </a:xfrm>
          </p:grpSpPr>
          <p:sp>
            <p:nvSpPr>
              <p:cNvPr descr="29e992f9-d8cd-43ed-877e-ac7519c13287" id="13" name="Shape2">
                <a:extLst>
                  <a:ext uri="{FF2B5EF4-FFF2-40B4-BE49-F238E27FC236}">
                    <a16:creationId id="{F545D04E-2F46-5011-89DF-6FF57A8E74D3}"/>
                  </a:ext>
                </a:extLst>
              </p:cNvPr>
              <p:cNvSpPr/>
              <p:nvPr/>
            </p:nvSpPr>
            <p:spPr>
              <a:xfrm flipH="false" flipV="false" rot="5400000">
                <a:off x="3834857" y="1377408"/>
                <a:ext cx="4509587" cy="4509585"/>
              </a:xfrm>
              <a:prstGeom prst="blockArc">
                <a:avLst>
                  <a:gd fmla="val 11456595" name="adj1"/>
                  <a:gd fmla="val 16080508" name="adj2"/>
                  <a:gd fmla="val 14469" name="adj3"/>
                </a:avLst>
              </a:prstGeom>
              <a:gradFill flip="none" rotWithShape="1">
                <a:gsLst>
                  <a:gs pos="10000">
                    <a:schemeClr val="accent2">
                      <a:alpha val="0"/>
                    </a:schemeClr>
                  </a:gs>
                  <a:gs pos="100000">
                    <a:schemeClr val="accent2">
                      <a:alpha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a70f7a1b-4ae4-46f2-a8d5-a3bf1a56450f" id="14" name="Number2">
                <a:extLst>
                  <a:ext uri="{FF2B5EF4-FFF2-40B4-BE49-F238E27FC236}">
                    <a16:creationId id="{1CCD9926-6AB0-F425-CB1B-59C654DA3684}"/>
                  </a:ext>
                </a:extLst>
              </p:cNvPr>
              <p:cNvSpPr/>
              <p:nvPr/>
            </p:nvSpPr>
            <p:spPr>
              <a:xfrm flipH="false" flipV="false">
                <a:off x="7691436" y="3249986"/>
                <a:ext cx="653008" cy="653008"/>
              </a:xfrm>
              <a:prstGeom prst="ellipse">
                <a:avLst/>
              </a:prstGeom>
              <a:gradFill flip="none" rotWithShape="1">
                <a:gsLst>
                  <a:gs pos="22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  <a:tileRect/>
              </a:gradFill>
              <a:ln w="63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non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5fb574dd-8116-4460-9ad1-df200642b706" id="57" name="Bullet2">
                <a:extLst>
                  <a:ext uri="{FF2B5EF4-FFF2-40B4-BE49-F238E27FC236}">
                    <a16:creationId id="{DA42CFB5-39ED-457E-1AC1-A2C02C6804A3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393231" y="1143000"/>
                <a:ext cx="3125668" cy="7215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r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600" u="none">
                    <a:solidFill>
                      <a:srgbClr val="2F2F2F"/>
                    </a:solidFill>
                    <a:ea typeface="微软雅黑"/>
                  </a:rPr>
                  <a:t>模块的功能</a:t>
                </a:r>
              </a:p>
            </p:txBody>
          </p:sp>
          <p:sp>
            <p:nvSpPr>
              <p:cNvPr descr="4569c93d-ac75-46da-8631-7a6124904e9b" id="58" name="Text2">
                <a:extLst>
                  <a:ext uri="{FF2B5EF4-FFF2-40B4-BE49-F238E27FC236}">
                    <a16:creationId id="{1B712F17-547B-11EF-1938-E3A0CBAD3C11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393231" y="1972890"/>
                <a:ext cx="3125669" cy="13394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r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000" u="none">
                    <a:solidFill>
                      <a:srgbClr val="2F2F2F"/>
                    </a:solidFill>
                    <a:ea typeface="微软雅黑"/>
                  </a:rPr>
                  <a:t>根据传感器状态，控制牙齿舵机转动到咬合或张开角度。</a:t>
                </a:r>
              </a:p>
            </p:txBody>
          </p:sp>
        </p:grpSp>
        <p:grpSp>
          <p:nvGrpSpPr>
            <p:cNvPr descr="3f3a8f9f-95ad-4dbe-930a-2efdbc94aa03" id="12" name="组合 11">
              <a:extLst>
                <a:ext uri="{FF2B5EF4-FFF2-40B4-BE49-F238E27FC236}">
                  <a16:creationId id="{29DE13B3-364A-379D-89EE-1DDD8B9FA2BA}"/>
                </a:ext>
              </a:extLst>
            </p:cNvPr>
            <p:cNvGrpSpPr/>
            <p:nvPr/>
          </p:nvGrpSpPr>
          <p:grpSpPr>
            <a:xfrm>
              <a:off x="3834857" y="1377407"/>
              <a:ext cx="7684043" cy="4756693"/>
              <a:chOff x="3834857" y="1377407"/>
              <a:chExt cx="7684043" cy="4756693"/>
            </a:xfrm>
          </p:grpSpPr>
          <p:sp>
            <p:nvSpPr>
              <p:cNvPr descr="beacb03e-0f3d-408e-b16a-3b2979bc3b14" id="10" name="Shape3">
                <a:extLst>
                  <a:ext uri="{FF2B5EF4-FFF2-40B4-BE49-F238E27FC236}">
                    <a16:creationId id="{B2540E79-D074-DADB-C6AD-FD3B4542E352}"/>
                  </a:ext>
                </a:extLst>
              </p:cNvPr>
              <p:cNvSpPr/>
              <p:nvPr/>
            </p:nvSpPr>
            <p:spPr>
              <a:xfrm flipH="false" flipV="false" rot="10800000">
                <a:off x="3834857" y="1377407"/>
                <a:ext cx="4509587" cy="4509585"/>
              </a:xfrm>
              <a:prstGeom prst="blockArc">
                <a:avLst>
                  <a:gd fmla="val 11456595" name="adj1"/>
                  <a:gd fmla="val 16080508" name="adj2"/>
                  <a:gd fmla="val 14469" name="adj3"/>
                </a:avLst>
              </a:prstGeom>
              <a:gradFill flip="none" rotWithShape="1">
                <a:gsLst>
                  <a:gs pos="10000">
                    <a:schemeClr val="accent2">
                      <a:alpha val="0"/>
                    </a:schemeClr>
                  </a:gs>
                  <a:gs pos="100000">
                    <a:schemeClr val="accent2">
                      <a:alpha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4c0964ea-511b-4bcc-abe0-2a218408adaf" id="11" name="Number3">
                <a:extLst>
                  <a:ext uri="{FF2B5EF4-FFF2-40B4-BE49-F238E27FC236}">
                    <a16:creationId id="{960A1471-1EBB-A935-2639-9D83924EC86C}"/>
                  </a:ext>
                </a:extLst>
              </p:cNvPr>
              <p:cNvSpPr/>
              <p:nvPr/>
            </p:nvSpPr>
            <p:spPr>
              <a:xfrm flipH="true" flipV="true" rot="10800000">
                <a:off x="5818858" y="5233985"/>
                <a:ext cx="653008" cy="653008"/>
              </a:xfrm>
              <a:prstGeom prst="ellipse">
                <a:avLst/>
              </a:prstGeom>
              <a:gradFill flip="none" rotWithShape="1">
                <a:gsLst>
                  <a:gs pos="22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  <a:tileRect/>
              </a:gradFill>
              <a:ln w="63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non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descr="69ea094f-6dc0-4a58-85e6-a1d30729de3d" id="65" name="Bullet3">
                <a:extLst>
                  <a:ext uri="{FF2B5EF4-FFF2-40B4-BE49-F238E27FC236}">
                    <a16:creationId id="{8AC10576-0851-AA9E-CFDB-E62DAC647534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393231" y="3964759"/>
                <a:ext cx="3125668" cy="7215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r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600" u="none">
                    <a:solidFill>
                      <a:srgbClr val="2F2F2F"/>
                    </a:solidFill>
                    <a:ea typeface="微软雅黑"/>
                  </a:rPr>
                  <a:t>舵机的控制</a:t>
                </a:r>
              </a:p>
            </p:txBody>
          </p:sp>
          <p:sp>
            <p:nvSpPr>
              <p:cNvPr descr="b8b6aeed-9748-44ef-a863-9d29b66bdb83" id="66" name="Text3">
                <a:extLst>
                  <a:ext uri="{FF2B5EF4-FFF2-40B4-BE49-F238E27FC236}">
                    <a16:creationId id="{6EC0EB6A-1D88-FBC3-AAB0-C232CF5E14CA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393231" y="4794649"/>
                <a:ext cx="3125669" cy="13394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r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000" u="none">
                    <a:solidFill>
                      <a:srgbClr val="2F2F2F"/>
                    </a:solidFill>
                    <a:ea typeface="微软雅黑"/>
                  </a:rPr>
                  <a:t>通过write函数控制舵机转动到指定角度，实现咬合效果。</a:t>
                </a:r>
              </a:p>
            </p:txBody>
          </p:sp>
        </p:grpSp>
        <p:grpSp>
          <p:nvGrpSpPr>
            <p:cNvPr descr="20c41eb5-8de7-4c72-80de-c08efb5b9aa9" id="9" name="组合 8">
              <a:extLst>
                <a:ext uri="{FF2B5EF4-FFF2-40B4-BE49-F238E27FC236}">
                  <a16:creationId id="{AEC5298C-2D15-C47F-98D6-3A5AC387161A}"/>
                </a:ext>
              </a:extLst>
            </p:cNvPr>
            <p:cNvGrpSpPr/>
            <p:nvPr/>
          </p:nvGrpSpPr>
          <p:grpSpPr>
            <a:xfrm>
              <a:off x="709187" y="1377407"/>
              <a:ext cx="7635257" cy="4756693"/>
              <a:chOff x="709187" y="1377407"/>
              <a:chExt cx="7635257" cy="4756693"/>
            </a:xfrm>
          </p:grpSpPr>
          <p:sp>
            <p:nvSpPr>
              <p:cNvPr descr="7b4ced4a-c26d-4670-a221-aef7614ccae8" id="7" name="Shape4">
                <a:extLst>
                  <a:ext uri="{FF2B5EF4-FFF2-40B4-BE49-F238E27FC236}">
                    <a16:creationId id="{74B1B41D-207A-74AD-1261-05B1C2882F11}"/>
                  </a:ext>
                </a:extLst>
              </p:cNvPr>
              <p:cNvSpPr/>
              <p:nvPr/>
            </p:nvSpPr>
            <p:spPr>
              <a:xfrm flipH="false" flipV="false" rot="16200000">
                <a:off x="3834858" y="1377408"/>
                <a:ext cx="4509587" cy="4509585"/>
              </a:xfrm>
              <a:prstGeom prst="blockArc">
                <a:avLst>
                  <a:gd fmla="val 11456595" name="adj1"/>
                  <a:gd fmla="val 16080508" name="adj2"/>
                  <a:gd fmla="val 14469" name="adj3"/>
                </a:avLst>
              </a:prstGeom>
              <a:gradFill flip="none" rotWithShape="1">
                <a:gsLst>
                  <a:gs pos="10000">
                    <a:schemeClr val="accent2">
                      <a:alpha val="0"/>
                    </a:schemeClr>
                  </a:gs>
                  <a:gs pos="100000">
                    <a:schemeClr val="accent2">
                      <a:alpha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ea0cd69d-5f76-4043-b9cf-e2f2285c5175" id="8" name="Number4">
                <a:extLst>
                  <a:ext uri="{FF2B5EF4-FFF2-40B4-BE49-F238E27FC236}">
                    <a16:creationId id="{BFC13B45-7E09-39B7-9EB2-010A3F135F20}"/>
                  </a:ext>
                </a:extLst>
              </p:cNvPr>
              <p:cNvSpPr/>
              <p:nvPr/>
            </p:nvSpPr>
            <p:spPr>
              <a:xfrm flipH="false" flipV="false">
                <a:off x="3834859" y="3361408"/>
                <a:ext cx="653008" cy="653008"/>
              </a:xfrm>
              <a:prstGeom prst="ellipse">
                <a:avLst/>
              </a:prstGeom>
              <a:gradFill flip="none" rotWithShape="1">
                <a:gsLst>
                  <a:gs pos="22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  <a:tileRect/>
              </a:gradFill>
              <a:ln w="63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non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descr="fc8611a3-5b16-4499-ba7d-e851b7f4d2b4" id="61" name="Bullet4">
                <a:extLst>
                  <a:ext uri="{FF2B5EF4-FFF2-40B4-BE49-F238E27FC236}">
                    <a16:creationId id="{91E4ED96-D8AE-7A72-6B38-4D690ED80F47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09187" y="3964759"/>
                <a:ext cx="3125668" cy="7215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600" u="none">
                    <a:solidFill>
                      <a:srgbClr val="2F2F2F"/>
                    </a:solidFill>
                    <a:ea typeface="微软雅黑"/>
                  </a:rPr>
                  <a:t>传感器的检测</a:t>
                </a:r>
              </a:p>
            </p:txBody>
          </p:sp>
          <p:sp>
            <p:nvSpPr>
              <p:cNvPr descr="95c1bd58-e2e5-44cc-b728-c7dd26f93c6a" id="62" name="Text4">
                <a:extLst>
                  <a:ext uri="{FF2B5EF4-FFF2-40B4-BE49-F238E27FC236}">
                    <a16:creationId id="{D6FE1896-9609-0674-472F-F9D5AE784261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09187" y="4794649"/>
                <a:ext cx="3125669" cy="13394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000" u="none">
                    <a:solidFill>
                      <a:srgbClr val="2F2F2F"/>
                    </a:solidFill>
                    <a:ea typeface="微软雅黑"/>
                  </a:rPr>
                  <a:t>检测传感器状态，判断是否进行咬合操作。</a:t>
                </a:r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438c02dd-0f22-465b-af2a-ce958c13a991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门开关模块</a:t>
            </a:r>
          </a:p>
        </p:txBody>
      </p:sp>
      <p:grpSp>
        <p:nvGrpSpPr>
          <p:cNvPr descr="8dc0a238-2c5b-48f0-8a2d-3841d861d79c" id="22" name="009b53dd-bfec-41eb-9614-6f7b8d4a0096.source.4.zh-Hans.pptx">
            <a:extLst>
              <a:ext uri="{FF2B5EF4-FFF2-40B4-BE49-F238E27FC236}">
                <a16:creationId id="{5048A4A9-E2FD-EA41-E95F-F096590143BA}"/>
              </a:ext>
            </a:extLst>
          </p:cNvPr>
          <p:cNvGrpSpPr/>
          <p:nvPr/>
        </p:nvGrpSpPr>
        <p:grpSpPr>
          <a:xfrm>
            <a:off x="709187" y="1143000"/>
            <a:ext cx="10809713" cy="4991100"/>
            <a:chOff x="709187" y="1143000"/>
            <a:chExt cx="10809713" cy="4991100"/>
          </a:xfrm>
        </p:grpSpPr>
        <p:sp>
          <p:nvSpPr>
            <p:cNvPr descr="d3af96a6-06e6-4d5a-a8ae-5c33455a2b32" id="2" name="Title">
              <a:extLst>
                <a:ext uri="{FF2B5EF4-FFF2-40B4-BE49-F238E27FC236}">
                  <a16:creationId id="{A0A98F72-3F6E-AC92-288C-D4855D67C714}"/>
                </a:ext>
              </a:extLst>
            </p:cNvPr>
            <p:cNvSpPr txBox="1"/>
            <p:nvPr/>
          </p:nvSpPr>
          <p:spPr>
            <a:xfrm flipH="false" flipV="false">
              <a:off x="4616451" y="2159002"/>
              <a:ext cx="2946400" cy="2946398"/>
            </a:xfrm>
            <a:prstGeom prst="ellipse">
              <a:avLst/>
            </a:prstGeom>
            <a:noFill/>
            <a:ln algn="ctr" cap="flat" cmpd="sng" w="12700">
              <a:gradFill flip="none" rotWithShape="1">
                <a:gsLst>
                  <a:gs pos="26000">
                    <a:schemeClr val="accent1">
                      <a:lumMod val="100000"/>
                    </a:schemeClr>
                  </a:gs>
                  <a:gs pos="100000">
                    <a:schemeClr val="accent2"/>
                  </a:gs>
                </a:gsLst>
                <a:lin ang="13500000" scaled="1"/>
                <a:tileRect/>
              </a:gradFill>
              <a:prstDash val="solid"/>
              <a:miter lim="800000"/>
            </a:ln>
            <a:effectLst/>
          </p:spPr>
          <p:txBody>
            <a:bodyPr anchor="ctr" anchorCtr="false" rtlCol="0"/>
            <a:lstStyle>
              <a:defPPr>
                <a:defRPr lang="en-US"/>
              </a:defPPr>
              <a:lvl1pPr algn="ctr">
                <a:defRPr kern="0">
                  <a:solidFill>
                    <a:schemeClr val="bg1"/>
                  </a:solidFill>
                  <a:latin charset="-122" panose="020B0503020204020204" pitchFamily="34" typeface="微软雅黑"/>
                  <a:ea charset="-122" panose="020B0503020204020204" pitchFamily="34" typeface="微软雅黑"/>
                </a:defRPr>
              </a:lvl1pPr>
            </a:lstStyle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控制门的开关</a:t>
              </a:r>
            </a:p>
          </p:txBody>
        </p:sp>
        <p:sp>
          <p:nvSpPr>
            <p:cNvPr descr="4b98874b-27d1-4b81-ae02-53e705064666" id="24" name="任意多边形: 形状 23">
              <a:extLst>
                <a:ext uri="{FF2B5EF4-FFF2-40B4-BE49-F238E27FC236}">
                  <a16:creationId id="{AFEA46E2-9128-E2B7-75D5-DCA2D5E66B84}"/>
                </a:ext>
              </a:extLst>
            </p:cNvPr>
            <p:cNvSpPr/>
            <p:nvPr/>
          </p:nvSpPr>
          <p:spPr>
            <a:xfrm flipH="false" flipV="false" rot="16200000">
              <a:off x="3301045" y="3350757"/>
              <a:ext cx="218790" cy="562886"/>
            </a:xfrm>
            <a:custGeom>
              <a:avLst/>
              <a:gdLst>
                <a:gd fmla="*/ 431804 w 431804" name="connsiteX0"/>
                <a:gd fmla="*/ 1110911 h 1110911" name="connsiteY0"/>
                <a:gd fmla="*/ 0 w 431804" name="connsiteX1"/>
                <a:gd fmla="*/ 1110911 h 1110911" name="connsiteY1"/>
                <a:gd fmla="*/ 215902 w 431804" name="connsiteX2"/>
                <a:gd fmla="*/ 780895 h 1110911" name="connsiteY2"/>
                <a:gd fmla="*/ 431804 w 431804" name="connsiteX3"/>
                <a:gd fmla="*/ 720464 h 1110911" name="connsiteY3"/>
                <a:gd fmla="*/ 0 w 431804" name="connsiteX4"/>
                <a:gd fmla="*/ 720464 h 1110911" name="connsiteY4"/>
                <a:gd fmla="*/ 215902 w 431804" name="connsiteX5"/>
                <a:gd fmla="*/ 390448 h 1110911" name="connsiteY5"/>
                <a:gd fmla="*/ 431804 w 431804" name="connsiteX6"/>
                <a:gd fmla="*/ 330016 h 1110911" name="connsiteY6"/>
                <a:gd fmla="*/ 0 w 431804" name="connsiteX7"/>
                <a:gd fmla="*/ 330016 h 1110911" name="connsiteY7"/>
                <a:gd fmla="*/ 215902 w 431804" name="connsiteX8"/>
                <a:gd fmla="*/ 0 h 1110911" name="connsiteY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b="b" l="l" r="r" t="t"/>
              <a:pathLst>
                <a:path h="1110911" w="431804">
                  <a:moveTo>
                    <a:pt x="431804" y="1110911"/>
                  </a:moveTo>
                  <a:lnTo>
                    <a:pt x="0" y="1110911"/>
                  </a:lnTo>
                  <a:lnTo>
                    <a:pt x="215902" y="780895"/>
                  </a:lnTo>
                  <a:close/>
                  <a:moveTo>
                    <a:pt x="431804" y="720464"/>
                  </a:moveTo>
                  <a:lnTo>
                    <a:pt x="0" y="720464"/>
                  </a:lnTo>
                  <a:lnTo>
                    <a:pt x="215902" y="390448"/>
                  </a:lnTo>
                  <a:close/>
                  <a:moveTo>
                    <a:pt x="431804" y="330016"/>
                  </a:moveTo>
                  <a:lnTo>
                    <a:pt x="0" y="330016"/>
                  </a:lnTo>
                  <a:lnTo>
                    <a:pt x="215902" y="0"/>
                  </a:lnTo>
                  <a:close/>
                </a:path>
              </a:pathLst>
            </a:custGeom>
            <a:gradFill flip="none" rotWithShape="1">
              <a:gsLst>
                <a:gs pos="22000">
                  <a:schemeClr val="accent2"/>
                </a:gs>
                <a:gs pos="81000">
                  <a:schemeClr val="accent1"/>
                </a:gs>
              </a:gsLst>
              <a:lin ang="1080000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/>
            </a:p>
          </p:txBody>
        </p:sp>
        <p:sp>
          <p:nvSpPr>
            <p:cNvPr descr="73ada4a0-58d1-43fc-873b-caf54e59614c" id="25" name="任意多边形: 形状 24">
              <a:extLst>
                <a:ext uri="{FF2B5EF4-FFF2-40B4-BE49-F238E27FC236}">
                  <a16:creationId id="{5ED04FF2-A28B-B2B9-8D68-D1F4AEF42C91}"/>
                </a:ext>
              </a:extLst>
            </p:cNvPr>
            <p:cNvSpPr/>
            <p:nvPr/>
          </p:nvSpPr>
          <p:spPr>
            <a:xfrm flipH="true" flipV="false" rot="5400000">
              <a:off x="8659465" y="3350757"/>
              <a:ext cx="218790" cy="562886"/>
            </a:xfrm>
            <a:custGeom>
              <a:avLst/>
              <a:gdLst>
                <a:gd fmla="*/ 431804 w 431804" name="connsiteX0"/>
                <a:gd fmla="*/ 1110911 h 1110911" name="connsiteY0"/>
                <a:gd fmla="*/ 0 w 431804" name="connsiteX1"/>
                <a:gd fmla="*/ 1110911 h 1110911" name="connsiteY1"/>
                <a:gd fmla="*/ 215902 w 431804" name="connsiteX2"/>
                <a:gd fmla="*/ 780895 h 1110911" name="connsiteY2"/>
                <a:gd fmla="*/ 431804 w 431804" name="connsiteX3"/>
                <a:gd fmla="*/ 720464 h 1110911" name="connsiteY3"/>
                <a:gd fmla="*/ 0 w 431804" name="connsiteX4"/>
                <a:gd fmla="*/ 720464 h 1110911" name="connsiteY4"/>
                <a:gd fmla="*/ 215902 w 431804" name="connsiteX5"/>
                <a:gd fmla="*/ 390448 h 1110911" name="connsiteY5"/>
                <a:gd fmla="*/ 431804 w 431804" name="connsiteX6"/>
                <a:gd fmla="*/ 330016 h 1110911" name="connsiteY6"/>
                <a:gd fmla="*/ 0 w 431804" name="connsiteX7"/>
                <a:gd fmla="*/ 330016 h 1110911" name="connsiteY7"/>
                <a:gd fmla="*/ 215902 w 431804" name="connsiteX8"/>
                <a:gd fmla="*/ 0 h 1110911" name="connsiteY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b="b" l="l" r="r" t="t"/>
              <a:pathLst>
                <a:path h="1110911" w="431804">
                  <a:moveTo>
                    <a:pt x="431804" y="1110911"/>
                  </a:moveTo>
                  <a:lnTo>
                    <a:pt x="0" y="1110911"/>
                  </a:lnTo>
                  <a:lnTo>
                    <a:pt x="215902" y="780895"/>
                  </a:lnTo>
                  <a:close/>
                  <a:moveTo>
                    <a:pt x="431804" y="720464"/>
                  </a:moveTo>
                  <a:lnTo>
                    <a:pt x="0" y="720464"/>
                  </a:lnTo>
                  <a:lnTo>
                    <a:pt x="215902" y="390448"/>
                  </a:lnTo>
                  <a:close/>
                  <a:moveTo>
                    <a:pt x="431804" y="330016"/>
                  </a:moveTo>
                  <a:lnTo>
                    <a:pt x="0" y="330016"/>
                  </a:lnTo>
                  <a:lnTo>
                    <a:pt x="215902" y="0"/>
                  </a:lnTo>
                  <a:close/>
                </a:path>
              </a:pathLst>
            </a:custGeom>
            <a:gradFill flip="none" rotWithShape="1">
              <a:gsLst>
                <a:gs pos="22000">
                  <a:schemeClr val="accent2"/>
                </a:gs>
                <a:gs pos="81000">
                  <a:schemeClr val="accent1"/>
                </a:gs>
              </a:gsLst>
              <a:lin ang="1080000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/>
            </a:p>
          </p:txBody>
        </p:sp>
        <p:cxnSp>
          <p:nvCxnSpPr>
            <p:cNvPr descr="52e88ca9-8216-4a51-ad77-b9394b10643e" id="43" name="直接连接符 42">
              <a:extLst>
                <a:ext uri="{FF2B5EF4-FFF2-40B4-BE49-F238E27FC236}">
                  <a16:creationId id="{D79BA855-B127-E7F0-D34F-BE0C71DD4BD8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709187" y="1918715"/>
              <a:ext cx="312566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0c932af6-bd68-48d0-b211-74d328319adb" id="59" name="直接连接符 58">
              <a:extLst>
                <a:ext uri="{FF2B5EF4-FFF2-40B4-BE49-F238E27FC236}">
                  <a16:creationId id="{DE8D2C7B-8FB7-F3CA-41B6-AD41C37D3C50}"/>
                </a:ext>
              </a:extLst>
            </p:cNvPr>
            <p:cNvCxnSpPr>
              <a:cxnSpLocks/>
            </p:cNvCxnSpPr>
            <p:nvPr/>
          </p:nvCxnSpPr>
          <p:spPr>
            <a:xfrm flipH="true" flipV="false">
              <a:off x="8393231" y="1918715"/>
              <a:ext cx="312566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c03d6081-6aff-41c2-b4b7-a4b1e5cd932e" id="63" name="直接连接符 62">
              <a:extLst>
                <a:ext uri="{FF2B5EF4-FFF2-40B4-BE49-F238E27FC236}">
                  <a16:creationId id="{772154C9-8E40-B0B1-0C5E-FC7972467636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709187" y="4740474"/>
              <a:ext cx="312566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705bd11f-6854-4d37-a48a-d536741844f8" id="67" name="直接连接符 66">
              <a:extLst>
                <a:ext uri="{FF2B5EF4-FFF2-40B4-BE49-F238E27FC236}">
                  <a16:creationId id="{43DA710E-68E8-A429-4C59-6E559C0206B4}"/>
                </a:ext>
              </a:extLst>
            </p:cNvPr>
            <p:cNvCxnSpPr>
              <a:cxnSpLocks/>
            </p:cNvCxnSpPr>
            <p:nvPr/>
          </p:nvCxnSpPr>
          <p:spPr>
            <a:xfrm flipH="true" flipV="false">
              <a:off x="8393231" y="4740474"/>
              <a:ext cx="312566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f4b35db2-f369-4501-a1f6-b9a37aef41b9" id="6" name="组合 5">
              <a:extLst>
                <a:ext uri="{FF2B5EF4-FFF2-40B4-BE49-F238E27FC236}">
                  <a16:creationId id="{44EE645F-923A-4E1E-CEFF-292ED7BC8E5B}"/>
                </a:ext>
              </a:extLst>
            </p:cNvPr>
            <p:cNvGrpSpPr/>
            <p:nvPr/>
          </p:nvGrpSpPr>
          <p:grpSpPr>
            <a:xfrm>
              <a:off x="709187" y="1143000"/>
              <a:ext cx="7635257" cy="4743993"/>
              <a:chOff x="709187" y="1143000"/>
              <a:chExt cx="7635257" cy="4743993"/>
            </a:xfrm>
          </p:grpSpPr>
          <p:sp>
            <p:nvSpPr>
              <p:cNvPr descr="043b3b9f-b518-45d8-9047-dfb554aa05b3" id="3" name="Shape1">
                <a:extLst>
                  <a:ext uri="{FF2B5EF4-FFF2-40B4-BE49-F238E27FC236}">
                    <a16:creationId id="{9BAB31E5-A7C9-F48D-C839-C3ECFEB63E7A}"/>
                  </a:ext>
                </a:extLst>
              </p:cNvPr>
              <p:cNvSpPr/>
              <p:nvPr/>
            </p:nvSpPr>
            <p:spPr>
              <a:xfrm flipH="false" flipV="false">
                <a:off x="3834857" y="1377408"/>
                <a:ext cx="4509587" cy="4509585"/>
              </a:xfrm>
              <a:prstGeom prst="blockArc">
                <a:avLst>
                  <a:gd fmla="val 11456595" name="adj1"/>
                  <a:gd fmla="val 16080508" name="adj2"/>
                  <a:gd fmla="val 14469" name="adj3"/>
                </a:avLst>
              </a:prstGeom>
              <a:gradFill flip="none" rotWithShape="1">
                <a:gsLst>
                  <a:gs pos="10000">
                    <a:schemeClr val="accent2">
                      <a:alpha val="0"/>
                    </a:schemeClr>
                  </a:gs>
                  <a:gs pos="100000">
                    <a:schemeClr val="accent2">
                      <a:alpha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7ce42edd-bf20-4a12-8aa9-91c222feb70e" id="4" name="Number1">
                <a:extLst>
                  <a:ext uri="{FF2B5EF4-FFF2-40B4-BE49-F238E27FC236}">
                    <a16:creationId id="{09916E70-E077-E839-E2B2-44A459E53619}"/>
                  </a:ext>
                </a:extLst>
              </p:cNvPr>
              <p:cNvSpPr/>
              <p:nvPr/>
            </p:nvSpPr>
            <p:spPr>
              <a:xfrm flipH="false" flipV="false">
                <a:off x="5707435" y="1377407"/>
                <a:ext cx="653008" cy="653008"/>
              </a:xfrm>
              <a:prstGeom prst="ellipse">
                <a:avLst/>
              </a:prstGeom>
              <a:gradFill flip="none" rotWithShape="1">
                <a:gsLst>
                  <a:gs pos="22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  <a:tileRect/>
              </a:gradFill>
              <a:ln w="63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non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3a3ffb1c-84ee-4f8b-b0f4-087de0a15c04" id="26" name="Bullet1">
                <a:extLst>
                  <a:ext uri="{FF2B5EF4-FFF2-40B4-BE49-F238E27FC236}">
                    <a16:creationId id="{73BC7BC3-226C-3019-F646-3761DB2D7D2C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09187" y="1143000"/>
                <a:ext cx="3125668" cy="7215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600" u="none">
                    <a:solidFill>
                      <a:srgbClr val="2F2F2F"/>
                    </a:solidFill>
                    <a:ea typeface="微软雅黑"/>
                  </a:rPr>
                  <a:t>代码的实现</a:t>
                </a:r>
              </a:p>
            </p:txBody>
          </p:sp>
          <p:sp>
            <p:nvSpPr>
              <p:cNvPr descr="fe8eda2a-c72d-4524-b22a-f290719dae77" id="27" name="Text1">
                <a:extLst>
                  <a:ext uri="{FF2B5EF4-FFF2-40B4-BE49-F238E27FC236}">
                    <a16:creationId id="{2597F5E3-FA49-C746-40F8-E943FFDA513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09187" y="1972890"/>
                <a:ext cx="3125669" cy="13394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000" u="none">
                    <a:solidFill>
                      <a:srgbClr val="2F2F2F"/>
                    </a:solidFill>
                    <a:ea typeface="微软雅黑"/>
                  </a:rPr>
                  <a:t>编写门开关模块的代码，控制舵机实现门的开和关。</a:t>
                </a:r>
              </a:p>
            </p:txBody>
          </p:sp>
        </p:grpSp>
        <p:grpSp>
          <p:nvGrpSpPr>
            <p:cNvPr descr="ffa04ce2-2fb0-43f9-a602-25c9cbee7768" id="20" name="组合 19">
              <a:extLst>
                <a:ext uri="{FF2B5EF4-FFF2-40B4-BE49-F238E27FC236}">
                  <a16:creationId id="{594ACA3F-AEDD-E2C4-F62E-ED6AD657A54D}"/>
                </a:ext>
              </a:extLst>
            </p:cNvPr>
            <p:cNvGrpSpPr/>
            <p:nvPr/>
          </p:nvGrpSpPr>
          <p:grpSpPr>
            <a:xfrm>
              <a:off x="3834858" y="1143000"/>
              <a:ext cx="7684042" cy="4743994"/>
              <a:chOff x="3834858" y="1143000"/>
              <a:chExt cx="7684042" cy="4743994"/>
            </a:xfrm>
          </p:grpSpPr>
          <p:sp>
            <p:nvSpPr>
              <p:cNvPr descr="29e992f9-d8cd-43ed-877e-ac7519c13287" id="13" name="Shape2">
                <a:extLst>
                  <a:ext uri="{FF2B5EF4-FFF2-40B4-BE49-F238E27FC236}">
                    <a16:creationId id="{F545D04E-2F46-5011-89DF-6FF57A8E74D3}"/>
                  </a:ext>
                </a:extLst>
              </p:cNvPr>
              <p:cNvSpPr/>
              <p:nvPr/>
            </p:nvSpPr>
            <p:spPr>
              <a:xfrm flipH="false" flipV="false" rot="5400000">
                <a:off x="3834857" y="1377408"/>
                <a:ext cx="4509587" cy="4509585"/>
              </a:xfrm>
              <a:prstGeom prst="blockArc">
                <a:avLst>
                  <a:gd fmla="val 11456595" name="adj1"/>
                  <a:gd fmla="val 16080508" name="adj2"/>
                  <a:gd fmla="val 14469" name="adj3"/>
                </a:avLst>
              </a:prstGeom>
              <a:gradFill flip="none" rotWithShape="1">
                <a:gsLst>
                  <a:gs pos="10000">
                    <a:schemeClr val="accent2">
                      <a:alpha val="0"/>
                    </a:schemeClr>
                  </a:gs>
                  <a:gs pos="100000">
                    <a:schemeClr val="accent2">
                      <a:alpha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a70f7a1b-4ae4-46f2-a8d5-a3bf1a56450f" id="14" name="Number2">
                <a:extLst>
                  <a:ext uri="{FF2B5EF4-FFF2-40B4-BE49-F238E27FC236}">
                    <a16:creationId id="{1CCD9926-6AB0-F425-CB1B-59C654DA3684}"/>
                  </a:ext>
                </a:extLst>
              </p:cNvPr>
              <p:cNvSpPr/>
              <p:nvPr/>
            </p:nvSpPr>
            <p:spPr>
              <a:xfrm flipH="false" flipV="false">
                <a:off x="7691436" y="3249986"/>
                <a:ext cx="653008" cy="653008"/>
              </a:xfrm>
              <a:prstGeom prst="ellipse">
                <a:avLst/>
              </a:prstGeom>
              <a:gradFill flip="none" rotWithShape="1">
                <a:gsLst>
                  <a:gs pos="22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  <a:tileRect/>
              </a:gradFill>
              <a:ln w="63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non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5fb574dd-8116-4460-9ad1-df200642b706" id="57" name="Bullet2">
                <a:extLst>
                  <a:ext uri="{FF2B5EF4-FFF2-40B4-BE49-F238E27FC236}">
                    <a16:creationId id="{DA42CFB5-39ED-457E-1AC1-A2C02C6804A3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393231" y="1143000"/>
                <a:ext cx="3125668" cy="7215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r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600" u="none">
                    <a:solidFill>
                      <a:srgbClr val="2F2F2F"/>
                    </a:solidFill>
                    <a:ea typeface="微软雅黑"/>
                  </a:rPr>
                  <a:t>模块的作用</a:t>
                </a:r>
              </a:p>
            </p:txBody>
          </p:sp>
          <p:sp>
            <p:nvSpPr>
              <p:cNvPr descr="4569c93d-ac75-46da-8631-7a6124904e9b" id="58" name="Text2">
                <a:extLst>
                  <a:ext uri="{FF2B5EF4-FFF2-40B4-BE49-F238E27FC236}">
                    <a16:creationId id="{1B712F17-547B-11EF-1938-E3A0CBAD3C11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393231" y="1972890"/>
                <a:ext cx="3125669" cy="13394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r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000" u="none">
                    <a:solidFill>
                      <a:srgbClr val="2F2F2F"/>
                    </a:solidFill>
                    <a:ea typeface="微软雅黑"/>
                  </a:rPr>
                  <a:t>根据传感器状态，控制门舵机转动到开门或关门角度。</a:t>
                </a:r>
              </a:p>
            </p:txBody>
          </p:sp>
        </p:grpSp>
        <p:grpSp>
          <p:nvGrpSpPr>
            <p:cNvPr descr="3f3a8f9f-95ad-4dbe-930a-2efdbc94aa03" id="12" name="组合 11">
              <a:extLst>
                <a:ext uri="{FF2B5EF4-FFF2-40B4-BE49-F238E27FC236}">
                  <a16:creationId id="{29DE13B3-364A-379D-89EE-1DDD8B9FA2BA}"/>
                </a:ext>
              </a:extLst>
            </p:cNvPr>
            <p:cNvGrpSpPr/>
            <p:nvPr/>
          </p:nvGrpSpPr>
          <p:grpSpPr>
            <a:xfrm>
              <a:off x="3834857" y="1377407"/>
              <a:ext cx="7684043" cy="4756693"/>
              <a:chOff x="3834857" y="1377407"/>
              <a:chExt cx="7684043" cy="4756693"/>
            </a:xfrm>
          </p:grpSpPr>
          <p:sp>
            <p:nvSpPr>
              <p:cNvPr descr="beacb03e-0f3d-408e-b16a-3b2979bc3b14" id="10" name="Shape3">
                <a:extLst>
                  <a:ext uri="{FF2B5EF4-FFF2-40B4-BE49-F238E27FC236}">
                    <a16:creationId id="{B2540E79-D074-DADB-C6AD-FD3B4542E352}"/>
                  </a:ext>
                </a:extLst>
              </p:cNvPr>
              <p:cNvSpPr/>
              <p:nvPr/>
            </p:nvSpPr>
            <p:spPr>
              <a:xfrm flipH="false" flipV="false" rot="10800000">
                <a:off x="3834857" y="1377407"/>
                <a:ext cx="4509587" cy="4509585"/>
              </a:xfrm>
              <a:prstGeom prst="blockArc">
                <a:avLst>
                  <a:gd fmla="val 11456595" name="adj1"/>
                  <a:gd fmla="val 16080508" name="adj2"/>
                  <a:gd fmla="val 14469" name="adj3"/>
                </a:avLst>
              </a:prstGeom>
              <a:gradFill flip="none" rotWithShape="1">
                <a:gsLst>
                  <a:gs pos="10000">
                    <a:schemeClr val="accent2">
                      <a:alpha val="0"/>
                    </a:schemeClr>
                  </a:gs>
                  <a:gs pos="100000">
                    <a:schemeClr val="accent2">
                      <a:alpha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4c0964ea-511b-4bcc-abe0-2a218408adaf" id="11" name="Number3">
                <a:extLst>
                  <a:ext uri="{FF2B5EF4-FFF2-40B4-BE49-F238E27FC236}">
                    <a16:creationId id="{960A1471-1EBB-A935-2639-9D83924EC86C}"/>
                  </a:ext>
                </a:extLst>
              </p:cNvPr>
              <p:cNvSpPr/>
              <p:nvPr/>
            </p:nvSpPr>
            <p:spPr>
              <a:xfrm flipH="true" flipV="true" rot="10800000">
                <a:off x="5818858" y="5233985"/>
                <a:ext cx="653008" cy="653008"/>
              </a:xfrm>
              <a:prstGeom prst="ellipse">
                <a:avLst/>
              </a:prstGeom>
              <a:gradFill flip="none" rotWithShape="1">
                <a:gsLst>
                  <a:gs pos="22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  <a:tileRect/>
              </a:gradFill>
              <a:ln w="63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non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descr="69ea094f-6dc0-4a58-85e6-a1d30729de3d" id="65" name="Bullet3">
                <a:extLst>
                  <a:ext uri="{FF2B5EF4-FFF2-40B4-BE49-F238E27FC236}">
                    <a16:creationId id="{8AC10576-0851-AA9E-CFDB-E62DAC647534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393231" y="3964759"/>
                <a:ext cx="3125668" cy="7215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r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600" u="none">
                    <a:solidFill>
                      <a:srgbClr val="2F2F2F"/>
                    </a:solidFill>
                    <a:ea typeface="微软雅黑"/>
                  </a:rPr>
                  <a:t>开门角度的设置</a:t>
                </a:r>
              </a:p>
            </p:txBody>
          </p:sp>
          <p:sp>
            <p:nvSpPr>
              <p:cNvPr descr="b8b6aeed-9748-44ef-a863-9d29b66bdb83" id="66" name="Text3">
                <a:extLst>
                  <a:ext uri="{FF2B5EF4-FFF2-40B4-BE49-F238E27FC236}">
                    <a16:creationId id="{6EC0EB6A-1D88-FBC3-AAB0-C232CF5E14CA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393231" y="4794649"/>
                <a:ext cx="3125669" cy="13394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r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000" u="none">
                    <a:solidFill>
                      <a:srgbClr val="2F2F2F"/>
                    </a:solidFill>
                    <a:ea typeface="微软雅黑"/>
                  </a:rPr>
                  <a:t>设置开门时舵机转动的角度，确保门能正确打开。</a:t>
                </a:r>
              </a:p>
            </p:txBody>
          </p:sp>
        </p:grpSp>
        <p:grpSp>
          <p:nvGrpSpPr>
            <p:cNvPr descr="20c41eb5-8de7-4c72-80de-c08efb5b9aa9" id="9" name="组合 8">
              <a:extLst>
                <a:ext uri="{FF2B5EF4-FFF2-40B4-BE49-F238E27FC236}">
                  <a16:creationId id="{AEC5298C-2D15-C47F-98D6-3A5AC387161A}"/>
                </a:ext>
              </a:extLst>
            </p:cNvPr>
            <p:cNvGrpSpPr/>
            <p:nvPr/>
          </p:nvGrpSpPr>
          <p:grpSpPr>
            <a:xfrm>
              <a:off x="709187" y="1377407"/>
              <a:ext cx="7635257" cy="4756693"/>
              <a:chOff x="709187" y="1377407"/>
              <a:chExt cx="7635257" cy="4756693"/>
            </a:xfrm>
          </p:grpSpPr>
          <p:sp>
            <p:nvSpPr>
              <p:cNvPr descr="7b4ced4a-c26d-4670-a221-aef7614ccae8" id="7" name="Shape4">
                <a:extLst>
                  <a:ext uri="{FF2B5EF4-FFF2-40B4-BE49-F238E27FC236}">
                    <a16:creationId id="{74B1B41D-207A-74AD-1261-05B1C2882F11}"/>
                  </a:ext>
                </a:extLst>
              </p:cNvPr>
              <p:cNvSpPr/>
              <p:nvPr/>
            </p:nvSpPr>
            <p:spPr>
              <a:xfrm flipH="false" flipV="false" rot="16200000">
                <a:off x="3834858" y="1377408"/>
                <a:ext cx="4509587" cy="4509585"/>
              </a:xfrm>
              <a:prstGeom prst="blockArc">
                <a:avLst>
                  <a:gd fmla="val 11456595" name="adj1"/>
                  <a:gd fmla="val 16080508" name="adj2"/>
                  <a:gd fmla="val 14469" name="adj3"/>
                </a:avLst>
              </a:prstGeom>
              <a:gradFill flip="none" rotWithShape="1">
                <a:gsLst>
                  <a:gs pos="10000">
                    <a:schemeClr val="accent2">
                      <a:alpha val="0"/>
                    </a:schemeClr>
                  </a:gs>
                  <a:gs pos="100000">
                    <a:schemeClr val="accent2">
                      <a:alpha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ea0cd69d-5f76-4043-b9cf-e2f2285c5175" id="8" name="Number4">
                <a:extLst>
                  <a:ext uri="{FF2B5EF4-FFF2-40B4-BE49-F238E27FC236}">
                    <a16:creationId id="{BFC13B45-7E09-39B7-9EB2-010A3F135F20}"/>
                  </a:ext>
                </a:extLst>
              </p:cNvPr>
              <p:cNvSpPr/>
              <p:nvPr/>
            </p:nvSpPr>
            <p:spPr>
              <a:xfrm flipH="false" flipV="false">
                <a:off x="3834859" y="3361408"/>
                <a:ext cx="653008" cy="653008"/>
              </a:xfrm>
              <a:prstGeom prst="ellipse">
                <a:avLst/>
              </a:prstGeom>
              <a:gradFill flip="none" rotWithShape="1">
                <a:gsLst>
                  <a:gs pos="22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  <a:tileRect/>
              </a:gradFill>
              <a:ln w="63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non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descr="fc8611a3-5b16-4499-ba7d-e851b7f4d2b4" id="61" name="Bullet4">
                <a:extLst>
                  <a:ext uri="{FF2B5EF4-FFF2-40B4-BE49-F238E27FC236}">
                    <a16:creationId id="{91E4ED96-D8AE-7A72-6B38-4D690ED80F47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09187" y="3964759"/>
                <a:ext cx="3125668" cy="7215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600" u="none">
                    <a:solidFill>
                      <a:srgbClr val="2F2F2F"/>
                    </a:solidFill>
                    <a:ea typeface="微软雅黑"/>
                  </a:rPr>
                  <a:t>关门角度的设置</a:t>
                </a:r>
              </a:p>
            </p:txBody>
          </p:sp>
          <p:sp>
            <p:nvSpPr>
              <p:cNvPr descr="95c1bd58-e2e5-44cc-b728-c7dd26f93c6a" id="62" name="Text4">
                <a:extLst>
                  <a:ext uri="{FF2B5EF4-FFF2-40B4-BE49-F238E27FC236}">
                    <a16:creationId id="{D6FE1896-9609-0674-472F-F9D5AE784261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09187" y="4794649"/>
                <a:ext cx="3125669" cy="13394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000" u="none">
                    <a:solidFill>
                      <a:srgbClr val="2F2F2F"/>
                    </a:solidFill>
                    <a:ea typeface="微软雅黑"/>
                  </a:rPr>
                  <a:t>设置关门时舵机转动的角度，使门能完全关闭。</a:t>
                </a: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438c02dd-0f22-465b-af2a-ce958c13a991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latin typeface="Arial"/>
              </a:rPr>
              <a:t>LED灯和篝火灯模块</a:t>
            </a:r>
          </a:p>
        </p:txBody>
      </p:sp>
      <p:grpSp>
        <p:nvGrpSpPr>
          <p:cNvPr descr="5c9b7a79-65f6-4e89-a5d0-48eaaa6378ce" id="55" name="276172eb-5f6e-4e65-b63e-e6f364bfe70f.source.4.zh-Hans.pptx">
            <a:extLst>
              <a:ext uri="{FF2B5EF4-FFF2-40B4-BE49-F238E27FC236}">
                <a16:creationId id="{CF5D8E3E-CD4E-235C-0B6B-5421C077E6C3}"/>
              </a:ext>
            </a:extLst>
          </p:cNvPr>
          <p:cNvGrpSpPr/>
          <p:nvPr/>
        </p:nvGrpSpPr>
        <p:grpSpPr>
          <a:xfrm>
            <a:off x="630316" y="1130300"/>
            <a:ext cx="10918669" cy="4840046"/>
            <a:chOff x="630316" y="1130300"/>
            <a:chExt cx="10918669" cy="4840046"/>
          </a:xfrm>
        </p:grpSpPr>
        <p:sp>
          <p:nvSpPr>
            <p:cNvPr descr="8baeeb89-9dcf-477f-b33a-832e0b7f7b3d" id="4" name="矩形 3">
              <a:extLst>
                <a:ext uri="{FF2B5EF4-FFF2-40B4-BE49-F238E27FC236}">
                  <a16:creationId id="{0AE51D43-A83A-A420-1E42-C6A5A009D5EB}"/>
                </a:ext>
              </a:extLst>
            </p:cNvPr>
            <p:cNvSpPr/>
            <p:nvPr/>
          </p:nvSpPr>
          <p:spPr>
            <a:xfrm flipH="false" flipV="false">
              <a:off x="4836108" y="1886039"/>
              <a:ext cx="2507085" cy="45719"/>
            </a:xfrm>
            <a:prstGeom prst="rect">
              <a:avLst/>
            </a:prstGeom>
            <a:gradFill flip="none" rotWithShape="1">
              <a:gsLst>
                <a:gs pos="15000">
                  <a:schemeClr val="accent1">
                    <a:alpha val="73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ln cap="flat" w="30301">
              <a:noFill/>
              <a:prstDash val="solid"/>
              <a:miter/>
            </a:ln>
          </p:spPr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l"/>
            </a:p>
          </p:txBody>
        </p:sp>
        <p:sp>
          <p:nvSpPr>
            <p:cNvPr descr="95be8a9c-7a38-481c-8c67-8691c9a15260" id="17" name="Title">
              <a:extLst>
                <a:ext uri="{FF2B5EF4-FFF2-40B4-BE49-F238E27FC236}">
                  <a16:creationId id="{ED7E9CE5-A9EC-3844-23DE-C03AA1FE200A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666562"/>
            </a:xfrm>
            <a:prstGeom prst="rect">
              <a:avLst/>
            </a:prstGeom>
            <a:noFill/>
          </p:spPr>
          <p:txBody>
            <a:bodyPr anchor="ctr" anchorCtr="fals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控制灯光效果</a:t>
              </a:r>
            </a:p>
          </p:txBody>
        </p:sp>
        <p:grpSp>
          <p:nvGrpSpPr>
            <p:cNvPr descr="4172ba93-d323-4f7b-b719-806922d1a5de" id="42" name="组合 41">
              <a:extLst>
                <a:ext uri="{FF2B5EF4-FFF2-40B4-BE49-F238E27FC236}">
                  <a16:creationId id="{FA85C7C7-9304-9051-16A3-00C9AC89CC43}"/>
                </a:ext>
              </a:extLst>
            </p:cNvPr>
            <p:cNvGrpSpPr/>
            <p:nvPr/>
          </p:nvGrpSpPr>
          <p:grpSpPr>
            <a:xfrm>
              <a:off x="630316" y="2126893"/>
              <a:ext cx="2609921" cy="3428173"/>
              <a:chOff x="630316" y="2126893"/>
              <a:chExt cx="2609921" cy="3428173"/>
            </a:xfrm>
          </p:grpSpPr>
          <p:sp>
            <p:nvSpPr>
              <p:cNvPr descr="31d4c77a-6742-4e22-9804-6479bb52c612" id="10" name="任意多边形: 形状 9">
                <a:extLst>
                  <a:ext uri="{FF2B5EF4-FFF2-40B4-BE49-F238E27FC236}">
                    <a16:creationId id="{F5D336C0-22A3-4CAE-20F7-56AA56C59C03}"/>
                  </a:ext>
                </a:extLst>
              </p:cNvPr>
              <p:cNvSpPr/>
              <p:nvPr/>
            </p:nvSpPr>
            <p:spPr>
              <a:xfrm flipH="false" flipV="false">
                <a:off x="636320" y="2131611"/>
                <a:ext cx="2597914" cy="2347869"/>
              </a:xfrm>
              <a:custGeom>
                <a:avLst/>
                <a:gdLst>
                  <a:gd fmla="*/ 181130 w 4078981" name="connsiteX0"/>
                  <a:gd fmla="*/ 37996 h 4690964" name="connsiteY0"/>
                  <a:gd fmla="*/ 37995 w 4078981" name="connsiteX1"/>
                  <a:gd fmla="*/ 176199 h 4690964" name="connsiteY1"/>
                  <a:gd fmla="*/ 37995 w 4078981" name="connsiteX2"/>
                  <a:gd fmla="*/ 370671 h 4690964" name="connsiteY2"/>
                  <a:gd fmla="*/ 38140 w 4078981" name="connsiteX3"/>
                  <a:gd fmla="*/ 370671 h 4690964" name="connsiteY3"/>
                  <a:gd fmla="*/ 38140 w 4078981" name="connsiteX4"/>
                  <a:gd fmla="*/ 4308547 h 4690964" name="connsiteY4"/>
                  <a:gd fmla="*/ 37995 w 4078981" name="connsiteX5"/>
                  <a:gd fmla="*/ 4308547 h 4690964" name="connsiteY5"/>
                  <a:gd fmla="*/ 37995 w 4078981" name="connsiteX6"/>
                  <a:gd fmla="*/ 4509690 h 4690964" name="connsiteY6"/>
                  <a:gd fmla="*/ 176199 w 4078981" name="connsiteX7"/>
                  <a:gd fmla="*/ 4652824 h 4690964" name="connsiteY7"/>
                  <a:gd fmla="*/ 351964 w 4078981" name="connsiteX8"/>
                  <a:gd fmla="*/ 4652824 h 4690964" name="connsiteY8"/>
                  <a:gd fmla="*/ 362840 w 4078981" name="connsiteX9"/>
                  <a:gd fmla="*/ 4652824 h 4690964" name="connsiteY9"/>
                  <a:gd fmla="*/ 3753700 w 4078981" name="connsiteX10"/>
                  <a:gd fmla="*/ 4652824 h 4690964" name="connsiteY10"/>
                  <a:gd fmla="*/ 3759211 w 4078981" name="connsiteX11"/>
                  <a:gd fmla="*/ 4652824 h 4690964" name="connsiteY11"/>
                  <a:gd fmla="*/ 3902781 w 4078981" name="connsiteX12"/>
                  <a:gd fmla="*/ 4652824 h 4690964" name="connsiteY12"/>
                  <a:gd fmla="*/ 4040840 w 4078981" name="connsiteX13"/>
                  <a:gd fmla="*/ 4509690 h 4690964" name="connsiteY13"/>
                  <a:gd fmla="*/ 4040840 w 4078981" name="connsiteX14"/>
                  <a:gd fmla="*/ 4346107 h 4690964" name="connsiteY14"/>
                  <a:gd fmla="*/ 4040840 w 4078981" name="connsiteX15"/>
                  <a:gd fmla="*/ 4317248 h 4690964" name="connsiteY15"/>
                  <a:gd fmla="*/ 4040840 w 4078981" name="connsiteX16"/>
                  <a:gd fmla="*/ 633449 h 4690964" name="connsiteY16"/>
                  <a:gd fmla="*/ 4040841 w 4078981" name="connsiteX17"/>
                  <a:gd fmla="*/ 633449 h 4690964" name="connsiteY17"/>
                  <a:gd fmla="*/ 4040841 w 4078981" name="connsiteX18"/>
                  <a:gd fmla="*/ 463920 h 4690964" name="connsiteY18"/>
                  <a:gd fmla="*/ 3897706 w 4078981" name="connsiteX19"/>
                  <a:gd fmla="*/ 325861 h 4690964" name="connsiteY19"/>
                  <a:gd fmla="*/ 3751380 w 4078981" name="connsiteX20"/>
                  <a:gd fmla="*/ 325861 h 4690964" name="connsiteY20"/>
                  <a:gd fmla="*/ 3742824 w 4078981" name="connsiteX21"/>
                  <a:gd fmla="*/ 325861 h 4690964" name="connsiteY21"/>
                  <a:gd fmla="*/ 2411975 w 4078981" name="connsiteX22"/>
                  <a:gd fmla="*/ 325861 h 4690964" name="connsiteY22"/>
                  <a:gd fmla="*/ 2161815 w 4078981" name="connsiteX23"/>
                  <a:gd fmla="*/ 37996 h 4690964" name="connsiteY23"/>
                  <a:gd fmla="*/ 175184 w 4078981" name="connsiteX24"/>
                  <a:gd fmla="*/ 0 h 4690964" name="connsiteY24"/>
                  <a:gd fmla="*/ 2192269 w 4078981" name="connsiteX25"/>
                  <a:gd fmla="*/ 0 h 4690964" name="connsiteY25"/>
                  <a:gd fmla="*/ 2443299 w 4078981" name="connsiteX26"/>
                  <a:gd fmla="*/ 287720 h 4690964" name="connsiteY26"/>
                  <a:gd fmla="*/ 3742824 w 4078981" name="connsiteX27"/>
                  <a:gd fmla="*/ 287720 h 4690964" name="connsiteY27"/>
                  <a:gd fmla="*/ 3751380 w 4078981" name="connsiteX28"/>
                  <a:gd fmla="*/ 287720 h 4690964" name="connsiteY28"/>
                  <a:gd fmla="*/ 3903796 w 4078981" name="connsiteX29"/>
                  <a:gd fmla="*/ 287720 h 4690964" name="connsiteY29"/>
                  <a:gd fmla="*/ 4078981 w 4078981" name="connsiteX30"/>
                  <a:gd fmla="*/ 456668 h 4690964" name="connsiteY30"/>
                  <a:gd fmla="*/ 4078981 w 4078981" name="connsiteX31"/>
                  <a:gd fmla="*/ 469140 h 4690964" name="connsiteY31"/>
                  <a:gd fmla="*/ 4078981 w 4078981" name="connsiteX32"/>
                  <a:gd fmla="*/ 494229 h 4690964" name="connsiteY32"/>
                  <a:gd fmla="*/ 4078981 w 4078981" name="connsiteX33"/>
                  <a:gd fmla="*/ 650706 h 4690964" name="connsiteY33"/>
                  <a:gd fmla="*/ 4078980 w 4078981" name="connsiteX34"/>
                  <a:gd fmla="*/ 650706 h 4690964" name="connsiteY34"/>
                  <a:gd fmla="*/ 4078980 w 4078981" name="connsiteX35"/>
                  <a:gd fmla="*/ 4317248 h 4690964" name="connsiteY35"/>
                  <a:gd fmla="*/ 4078980 w 4078981" name="connsiteX36"/>
                  <a:gd fmla="*/ 4346107 h 4690964" name="connsiteY36"/>
                  <a:gd fmla="*/ 4078980 w 4078981" name="connsiteX37"/>
                  <a:gd fmla="*/ 4515635 h 4690964" name="connsiteY37"/>
                  <a:gd fmla="*/ 3910032 w 4078981" name="connsiteX38"/>
                  <a:gd fmla="*/ 4690819 h 4690964" name="connsiteY38"/>
                  <a:gd fmla="*/ 3897560 w 4078981" name="connsiteX39"/>
                  <a:gd fmla="*/ 4690819 h 4690964" name="connsiteY39"/>
                  <a:gd fmla="*/ 3872472 w 4078981" name="connsiteX40"/>
                  <a:gd fmla="*/ 4690819 h 4690964" name="connsiteY40"/>
                  <a:gd fmla="*/ 3759211 w 4078981" name="connsiteX41"/>
                  <a:gd fmla="*/ 4690819 h 4690964" name="connsiteY41"/>
                  <a:gd fmla="*/ 3759211 w 4078981" name="connsiteX42"/>
                  <a:gd fmla="*/ 4690964 h 4690964" name="connsiteY42"/>
                  <a:gd fmla="*/ 351964 w 4078981" name="connsiteX43"/>
                  <a:gd fmla="*/ 4690964 h 4690964" name="connsiteY43"/>
                  <a:gd fmla="*/ 351964 w 4078981" name="connsiteX44"/>
                  <a:gd fmla="*/ 4690820 h 4690964" name="connsiteY44"/>
                  <a:gd fmla="*/ 206364 w 4078981" name="connsiteX45"/>
                  <a:gd fmla="*/ 4690820 h 4690964" name="connsiteY45"/>
                  <a:gd fmla="*/ 181420 w 4078981" name="connsiteX46"/>
                  <a:gd fmla="*/ 4690820 h 4690964" name="connsiteY46"/>
                  <a:gd fmla="*/ 168948 w 4078981" name="connsiteX47"/>
                  <a:gd fmla="*/ 4690820 h 4690964" name="connsiteY47"/>
                  <a:gd fmla="*/ 0 w 4078981" name="connsiteX48"/>
                  <a:gd fmla="*/ 4515636 h 4690964" name="connsiteY48"/>
                  <a:gd fmla="*/ 0 w 4078981" name="connsiteX49"/>
                  <a:gd fmla="*/ 4308547 h 4690964" name="connsiteY49"/>
                  <a:gd fmla="*/ 0 w 4078981" name="connsiteX50"/>
                  <a:gd fmla="*/ 4279688 h 4690964" name="connsiteY50"/>
                  <a:gd fmla="*/ 0 w 4078981" name="connsiteX51"/>
                  <a:gd fmla="*/ 400401 h 4690964" name="connsiteY51"/>
                  <a:gd fmla="*/ 0 w 4078981" name="connsiteX52"/>
                  <a:gd fmla="*/ 370671 h 4690964" name="connsiteY52"/>
                  <a:gd fmla="*/ 0 w 4078981" name="connsiteX53"/>
                  <a:gd fmla="*/ 206364 h 4690964" name="connsiteY53"/>
                  <a:gd fmla="*/ 0 w 4078981" name="connsiteX54"/>
                  <a:gd fmla="*/ 181420 h 4690964" name="connsiteY54"/>
                  <a:gd fmla="*/ 0 w 4078981" name="connsiteX55"/>
                  <a:gd fmla="*/ 168948 h 4690964" name="connsiteY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b="b" l="l" r="r" t="t"/>
                <a:pathLst>
                  <a:path h="4690964" w="4078981">
                    <a:moveTo>
                      <a:pt x="181130" y="37996"/>
                    </a:moveTo>
                    <a:lnTo>
                      <a:pt x="37995" y="176199"/>
                    </a:lnTo>
                    <a:lnTo>
                      <a:pt x="37995" y="370671"/>
                    </a:lnTo>
                    <a:lnTo>
                      <a:pt x="38140" y="370671"/>
                    </a:lnTo>
                    <a:lnTo>
                      <a:pt x="38140" y="4308547"/>
                    </a:lnTo>
                    <a:lnTo>
                      <a:pt x="37995" y="4308547"/>
                    </a:lnTo>
                    <a:lnTo>
                      <a:pt x="37995" y="4509690"/>
                    </a:lnTo>
                    <a:lnTo>
                      <a:pt x="176199" y="4652824"/>
                    </a:lnTo>
                    <a:lnTo>
                      <a:pt x="351964" y="4652824"/>
                    </a:lnTo>
                    <a:lnTo>
                      <a:pt x="362840" y="4652824"/>
                    </a:lnTo>
                    <a:lnTo>
                      <a:pt x="3753700" y="4652824"/>
                    </a:lnTo>
                    <a:lnTo>
                      <a:pt x="3759211" y="4652824"/>
                    </a:lnTo>
                    <a:lnTo>
                      <a:pt x="3902781" y="4652824"/>
                    </a:lnTo>
                    <a:lnTo>
                      <a:pt x="4040840" y="4509690"/>
                    </a:lnTo>
                    <a:lnTo>
                      <a:pt x="4040840" y="4346107"/>
                    </a:lnTo>
                    <a:lnTo>
                      <a:pt x="4040840" y="4317248"/>
                    </a:lnTo>
                    <a:lnTo>
                      <a:pt x="4040840" y="633449"/>
                    </a:lnTo>
                    <a:lnTo>
                      <a:pt x="4040841" y="633449"/>
                    </a:lnTo>
                    <a:lnTo>
                      <a:pt x="4040841" y="463920"/>
                    </a:lnTo>
                    <a:lnTo>
                      <a:pt x="3897706" y="325861"/>
                    </a:lnTo>
                    <a:lnTo>
                      <a:pt x="3751380" y="325861"/>
                    </a:lnTo>
                    <a:lnTo>
                      <a:pt x="3742824" y="325861"/>
                    </a:lnTo>
                    <a:lnTo>
                      <a:pt x="2411975" y="325861"/>
                    </a:lnTo>
                    <a:lnTo>
                      <a:pt x="2161815" y="37996"/>
                    </a:lnTo>
                    <a:close/>
                    <a:moveTo>
                      <a:pt x="175184" y="0"/>
                    </a:moveTo>
                    <a:lnTo>
                      <a:pt x="2192269" y="0"/>
                    </a:lnTo>
                    <a:lnTo>
                      <a:pt x="2443299" y="287720"/>
                    </a:lnTo>
                    <a:lnTo>
                      <a:pt x="3742824" y="287720"/>
                    </a:lnTo>
                    <a:lnTo>
                      <a:pt x="3751380" y="287720"/>
                    </a:lnTo>
                    <a:lnTo>
                      <a:pt x="3903796" y="287720"/>
                    </a:lnTo>
                    <a:lnTo>
                      <a:pt x="4078981" y="456668"/>
                    </a:lnTo>
                    <a:lnTo>
                      <a:pt x="4078981" y="469140"/>
                    </a:lnTo>
                    <a:lnTo>
                      <a:pt x="4078981" y="494229"/>
                    </a:lnTo>
                    <a:lnTo>
                      <a:pt x="4078981" y="650706"/>
                    </a:lnTo>
                    <a:lnTo>
                      <a:pt x="4078980" y="650706"/>
                    </a:lnTo>
                    <a:lnTo>
                      <a:pt x="4078980" y="4317248"/>
                    </a:lnTo>
                    <a:lnTo>
                      <a:pt x="4078980" y="4346107"/>
                    </a:lnTo>
                    <a:lnTo>
                      <a:pt x="4078980" y="4515635"/>
                    </a:lnTo>
                    <a:lnTo>
                      <a:pt x="3910032" y="4690819"/>
                    </a:lnTo>
                    <a:lnTo>
                      <a:pt x="3897560" y="4690819"/>
                    </a:lnTo>
                    <a:lnTo>
                      <a:pt x="3872472" y="4690819"/>
                    </a:lnTo>
                    <a:lnTo>
                      <a:pt x="3759211" y="4690819"/>
                    </a:lnTo>
                    <a:lnTo>
                      <a:pt x="3759211" y="4690964"/>
                    </a:lnTo>
                    <a:lnTo>
                      <a:pt x="351964" y="4690964"/>
                    </a:lnTo>
                    <a:lnTo>
                      <a:pt x="351964" y="4690820"/>
                    </a:lnTo>
                    <a:lnTo>
                      <a:pt x="206364" y="4690820"/>
                    </a:lnTo>
                    <a:lnTo>
                      <a:pt x="181420" y="4690820"/>
                    </a:lnTo>
                    <a:lnTo>
                      <a:pt x="168948" y="4690820"/>
                    </a:lnTo>
                    <a:lnTo>
                      <a:pt x="0" y="4515636"/>
                    </a:lnTo>
                    <a:lnTo>
                      <a:pt x="0" y="4308547"/>
                    </a:lnTo>
                    <a:lnTo>
                      <a:pt x="0" y="4279688"/>
                    </a:lnTo>
                    <a:lnTo>
                      <a:pt x="0" y="400401"/>
                    </a:lnTo>
                    <a:lnTo>
                      <a:pt x="0" y="370671"/>
                    </a:lnTo>
                    <a:lnTo>
                      <a:pt x="0" y="206364"/>
                    </a:lnTo>
                    <a:lnTo>
                      <a:pt x="0" y="181420"/>
                    </a:lnTo>
                    <a:lnTo>
                      <a:pt x="0" y="16894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  <a:tileRect/>
              </a:gradFill>
              <a:ln cap="flat" w="8708">
                <a:noFill/>
                <a:prstDash val="solid"/>
                <a:miter/>
              </a:ln>
            </p:spPr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  <p:sp>
            <p:nvSpPr>
              <p:cNvPr descr="dae40a69-358e-426f-b97b-3cb9b4168dae" id="11" name="任意多边形: 形状 10">
                <a:extLst>
                  <a:ext uri="{FF2B5EF4-FFF2-40B4-BE49-F238E27FC236}">
                    <a16:creationId id="{05A07041-6325-E302-BC6F-8589E73A826D}"/>
                  </a:ext>
                </a:extLst>
              </p:cNvPr>
              <p:cNvSpPr/>
              <p:nvPr/>
            </p:nvSpPr>
            <p:spPr>
              <a:xfrm flipH="false" flipV="false">
                <a:off x="697372" y="2182782"/>
                <a:ext cx="863693" cy="95157"/>
              </a:xfrm>
              <a:custGeom>
                <a:avLst/>
                <a:gdLst>
                  <a:gd fmla="*/ 221446 w 1356083" name="connsiteX0"/>
                  <a:gd fmla="*/ 0 h 190121" name="connsiteY0"/>
                  <a:gd fmla="*/ 226087 w 1356083" name="connsiteX1"/>
                  <a:gd fmla="*/ 0 h 190121" name="connsiteY1"/>
                  <a:gd fmla="*/ 237833 w 1356083" name="connsiteX2"/>
                  <a:gd fmla="*/ 0 h 190121" name="connsiteY2"/>
                  <a:gd fmla="*/ 1356083 w 1356083" name="connsiteX3"/>
                  <a:gd fmla="*/ 0 h 190121" name="connsiteY3"/>
                  <a:gd fmla="*/ 1356083 w 1356083" name="connsiteX4"/>
                  <a:gd fmla="*/ 20738 h 190121" name="connsiteY4"/>
                  <a:gd fmla="*/ 231307 w 1356083" name="connsiteX5"/>
                  <a:gd fmla="*/ 20738 h 190121" name="connsiteY5"/>
                  <a:gd fmla="*/ 142700 w 1356083" name="connsiteX6"/>
                  <a:gd fmla="*/ 106300 h 190121" name="connsiteY6"/>
                  <a:gd fmla="*/ 142700 w 1356083" name="connsiteX7"/>
                  <a:gd fmla="*/ 75410 h 190121" name="connsiteY7"/>
                  <a:gd fmla="*/ 116741 w 1356083" name="connsiteX8"/>
                  <a:gd fmla="*/ 0 h 190121" name="connsiteY8"/>
                  <a:gd fmla="*/ 197082 w 1356083" name="connsiteX9"/>
                  <a:gd fmla="*/ 0 h 190121" name="connsiteY9"/>
                  <a:gd fmla="*/ 0 w 1356083" name="connsiteX10"/>
                  <a:gd fmla="*/ 190121 h 190121" name="connsiteY10"/>
                  <a:gd fmla="*/ 0 w 1356083" name="connsiteX11"/>
                  <a:gd fmla="*/ 109780 h 190121" name="connsiteY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b="b" l="l" r="r" t="t"/>
                <a:pathLst>
                  <a:path h="190121" w="1356083">
                    <a:moveTo>
                      <a:pt x="221446" y="0"/>
                    </a:moveTo>
                    <a:lnTo>
                      <a:pt x="226087" y="0"/>
                    </a:lnTo>
                    <a:lnTo>
                      <a:pt x="237833" y="0"/>
                    </a:lnTo>
                    <a:lnTo>
                      <a:pt x="1356083" y="0"/>
                    </a:lnTo>
                    <a:lnTo>
                      <a:pt x="1356083" y="20738"/>
                    </a:lnTo>
                    <a:lnTo>
                      <a:pt x="231307" y="20738"/>
                    </a:lnTo>
                    <a:lnTo>
                      <a:pt x="142700" y="106300"/>
                    </a:lnTo>
                    <a:lnTo>
                      <a:pt x="142700" y="75410"/>
                    </a:lnTo>
                    <a:close/>
                    <a:moveTo>
                      <a:pt x="116741" y="0"/>
                    </a:moveTo>
                    <a:lnTo>
                      <a:pt x="197082" y="0"/>
                    </a:lnTo>
                    <a:lnTo>
                      <a:pt x="0" y="190121"/>
                    </a:lnTo>
                    <a:lnTo>
                      <a:pt x="0" y="10978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cap="flat" w="8708">
                <a:noFill/>
                <a:prstDash val="solid"/>
                <a:miter/>
              </a:ln>
            </p:spPr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  <p:sp>
            <p:nvSpPr>
              <p:cNvPr descr="887fc478-6236-46e0-82eb-41b3a9dcd9ab" id="12" name="任意多边形: 形状 11">
                <a:extLst>
                  <a:ext uri="{FF2B5EF4-FFF2-40B4-BE49-F238E27FC236}">
                    <a16:creationId id="{AA0BA574-7468-6C08-C296-AF5AEED444F4}"/>
                  </a:ext>
                </a:extLst>
              </p:cNvPr>
              <p:cNvSpPr/>
              <p:nvPr/>
            </p:nvSpPr>
            <p:spPr>
              <a:xfrm flipH="false" flipV="false">
                <a:off x="2132797" y="2178137"/>
                <a:ext cx="750178" cy="76358"/>
              </a:xfrm>
              <a:custGeom>
                <a:avLst/>
                <a:gdLst>
                  <a:gd fmla="*/ 964818 w 1177853" name="connsiteX0"/>
                  <a:gd fmla="*/ 0 h 152561" name="connsiteY0"/>
                  <a:gd fmla="*/ 1041099 w 1177853" name="connsiteX1"/>
                  <a:gd fmla="*/ 0 h 152561" name="connsiteY1"/>
                  <a:gd fmla="*/ 1177853 w 1177853" name="connsiteX2"/>
                  <a:gd fmla="*/ 152561 h 152561" name="connsiteY2"/>
                  <a:gd fmla="*/ 1101572 w 1177853" name="connsiteX3"/>
                  <a:gd fmla="*/ 152561 h 152561" name="connsiteY3"/>
                  <a:gd fmla="*/ 827484 w 1177853" name="connsiteX4"/>
                  <a:gd fmla="*/ 0 h 152561" name="connsiteY4"/>
                  <a:gd fmla="*/ 903765 w 1177853" name="connsiteX5"/>
                  <a:gd fmla="*/ 0 h 152561" name="connsiteY5"/>
                  <a:gd fmla="*/ 1040664 w 1177853" name="connsiteX6"/>
                  <a:gd fmla="*/ 152561 h 152561" name="connsiteY6"/>
                  <a:gd fmla="*/ 964383 w 1177853" name="connsiteX7"/>
                  <a:gd fmla="*/ 152561 h 152561" name="connsiteY7"/>
                  <a:gd fmla="*/ 690295 w 1177853" name="connsiteX8"/>
                  <a:gd fmla="*/ 0 h 152561" name="connsiteY8"/>
                  <a:gd fmla="*/ 766576 w 1177853" name="connsiteX9"/>
                  <a:gd fmla="*/ 0 h 152561" name="connsiteY9"/>
                  <a:gd fmla="*/ 903475 w 1177853" name="connsiteX10"/>
                  <a:gd fmla="*/ 152561 h 152561" name="connsiteY10"/>
                  <a:gd fmla="*/ 827049 w 1177853" name="connsiteX11"/>
                  <a:gd fmla="*/ 152561 h 152561" name="connsiteY11"/>
                  <a:gd fmla="*/ 553106 w 1177853" name="connsiteX12"/>
                  <a:gd fmla="*/ 0 h 152561" name="connsiteY12"/>
                  <a:gd fmla="*/ 629387 w 1177853" name="connsiteX13"/>
                  <a:gd fmla="*/ 0 h 152561" name="connsiteY13"/>
                  <a:gd fmla="*/ 766141 w 1177853" name="connsiteX14"/>
                  <a:gd fmla="*/ 152561 h 152561" name="connsiteY14"/>
                  <a:gd fmla="*/ 689860 w 1177853" name="connsiteX15"/>
                  <a:gd fmla="*/ 152561 h 152561" name="connsiteY15"/>
                  <a:gd fmla="*/ 415917 w 1177853" name="connsiteX16"/>
                  <a:gd fmla="*/ 0 h 152561" name="connsiteY16"/>
                  <a:gd fmla="*/ 492198 w 1177853" name="connsiteX17"/>
                  <a:gd fmla="*/ 0 h 152561" name="connsiteY17"/>
                  <a:gd fmla="*/ 628951 w 1177853" name="connsiteX18"/>
                  <a:gd fmla="*/ 152561 h 152561" name="connsiteY18"/>
                  <a:gd fmla="*/ 552671 w 1177853" name="connsiteX19"/>
                  <a:gd fmla="*/ 152561 h 152561" name="connsiteY19"/>
                  <a:gd fmla="*/ 0 w 1177853" name="connsiteX20"/>
                  <a:gd fmla="*/ 0 h 152561" name="connsiteY20"/>
                  <a:gd fmla="*/ 352544 w 1177853" name="connsiteX21"/>
                  <a:gd fmla="*/ 0 h 152561" name="connsiteY21"/>
                  <a:gd fmla="*/ 489298 w 1177853" name="connsiteX22"/>
                  <a:gd fmla="*/ 152561 h 152561" name="connsiteY22"/>
                  <a:gd fmla="*/ 136754 w 1177853" name="connsiteX23"/>
                  <a:gd fmla="*/ 152561 h 152561" name="connsiteY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b="b" l="l" r="r" t="t"/>
                <a:pathLst>
                  <a:path h="152561" w="1177853">
                    <a:moveTo>
                      <a:pt x="964818" y="0"/>
                    </a:moveTo>
                    <a:lnTo>
                      <a:pt x="1041099" y="0"/>
                    </a:lnTo>
                    <a:lnTo>
                      <a:pt x="1177853" y="152561"/>
                    </a:lnTo>
                    <a:lnTo>
                      <a:pt x="1101572" y="152561"/>
                    </a:lnTo>
                    <a:close/>
                    <a:moveTo>
                      <a:pt x="827484" y="0"/>
                    </a:moveTo>
                    <a:lnTo>
                      <a:pt x="903765" y="0"/>
                    </a:lnTo>
                    <a:lnTo>
                      <a:pt x="1040664" y="152561"/>
                    </a:lnTo>
                    <a:lnTo>
                      <a:pt x="964383" y="152561"/>
                    </a:lnTo>
                    <a:close/>
                    <a:moveTo>
                      <a:pt x="690295" y="0"/>
                    </a:moveTo>
                    <a:lnTo>
                      <a:pt x="766576" y="0"/>
                    </a:lnTo>
                    <a:lnTo>
                      <a:pt x="903475" y="152561"/>
                    </a:lnTo>
                    <a:lnTo>
                      <a:pt x="827049" y="152561"/>
                    </a:lnTo>
                    <a:close/>
                    <a:moveTo>
                      <a:pt x="553106" y="0"/>
                    </a:moveTo>
                    <a:lnTo>
                      <a:pt x="629387" y="0"/>
                    </a:lnTo>
                    <a:lnTo>
                      <a:pt x="766141" y="152561"/>
                    </a:lnTo>
                    <a:lnTo>
                      <a:pt x="689860" y="152561"/>
                    </a:lnTo>
                    <a:close/>
                    <a:moveTo>
                      <a:pt x="415917" y="0"/>
                    </a:moveTo>
                    <a:lnTo>
                      <a:pt x="492198" y="0"/>
                    </a:lnTo>
                    <a:lnTo>
                      <a:pt x="628951" y="152561"/>
                    </a:lnTo>
                    <a:lnTo>
                      <a:pt x="552671" y="152561"/>
                    </a:lnTo>
                    <a:close/>
                    <a:moveTo>
                      <a:pt x="0" y="0"/>
                    </a:moveTo>
                    <a:lnTo>
                      <a:pt x="352544" y="0"/>
                    </a:lnTo>
                    <a:lnTo>
                      <a:pt x="489298" y="152561"/>
                    </a:lnTo>
                    <a:lnTo>
                      <a:pt x="136754" y="152561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cap="flat" w="8708">
                <a:noFill/>
                <a:prstDash val="solid"/>
                <a:miter/>
              </a:ln>
            </p:spPr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  <p:sp>
            <p:nvSpPr>
              <p:cNvPr descr="cb1779ab-3a2b-4929-a2e3-60328028768f" id="13" name="任意多边形: 形状 12">
                <a:extLst>
                  <a:ext uri="{FF2B5EF4-FFF2-40B4-BE49-F238E27FC236}">
                    <a16:creationId id="{21EEC360-1B85-781A-A5F7-C3F1852BB473}"/>
                  </a:ext>
                </a:extLst>
              </p:cNvPr>
              <p:cNvSpPr/>
              <p:nvPr/>
            </p:nvSpPr>
            <p:spPr>
              <a:xfrm flipH="false" flipV="false">
                <a:off x="630316" y="2126893"/>
                <a:ext cx="619760" cy="242793"/>
              </a:xfrm>
              <a:custGeom>
                <a:avLst/>
                <a:gdLst>
                  <a:gd fmla="*/ 973085 w 973084" name="connsiteX0"/>
                  <a:gd fmla="*/ 56848 h 485092" name="connsiteY0"/>
                  <a:gd fmla="*/ 973085 w 973084" name="connsiteX1"/>
                  <a:gd fmla="*/ 0 h 485092" name="connsiteY1"/>
                  <a:gd fmla="*/ 181420 w 973084" name="connsiteX2"/>
                  <a:gd fmla="*/ 0 h 485092" name="connsiteY2"/>
                  <a:gd fmla="*/ 0 w 973084" name="connsiteX3"/>
                  <a:gd fmla="*/ 175184 h 485092" name="connsiteY3"/>
                  <a:gd fmla="*/ 0 w 973084" name="connsiteX4"/>
                  <a:gd fmla="*/ 187656 h 485092" name="connsiteY4"/>
                  <a:gd fmla="*/ 0 w 973084" name="connsiteX5"/>
                  <a:gd fmla="*/ 212744 h 485092" name="connsiteY5"/>
                  <a:gd fmla="*/ 0 w 973084" name="connsiteX6"/>
                  <a:gd fmla="*/ 485092 h 485092" name="connsiteY6"/>
                  <a:gd fmla="*/ 56848 w 973084" name="connsiteX7"/>
                  <a:gd fmla="*/ 485092 h 485092" name="connsiteY7"/>
                  <a:gd fmla="*/ 56848 w 973084" name="connsiteX8"/>
                  <a:gd fmla="*/ 188671 h 485092" name="connsiteY8"/>
                  <a:gd fmla="*/ 193747 w 973084" name="connsiteX9"/>
                  <a:gd fmla="*/ 56848 h 485092" name="connsiteY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b="b" l="l" r="r" t="t"/>
                <a:pathLst>
                  <a:path h="485092" w="973084">
                    <a:moveTo>
                      <a:pt x="973085" y="56848"/>
                    </a:moveTo>
                    <a:lnTo>
                      <a:pt x="973085" y="0"/>
                    </a:lnTo>
                    <a:lnTo>
                      <a:pt x="181420" y="0"/>
                    </a:lnTo>
                    <a:lnTo>
                      <a:pt x="0" y="175184"/>
                    </a:lnTo>
                    <a:lnTo>
                      <a:pt x="0" y="187656"/>
                    </a:lnTo>
                    <a:lnTo>
                      <a:pt x="0" y="212744"/>
                    </a:lnTo>
                    <a:lnTo>
                      <a:pt x="0" y="485092"/>
                    </a:lnTo>
                    <a:lnTo>
                      <a:pt x="56848" y="485092"/>
                    </a:lnTo>
                    <a:lnTo>
                      <a:pt x="56848" y="188671"/>
                    </a:lnTo>
                    <a:lnTo>
                      <a:pt x="193747" y="56848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1"/>
                  </a:gs>
                  <a:gs pos="0">
                    <a:schemeClr val="accent2">
                      <a:lumMod val="60000"/>
                      <a:lumOff val="40000"/>
                    </a:schemeClr>
                  </a:gs>
                  <a:gs pos="47000">
                    <a:schemeClr val="accent2"/>
                  </a:gs>
                </a:gsLst>
                <a:lin ang="5400000" scaled="1"/>
                <a:tileRect/>
              </a:gradFill>
              <a:ln cap="flat" w="8708">
                <a:noFill/>
                <a:prstDash val="solid"/>
                <a:miter/>
              </a:ln>
            </p:spPr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  <p:sp>
            <p:nvSpPr>
              <p:cNvPr descr="0db596b5-a9a8-4059-859e-daf052972498" id="14" name="任意多边形: 形状 13">
                <a:extLst>
                  <a:ext uri="{FF2B5EF4-FFF2-40B4-BE49-F238E27FC236}">
                    <a16:creationId id="{29FAE4CC-A876-2308-8351-ADC238436A5A}"/>
                  </a:ext>
                </a:extLst>
              </p:cNvPr>
              <p:cNvSpPr/>
              <p:nvPr/>
            </p:nvSpPr>
            <p:spPr>
              <a:xfrm flipH="false" flipV="false">
                <a:off x="2986606" y="2270971"/>
                <a:ext cx="253631" cy="147127"/>
              </a:xfrm>
              <a:custGeom>
                <a:avLst/>
                <a:gdLst>
                  <a:gd fmla="*/ 0 w 398225" name="connsiteX0"/>
                  <a:gd fmla="*/ 56848 h 293955" name="connsiteY0"/>
                  <a:gd fmla="*/ 0 w 398225" name="connsiteX1"/>
                  <a:gd fmla="*/ 0 h 293955" name="connsiteY1"/>
                  <a:gd fmla="*/ 216805 w 398225" name="connsiteX2"/>
                  <a:gd fmla="*/ 0 h 293955" name="connsiteY2"/>
                  <a:gd fmla="*/ 398225 w 398225" name="connsiteX3"/>
                  <a:gd fmla="*/ 175184 h 293955" name="connsiteY3"/>
                  <a:gd fmla="*/ 398225 w 398225" name="connsiteX4"/>
                  <a:gd fmla="*/ 187656 h 293955" name="connsiteY4"/>
                  <a:gd fmla="*/ 398225 w 398225" name="connsiteX5"/>
                  <a:gd fmla="*/ 212599 h 293955" name="connsiteY5"/>
                  <a:gd fmla="*/ 398225 w 398225" name="connsiteX6"/>
                  <a:gd fmla="*/ 293956 h 293955" name="connsiteY6"/>
                  <a:gd fmla="*/ 341377 w 398225" name="connsiteX7"/>
                  <a:gd fmla="*/ 293956 h 293955" name="connsiteY7"/>
                  <a:gd fmla="*/ 341377 w 398225" name="connsiteX8"/>
                  <a:gd fmla="*/ 188671 h 293955" name="connsiteY8"/>
                  <a:gd fmla="*/ 204478 w 398225" name="connsiteX9"/>
                  <a:gd fmla="*/ 56848 h 293955" name="connsiteY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b="b" l="l" r="r" t="t"/>
                <a:pathLst>
                  <a:path h="293955" w="398225">
                    <a:moveTo>
                      <a:pt x="0" y="56848"/>
                    </a:moveTo>
                    <a:lnTo>
                      <a:pt x="0" y="0"/>
                    </a:lnTo>
                    <a:lnTo>
                      <a:pt x="216805" y="0"/>
                    </a:lnTo>
                    <a:lnTo>
                      <a:pt x="398225" y="175184"/>
                    </a:lnTo>
                    <a:lnTo>
                      <a:pt x="398225" y="187656"/>
                    </a:lnTo>
                    <a:lnTo>
                      <a:pt x="398225" y="212599"/>
                    </a:lnTo>
                    <a:lnTo>
                      <a:pt x="398225" y="293956"/>
                    </a:lnTo>
                    <a:lnTo>
                      <a:pt x="341377" y="293956"/>
                    </a:lnTo>
                    <a:lnTo>
                      <a:pt x="341377" y="188671"/>
                    </a:lnTo>
                    <a:lnTo>
                      <a:pt x="204478" y="5684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45000">
                    <a:schemeClr val="accent2"/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ln cap="flat" w="8708">
                <a:noFill/>
                <a:prstDash val="solid"/>
                <a:miter/>
              </a:ln>
            </p:spPr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  <p:grpSp>
            <p:nvGrpSpPr>
              <p:cNvPr descr="5e006d5d-8058-4b15-a13f-2db84399896e" id="39" name="组合 38">
                <a:extLst>
                  <a:ext uri="{FF2B5EF4-FFF2-40B4-BE49-F238E27FC236}">
                    <a16:creationId id="{33FE2CE8-223C-1CE4-343E-8F6E52F5C152}"/>
                  </a:ext>
                </a:extLst>
              </p:cNvPr>
              <p:cNvGrpSpPr/>
              <p:nvPr/>
            </p:nvGrpSpPr>
            <p:grpSpPr>
              <a:xfrm>
                <a:off x="642600" y="2137635"/>
                <a:ext cx="2583875" cy="3417431"/>
                <a:chOff x="642600" y="2137635"/>
                <a:chExt cx="2583875" cy="3417431"/>
              </a:xfrm>
            </p:grpSpPr>
            <p:sp>
              <p:nvSpPr>
                <p:cNvPr descr="a8abb4c9-6360-4c31-8597-142acb6610ce" id="9" name="ComponentBackground1">
                  <a:extLst>
                    <a:ext uri="{FF2B5EF4-FFF2-40B4-BE49-F238E27FC236}">
                      <a16:creationId id="{307C7D56-EEC8-850D-03E4-43CC81B7C428}"/>
                    </a:ext>
                  </a:extLst>
                </p:cNvPr>
                <p:cNvSpPr/>
                <p:nvPr/>
              </p:nvSpPr>
              <p:spPr>
                <a:xfrm flipH="false" flipV="false">
                  <a:off x="642600" y="2137635"/>
                  <a:ext cx="2583875" cy="3284095"/>
                </a:xfrm>
                <a:custGeom>
                  <a:avLst/>
                  <a:gdLst>
                    <a:gd fmla="*/ 113736 w 2653684" name="connsiteX0"/>
                    <a:gd fmla="*/ 0 h 3372822" name="connsiteY0"/>
                    <a:gd fmla="*/ 1415393 w 2653684" name="connsiteX1"/>
                    <a:gd fmla="*/ 0 h 3372822" name="connsiteY1"/>
                    <a:gd fmla="*/ 1585950 w 2653684" name="connsiteX2"/>
                    <a:gd fmla="*/ 153935 h 3372822" name="connsiteY2"/>
                    <a:gd fmla="*/ 2540044 w 2653684" name="connsiteX3"/>
                    <a:gd fmla="*/ 153935 h 3372822" name="connsiteY3"/>
                    <a:gd fmla="*/ 2653684 w 2653684" name="connsiteX4"/>
                    <a:gd fmla="*/ 233400 h 3372822" name="connsiteY4"/>
                    <a:gd fmla="*/ 2653684 w 2653684" name="connsiteX5"/>
                    <a:gd fmla="*/ 1207219 h 3372822" name="connsiteY5"/>
                    <a:gd fmla="*/ 2653684 w 2653684" name="connsiteX6"/>
                    <a:gd fmla="*/ 2319538 h 3372822" name="connsiteY6"/>
                    <a:gd fmla="*/ 2653684 w 2653684" name="connsiteX7"/>
                    <a:gd fmla="*/ 3293357 h 3372822" name="connsiteY7"/>
                    <a:gd fmla="*/ 2552659 w 2653684" name="connsiteX8"/>
                    <a:gd fmla="*/ 3372822 h 3372822" name="connsiteY8"/>
                    <a:gd fmla="*/ 107381 w 2653684" name="connsiteX9"/>
                    <a:gd fmla="*/ 3372822 h 3372822" name="connsiteY9"/>
                    <a:gd fmla="*/ 0 w 2653684" name="connsiteX10"/>
                    <a:gd fmla="*/ 3288362 h 3372822" name="connsiteY10"/>
                    <a:gd fmla="*/ 0 w 2653684" name="connsiteX11"/>
                    <a:gd fmla="*/ 2314543 h 3372822" name="connsiteY11"/>
                    <a:gd fmla="*/ 0 w 2653684" name="connsiteX12"/>
                    <a:gd fmla="*/ 1053284 h 3372822" name="connsiteY12"/>
                    <a:gd fmla="*/ 0 w 2653684" name="connsiteX13"/>
                    <a:gd fmla="*/ 79465 h 3372822" name="connsiteY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b="b" l="l" r="r" t="t"/>
                  <a:pathLst>
                    <a:path h="3372822" w="2653684">
                      <a:moveTo>
                        <a:pt x="113736" y="0"/>
                      </a:moveTo>
                      <a:lnTo>
                        <a:pt x="1415393" y="0"/>
                      </a:lnTo>
                      <a:lnTo>
                        <a:pt x="1585950" y="153935"/>
                      </a:lnTo>
                      <a:lnTo>
                        <a:pt x="2540044" y="153935"/>
                      </a:lnTo>
                      <a:lnTo>
                        <a:pt x="2653684" y="233400"/>
                      </a:lnTo>
                      <a:lnTo>
                        <a:pt x="2653684" y="1207219"/>
                      </a:lnTo>
                      <a:lnTo>
                        <a:pt x="2653684" y="2319538"/>
                      </a:lnTo>
                      <a:lnTo>
                        <a:pt x="2653684" y="3293357"/>
                      </a:lnTo>
                      <a:lnTo>
                        <a:pt x="2552659" y="3372822"/>
                      </a:lnTo>
                      <a:lnTo>
                        <a:pt x="107381" y="3372822"/>
                      </a:lnTo>
                      <a:lnTo>
                        <a:pt x="0" y="3288362"/>
                      </a:lnTo>
                      <a:lnTo>
                        <a:pt x="0" y="2314543"/>
                      </a:lnTo>
                      <a:lnTo>
                        <a:pt x="0" y="1053284"/>
                      </a:lnTo>
                      <a:lnTo>
                        <a:pt x="0" y="79465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>
                        <a:alpha val="30000"/>
                      </a:schemeClr>
                    </a:gs>
                    <a:gs pos="88000">
                      <a:schemeClr val="accent1">
                        <a:alpha val="0"/>
                      </a:schemeClr>
                    </a:gs>
                  </a:gsLst>
                  <a:lin ang="5400000" scaled="0"/>
                </a:gradFill>
                <a:ln cap="flat" w="30301">
                  <a:noFill/>
                  <a:prstDash val="solid"/>
                  <a:miter/>
                </a:ln>
              </p:spPr>
              <p:txBody>
  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</a:p>
              </p:txBody>
            </p:sp>
            <p:sp>
              <p:nvSpPr>
                <p:cNvPr descr="14a7d527-5797-475c-b13a-e8872794b8ef" id="8" name="Number1">
                  <a:extLst>
                    <a:ext uri="{FF2B5EF4-FFF2-40B4-BE49-F238E27FC236}">
                      <a16:creationId id="{54AAED88-F677-2974-FFDE-48AE4A46B8CD}"/>
                    </a:ext>
                  </a:extLst>
                </p:cNvPr>
                <p:cNvSpPr/>
                <p:nvPr/>
              </p:nvSpPr>
              <p:spPr>
                <a:xfrm flipH="false" flipV="false">
                  <a:off x="1447651" y="2439028"/>
                  <a:ext cx="975251" cy="823705"/>
                </a:xfrm>
                <a:prstGeom prst="rect">
                  <a:avLst/>
                </a:prstGeom>
                <a:noFill/>
              </p:spPr>
              <p:txBody>
                <a:bodyPr anchor="b" anchorCtr="false" bIns="45720" lIns="91440" rIns="91440" rtlCol="0" tIns="45720" wrap="none">
                  <a:normAutofit fontScale="85000" lnSpcReduction="10000"/>
                </a:bodyPr>
                <a:lstStyle/>
                <a:p>
                  <a:pPr algn="ctr">
                    <a:lnSpc>
                      <a:spcPct val="108000"/>
                    </a:lnSpc>
                  </a:pPr>
                  <a:r>
                    <a:rPr b="true" i="true" lang="en-US" sz="5400" u="none">
                      <a:solidFill>
                        <a:srgbClr val="2F2F2F"/>
                      </a:solidFill>
                      <a:latin typeface="Arial"/>
                    </a:rPr>
                    <a:t>1</a:t>
                  </a:r>
                </a:p>
              </p:txBody>
            </p:sp>
            <p:sp>
              <p:nvSpPr>
                <p:cNvPr descr="117ecbef-c6c8-4e23-9351-ef3a650c8cc7" id="47" name="Bullet1">
                  <a:extLst>
                    <a:ext uri="{FF2B5EF4-FFF2-40B4-BE49-F238E27FC236}">
                      <a16:creationId id="{FA48D3D7-3114-5BE1-A899-E92FC8D1D53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709188" y="3385725"/>
                  <a:ext cx="2449859" cy="7786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1600" u="none">
                      <a:solidFill>
                        <a:srgbClr val="2F2F2F"/>
                      </a:solidFill>
                      <a:ea typeface="微软雅黑"/>
                    </a:rPr>
                    <a:t>代码的编写</a:t>
                  </a:r>
                </a:p>
              </p:txBody>
            </p:sp>
            <p:sp>
              <p:nvSpPr>
                <p:cNvPr descr="775ce90f-edf8-463d-98ef-33b5923b62ef" id="48" name="Text1">
                  <a:extLst>
                    <a:ext uri="{FF2B5EF4-FFF2-40B4-BE49-F238E27FC236}">
                      <a16:creationId id="{11EDD9A1-63DC-3755-E418-0893A21729A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709189" y="4278772"/>
                  <a:ext cx="2449859" cy="12762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trike="noStrike" sz="1000" u="none">
                      <a:solidFill>
                        <a:srgbClr val="2F2F2F"/>
                      </a:solidFill>
                      <a:ea typeface="微软雅黑"/>
                    </a:rPr>
                    <a:t>编写LED灯和篝火灯模块的代码，实现灯光的开关控制。</a:t>
                  </a:r>
                </a:p>
              </p:txBody>
            </p:sp>
          </p:grpSp>
        </p:grpSp>
        <p:grpSp>
          <p:nvGrpSpPr>
            <p:cNvPr descr="c17ba615-4f5b-4bb4-8f13-412e4323e3b2" id="43" name="组合 42">
              <a:extLst>
                <a:ext uri="{FF2B5EF4-FFF2-40B4-BE49-F238E27FC236}">
                  <a16:creationId id="{22C28E26-6FE7-E8C9-F336-EEDF83840F51}"/>
                </a:ext>
              </a:extLst>
            </p:cNvPr>
            <p:cNvGrpSpPr/>
            <p:nvPr/>
          </p:nvGrpSpPr>
          <p:grpSpPr>
            <a:xfrm>
              <a:off x="3399899" y="2596435"/>
              <a:ext cx="2609921" cy="3373911"/>
              <a:chOff x="3399899" y="2596435"/>
              <a:chExt cx="2609921" cy="3373911"/>
            </a:xfrm>
          </p:grpSpPr>
          <p:sp>
            <p:nvSpPr>
              <p:cNvPr descr="c024dcae-80b3-4fa6-95dd-b7d5511593fc" id="20" name="任意多边形: 形状 19">
                <a:extLst>
                  <a:ext uri="{FF2B5EF4-FFF2-40B4-BE49-F238E27FC236}">
                    <a16:creationId id="{E5D21E3A-F26F-0583-CBB1-FEF726538260}"/>
                  </a:ext>
                </a:extLst>
              </p:cNvPr>
              <p:cNvSpPr/>
              <p:nvPr/>
            </p:nvSpPr>
            <p:spPr>
              <a:xfrm flipH="false" flipV="false">
                <a:off x="3405903" y="2601153"/>
                <a:ext cx="2597914" cy="2347869"/>
              </a:xfrm>
              <a:custGeom>
                <a:avLst/>
                <a:gdLst>
                  <a:gd fmla="*/ 181130 w 4078981" name="connsiteX0"/>
                  <a:gd fmla="*/ 37996 h 4690964" name="connsiteY0"/>
                  <a:gd fmla="*/ 37995 w 4078981" name="connsiteX1"/>
                  <a:gd fmla="*/ 176199 h 4690964" name="connsiteY1"/>
                  <a:gd fmla="*/ 37995 w 4078981" name="connsiteX2"/>
                  <a:gd fmla="*/ 370671 h 4690964" name="connsiteY2"/>
                  <a:gd fmla="*/ 38140 w 4078981" name="connsiteX3"/>
                  <a:gd fmla="*/ 370671 h 4690964" name="connsiteY3"/>
                  <a:gd fmla="*/ 38140 w 4078981" name="connsiteX4"/>
                  <a:gd fmla="*/ 4308547 h 4690964" name="connsiteY4"/>
                  <a:gd fmla="*/ 37995 w 4078981" name="connsiteX5"/>
                  <a:gd fmla="*/ 4308547 h 4690964" name="connsiteY5"/>
                  <a:gd fmla="*/ 37995 w 4078981" name="connsiteX6"/>
                  <a:gd fmla="*/ 4509690 h 4690964" name="connsiteY6"/>
                  <a:gd fmla="*/ 176199 w 4078981" name="connsiteX7"/>
                  <a:gd fmla="*/ 4652824 h 4690964" name="connsiteY7"/>
                  <a:gd fmla="*/ 351964 w 4078981" name="connsiteX8"/>
                  <a:gd fmla="*/ 4652824 h 4690964" name="connsiteY8"/>
                  <a:gd fmla="*/ 362840 w 4078981" name="connsiteX9"/>
                  <a:gd fmla="*/ 4652824 h 4690964" name="connsiteY9"/>
                  <a:gd fmla="*/ 3753700 w 4078981" name="connsiteX10"/>
                  <a:gd fmla="*/ 4652824 h 4690964" name="connsiteY10"/>
                  <a:gd fmla="*/ 3759211 w 4078981" name="connsiteX11"/>
                  <a:gd fmla="*/ 4652824 h 4690964" name="connsiteY11"/>
                  <a:gd fmla="*/ 3902781 w 4078981" name="connsiteX12"/>
                  <a:gd fmla="*/ 4652824 h 4690964" name="connsiteY12"/>
                  <a:gd fmla="*/ 4040840 w 4078981" name="connsiteX13"/>
                  <a:gd fmla="*/ 4509690 h 4690964" name="connsiteY13"/>
                  <a:gd fmla="*/ 4040840 w 4078981" name="connsiteX14"/>
                  <a:gd fmla="*/ 4346107 h 4690964" name="connsiteY14"/>
                  <a:gd fmla="*/ 4040840 w 4078981" name="connsiteX15"/>
                  <a:gd fmla="*/ 4317248 h 4690964" name="connsiteY15"/>
                  <a:gd fmla="*/ 4040840 w 4078981" name="connsiteX16"/>
                  <a:gd fmla="*/ 633449 h 4690964" name="connsiteY16"/>
                  <a:gd fmla="*/ 4040841 w 4078981" name="connsiteX17"/>
                  <a:gd fmla="*/ 633449 h 4690964" name="connsiteY17"/>
                  <a:gd fmla="*/ 4040841 w 4078981" name="connsiteX18"/>
                  <a:gd fmla="*/ 463920 h 4690964" name="connsiteY18"/>
                  <a:gd fmla="*/ 3897706 w 4078981" name="connsiteX19"/>
                  <a:gd fmla="*/ 325861 h 4690964" name="connsiteY19"/>
                  <a:gd fmla="*/ 3751380 w 4078981" name="connsiteX20"/>
                  <a:gd fmla="*/ 325861 h 4690964" name="connsiteY20"/>
                  <a:gd fmla="*/ 3742824 w 4078981" name="connsiteX21"/>
                  <a:gd fmla="*/ 325861 h 4690964" name="connsiteY21"/>
                  <a:gd fmla="*/ 2411975 w 4078981" name="connsiteX22"/>
                  <a:gd fmla="*/ 325861 h 4690964" name="connsiteY22"/>
                  <a:gd fmla="*/ 2161815 w 4078981" name="connsiteX23"/>
                  <a:gd fmla="*/ 37996 h 4690964" name="connsiteY23"/>
                  <a:gd fmla="*/ 175184 w 4078981" name="connsiteX24"/>
                  <a:gd fmla="*/ 0 h 4690964" name="connsiteY24"/>
                  <a:gd fmla="*/ 2192269 w 4078981" name="connsiteX25"/>
                  <a:gd fmla="*/ 0 h 4690964" name="connsiteY25"/>
                  <a:gd fmla="*/ 2443299 w 4078981" name="connsiteX26"/>
                  <a:gd fmla="*/ 287720 h 4690964" name="connsiteY26"/>
                  <a:gd fmla="*/ 3742824 w 4078981" name="connsiteX27"/>
                  <a:gd fmla="*/ 287720 h 4690964" name="connsiteY27"/>
                  <a:gd fmla="*/ 3751380 w 4078981" name="connsiteX28"/>
                  <a:gd fmla="*/ 287720 h 4690964" name="connsiteY28"/>
                  <a:gd fmla="*/ 3903796 w 4078981" name="connsiteX29"/>
                  <a:gd fmla="*/ 287720 h 4690964" name="connsiteY29"/>
                  <a:gd fmla="*/ 4078981 w 4078981" name="connsiteX30"/>
                  <a:gd fmla="*/ 456668 h 4690964" name="connsiteY30"/>
                  <a:gd fmla="*/ 4078981 w 4078981" name="connsiteX31"/>
                  <a:gd fmla="*/ 469140 h 4690964" name="connsiteY31"/>
                  <a:gd fmla="*/ 4078981 w 4078981" name="connsiteX32"/>
                  <a:gd fmla="*/ 494229 h 4690964" name="connsiteY32"/>
                  <a:gd fmla="*/ 4078981 w 4078981" name="connsiteX33"/>
                  <a:gd fmla="*/ 650706 h 4690964" name="connsiteY33"/>
                  <a:gd fmla="*/ 4078980 w 4078981" name="connsiteX34"/>
                  <a:gd fmla="*/ 650706 h 4690964" name="connsiteY34"/>
                  <a:gd fmla="*/ 4078980 w 4078981" name="connsiteX35"/>
                  <a:gd fmla="*/ 4317248 h 4690964" name="connsiteY35"/>
                  <a:gd fmla="*/ 4078980 w 4078981" name="connsiteX36"/>
                  <a:gd fmla="*/ 4346107 h 4690964" name="connsiteY36"/>
                  <a:gd fmla="*/ 4078980 w 4078981" name="connsiteX37"/>
                  <a:gd fmla="*/ 4515635 h 4690964" name="connsiteY37"/>
                  <a:gd fmla="*/ 3910032 w 4078981" name="connsiteX38"/>
                  <a:gd fmla="*/ 4690819 h 4690964" name="connsiteY38"/>
                  <a:gd fmla="*/ 3897560 w 4078981" name="connsiteX39"/>
                  <a:gd fmla="*/ 4690819 h 4690964" name="connsiteY39"/>
                  <a:gd fmla="*/ 3872472 w 4078981" name="connsiteX40"/>
                  <a:gd fmla="*/ 4690819 h 4690964" name="connsiteY40"/>
                  <a:gd fmla="*/ 3759211 w 4078981" name="connsiteX41"/>
                  <a:gd fmla="*/ 4690819 h 4690964" name="connsiteY41"/>
                  <a:gd fmla="*/ 3759211 w 4078981" name="connsiteX42"/>
                  <a:gd fmla="*/ 4690964 h 4690964" name="connsiteY42"/>
                  <a:gd fmla="*/ 351964 w 4078981" name="connsiteX43"/>
                  <a:gd fmla="*/ 4690964 h 4690964" name="connsiteY43"/>
                  <a:gd fmla="*/ 351964 w 4078981" name="connsiteX44"/>
                  <a:gd fmla="*/ 4690820 h 4690964" name="connsiteY44"/>
                  <a:gd fmla="*/ 206364 w 4078981" name="connsiteX45"/>
                  <a:gd fmla="*/ 4690820 h 4690964" name="connsiteY45"/>
                  <a:gd fmla="*/ 181420 w 4078981" name="connsiteX46"/>
                  <a:gd fmla="*/ 4690820 h 4690964" name="connsiteY46"/>
                  <a:gd fmla="*/ 168948 w 4078981" name="connsiteX47"/>
                  <a:gd fmla="*/ 4690820 h 4690964" name="connsiteY47"/>
                  <a:gd fmla="*/ 0 w 4078981" name="connsiteX48"/>
                  <a:gd fmla="*/ 4515636 h 4690964" name="connsiteY48"/>
                  <a:gd fmla="*/ 0 w 4078981" name="connsiteX49"/>
                  <a:gd fmla="*/ 4308547 h 4690964" name="connsiteY49"/>
                  <a:gd fmla="*/ 0 w 4078981" name="connsiteX50"/>
                  <a:gd fmla="*/ 4279688 h 4690964" name="connsiteY50"/>
                  <a:gd fmla="*/ 0 w 4078981" name="connsiteX51"/>
                  <a:gd fmla="*/ 400401 h 4690964" name="connsiteY51"/>
                  <a:gd fmla="*/ 0 w 4078981" name="connsiteX52"/>
                  <a:gd fmla="*/ 370671 h 4690964" name="connsiteY52"/>
                  <a:gd fmla="*/ 0 w 4078981" name="connsiteX53"/>
                  <a:gd fmla="*/ 206364 h 4690964" name="connsiteY53"/>
                  <a:gd fmla="*/ 0 w 4078981" name="connsiteX54"/>
                  <a:gd fmla="*/ 181420 h 4690964" name="connsiteY54"/>
                  <a:gd fmla="*/ 0 w 4078981" name="connsiteX55"/>
                  <a:gd fmla="*/ 168948 h 4690964" name="connsiteY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b="b" l="l" r="r" t="t"/>
                <a:pathLst>
                  <a:path h="4690964" w="4078981">
                    <a:moveTo>
                      <a:pt x="181130" y="37996"/>
                    </a:moveTo>
                    <a:lnTo>
                      <a:pt x="37995" y="176199"/>
                    </a:lnTo>
                    <a:lnTo>
                      <a:pt x="37995" y="370671"/>
                    </a:lnTo>
                    <a:lnTo>
                      <a:pt x="38140" y="370671"/>
                    </a:lnTo>
                    <a:lnTo>
                      <a:pt x="38140" y="4308547"/>
                    </a:lnTo>
                    <a:lnTo>
                      <a:pt x="37995" y="4308547"/>
                    </a:lnTo>
                    <a:lnTo>
                      <a:pt x="37995" y="4509690"/>
                    </a:lnTo>
                    <a:lnTo>
                      <a:pt x="176199" y="4652824"/>
                    </a:lnTo>
                    <a:lnTo>
                      <a:pt x="351964" y="4652824"/>
                    </a:lnTo>
                    <a:lnTo>
                      <a:pt x="362840" y="4652824"/>
                    </a:lnTo>
                    <a:lnTo>
                      <a:pt x="3753700" y="4652824"/>
                    </a:lnTo>
                    <a:lnTo>
                      <a:pt x="3759211" y="4652824"/>
                    </a:lnTo>
                    <a:lnTo>
                      <a:pt x="3902781" y="4652824"/>
                    </a:lnTo>
                    <a:lnTo>
                      <a:pt x="4040840" y="4509690"/>
                    </a:lnTo>
                    <a:lnTo>
                      <a:pt x="4040840" y="4346107"/>
                    </a:lnTo>
                    <a:lnTo>
                      <a:pt x="4040840" y="4317248"/>
                    </a:lnTo>
                    <a:lnTo>
                      <a:pt x="4040840" y="633449"/>
                    </a:lnTo>
                    <a:lnTo>
                      <a:pt x="4040841" y="633449"/>
                    </a:lnTo>
                    <a:lnTo>
                      <a:pt x="4040841" y="463920"/>
                    </a:lnTo>
                    <a:lnTo>
                      <a:pt x="3897706" y="325861"/>
                    </a:lnTo>
                    <a:lnTo>
                      <a:pt x="3751380" y="325861"/>
                    </a:lnTo>
                    <a:lnTo>
                      <a:pt x="3742824" y="325861"/>
                    </a:lnTo>
                    <a:lnTo>
                      <a:pt x="2411975" y="325861"/>
                    </a:lnTo>
                    <a:lnTo>
                      <a:pt x="2161815" y="37996"/>
                    </a:lnTo>
                    <a:close/>
                    <a:moveTo>
                      <a:pt x="175184" y="0"/>
                    </a:moveTo>
                    <a:lnTo>
                      <a:pt x="2192269" y="0"/>
                    </a:lnTo>
                    <a:lnTo>
                      <a:pt x="2443299" y="287720"/>
                    </a:lnTo>
                    <a:lnTo>
                      <a:pt x="3742824" y="287720"/>
                    </a:lnTo>
                    <a:lnTo>
                      <a:pt x="3751380" y="287720"/>
                    </a:lnTo>
                    <a:lnTo>
                      <a:pt x="3903796" y="287720"/>
                    </a:lnTo>
                    <a:lnTo>
                      <a:pt x="4078981" y="456668"/>
                    </a:lnTo>
                    <a:lnTo>
                      <a:pt x="4078981" y="469140"/>
                    </a:lnTo>
                    <a:lnTo>
                      <a:pt x="4078981" y="494229"/>
                    </a:lnTo>
                    <a:lnTo>
                      <a:pt x="4078981" y="650706"/>
                    </a:lnTo>
                    <a:lnTo>
                      <a:pt x="4078980" y="650706"/>
                    </a:lnTo>
                    <a:lnTo>
                      <a:pt x="4078980" y="4317248"/>
                    </a:lnTo>
                    <a:lnTo>
                      <a:pt x="4078980" y="4346107"/>
                    </a:lnTo>
                    <a:lnTo>
                      <a:pt x="4078980" y="4515635"/>
                    </a:lnTo>
                    <a:lnTo>
                      <a:pt x="3910032" y="4690819"/>
                    </a:lnTo>
                    <a:lnTo>
                      <a:pt x="3897560" y="4690819"/>
                    </a:lnTo>
                    <a:lnTo>
                      <a:pt x="3872472" y="4690819"/>
                    </a:lnTo>
                    <a:lnTo>
                      <a:pt x="3759211" y="4690819"/>
                    </a:lnTo>
                    <a:lnTo>
                      <a:pt x="3759211" y="4690964"/>
                    </a:lnTo>
                    <a:lnTo>
                      <a:pt x="351964" y="4690964"/>
                    </a:lnTo>
                    <a:lnTo>
                      <a:pt x="351964" y="4690820"/>
                    </a:lnTo>
                    <a:lnTo>
                      <a:pt x="206364" y="4690820"/>
                    </a:lnTo>
                    <a:lnTo>
                      <a:pt x="181420" y="4690820"/>
                    </a:lnTo>
                    <a:lnTo>
                      <a:pt x="168948" y="4690820"/>
                    </a:lnTo>
                    <a:lnTo>
                      <a:pt x="0" y="4515636"/>
                    </a:lnTo>
                    <a:lnTo>
                      <a:pt x="0" y="4308547"/>
                    </a:lnTo>
                    <a:lnTo>
                      <a:pt x="0" y="4279688"/>
                    </a:lnTo>
                    <a:lnTo>
                      <a:pt x="0" y="400401"/>
                    </a:lnTo>
                    <a:lnTo>
                      <a:pt x="0" y="370671"/>
                    </a:lnTo>
                    <a:lnTo>
                      <a:pt x="0" y="206364"/>
                    </a:lnTo>
                    <a:lnTo>
                      <a:pt x="0" y="181420"/>
                    </a:lnTo>
                    <a:lnTo>
                      <a:pt x="0" y="16894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  <a:tileRect/>
              </a:gradFill>
              <a:ln cap="flat" w="8708">
                <a:noFill/>
                <a:prstDash val="solid"/>
                <a:miter/>
              </a:ln>
            </p:spPr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  <p:sp>
            <p:nvSpPr>
              <p:cNvPr descr="7f025bea-5348-4319-b103-9e2852022946" id="21" name="任意多边形: 形状 20">
                <a:extLst>
                  <a:ext uri="{FF2B5EF4-FFF2-40B4-BE49-F238E27FC236}">
                    <a16:creationId id="{08D4263D-15CB-EB69-9A61-C1E63B553740}"/>
                  </a:ext>
                </a:extLst>
              </p:cNvPr>
              <p:cNvSpPr/>
              <p:nvPr/>
            </p:nvSpPr>
            <p:spPr>
              <a:xfrm flipH="false" flipV="false">
                <a:off x="3466955" y="2652324"/>
                <a:ext cx="863693" cy="95157"/>
              </a:xfrm>
              <a:custGeom>
                <a:avLst/>
                <a:gdLst>
                  <a:gd fmla="*/ 221446 w 1356083" name="connsiteX0"/>
                  <a:gd fmla="*/ 0 h 190121" name="connsiteY0"/>
                  <a:gd fmla="*/ 226087 w 1356083" name="connsiteX1"/>
                  <a:gd fmla="*/ 0 h 190121" name="connsiteY1"/>
                  <a:gd fmla="*/ 237833 w 1356083" name="connsiteX2"/>
                  <a:gd fmla="*/ 0 h 190121" name="connsiteY2"/>
                  <a:gd fmla="*/ 1356083 w 1356083" name="connsiteX3"/>
                  <a:gd fmla="*/ 0 h 190121" name="connsiteY3"/>
                  <a:gd fmla="*/ 1356083 w 1356083" name="connsiteX4"/>
                  <a:gd fmla="*/ 20738 h 190121" name="connsiteY4"/>
                  <a:gd fmla="*/ 231307 w 1356083" name="connsiteX5"/>
                  <a:gd fmla="*/ 20738 h 190121" name="connsiteY5"/>
                  <a:gd fmla="*/ 142700 w 1356083" name="connsiteX6"/>
                  <a:gd fmla="*/ 106300 h 190121" name="connsiteY6"/>
                  <a:gd fmla="*/ 142700 w 1356083" name="connsiteX7"/>
                  <a:gd fmla="*/ 75410 h 190121" name="connsiteY7"/>
                  <a:gd fmla="*/ 116741 w 1356083" name="connsiteX8"/>
                  <a:gd fmla="*/ 0 h 190121" name="connsiteY8"/>
                  <a:gd fmla="*/ 197082 w 1356083" name="connsiteX9"/>
                  <a:gd fmla="*/ 0 h 190121" name="connsiteY9"/>
                  <a:gd fmla="*/ 0 w 1356083" name="connsiteX10"/>
                  <a:gd fmla="*/ 190121 h 190121" name="connsiteY10"/>
                  <a:gd fmla="*/ 0 w 1356083" name="connsiteX11"/>
                  <a:gd fmla="*/ 109780 h 190121" name="connsiteY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b="b" l="l" r="r" t="t"/>
                <a:pathLst>
                  <a:path h="190121" w="1356083">
                    <a:moveTo>
                      <a:pt x="221446" y="0"/>
                    </a:moveTo>
                    <a:lnTo>
                      <a:pt x="226087" y="0"/>
                    </a:lnTo>
                    <a:lnTo>
                      <a:pt x="237833" y="0"/>
                    </a:lnTo>
                    <a:lnTo>
                      <a:pt x="1356083" y="0"/>
                    </a:lnTo>
                    <a:lnTo>
                      <a:pt x="1356083" y="20738"/>
                    </a:lnTo>
                    <a:lnTo>
                      <a:pt x="231307" y="20738"/>
                    </a:lnTo>
                    <a:lnTo>
                      <a:pt x="142700" y="106300"/>
                    </a:lnTo>
                    <a:lnTo>
                      <a:pt x="142700" y="75410"/>
                    </a:lnTo>
                    <a:close/>
                    <a:moveTo>
                      <a:pt x="116741" y="0"/>
                    </a:moveTo>
                    <a:lnTo>
                      <a:pt x="197082" y="0"/>
                    </a:lnTo>
                    <a:lnTo>
                      <a:pt x="0" y="190121"/>
                    </a:lnTo>
                    <a:lnTo>
                      <a:pt x="0" y="10978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cap="flat" w="8708">
                <a:noFill/>
                <a:prstDash val="solid"/>
                <a:miter/>
              </a:ln>
            </p:spPr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  <p:sp>
            <p:nvSpPr>
              <p:cNvPr descr="d3d00ff6-41f3-4c26-9ccc-2672586188e1" id="22" name="任意多边形: 形状 21">
                <a:extLst>
                  <a:ext uri="{FF2B5EF4-FFF2-40B4-BE49-F238E27FC236}">
                    <a16:creationId id="{C908DC12-3EB7-3B0D-C318-368829B2EB09}"/>
                  </a:ext>
                </a:extLst>
              </p:cNvPr>
              <p:cNvSpPr/>
              <p:nvPr/>
            </p:nvSpPr>
            <p:spPr>
              <a:xfrm flipH="false" flipV="false">
                <a:off x="4902380" y="2647679"/>
                <a:ext cx="750178" cy="76358"/>
              </a:xfrm>
              <a:custGeom>
                <a:avLst/>
                <a:gdLst>
                  <a:gd fmla="*/ 964818 w 1177853" name="connsiteX0"/>
                  <a:gd fmla="*/ 0 h 152561" name="connsiteY0"/>
                  <a:gd fmla="*/ 1041099 w 1177853" name="connsiteX1"/>
                  <a:gd fmla="*/ 0 h 152561" name="connsiteY1"/>
                  <a:gd fmla="*/ 1177853 w 1177853" name="connsiteX2"/>
                  <a:gd fmla="*/ 152561 h 152561" name="connsiteY2"/>
                  <a:gd fmla="*/ 1101572 w 1177853" name="connsiteX3"/>
                  <a:gd fmla="*/ 152561 h 152561" name="connsiteY3"/>
                  <a:gd fmla="*/ 827484 w 1177853" name="connsiteX4"/>
                  <a:gd fmla="*/ 0 h 152561" name="connsiteY4"/>
                  <a:gd fmla="*/ 903765 w 1177853" name="connsiteX5"/>
                  <a:gd fmla="*/ 0 h 152561" name="connsiteY5"/>
                  <a:gd fmla="*/ 1040664 w 1177853" name="connsiteX6"/>
                  <a:gd fmla="*/ 152561 h 152561" name="connsiteY6"/>
                  <a:gd fmla="*/ 964383 w 1177853" name="connsiteX7"/>
                  <a:gd fmla="*/ 152561 h 152561" name="connsiteY7"/>
                  <a:gd fmla="*/ 690295 w 1177853" name="connsiteX8"/>
                  <a:gd fmla="*/ 0 h 152561" name="connsiteY8"/>
                  <a:gd fmla="*/ 766576 w 1177853" name="connsiteX9"/>
                  <a:gd fmla="*/ 0 h 152561" name="connsiteY9"/>
                  <a:gd fmla="*/ 903475 w 1177853" name="connsiteX10"/>
                  <a:gd fmla="*/ 152561 h 152561" name="connsiteY10"/>
                  <a:gd fmla="*/ 827049 w 1177853" name="connsiteX11"/>
                  <a:gd fmla="*/ 152561 h 152561" name="connsiteY11"/>
                  <a:gd fmla="*/ 553106 w 1177853" name="connsiteX12"/>
                  <a:gd fmla="*/ 0 h 152561" name="connsiteY12"/>
                  <a:gd fmla="*/ 629387 w 1177853" name="connsiteX13"/>
                  <a:gd fmla="*/ 0 h 152561" name="connsiteY13"/>
                  <a:gd fmla="*/ 766141 w 1177853" name="connsiteX14"/>
                  <a:gd fmla="*/ 152561 h 152561" name="connsiteY14"/>
                  <a:gd fmla="*/ 689860 w 1177853" name="connsiteX15"/>
                  <a:gd fmla="*/ 152561 h 152561" name="connsiteY15"/>
                  <a:gd fmla="*/ 415917 w 1177853" name="connsiteX16"/>
                  <a:gd fmla="*/ 0 h 152561" name="connsiteY16"/>
                  <a:gd fmla="*/ 492198 w 1177853" name="connsiteX17"/>
                  <a:gd fmla="*/ 0 h 152561" name="connsiteY17"/>
                  <a:gd fmla="*/ 628951 w 1177853" name="connsiteX18"/>
                  <a:gd fmla="*/ 152561 h 152561" name="connsiteY18"/>
                  <a:gd fmla="*/ 552671 w 1177853" name="connsiteX19"/>
                  <a:gd fmla="*/ 152561 h 152561" name="connsiteY19"/>
                  <a:gd fmla="*/ 0 w 1177853" name="connsiteX20"/>
                  <a:gd fmla="*/ 0 h 152561" name="connsiteY20"/>
                  <a:gd fmla="*/ 352544 w 1177853" name="connsiteX21"/>
                  <a:gd fmla="*/ 0 h 152561" name="connsiteY21"/>
                  <a:gd fmla="*/ 489298 w 1177853" name="connsiteX22"/>
                  <a:gd fmla="*/ 152561 h 152561" name="connsiteY22"/>
                  <a:gd fmla="*/ 136754 w 1177853" name="connsiteX23"/>
                  <a:gd fmla="*/ 152561 h 152561" name="connsiteY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b="b" l="l" r="r" t="t"/>
                <a:pathLst>
                  <a:path h="152561" w="1177853">
                    <a:moveTo>
                      <a:pt x="964818" y="0"/>
                    </a:moveTo>
                    <a:lnTo>
                      <a:pt x="1041099" y="0"/>
                    </a:lnTo>
                    <a:lnTo>
                      <a:pt x="1177853" y="152561"/>
                    </a:lnTo>
                    <a:lnTo>
                      <a:pt x="1101572" y="152561"/>
                    </a:lnTo>
                    <a:close/>
                    <a:moveTo>
                      <a:pt x="827484" y="0"/>
                    </a:moveTo>
                    <a:lnTo>
                      <a:pt x="903765" y="0"/>
                    </a:lnTo>
                    <a:lnTo>
                      <a:pt x="1040664" y="152561"/>
                    </a:lnTo>
                    <a:lnTo>
                      <a:pt x="964383" y="152561"/>
                    </a:lnTo>
                    <a:close/>
                    <a:moveTo>
                      <a:pt x="690295" y="0"/>
                    </a:moveTo>
                    <a:lnTo>
                      <a:pt x="766576" y="0"/>
                    </a:lnTo>
                    <a:lnTo>
                      <a:pt x="903475" y="152561"/>
                    </a:lnTo>
                    <a:lnTo>
                      <a:pt x="827049" y="152561"/>
                    </a:lnTo>
                    <a:close/>
                    <a:moveTo>
                      <a:pt x="553106" y="0"/>
                    </a:moveTo>
                    <a:lnTo>
                      <a:pt x="629387" y="0"/>
                    </a:lnTo>
                    <a:lnTo>
                      <a:pt x="766141" y="152561"/>
                    </a:lnTo>
                    <a:lnTo>
                      <a:pt x="689860" y="152561"/>
                    </a:lnTo>
                    <a:close/>
                    <a:moveTo>
                      <a:pt x="415917" y="0"/>
                    </a:moveTo>
                    <a:lnTo>
                      <a:pt x="492198" y="0"/>
                    </a:lnTo>
                    <a:lnTo>
                      <a:pt x="628951" y="152561"/>
                    </a:lnTo>
                    <a:lnTo>
                      <a:pt x="552671" y="152561"/>
                    </a:lnTo>
                    <a:close/>
                    <a:moveTo>
                      <a:pt x="0" y="0"/>
                    </a:moveTo>
                    <a:lnTo>
                      <a:pt x="352544" y="0"/>
                    </a:lnTo>
                    <a:lnTo>
                      <a:pt x="489298" y="152561"/>
                    </a:lnTo>
                    <a:lnTo>
                      <a:pt x="136754" y="152561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cap="flat" w="8708">
                <a:noFill/>
                <a:prstDash val="solid"/>
                <a:miter/>
              </a:ln>
            </p:spPr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  <p:sp>
            <p:nvSpPr>
              <p:cNvPr descr="d46cc425-4fce-4052-b8b9-b33a72d0dc07" id="23" name="任意多边形: 形状 22">
                <a:extLst>
                  <a:ext uri="{FF2B5EF4-FFF2-40B4-BE49-F238E27FC236}">
                    <a16:creationId id="{B09DC31F-4B3C-12CB-3E18-FA9D19CD81CD}"/>
                  </a:ext>
                </a:extLst>
              </p:cNvPr>
              <p:cNvSpPr/>
              <p:nvPr/>
            </p:nvSpPr>
            <p:spPr>
              <a:xfrm flipH="false" flipV="false">
                <a:off x="3399899" y="2596435"/>
                <a:ext cx="619760" cy="242793"/>
              </a:xfrm>
              <a:custGeom>
                <a:avLst/>
                <a:gdLst>
                  <a:gd fmla="*/ 973085 w 973084" name="connsiteX0"/>
                  <a:gd fmla="*/ 56848 h 485092" name="connsiteY0"/>
                  <a:gd fmla="*/ 973085 w 973084" name="connsiteX1"/>
                  <a:gd fmla="*/ 0 h 485092" name="connsiteY1"/>
                  <a:gd fmla="*/ 181420 w 973084" name="connsiteX2"/>
                  <a:gd fmla="*/ 0 h 485092" name="connsiteY2"/>
                  <a:gd fmla="*/ 0 w 973084" name="connsiteX3"/>
                  <a:gd fmla="*/ 175184 h 485092" name="connsiteY3"/>
                  <a:gd fmla="*/ 0 w 973084" name="connsiteX4"/>
                  <a:gd fmla="*/ 187656 h 485092" name="connsiteY4"/>
                  <a:gd fmla="*/ 0 w 973084" name="connsiteX5"/>
                  <a:gd fmla="*/ 212744 h 485092" name="connsiteY5"/>
                  <a:gd fmla="*/ 0 w 973084" name="connsiteX6"/>
                  <a:gd fmla="*/ 485092 h 485092" name="connsiteY6"/>
                  <a:gd fmla="*/ 56848 w 973084" name="connsiteX7"/>
                  <a:gd fmla="*/ 485092 h 485092" name="connsiteY7"/>
                  <a:gd fmla="*/ 56848 w 973084" name="connsiteX8"/>
                  <a:gd fmla="*/ 188671 h 485092" name="connsiteY8"/>
                  <a:gd fmla="*/ 193747 w 973084" name="connsiteX9"/>
                  <a:gd fmla="*/ 56848 h 485092" name="connsiteY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b="b" l="l" r="r" t="t"/>
                <a:pathLst>
                  <a:path h="485092" w="973084">
                    <a:moveTo>
                      <a:pt x="973085" y="56848"/>
                    </a:moveTo>
                    <a:lnTo>
                      <a:pt x="973085" y="0"/>
                    </a:lnTo>
                    <a:lnTo>
                      <a:pt x="181420" y="0"/>
                    </a:lnTo>
                    <a:lnTo>
                      <a:pt x="0" y="175184"/>
                    </a:lnTo>
                    <a:lnTo>
                      <a:pt x="0" y="187656"/>
                    </a:lnTo>
                    <a:lnTo>
                      <a:pt x="0" y="212744"/>
                    </a:lnTo>
                    <a:lnTo>
                      <a:pt x="0" y="485092"/>
                    </a:lnTo>
                    <a:lnTo>
                      <a:pt x="56848" y="485092"/>
                    </a:lnTo>
                    <a:lnTo>
                      <a:pt x="56848" y="188671"/>
                    </a:lnTo>
                    <a:lnTo>
                      <a:pt x="193747" y="56848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1"/>
                  </a:gs>
                  <a:gs pos="0">
                    <a:schemeClr val="accent2">
                      <a:lumMod val="60000"/>
                      <a:lumOff val="40000"/>
                    </a:schemeClr>
                  </a:gs>
                  <a:gs pos="47000">
                    <a:schemeClr val="accent2"/>
                  </a:gs>
                </a:gsLst>
                <a:lin ang="5400000" scaled="1"/>
                <a:tileRect/>
              </a:gradFill>
              <a:ln cap="flat" w="8708">
                <a:noFill/>
                <a:prstDash val="solid"/>
                <a:miter/>
              </a:ln>
            </p:spPr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  <p:sp>
            <p:nvSpPr>
              <p:cNvPr descr="82794117-b966-4b1f-a5a3-c593eb1fd8a3" id="24" name="任意多边形: 形状 23">
                <a:extLst>
                  <a:ext uri="{FF2B5EF4-FFF2-40B4-BE49-F238E27FC236}">
                    <a16:creationId id="{5A8B756A-F527-7185-A526-F0D3A2AD4B2B}"/>
                  </a:ext>
                </a:extLst>
              </p:cNvPr>
              <p:cNvSpPr/>
              <p:nvPr/>
            </p:nvSpPr>
            <p:spPr>
              <a:xfrm flipH="false" flipV="false">
                <a:off x="5756189" y="2740513"/>
                <a:ext cx="253631" cy="147127"/>
              </a:xfrm>
              <a:custGeom>
                <a:avLst/>
                <a:gdLst>
                  <a:gd fmla="*/ 0 w 398225" name="connsiteX0"/>
                  <a:gd fmla="*/ 56848 h 293955" name="connsiteY0"/>
                  <a:gd fmla="*/ 0 w 398225" name="connsiteX1"/>
                  <a:gd fmla="*/ 0 h 293955" name="connsiteY1"/>
                  <a:gd fmla="*/ 216805 w 398225" name="connsiteX2"/>
                  <a:gd fmla="*/ 0 h 293955" name="connsiteY2"/>
                  <a:gd fmla="*/ 398225 w 398225" name="connsiteX3"/>
                  <a:gd fmla="*/ 175184 h 293955" name="connsiteY3"/>
                  <a:gd fmla="*/ 398225 w 398225" name="connsiteX4"/>
                  <a:gd fmla="*/ 187656 h 293955" name="connsiteY4"/>
                  <a:gd fmla="*/ 398225 w 398225" name="connsiteX5"/>
                  <a:gd fmla="*/ 212599 h 293955" name="connsiteY5"/>
                  <a:gd fmla="*/ 398225 w 398225" name="connsiteX6"/>
                  <a:gd fmla="*/ 293956 h 293955" name="connsiteY6"/>
                  <a:gd fmla="*/ 341377 w 398225" name="connsiteX7"/>
                  <a:gd fmla="*/ 293956 h 293955" name="connsiteY7"/>
                  <a:gd fmla="*/ 341377 w 398225" name="connsiteX8"/>
                  <a:gd fmla="*/ 188671 h 293955" name="connsiteY8"/>
                  <a:gd fmla="*/ 204478 w 398225" name="connsiteX9"/>
                  <a:gd fmla="*/ 56848 h 293955" name="connsiteY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b="b" l="l" r="r" t="t"/>
                <a:pathLst>
                  <a:path h="293955" w="398225">
                    <a:moveTo>
                      <a:pt x="0" y="56848"/>
                    </a:moveTo>
                    <a:lnTo>
                      <a:pt x="0" y="0"/>
                    </a:lnTo>
                    <a:lnTo>
                      <a:pt x="216805" y="0"/>
                    </a:lnTo>
                    <a:lnTo>
                      <a:pt x="398225" y="175184"/>
                    </a:lnTo>
                    <a:lnTo>
                      <a:pt x="398225" y="187656"/>
                    </a:lnTo>
                    <a:lnTo>
                      <a:pt x="398225" y="212599"/>
                    </a:lnTo>
                    <a:lnTo>
                      <a:pt x="398225" y="293956"/>
                    </a:lnTo>
                    <a:lnTo>
                      <a:pt x="341377" y="293956"/>
                    </a:lnTo>
                    <a:lnTo>
                      <a:pt x="341377" y="188671"/>
                    </a:lnTo>
                    <a:lnTo>
                      <a:pt x="204478" y="5684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45000">
                    <a:schemeClr val="accent2"/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ln cap="flat" w="8708">
                <a:noFill/>
                <a:prstDash val="solid"/>
                <a:miter/>
              </a:ln>
            </p:spPr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  <p:grpSp>
            <p:nvGrpSpPr>
              <p:cNvPr descr="78a45605-389a-4a67-9c79-e721eaecb533" id="40" name="组合 39">
                <a:extLst>
                  <a:ext uri="{FF2B5EF4-FFF2-40B4-BE49-F238E27FC236}">
                    <a16:creationId id="{F2F8B13C-A4D6-7C1D-447A-DF6DB803DFCA}"/>
                  </a:ext>
                </a:extLst>
              </p:cNvPr>
              <p:cNvGrpSpPr/>
              <p:nvPr/>
            </p:nvGrpSpPr>
            <p:grpSpPr>
              <a:xfrm>
                <a:off x="3412183" y="2607177"/>
                <a:ext cx="2583875" cy="3363169"/>
                <a:chOff x="3412183" y="2607177"/>
                <a:chExt cx="2583875" cy="3363169"/>
              </a:xfrm>
            </p:grpSpPr>
            <p:sp>
              <p:nvSpPr>
                <p:cNvPr descr="0cb13756-92a5-4ca1-9d1c-b51dbc5992a6" id="19" name="ComponentBackground2">
                  <a:extLst>
                    <a:ext uri="{FF2B5EF4-FFF2-40B4-BE49-F238E27FC236}">
                      <a16:creationId id="{C9B2AFB9-1A08-0B2C-A4B2-F0AF176ADA58}"/>
                    </a:ext>
                  </a:extLst>
                </p:cNvPr>
                <p:cNvSpPr/>
                <p:nvPr/>
              </p:nvSpPr>
              <p:spPr>
                <a:xfrm flipH="false" flipV="false">
                  <a:off x="3412183" y="2607177"/>
                  <a:ext cx="2583875" cy="3284095"/>
                </a:xfrm>
                <a:custGeom>
                  <a:avLst/>
                  <a:gdLst>
                    <a:gd fmla="*/ 113736 w 2653684" name="connsiteX0"/>
                    <a:gd fmla="*/ 0 h 3372822" name="connsiteY0"/>
                    <a:gd fmla="*/ 1415393 w 2653684" name="connsiteX1"/>
                    <a:gd fmla="*/ 0 h 3372822" name="connsiteY1"/>
                    <a:gd fmla="*/ 1585950 w 2653684" name="connsiteX2"/>
                    <a:gd fmla="*/ 153935 h 3372822" name="connsiteY2"/>
                    <a:gd fmla="*/ 2540044 w 2653684" name="connsiteX3"/>
                    <a:gd fmla="*/ 153935 h 3372822" name="connsiteY3"/>
                    <a:gd fmla="*/ 2653684 w 2653684" name="connsiteX4"/>
                    <a:gd fmla="*/ 233400 h 3372822" name="connsiteY4"/>
                    <a:gd fmla="*/ 2653684 w 2653684" name="connsiteX5"/>
                    <a:gd fmla="*/ 1207219 h 3372822" name="connsiteY5"/>
                    <a:gd fmla="*/ 2653684 w 2653684" name="connsiteX6"/>
                    <a:gd fmla="*/ 2319538 h 3372822" name="connsiteY6"/>
                    <a:gd fmla="*/ 2653684 w 2653684" name="connsiteX7"/>
                    <a:gd fmla="*/ 3293357 h 3372822" name="connsiteY7"/>
                    <a:gd fmla="*/ 2552659 w 2653684" name="connsiteX8"/>
                    <a:gd fmla="*/ 3372822 h 3372822" name="connsiteY8"/>
                    <a:gd fmla="*/ 107381 w 2653684" name="connsiteX9"/>
                    <a:gd fmla="*/ 3372822 h 3372822" name="connsiteY9"/>
                    <a:gd fmla="*/ 0 w 2653684" name="connsiteX10"/>
                    <a:gd fmla="*/ 3288362 h 3372822" name="connsiteY10"/>
                    <a:gd fmla="*/ 0 w 2653684" name="connsiteX11"/>
                    <a:gd fmla="*/ 2314543 h 3372822" name="connsiteY11"/>
                    <a:gd fmla="*/ 0 w 2653684" name="connsiteX12"/>
                    <a:gd fmla="*/ 1053284 h 3372822" name="connsiteY12"/>
                    <a:gd fmla="*/ 0 w 2653684" name="connsiteX13"/>
                    <a:gd fmla="*/ 79465 h 3372822" name="connsiteY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b="b" l="l" r="r" t="t"/>
                  <a:pathLst>
                    <a:path h="3372822" w="2653684">
                      <a:moveTo>
                        <a:pt x="113736" y="0"/>
                      </a:moveTo>
                      <a:lnTo>
                        <a:pt x="1415393" y="0"/>
                      </a:lnTo>
                      <a:lnTo>
                        <a:pt x="1585950" y="153935"/>
                      </a:lnTo>
                      <a:lnTo>
                        <a:pt x="2540044" y="153935"/>
                      </a:lnTo>
                      <a:lnTo>
                        <a:pt x="2653684" y="233400"/>
                      </a:lnTo>
                      <a:lnTo>
                        <a:pt x="2653684" y="1207219"/>
                      </a:lnTo>
                      <a:lnTo>
                        <a:pt x="2653684" y="2319538"/>
                      </a:lnTo>
                      <a:lnTo>
                        <a:pt x="2653684" y="3293357"/>
                      </a:lnTo>
                      <a:lnTo>
                        <a:pt x="2552659" y="3372822"/>
                      </a:lnTo>
                      <a:lnTo>
                        <a:pt x="107381" y="3372822"/>
                      </a:lnTo>
                      <a:lnTo>
                        <a:pt x="0" y="3288362"/>
                      </a:lnTo>
                      <a:lnTo>
                        <a:pt x="0" y="2314543"/>
                      </a:lnTo>
                      <a:lnTo>
                        <a:pt x="0" y="1053284"/>
                      </a:lnTo>
                      <a:lnTo>
                        <a:pt x="0" y="79465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>
                        <a:alpha val="30000"/>
                      </a:schemeClr>
                    </a:gs>
                    <a:gs pos="88000">
                      <a:schemeClr val="accent1">
                        <a:alpha val="0"/>
                      </a:schemeClr>
                    </a:gs>
                  </a:gsLst>
                  <a:lin ang="5400000" scaled="0"/>
                </a:gradFill>
                <a:ln cap="flat" w="30301">
                  <a:noFill/>
                  <a:prstDash val="solid"/>
                  <a:miter/>
                </a:ln>
              </p:spPr>
              <p:txBody>
  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</a:p>
              </p:txBody>
            </p:sp>
            <p:sp>
              <p:nvSpPr>
                <p:cNvPr descr="32b568f4-ce9b-4f6b-b116-7b865c01c48c" id="18" name="Number2">
                  <a:extLst>
                    <a:ext uri="{FF2B5EF4-FFF2-40B4-BE49-F238E27FC236}">
                      <a16:creationId id="{D1F8BEA5-C55C-152B-8316-BF37475B65D9}"/>
                    </a:ext>
                  </a:extLst>
                </p:cNvPr>
                <p:cNvSpPr/>
                <p:nvPr/>
              </p:nvSpPr>
              <p:spPr>
                <a:xfrm flipH="false" flipV="false">
                  <a:off x="4217234" y="2908570"/>
                  <a:ext cx="975251" cy="823705"/>
                </a:xfrm>
                <a:prstGeom prst="rect">
                  <a:avLst/>
                </a:prstGeom>
                <a:noFill/>
              </p:spPr>
              <p:txBody>
                <a:bodyPr anchor="b" anchorCtr="false" bIns="45720" lIns="91440" rIns="91440" rtlCol="0" tIns="45720" wrap="none">
                  <a:normAutofit fontScale="85000" lnSpcReduction="10000"/>
                </a:bodyPr>
                <a:lstStyle/>
                <a:p>
                  <a:pPr algn="ctr">
                    <a:lnSpc>
                      <a:spcPct val="108000"/>
                    </a:lnSpc>
                  </a:pPr>
                  <a:r>
                    <a:rPr b="true" i="true" lang="en-US" sz="5400" u="none">
                      <a:solidFill>
                        <a:srgbClr val="2F2F2F"/>
                      </a:solidFill>
                      <a:latin typeface="Arial"/>
                    </a:rPr>
                    <a:t>2</a:t>
                  </a:r>
                </a:p>
              </p:txBody>
            </p:sp>
            <p:sp>
              <p:nvSpPr>
                <p:cNvPr descr="38038ff9-18e8-469f-9de3-74a69e64383b" id="50" name="Bullet2">
                  <a:extLst>
                    <a:ext uri="{FF2B5EF4-FFF2-40B4-BE49-F238E27FC236}">
                      <a16:creationId id="{779D013B-B2B6-C4A0-1734-347F1708D77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3479929" y="3801006"/>
                  <a:ext cx="2449859" cy="7786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1600" u="none">
                      <a:solidFill>
                        <a:srgbClr val="2F2F2F"/>
                      </a:solidFill>
                      <a:ea typeface="微软雅黑"/>
                    </a:rPr>
                    <a:t>模块的控制</a:t>
                  </a:r>
                </a:p>
              </p:txBody>
            </p:sp>
            <p:sp>
              <p:nvSpPr>
                <p:cNvPr descr="f1b0006a-ce75-4596-9fb9-6e8a893fa51f" id="51" name="Text2">
                  <a:extLst>
                    <a:ext uri="{FF2B5EF4-FFF2-40B4-BE49-F238E27FC236}">
                      <a16:creationId id="{CB3AAEC1-F3D1-16E3-A097-A71598C37F7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3479930" y="4694053"/>
                  <a:ext cx="2449859" cy="12762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trike="noStrike" sz="1000" u="none">
                      <a:solidFill>
                        <a:srgbClr val="2F2F2F"/>
                      </a:solidFill>
                      <a:ea typeface="微软雅黑"/>
                    </a:rPr>
                    <a:t>根据传感器状态，控制LED和篝火灯的亮灭。</a:t>
                  </a:r>
                </a:p>
              </p:txBody>
            </p:sp>
          </p:grpSp>
        </p:grpSp>
        <p:grpSp>
          <p:nvGrpSpPr>
            <p:cNvPr descr="5f31a171-cb97-498d-988e-a9d78cb1cc2e" id="44" name="组合 43">
              <a:extLst>
                <a:ext uri="{FF2B5EF4-FFF2-40B4-BE49-F238E27FC236}">
                  <a16:creationId id="{62BEB98F-A937-9DFE-175F-71BC13FAF845}"/>
                </a:ext>
              </a:extLst>
            </p:cNvPr>
            <p:cNvGrpSpPr/>
            <p:nvPr/>
          </p:nvGrpSpPr>
          <p:grpSpPr>
            <a:xfrm>
              <a:off x="6169482" y="2596435"/>
              <a:ext cx="2609921" cy="3373911"/>
              <a:chOff x="6169482" y="2596435"/>
              <a:chExt cx="2609921" cy="3373911"/>
            </a:xfrm>
          </p:grpSpPr>
          <p:sp>
            <p:nvSpPr>
              <p:cNvPr descr="07433e58-15db-4974-904a-809bb8bd8c99" id="100" name="任意多边形: 形状 99">
                <a:extLst>
                  <a:ext uri="{FF2B5EF4-FFF2-40B4-BE49-F238E27FC236}">
                    <a16:creationId id="{9891539B-9531-02AB-1E6B-FDEFAA578FB8}"/>
                  </a:ext>
                </a:extLst>
              </p:cNvPr>
              <p:cNvSpPr/>
              <p:nvPr/>
            </p:nvSpPr>
            <p:spPr>
              <a:xfrm flipH="true" flipV="false">
                <a:off x="6175485" y="2601153"/>
                <a:ext cx="2597914" cy="2347869"/>
              </a:xfrm>
              <a:custGeom>
                <a:avLst/>
                <a:gdLst>
                  <a:gd fmla="*/ 181130 w 4078981" name="connsiteX0"/>
                  <a:gd fmla="*/ 37996 h 4690964" name="connsiteY0"/>
                  <a:gd fmla="*/ 37995 w 4078981" name="connsiteX1"/>
                  <a:gd fmla="*/ 176199 h 4690964" name="connsiteY1"/>
                  <a:gd fmla="*/ 37995 w 4078981" name="connsiteX2"/>
                  <a:gd fmla="*/ 370671 h 4690964" name="connsiteY2"/>
                  <a:gd fmla="*/ 38140 w 4078981" name="connsiteX3"/>
                  <a:gd fmla="*/ 370671 h 4690964" name="connsiteY3"/>
                  <a:gd fmla="*/ 38140 w 4078981" name="connsiteX4"/>
                  <a:gd fmla="*/ 4308547 h 4690964" name="connsiteY4"/>
                  <a:gd fmla="*/ 37995 w 4078981" name="connsiteX5"/>
                  <a:gd fmla="*/ 4308547 h 4690964" name="connsiteY5"/>
                  <a:gd fmla="*/ 37995 w 4078981" name="connsiteX6"/>
                  <a:gd fmla="*/ 4509690 h 4690964" name="connsiteY6"/>
                  <a:gd fmla="*/ 176199 w 4078981" name="connsiteX7"/>
                  <a:gd fmla="*/ 4652824 h 4690964" name="connsiteY7"/>
                  <a:gd fmla="*/ 351964 w 4078981" name="connsiteX8"/>
                  <a:gd fmla="*/ 4652824 h 4690964" name="connsiteY8"/>
                  <a:gd fmla="*/ 362840 w 4078981" name="connsiteX9"/>
                  <a:gd fmla="*/ 4652824 h 4690964" name="connsiteY9"/>
                  <a:gd fmla="*/ 3753700 w 4078981" name="connsiteX10"/>
                  <a:gd fmla="*/ 4652824 h 4690964" name="connsiteY10"/>
                  <a:gd fmla="*/ 3759211 w 4078981" name="connsiteX11"/>
                  <a:gd fmla="*/ 4652824 h 4690964" name="connsiteY11"/>
                  <a:gd fmla="*/ 3902781 w 4078981" name="connsiteX12"/>
                  <a:gd fmla="*/ 4652824 h 4690964" name="connsiteY12"/>
                  <a:gd fmla="*/ 4040840 w 4078981" name="connsiteX13"/>
                  <a:gd fmla="*/ 4509690 h 4690964" name="connsiteY13"/>
                  <a:gd fmla="*/ 4040840 w 4078981" name="connsiteX14"/>
                  <a:gd fmla="*/ 4346107 h 4690964" name="connsiteY14"/>
                  <a:gd fmla="*/ 4040840 w 4078981" name="connsiteX15"/>
                  <a:gd fmla="*/ 4317248 h 4690964" name="connsiteY15"/>
                  <a:gd fmla="*/ 4040840 w 4078981" name="connsiteX16"/>
                  <a:gd fmla="*/ 633449 h 4690964" name="connsiteY16"/>
                  <a:gd fmla="*/ 4040841 w 4078981" name="connsiteX17"/>
                  <a:gd fmla="*/ 633449 h 4690964" name="connsiteY17"/>
                  <a:gd fmla="*/ 4040841 w 4078981" name="connsiteX18"/>
                  <a:gd fmla="*/ 463920 h 4690964" name="connsiteY18"/>
                  <a:gd fmla="*/ 3897706 w 4078981" name="connsiteX19"/>
                  <a:gd fmla="*/ 325861 h 4690964" name="connsiteY19"/>
                  <a:gd fmla="*/ 3751380 w 4078981" name="connsiteX20"/>
                  <a:gd fmla="*/ 325861 h 4690964" name="connsiteY20"/>
                  <a:gd fmla="*/ 3742824 w 4078981" name="connsiteX21"/>
                  <a:gd fmla="*/ 325861 h 4690964" name="connsiteY21"/>
                  <a:gd fmla="*/ 2411975 w 4078981" name="connsiteX22"/>
                  <a:gd fmla="*/ 325861 h 4690964" name="connsiteY22"/>
                  <a:gd fmla="*/ 2161815 w 4078981" name="connsiteX23"/>
                  <a:gd fmla="*/ 37996 h 4690964" name="connsiteY23"/>
                  <a:gd fmla="*/ 175184 w 4078981" name="connsiteX24"/>
                  <a:gd fmla="*/ 0 h 4690964" name="connsiteY24"/>
                  <a:gd fmla="*/ 2192269 w 4078981" name="connsiteX25"/>
                  <a:gd fmla="*/ 0 h 4690964" name="connsiteY25"/>
                  <a:gd fmla="*/ 2443299 w 4078981" name="connsiteX26"/>
                  <a:gd fmla="*/ 287720 h 4690964" name="connsiteY26"/>
                  <a:gd fmla="*/ 3742824 w 4078981" name="connsiteX27"/>
                  <a:gd fmla="*/ 287720 h 4690964" name="connsiteY27"/>
                  <a:gd fmla="*/ 3751380 w 4078981" name="connsiteX28"/>
                  <a:gd fmla="*/ 287720 h 4690964" name="connsiteY28"/>
                  <a:gd fmla="*/ 3903796 w 4078981" name="connsiteX29"/>
                  <a:gd fmla="*/ 287720 h 4690964" name="connsiteY29"/>
                  <a:gd fmla="*/ 4078981 w 4078981" name="connsiteX30"/>
                  <a:gd fmla="*/ 456668 h 4690964" name="connsiteY30"/>
                  <a:gd fmla="*/ 4078981 w 4078981" name="connsiteX31"/>
                  <a:gd fmla="*/ 469140 h 4690964" name="connsiteY31"/>
                  <a:gd fmla="*/ 4078981 w 4078981" name="connsiteX32"/>
                  <a:gd fmla="*/ 494229 h 4690964" name="connsiteY32"/>
                  <a:gd fmla="*/ 4078981 w 4078981" name="connsiteX33"/>
                  <a:gd fmla="*/ 650706 h 4690964" name="connsiteY33"/>
                  <a:gd fmla="*/ 4078980 w 4078981" name="connsiteX34"/>
                  <a:gd fmla="*/ 650706 h 4690964" name="connsiteY34"/>
                  <a:gd fmla="*/ 4078980 w 4078981" name="connsiteX35"/>
                  <a:gd fmla="*/ 4317248 h 4690964" name="connsiteY35"/>
                  <a:gd fmla="*/ 4078980 w 4078981" name="connsiteX36"/>
                  <a:gd fmla="*/ 4346107 h 4690964" name="connsiteY36"/>
                  <a:gd fmla="*/ 4078980 w 4078981" name="connsiteX37"/>
                  <a:gd fmla="*/ 4515635 h 4690964" name="connsiteY37"/>
                  <a:gd fmla="*/ 3910032 w 4078981" name="connsiteX38"/>
                  <a:gd fmla="*/ 4690819 h 4690964" name="connsiteY38"/>
                  <a:gd fmla="*/ 3897560 w 4078981" name="connsiteX39"/>
                  <a:gd fmla="*/ 4690819 h 4690964" name="connsiteY39"/>
                  <a:gd fmla="*/ 3872472 w 4078981" name="connsiteX40"/>
                  <a:gd fmla="*/ 4690819 h 4690964" name="connsiteY40"/>
                  <a:gd fmla="*/ 3759211 w 4078981" name="connsiteX41"/>
                  <a:gd fmla="*/ 4690819 h 4690964" name="connsiteY41"/>
                  <a:gd fmla="*/ 3759211 w 4078981" name="connsiteX42"/>
                  <a:gd fmla="*/ 4690964 h 4690964" name="connsiteY42"/>
                  <a:gd fmla="*/ 351964 w 4078981" name="connsiteX43"/>
                  <a:gd fmla="*/ 4690964 h 4690964" name="connsiteY43"/>
                  <a:gd fmla="*/ 351964 w 4078981" name="connsiteX44"/>
                  <a:gd fmla="*/ 4690820 h 4690964" name="connsiteY44"/>
                  <a:gd fmla="*/ 206364 w 4078981" name="connsiteX45"/>
                  <a:gd fmla="*/ 4690820 h 4690964" name="connsiteY45"/>
                  <a:gd fmla="*/ 181420 w 4078981" name="connsiteX46"/>
                  <a:gd fmla="*/ 4690820 h 4690964" name="connsiteY46"/>
                  <a:gd fmla="*/ 168948 w 4078981" name="connsiteX47"/>
                  <a:gd fmla="*/ 4690820 h 4690964" name="connsiteY47"/>
                  <a:gd fmla="*/ 0 w 4078981" name="connsiteX48"/>
                  <a:gd fmla="*/ 4515636 h 4690964" name="connsiteY48"/>
                  <a:gd fmla="*/ 0 w 4078981" name="connsiteX49"/>
                  <a:gd fmla="*/ 4308547 h 4690964" name="connsiteY49"/>
                  <a:gd fmla="*/ 0 w 4078981" name="connsiteX50"/>
                  <a:gd fmla="*/ 4279688 h 4690964" name="connsiteY50"/>
                  <a:gd fmla="*/ 0 w 4078981" name="connsiteX51"/>
                  <a:gd fmla="*/ 400401 h 4690964" name="connsiteY51"/>
                  <a:gd fmla="*/ 0 w 4078981" name="connsiteX52"/>
                  <a:gd fmla="*/ 370671 h 4690964" name="connsiteY52"/>
                  <a:gd fmla="*/ 0 w 4078981" name="connsiteX53"/>
                  <a:gd fmla="*/ 206364 h 4690964" name="connsiteY53"/>
                  <a:gd fmla="*/ 0 w 4078981" name="connsiteX54"/>
                  <a:gd fmla="*/ 181420 h 4690964" name="connsiteY54"/>
                  <a:gd fmla="*/ 0 w 4078981" name="connsiteX55"/>
                  <a:gd fmla="*/ 168948 h 4690964" name="connsiteY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b="b" l="l" r="r" t="t"/>
                <a:pathLst>
                  <a:path h="4690964" w="4078981">
                    <a:moveTo>
                      <a:pt x="181130" y="37996"/>
                    </a:moveTo>
                    <a:lnTo>
                      <a:pt x="37995" y="176199"/>
                    </a:lnTo>
                    <a:lnTo>
                      <a:pt x="37995" y="370671"/>
                    </a:lnTo>
                    <a:lnTo>
                      <a:pt x="38140" y="370671"/>
                    </a:lnTo>
                    <a:lnTo>
                      <a:pt x="38140" y="4308547"/>
                    </a:lnTo>
                    <a:lnTo>
                      <a:pt x="37995" y="4308547"/>
                    </a:lnTo>
                    <a:lnTo>
                      <a:pt x="37995" y="4509690"/>
                    </a:lnTo>
                    <a:lnTo>
                      <a:pt x="176199" y="4652824"/>
                    </a:lnTo>
                    <a:lnTo>
                      <a:pt x="351964" y="4652824"/>
                    </a:lnTo>
                    <a:lnTo>
                      <a:pt x="362840" y="4652824"/>
                    </a:lnTo>
                    <a:lnTo>
                      <a:pt x="3753700" y="4652824"/>
                    </a:lnTo>
                    <a:lnTo>
                      <a:pt x="3759211" y="4652824"/>
                    </a:lnTo>
                    <a:lnTo>
                      <a:pt x="3902781" y="4652824"/>
                    </a:lnTo>
                    <a:lnTo>
                      <a:pt x="4040840" y="4509690"/>
                    </a:lnTo>
                    <a:lnTo>
                      <a:pt x="4040840" y="4346107"/>
                    </a:lnTo>
                    <a:lnTo>
                      <a:pt x="4040840" y="4317248"/>
                    </a:lnTo>
                    <a:lnTo>
                      <a:pt x="4040840" y="633449"/>
                    </a:lnTo>
                    <a:lnTo>
                      <a:pt x="4040841" y="633449"/>
                    </a:lnTo>
                    <a:lnTo>
                      <a:pt x="4040841" y="463920"/>
                    </a:lnTo>
                    <a:lnTo>
                      <a:pt x="3897706" y="325861"/>
                    </a:lnTo>
                    <a:lnTo>
                      <a:pt x="3751380" y="325861"/>
                    </a:lnTo>
                    <a:lnTo>
                      <a:pt x="3742824" y="325861"/>
                    </a:lnTo>
                    <a:lnTo>
                      <a:pt x="2411975" y="325861"/>
                    </a:lnTo>
                    <a:lnTo>
                      <a:pt x="2161815" y="37996"/>
                    </a:lnTo>
                    <a:close/>
                    <a:moveTo>
                      <a:pt x="175184" y="0"/>
                    </a:moveTo>
                    <a:lnTo>
                      <a:pt x="2192269" y="0"/>
                    </a:lnTo>
                    <a:lnTo>
                      <a:pt x="2443299" y="287720"/>
                    </a:lnTo>
                    <a:lnTo>
                      <a:pt x="3742824" y="287720"/>
                    </a:lnTo>
                    <a:lnTo>
                      <a:pt x="3751380" y="287720"/>
                    </a:lnTo>
                    <a:lnTo>
                      <a:pt x="3903796" y="287720"/>
                    </a:lnTo>
                    <a:lnTo>
                      <a:pt x="4078981" y="456668"/>
                    </a:lnTo>
                    <a:lnTo>
                      <a:pt x="4078981" y="469140"/>
                    </a:lnTo>
                    <a:lnTo>
                      <a:pt x="4078981" y="494229"/>
                    </a:lnTo>
                    <a:lnTo>
                      <a:pt x="4078981" y="650706"/>
                    </a:lnTo>
                    <a:lnTo>
                      <a:pt x="4078980" y="650706"/>
                    </a:lnTo>
                    <a:lnTo>
                      <a:pt x="4078980" y="4317248"/>
                    </a:lnTo>
                    <a:lnTo>
                      <a:pt x="4078980" y="4346107"/>
                    </a:lnTo>
                    <a:lnTo>
                      <a:pt x="4078980" y="4515635"/>
                    </a:lnTo>
                    <a:lnTo>
                      <a:pt x="3910032" y="4690819"/>
                    </a:lnTo>
                    <a:lnTo>
                      <a:pt x="3897560" y="4690819"/>
                    </a:lnTo>
                    <a:lnTo>
                      <a:pt x="3872472" y="4690819"/>
                    </a:lnTo>
                    <a:lnTo>
                      <a:pt x="3759211" y="4690819"/>
                    </a:lnTo>
                    <a:lnTo>
                      <a:pt x="3759211" y="4690964"/>
                    </a:lnTo>
                    <a:lnTo>
                      <a:pt x="351964" y="4690964"/>
                    </a:lnTo>
                    <a:lnTo>
                      <a:pt x="351964" y="4690820"/>
                    </a:lnTo>
                    <a:lnTo>
                      <a:pt x="206364" y="4690820"/>
                    </a:lnTo>
                    <a:lnTo>
                      <a:pt x="181420" y="4690820"/>
                    </a:lnTo>
                    <a:lnTo>
                      <a:pt x="168948" y="4690820"/>
                    </a:lnTo>
                    <a:lnTo>
                      <a:pt x="0" y="4515636"/>
                    </a:lnTo>
                    <a:lnTo>
                      <a:pt x="0" y="4308547"/>
                    </a:lnTo>
                    <a:lnTo>
                      <a:pt x="0" y="4279688"/>
                    </a:lnTo>
                    <a:lnTo>
                      <a:pt x="0" y="400401"/>
                    </a:lnTo>
                    <a:lnTo>
                      <a:pt x="0" y="370671"/>
                    </a:lnTo>
                    <a:lnTo>
                      <a:pt x="0" y="206364"/>
                    </a:lnTo>
                    <a:lnTo>
                      <a:pt x="0" y="181420"/>
                    </a:lnTo>
                    <a:lnTo>
                      <a:pt x="0" y="16894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  <a:tileRect/>
              </a:gradFill>
              <a:ln cap="flat" w="8708">
                <a:noFill/>
                <a:prstDash val="solid"/>
                <a:miter/>
              </a:ln>
            </p:spPr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  <p:sp>
            <p:nvSpPr>
              <p:cNvPr descr="c5b93f00-cdb6-4b2a-a18e-d650649a9e0c" id="101" name="任意多边形: 形状 100">
                <a:extLst>
                  <a:ext uri="{FF2B5EF4-FFF2-40B4-BE49-F238E27FC236}">
                    <a16:creationId id="{7C34AF40-5E97-8E52-75F6-7D23FBBD4D87}"/>
                  </a:ext>
                </a:extLst>
              </p:cNvPr>
              <p:cNvSpPr/>
              <p:nvPr/>
            </p:nvSpPr>
            <p:spPr>
              <a:xfrm flipH="true" flipV="false">
                <a:off x="7848653" y="2652324"/>
                <a:ext cx="863693" cy="95157"/>
              </a:xfrm>
              <a:custGeom>
                <a:avLst/>
                <a:gdLst>
                  <a:gd fmla="*/ 221446 w 1356083" name="connsiteX0"/>
                  <a:gd fmla="*/ 0 h 190121" name="connsiteY0"/>
                  <a:gd fmla="*/ 226087 w 1356083" name="connsiteX1"/>
                  <a:gd fmla="*/ 0 h 190121" name="connsiteY1"/>
                  <a:gd fmla="*/ 237833 w 1356083" name="connsiteX2"/>
                  <a:gd fmla="*/ 0 h 190121" name="connsiteY2"/>
                  <a:gd fmla="*/ 1356083 w 1356083" name="connsiteX3"/>
                  <a:gd fmla="*/ 0 h 190121" name="connsiteY3"/>
                  <a:gd fmla="*/ 1356083 w 1356083" name="connsiteX4"/>
                  <a:gd fmla="*/ 20738 h 190121" name="connsiteY4"/>
                  <a:gd fmla="*/ 231307 w 1356083" name="connsiteX5"/>
                  <a:gd fmla="*/ 20738 h 190121" name="connsiteY5"/>
                  <a:gd fmla="*/ 142700 w 1356083" name="connsiteX6"/>
                  <a:gd fmla="*/ 106300 h 190121" name="connsiteY6"/>
                  <a:gd fmla="*/ 142700 w 1356083" name="connsiteX7"/>
                  <a:gd fmla="*/ 75410 h 190121" name="connsiteY7"/>
                  <a:gd fmla="*/ 116741 w 1356083" name="connsiteX8"/>
                  <a:gd fmla="*/ 0 h 190121" name="connsiteY8"/>
                  <a:gd fmla="*/ 197082 w 1356083" name="connsiteX9"/>
                  <a:gd fmla="*/ 0 h 190121" name="connsiteY9"/>
                  <a:gd fmla="*/ 0 w 1356083" name="connsiteX10"/>
                  <a:gd fmla="*/ 190121 h 190121" name="connsiteY10"/>
                  <a:gd fmla="*/ 0 w 1356083" name="connsiteX11"/>
                  <a:gd fmla="*/ 109780 h 190121" name="connsiteY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b="b" l="l" r="r" t="t"/>
                <a:pathLst>
                  <a:path h="190121" w="1356083">
                    <a:moveTo>
                      <a:pt x="221446" y="0"/>
                    </a:moveTo>
                    <a:lnTo>
                      <a:pt x="226087" y="0"/>
                    </a:lnTo>
                    <a:lnTo>
                      <a:pt x="237833" y="0"/>
                    </a:lnTo>
                    <a:lnTo>
                      <a:pt x="1356083" y="0"/>
                    </a:lnTo>
                    <a:lnTo>
                      <a:pt x="1356083" y="20738"/>
                    </a:lnTo>
                    <a:lnTo>
                      <a:pt x="231307" y="20738"/>
                    </a:lnTo>
                    <a:lnTo>
                      <a:pt x="142700" y="106300"/>
                    </a:lnTo>
                    <a:lnTo>
                      <a:pt x="142700" y="75410"/>
                    </a:lnTo>
                    <a:close/>
                    <a:moveTo>
                      <a:pt x="116741" y="0"/>
                    </a:moveTo>
                    <a:lnTo>
                      <a:pt x="197082" y="0"/>
                    </a:lnTo>
                    <a:lnTo>
                      <a:pt x="0" y="190121"/>
                    </a:lnTo>
                    <a:lnTo>
                      <a:pt x="0" y="10978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cap="flat" w="8708">
                <a:noFill/>
                <a:prstDash val="solid"/>
                <a:miter/>
              </a:ln>
            </p:spPr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  <p:sp>
            <p:nvSpPr>
              <p:cNvPr descr="5f8bab08-2732-4b76-8474-34ea2080d409" id="102" name="任意多边形: 形状 101">
                <a:extLst>
                  <a:ext uri="{FF2B5EF4-FFF2-40B4-BE49-F238E27FC236}">
                    <a16:creationId id="{38F3AB42-2C9B-EE8F-9A35-4E85FA407A55}"/>
                  </a:ext>
                </a:extLst>
              </p:cNvPr>
              <p:cNvSpPr/>
              <p:nvPr/>
            </p:nvSpPr>
            <p:spPr>
              <a:xfrm flipH="true" flipV="false">
                <a:off x="6526744" y="2647679"/>
                <a:ext cx="750178" cy="76358"/>
              </a:xfrm>
              <a:custGeom>
                <a:avLst/>
                <a:gdLst>
                  <a:gd fmla="*/ 964818 w 1177853" name="connsiteX0"/>
                  <a:gd fmla="*/ 0 h 152561" name="connsiteY0"/>
                  <a:gd fmla="*/ 1041099 w 1177853" name="connsiteX1"/>
                  <a:gd fmla="*/ 0 h 152561" name="connsiteY1"/>
                  <a:gd fmla="*/ 1177853 w 1177853" name="connsiteX2"/>
                  <a:gd fmla="*/ 152561 h 152561" name="connsiteY2"/>
                  <a:gd fmla="*/ 1101572 w 1177853" name="connsiteX3"/>
                  <a:gd fmla="*/ 152561 h 152561" name="connsiteY3"/>
                  <a:gd fmla="*/ 827484 w 1177853" name="connsiteX4"/>
                  <a:gd fmla="*/ 0 h 152561" name="connsiteY4"/>
                  <a:gd fmla="*/ 903765 w 1177853" name="connsiteX5"/>
                  <a:gd fmla="*/ 0 h 152561" name="connsiteY5"/>
                  <a:gd fmla="*/ 1040664 w 1177853" name="connsiteX6"/>
                  <a:gd fmla="*/ 152561 h 152561" name="connsiteY6"/>
                  <a:gd fmla="*/ 964383 w 1177853" name="connsiteX7"/>
                  <a:gd fmla="*/ 152561 h 152561" name="connsiteY7"/>
                  <a:gd fmla="*/ 690295 w 1177853" name="connsiteX8"/>
                  <a:gd fmla="*/ 0 h 152561" name="connsiteY8"/>
                  <a:gd fmla="*/ 766576 w 1177853" name="connsiteX9"/>
                  <a:gd fmla="*/ 0 h 152561" name="connsiteY9"/>
                  <a:gd fmla="*/ 903475 w 1177853" name="connsiteX10"/>
                  <a:gd fmla="*/ 152561 h 152561" name="connsiteY10"/>
                  <a:gd fmla="*/ 827049 w 1177853" name="connsiteX11"/>
                  <a:gd fmla="*/ 152561 h 152561" name="connsiteY11"/>
                  <a:gd fmla="*/ 553106 w 1177853" name="connsiteX12"/>
                  <a:gd fmla="*/ 0 h 152561" name="connsiteY12"/>
                  <a:gd fmla="*/ 629387 w 1177853" name="connsiteX13"/>
                  <a:gd fmla="*/ 0 h 152561" name="connsiteY13"/>
                  <a:gd fmla="*/ 766141 w 1177853" name="connsiteX14"/>
                  <a:gd fmla="*/ 152561 h 152561" name="connsiteY14"/>
                  <a:gd fmla="*/ 689860 w 1177853" name="connsiteX15"/>
                  <a:gd fmla="*/ 152561 h 152561" name="connsiteY15"/>
                  <a:gd fmla="*/ 415917 w 1177853" name="connsiteX16"/>
                  <a:gd fmla="*/ 0 h 152561" name="connsiteY16"/>
                  <a:gd fmla="*/ 492198 w 1177853" name="connsiteX17"/>
                  <a:gd fmla="*/ 0 h 152561" name="connsiteY17"/>
                  <a:gd fmla="*/ 628951 w 1177853" name="connsiteX18"/>
                  <a:gd fmla="*/ 152561 h 152561" name="connsiteY18"/>
                  <a:gd fmla="*/ 552671 w 1177853" name="connsiteX19"/>
                  <a:gd fmla="*/ 152561 h 152561" name="connsiteY19"/>
                  <a:gd fmla="*/ 0 w 1177853" name="connsiteX20"/>
                  <a:gd fmla="*/ 0 h 152561" name="connsiteY20"/>
                  <a:gd fmla="*/ 352544 w 1177853" name="connsiteX21"/>
                  <a:gd fmla="*/ 0 h 152561" name="connsiteY21"/>
                  <a:gd fmla="*/ 489298 w 1177853" name="connsiteX22"/>
                  <a:gd fmla="*/ 152561 h 152561" name="connsiteY22"/>
                  <a:gd fmla="*/ 136754 w 1177853" name="connsiteX23"/>
                  <a:gd fmla="*/ 152561 h 152561" name="connsiteY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b="b" l="l" r="r" t="t"/>
                <a:pathLst>
                  <a:path h="152561" w="1177853">
                    <a:moveTo>
                      <a:pt x="964818" y="0"/>
                    </a:moveTo>
                    <a:lnTo>
                      <a:pt x="1041099" y="0"/>
                    </a:lnTo>
                    <a:lnTo>
                      <a:pt x="1177853" y="152561"/>
                    </a:lnTo>
                    <a:lnTo>
                      <a:pt x="1101572" y="152561"/>
                    </a:lnTo>
                    <a:close/>
                    <a:moveTo>
                      <a:pt x="827484" y="0"/>
                    </a:moveTo>
                    <a:lnTo>
                      <a:pt x="903765" y="0"/>
                    </a:lnTo>
                    <a:lnTo>
                      <a:pt x="1040664" y="152561"/>
                    </a:lnTo>
                    <a:lnTo>
                      <a:pt x="964383" y="152561"/>
                    </a:lnTo>
                    <a:close/>
                    <a:moveTo>
                      <a:pt x="690295" y="0"/>
                    </a:moveTo>
                    <a:lnTo>
                      <a:pt x="766576" y="0"/>
                    </a:lnTo>
                    <a:lnTo>
                      <a:pt x="903475" y="152561"/>
                    </a:lnTo>
                    <a:lnTo>
                      <a:pt x="827049" y="152561"/>
                    </a:lnTo>
                    <a:close/>
                    <a:moveTo>
                      <a:pt x="553106" y="0"/>
                    </a:moveTo>
                    <a:lnTo>
                      <a:pt x="629387" y="0"/>
                    </a:lnTo>
                    <a:lnTo>
                      <a:pt x="766141" y="152561"/>
                    </a:lnTo>
                    <a:lnTo>
                      <a:pt x="689860" y="152561"/>
                    </a:lnTo>
                    <a:close/>
                    <a:moveTo>
                      <a:pt x="415917" y="0"/>
                    </a:moveTo>
                    <a:lnTo>
                      <a:pt x="492198" y="0"/>
                    </a:lnTo>
                    <a:lnTo>
                      <a:pt x="628951" y="152561"/>
                    </a:lnTo>
                    <a:lnTo>
                      <a:pt x="552671" y="152561"/>
                    </a:lnTo>
                    <a:close/>
                    <a:moveTo>
                      <a:pt x="0" y="0"/>
                    </a:moveTo>
                    <a:lnTo>
                      <a:pt x="352544" y="0"/>
                    </a:lnTo>
                    <a:lnTo>
                      <a:pt x="489298" y="152561"/>
                    </a:lnTo>
                    <a:lnTo>
                      <a:pt x="136754" y="152561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cap="flat" w="8708">
                <a:noFill/>
                <a:prstDash val="solid"/>
                <a:miter/>
              </a:ln>
            </p:spPr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  <p:sp>
            <p:nvSpPr>
              <p:cNvPr descr="a5a3d915-7f39-4bc3-b8ee-48db116c4b3e" id="103" name="任意多边形: 形状 102">
                <a:extLst>
                  <a:ext uri="{FF2B5EF4-FFF2-40B4-BE49-F238E27FC236}">
                    <a16:creationId id="{15D8C8B0-00B2-38E1-E5F4-9A41D8BB3793}"/>
                  </a:ext>
                </a:extLst>
              </p:cNvPr>
              <p:cNvSpPr/>
              <p:nvPr/>
            </p:nvSpPr>
            <p:spPr>
              <a:xfrm flipH="true" flipV="false">
                <a:off x="8159643" y="2596435"/>
                <a:ext cx="619760" cy="242793"/>
              </a:xfrm>
              <a:custGeom>
                <a:avLst/>
                <a:gdLst>
                  <a:gd fmla="*/ 973085 w 973084" name="connsiteX0"/>
                  <a:gd fmla="*/ 56848 h 485092" name="connsiteY0"/>
                  <a:gd fmla="*/ 973085 w 973084" name="connsiteX1"/>
                  <a:gd fmla="*/ 0 h 485092" name="connsiteY1"/>
                  <a:gd fmla="*/ 181420 w 973084" name="connsiteX2"/>
                  <a:gd fmla="*/ 0 h 485092" name="connsiteY2"/>
                  <a:gd fmla="*/ 0 w 973084" name="connsiteX3"/>
                  <a:gd fmla="*/ 175184 h 485092" name="connsiteY3"/>
                  <a:gd fmla="*/ 0 w 973084" name="connsiteX4"/>
                  <a:gd fmla="*/ 187656 h 485092" name="connsiteY4"/>
                  <a:gd fmla="*/ 0 w 973084" name="connsiteX5"/>
                  <a:gd fmla="*/ 212744 h 485092" name="connsiteY5"/>
                  <a:gd fmla="*/ 0 w 973084" name="connsiteX6"/>
                  <a:gd fmla="*/ 485092 h 485092" name="connsiteY6"/>
                  <a:gd fmla="*/ 56848 w 973084" name="connsiteX7"/>
                  <a:gd fmla="*/ 485092 h 485092" name="connsiteY7"/>
                  <a:gd fmla="*/ 56848 w 973084" name="connsiteX8"/>
                  <a:gd fmla="*/ 188671 h 485092" name="connsiteY8"/>
                  <a:gd fmla="*/ 193747 w 973084" name="connsiteX9"/>
                  <a:gd fmla="*/ 56848 h 485092" name="connsiteY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b="b" l="l" r="r" t="t"/>
                <a:pathLst>
                  <a:path h="485092" w="973084">
                    <a:moveTo>
                      <a:pt x="973085" y="56848"/>
                    </a:moveTo>
                    <a:lnTo>
                      <a:pt x="973085" y="0"/>
                    </a:lnTo>
                    <a:lnTo>
                      <a:pt x="181420" y="0"/>
                    </a:lnTo>
                    <a:lnTo>
                      <a:pt x="0" y="175184"/>
                    </a:lnTo>
                    <a:lnTo>
                      <a:pt x="0" y="187656"/>
                    </a:lnTo>
                    <a:lnTo>
                      <a:pt x="0" y="212744"/>
                    </a:lnTo>
                    <a:lnTo>
                      <a:pt x="0" y="485092"/>
                    </a:lnTo>
                    <a:lnTo>
                      <a:pt x="56848" y="485092"/>
                    </a:lnTo>
                    <a:lnTo>
                      <a:pt x="56848" y="188671"/>
                    </a:lnTo>
                    <a:lnTo>
                      <a:pt x="193747" y="56848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1"/>
                  </a:gs>
                  <a:gs pos="0">
                    <a:schemeClr val="accent2">
                      <a:lumMod val="60000"/>
                      <a:lumOff val="40000"/>
                    </a:schemeClr>
                  </a:gs>
                  <a:gs pos="47000">
                    <a:schemeClr val="accent2"/>
                  </a:gs>
                </a:gsLst>
                <a:lin ang="5400000" scaled="1"/>
                <a:tileRect/>
              </a:gradFill>
              <a:ln cap="flat" w="8708">
                <a:noFill/>
                <a:prstDash val="solid"/>
                <a:miter/>
              </a:ln>
            </p:spPr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  <p:sp>
            <p:nvSpPr>
              <p:cNvPr descr="e5f61a33-4086-43cd-8a8f-d2b42c8ffdfd" id="104" name="任意多边形: 形状 103">
                <a:extLst>
                  <a:ext uri="{FF2B5EF4-FFF2-40B4-BE49-F238E27FC236}">
                    <a16:creationId id="{A245948D-BF88-E679-B6E8-D1A5F2F68EBC}"/>
                  </a:ext>
                </a:extLst>
              </p:cNvPr>
              <p:cNvSpPr/>
              <p:nvPr/>
            </p:nvSpPr>
            <p:spPr>
              <a:xfrm flipH="true" flipV="false">
                <a:off x="6169482" y="2740513"/>
                <a:ext cx="253631" cy="147127"/>
              </a:xfrm>
              <a:custGeom>
                <a:avLst/>
                <a:gdLst>
                  <a:gd fmla="*/ 0 w 398225" name="connsiteX0"/>
                  <a:gd fmla="*/ 56848 h 293955" name="connsiteY0"/>
                  <a:gd fmla="*/ 0 w 398225" name="connsiteX1"/>
                  <a:gd fmla="*/ 0 h 293955" name="connsiteY1"/>
                  <a:gd fmla="*/ 216805 w 398225" name="connsiteX2"/>
                  <a:gd fmla="*/ 0 h 293955" name="connsiteY2"/>
                  <a:gd fmla="*/ 398225 w 398225" name="connsiteX3"/>
                  <a:gd fmla="*/ 175184 h 293955" name="connsiteY3"/>
                  <a:gd fmla="*/ 398225 w 398225" name="connsiteX4"/>
                  <a:gd fmla="*/ 187656 h 293955" name="connsiteY4"/>
                  <a:gd fmla="*/ 398225 w 398225" name="connsiteX5"/>
                  <a:gd fmla="*/ 212599 h 293955" name="connsiteY5"/>
                  <a:gd fmla="*/ 398225 w 398225" name="connsiteX6"/>
                  <a:gd fmla="*/ 293956 h 293955" name="connsiteY6"/>
                  <a:gd fmla="*/ 341377 w 398225" name="connsiteX7"/>
                  <a:gd fmla="*/ 293956 h 293955" name="connsiteY7"/>
                  <a:gd fmla="*/ 341377 w 398225" name="connsiteX8"/>
                  <a:gd fmla="*/ 188671 h 293955" name="connsiteY8"/>
                  <a:gd fmla="*/ 204478 w 398225" name="connsiteX9"/>
                  <a:gd fmla="*/ 56848 h 293955" name="connsiteY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b="b" l="l" r="r" t="t"/>
                <a:pathLst>
                  <a:path h="293955" w="398225">
                    <a:moveTo>
                      <a:pt x="0" y="56848"/>
                    </a:moveTo>
                    <a:lnTo>
                      <a:pt x="0" y="0"/>
                    </a:lnTo>
                    <a:lnTo>
                      <a:pt x="216805" y="0"/>
                    </a:lnTo>
                    <a:lnTo>
                      <a:pt x="398225" y="175184"/>
                    </a:lnTo>
                    <a:lnTo>
                      <a:pt x="398225" y="187656"/>
                    </a:lnTo>
                    <a:lnTo>
                      <a:pt x="398225" y="212599"/>
                    </a:lnTo>
                    <a:lnTo>
                      <a:pt x="398225" y="293956"/>
                    </a:lnTo>
                    <a:lnTo>
                      <a:pt x="341377" y="293956"/>
                    </a:lnTo>
                    <a:lnTo>
                      <a:pt x="341377" y="188671"/>
                    </a:lnTo>
                    <a:lnTo>
                      <a:pt x="204478" y="5684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45000">
                    <a:schemeClr val="accent2"/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ln cap="flat" w="8708">
                <a:noFill/>
                <a:prstDash val="solid"/>
                <a:miter/>
              </a:ln>
            </p:spPr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  <p:grpSp>
            <p:nvGrpSpPr>
              <p:cNvPr descr="c4f30dae-2bb6-41f9-960d-691dc2733ed6" id="41" name="组合 40">
                <a:extLst>
                  <a:ext uri="{FF2B5EF4-FFF2-40B4-BE49-F238E27FC236}">
                    <a16:creationId id="{CAE0D825-4CD2-18B2-8C6D-1016B9DF1200}"/>
                  </a:ext>
                </a:extLst>
              </p:cNvPr>
              <p:cNvGrpSpPr/>
              <p:nvPr/>
            </p:nvGrpSpPr>
            <p:grpSpPr>
              <a:xfrm>
                <a:off x="6183244" y="2607177"/>
                <a:ext cx="2583875" cy="3363169"/>
                <a:chOff x="6183244" y="2607177"/>
                <a:chExt cx="2583875" cy="3363169"/>
              </a:xfrm>
            </p:grpSpPr>
            <p:sp>
              <p:nvSpPr>
                <p:cNvPr descr="8b55b414-e558-4218-9609-8fdffa0c0a9c" id="99" name="ComponentBackground3">
                  <a:extLst>
                    <a:ext uri="{FF2B5EF4-FFF2-40B4-BE49-F238E27FC236}">
                      <a16:creationId id="{E4B29284-845F-09C4-6DBD-17EB273D7C78}"/>
                    </a:ext>
                  </a:extLst>
                </p:cNvPr>
                <p:cNvSpPr/>
                <p:nvPr/>
              </p:nvSpPr>
              <p:spPr>
                <a:xfrm flipH="true" flipV="false">
                  <a:off x="6183244" y="2607177"/>
                  <a:ext cx="2583875" cy="3284095"/>
                </a:xfrm>
                <a:custGeom>
                  <a:avLst/>
                  <a:gdLst>
                    <a:gd fmla="*/ 113736 w 2653684" name="connsiteX0"/>
                    <a:gd fmla="*/ 0 h 3372822" name="connsiteY0"/>
                    <a:gd fmla="*/ 1415393 w 2653684" name="connsiteX1"/>
                    <a:gd fmla="*/ 0 h 3372822" name="connsiteY1"/>
                    <a:gd fmla="*/ 1585950 w 2653684" name="connsiteX2"/>
                    <a:gd fmla="*/ 153935 h 3372822" name="connsiteY2"/>
                    <a:gd fmla="*/ 2540044 w 2653684" name="connsiteX3"/>
                    <a:gd fmla="*/ 153935 h 3372822" name="connsiteY3"/>
                    <a:gd fmla="*/ 2653684 w 2653684" name="connsiteX4"/>
                    <a:gd fmla="*/ 233400 h 3372822" name="connsiteY4"/>
                    <a:gd fmla="*/ 2653684 w 2653684" name="connsiteX5"/>
                    <a:gd fmla="*/ 1207219 h 3372822" name="connsiteY5"/>
                    <a:gd fmla="*/ 2653684 w 2653684" name="connsiteX6"/>
                    <a:gd fmla="*/ 2319538 h 3372822" name="connsiteY6"/>
                    <a:gd fmla="*/ 2653684 w 2653684" name="connsiteX7"/>
                    <a:gd fmla="*/ 3293357 h 3372822" name="connsiteY7"/>
                    <a:gd fmla="*/ 2552659 w 2653684" name="connsiteX8"/>
                    <a:gd fmla="*/ 3372822 h 3372822" name="connsiteY8"/>
                    <a:gd fmla="*/ 107381 w 2653684" name="connsiteX9"/>
                    <a:gd fmla="*/ 3372822 h 3372822" name="connsiteY9"/>
                    <a:gd fmla="*/ 0 w 2653684" name="connsiteX10"/>
                    <a:gd fmla="*/ 3288362 h 3372822" name="connsiteY10"/>
                    <a:gd fmla="*/ 0 w 2653684" name="connsiteX11"/>
                    <a:gd fmla="*/ 2314543 h 3372822" name="connsiteY11"/>
                    <a:gd fmla="*/ 0 w 2653684" name="connsiteX12"/>
                    <a:gd fmla="*/ 1053284 h 3372822" name="connsiteY12"/>
                    <a:gd fmla="*/ 0 w 2653684" name="connsiteX13"/>
                    <a:gd fmla="*/ 79465 h 3372822" name="connsiteY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b="b" l="l" r="r" t="t"/>
                  <a:pathLst>
                    <a:path h="3372822" w="2653684">
                      <a:moveTo>
                        <a:pt x="113736" y="0"/>
                      </a:moveTo>
                      <a:lnTo>
                        <a:pt x="1415393" y="0"/>
                      </a:lnTo>
                      <a:lnTo>
                        <a:pt x="1585950" y="153935"/>
                      </a:lnTo>
                      <a:lnTo>
                        <a:pt x="2540044" y="153935"/>
                      </a:lnTo>
                      <a:lnTo>
                        <a:pt x="2653684" y="233400"/>
                      </a:lnTo>
                      <a:lnTo>
                        <a:pt x="2653684" y="1207219"/>
                      </a:lnTo>
                      <a:lnTo>
                        <a:pt x="2653684" y="2319538"/>
                      </a:lnTo>
                      <a:lnTo>
                        <a:pt x="2653684" y="3293357"/>
                      </a:lnTo>
                      <a:lnTo>
                        <a:pt x="2552659" y="3372822"/>
                      </a:lnTo>
                      <a:lnTo>
                        <a:pt x="107381" y="3372822"/>
                      </a:lnTo>
                      <a:lnTo>
                        <a:pt x="0" y="3288362"/>
                      </a:lnTo>
                      <a:lnTo>
                        <a:pt x="0" y="2314543"/>
                      </a:lnTo>
                      <a:lnTo>
                        <a:pt x="0" y="1053284"/>
                      </a:lnTo>
                      <a:lnTo>
                        <a:pt x="0" y="79465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>
                        <a:alpha val="30000"/>
                      </a:schemeClr>
                    </a:gs>
                    <a:gs pos="88000">
                      <a:schemeClr val="accent1">
                        <a:alpha val="0"/>
                      </a:schemeClr>
                    </a:gs>
                  </a:gsLst>
                  <a:lin ang="5400000" scaled="0"/>
                </a:gradFill>
                <a:ln cap="flat" w="30301">
                  <a:noFill/>
                  <a:prstDash val="solid"/>
                  <a:miter/>
                </a:ln>
              </p:spPr>
              <p:txBody>
  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</a:p>
              </p:txBody>
            </p:sp>
            <p:sp>
              <p:nvSpPr>
                <p:cNvPr descr="253f5652-903e-4c40-8e8a-a5de530d6ea4" id="98" name="Number3">
                  <a:extLst>
                    <a:ext uri="{FF2B5EF4-FFF2-40B4-BE49-F238E27FC236}">
                      <a16:creationId id="{C122B220-C33A-B520-92CB-12AEA6A9C4AE}"/>
                    </a:ext>
                  </a:extLst>
                </p:cNvPr>
                <p:cNvSpPr/>
                <p:nvPr/>
              </p:nvSpPr>
              <p:spPr>
                <a:xfrm flipH="true" flipV="false">
                  <a:off x="6986816" y="2908570"/>
                  <a:ext cx="975251" cy="823705"/>
                </a:xfrm>
                <a:prstGeom prst="rect">
                  <a:avLst/>
                </a:prstGeom>
                <a:noFill/>
              </p:spPr>
              <p:txBody>
                <a:bodyPr anchor="b" anchorCtr="false" bIns="45720" lIns="91440" rIns="91440" rtlCol="0" tIns="45720" wrap="none">
                  <a:normAutofit fontScale="85000" lnSpcReduction="10000"/>
                </a:bodyPr>
                <a:lstStyle/>
                <a:p>
                  <a:pPr algn="ctr">
                    <a:lnSpc>
                      <a:spcPct val="108000"/>
                    </a:lnSpc>
                  </a:pPr>
                  <a:r>
                    <a:rPr b="true" i="true" lang="en-US" sz="5400" u="none">
                      <a:solidFill>
                        <a:srgbClr val="2F2F2F"/>
                      </a:solidFill>
                      <a:latin typeface="Arial"/>
                    </a:rPr>
                    <a:t>3</a:t>
                  </a:r>
                </a:p>
              </p:txBody>
            </p:sp>
            <p:sp>
              <p:nvSpPr>
                <p:cNvPr descr="3dc91f8c-992b-4fd5-9f69-be6d34719c19" id="95" name="Bullet3">
                  <a:extLst>
                    <a:ext uri="{FF2B5EF4-FFF2-40B4-BE49-F238E27FC236}">
                      <a16:creationId id="{C73C81E4-FBB9-1BEF-1CD4-03733F9757F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true" flipV="false">
                  <a:off x="6249512" y="3801006"/>
                  <a:ext cx="2449859" cy="7786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1600" u="none">
                      <a:solidFill>
                        <a:srgbClr val="2F2F2F"/>
                      </a:solidFill>
                      <a:latin typeface="Arial"/>
                    </a:rPr>
                    <a:t>LED灯的控制</a:t>
                  </a:r>
                </a:p>
              </p:txBody>
            </p:sp>
            <p:sp>
              <p:nvSpPr>
                <p:cNvPr descr="473e7251-cbf2-46d6-91f4-24109cd2b782" id="96" name="Text3">
                  <a:extLst>
                    <a:ext uri="{FF2B5EF4-FFF2-40B4-BE49-F238E27FC236}">
                      <a16:creationId id="{A1FD9480-298D-455F-FE7C-0EC793640DA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true" flipV="false">
                  <a:off x="6249510" y="4694053"/>
                  <a:ext cx="2449859" cy="12762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trike="noStrike" sz="1000" u="none">
                      <a:solidFill>
                        <a:srgbClr val="2F2F2F"/>
                      </a:solidFill>
                      <a:ea typeface="微软雅黑"/>
                    </a:rPr>
                    <a:t>通过digitalWrite函数控制LED灯的开和关。</a:t>
                  </a:r>
                </a:p>
              </p:txBody>
            </p:sp>
          </p:grpSp>
        </p:grpSp>
        <p:grpSp>
          <p:nvGrpSpPr>
            <p:cNvPr descr="3cf21c46-bccd-43ba-a502-4903e07d9ddc" id="46" name="组合 45">
              <a:extLst>
                <a:ext uri="{FF2B5EF4-FFF2-40B4-BE49-F238E27FC236}">
                  <a16:creationId id="{087097AC-5D83-66FA-9A5A-51C1B646C6A6}"/>
                </a:ext>
              </a:extLst>
            </p:cNvPr>
            <p:cNvGrpSpPr/>
            <p:nvPr/>
          </p:nvGrpSpPr>
          <p:grpSpPr>
            <a:xfrm>
              <a:off x="8939064" y="2126893"/>
              <a:ext cx="2609921" cy="3428173"/>
              <a:chOff x="8939064" y="2126893"/>
              <a:chExt cx="2609921" cy="3428173"/>
            </a:xfrm>
          </p:grpSpPr>
          <p:sp>
            <p:nvSpPr>
              <p:cNvPr descr="6df443a4-413b-45dd-86f4-a4bf56bb4bf9" id="87" name="任意多边形: 形状 86">
                <a:extLst>
                  <a:ext uri="{FF2B5EF4-FFF2-40B4-BE49-F238E27FC236}">
                    <a16:creationId id="{CB386212-6830-E8F5-3989-3CDE275931DE}"/>
                  </a:ext>
                </a:extLst>
              </p:cNvPr>
              <p:cNvSpPr/>
              <p:nvPr/>
            </p:nvSpPr>
            <p:spPr>
              <a:xfrm flipH="true" flipV="false">
                <a:off x="8945067" y="2131611"/>
                <a:ext cx="2597914" cy="2347869"/>
              </a:xfrm>
              <a:custGeom>
                <a:avLst/>
                <a:gdLst>
                  <a:gd fmla="*/ 181130 w 4078981" name="connsiteX0"/>
                  <a:gd fmla="*/ 37996 h 4690964" name="connsiteY0"/>
                  <a:gd fmla="*/ 37995 w 4078981" name="connsiteX1"/>
                  <a:gd fmla="*/ 176199 h 4690964" name="connsiteY1"/>
                  <a:gd fmla="*/ 37995 w 4078981" name="connsiteX2"/>
                  <a:gd fmla="*/ 370671 h 4690964" name="connsiteY2"/>
                  <a:gd fmla="*/ 38140 w 4078981" name="connsiteX3"/>
                  <a:gd fmla="*/ 370671 h 4690964" name="connsiteY3"/>
                  <a:gd fmla="*/ 38140 w 4078981" name="connsiteX4"/>
                  <a:gd fmla="*/ 4308547 h 4690964" name="connsiteY4"/>
                  <a:gd fmla="*/ 37995 w 4078981" name="connsiteX5"/>
                  <a:gd fmla="*/ 4308547 h 4690964" name="connsiteY5"/>
                  <a:gd fmla="*/ 37995 w 4078981" name="connsiteX6"/>
                  <a:gd fmla="*/ 4509690 h 4690964" name="connsiteY6"/>
                  <a:gd fmla="*/ 176199 w 4078981" name="connsiteX7"/>
                  <a:gd fmla="*/ 4652824 h 4690964" name="connsiteY7"/>
                  <a:gd fmla="*/ 351964 w 4078981" name="connsiteX8"/>
                  <a:gd fmla="*/ 4652824 h 4690964" name="connsiteY8"/>
                  <a:gd fmla="*/ 362840 w 4078981" name="connsiteX9"/>
                  <a:gd fmla="*/ 4652824 h 4690964" name="connsiteY9"/>
                  <a:gd fmla="*/ 3753700 w 4078981" name="connsiteX10"/>
                  <a:gd fmla="*/ 4652824 h 4690964" name="connsiteY10"/>
                  <a:gd fmla="*/ 3759211 w 4078981" name="connsiteX11"/>
                  <a:gd fmla="*/ 4652824 h 4690964" name="connsiteY11"/>
                  <a:gd fmla="*/ 3902781 w 4078981" name="connsiteX12"/>
                  <a:gd fmla="*/ 4652824 h 4690964" name="connsiteY12"/>
                  <a:gd fmla="*/ 4040840 w 4078981" name="connsiteX13"/>
                  <a:gd fmla="*/ 4509690 h 4690964" name="connsiteY13"/>
                  <a:gd fmla="*/ 4040840 w 4078981" name="connsiteX14"/>
                  <a:gd fmla="*/ 4346107 h 4690964" name="connsiteY14"/>
                  <a:gd fmla="*/ 4040840 w 4078981" name="connsiteX15"/>
                  <a:gd fmla="*/ 4317248 h 4690964" name="connsiteY15"/>
                  <a:gd fmla="*/ 4040840 w 4078981" name="connsiteX16"/>
                  <a:gd fmla="*/ 633449 h 4690964" name="connsiteY16"/>
                  <a:gd fmla="*/ 4040841 w 4078981" name="connsiteX17"/>
                  <a:gd fmla="*/ 633449 h 4690964" name="connsiteY17"/>
                  <a:gd fmla="*/ 4040841 w 4078981" name="connsiteX18"/>
                  <a:gd fmla="*/ 463920 h 4690964" name="connsiteY18"/>
                  <a:gd fmla="*/ 3897706 w 4078981" name="connsiteX19"/>
                  <a:gd fmla="*/ 325861 h 4690964" name="connsiteY19"/>
                  <a:gd fmla="*/ 3751380 w 4078981" name="connsiteX20"/>
                  <a:gd fmla="*/ 325861 h 4690964" name="connsiteY20"/>
                  <a:gd fmla="*/ 3742824 w 4078981" name="connsiteX21"/>
                  <a:gd fmla="*/ 325861 h 4690964" name="connsiteY21"/>
                  <a:gd fmla="*/ 2411975 w 4078981" name="connsiteX22"/>
                  <a:gd fmla="*/ 325861 h 4690964" name="connsiteY22"/>
                  <a:gd fmla="*/ 2161815 w 4078981" name="connsiteX23"/>
                  <a:gd fmla="*/ 37996 h 4690964" name="connsiteY23"/>
                  <a:gd fmla="*/ 175184 w 4078981" name="connsiteX24"/>
                  <a:gd fmla="*/ 0 h 4690964" name="connsiteY24"/>
                  <a:gd fmla="*/ 2192269 w 4078981" name="connsiteX25"/>
                  <a:gd fmla="*/ 0 h 4690964" name="connsiteY25"/>
                  <a:gd fmla="*/ 2443299 w 4078981" name="connsiteX26"/>
                  <a:gd fmla="*/ 287720 h 4690964" name="connsiteY26"/>
                  <a:gd fmla="*/ 3742824 w 4078981" name="connsiteX27"/>
                  <a:gd fmla="*/ 287720 h 4690964" name="connsiteY27"/>
                  <a:gd fmla="*/ 3751380 w 4078981" name="connsiteX28"/>
                  <a:gd fmla="*/ 287720 h 4690964" name="connsiteY28"/>
                  <a:gd fmla="*/ 3903796 w 4078981" name="connsiteX29"/>
                  <a:gd fmla="*/ 287720 h 4690964" name="connsiteY29"/>
                  <a:gd fmla="*/ 4078981 w 4078981" name="connsiteX30"/>
                  <a:gd fmla="*/ 456668 h 4690964" name="connsiteY30"/>
                  <a:gd fmla="*/ 4078981 w 4078981" name="connsiteX31"/>
                  <a:gd fmla="*/ 469140 h 4690964" name="connsiteY31"/>
                  <a:gd fmla="*/ 4078981 w 4078981" name="connsiteX32"/>
                  <a:gd fmla="*/ 494229 h 4690964" name="connsiteY32"/>
                  <a:gd fmla="*/ 4078981 w 4078981" name="connsiteX33"/>
                  <a:gd fmla="*/ 650706 h 4690964" name="connsiteY33"/>
                  <a:gd fmla="*/ 4078980 w 4078981" name="connsiteX34"/>
                  <a:gd fmla="*/ 650706 h 4690964" name="connsiteY34"/>
                  <a:gd fmla="*/ 4078980 w 4078981" name="connsiteX35"/>
                  <a:gd fmla="*/ 4317248 h 4690964" name="connsiteY35"/>
                  <a:gd fmla="*/ 4078980 w 4078981" name="connsiteX36"/>
                  <a:gd fmla="*/ 4346107 h 4690964" name="connsiteY36"/>
                  <a:gd fmla="*/ 4078980 w 4078981" name="connsiteX37"/>
                  <a:gd fmla="*/ 4515635 h 4690964" name="connsiteY37"/>
                  <a:gd fmla="*/ 3910032 w 4078981" name="connsiteX38"/>
                  <a:gd fmla="*/ 4690819 h 4690964" name="connsiteY38"/>
                  <a:gd fmla="*/ 3897560 w 4078981" name="connsiteX39"/>
                  <a:gd fmla="*/ 4690819 h 4690964" name="connsiteY39"/>
                  <a:gd fmla="*/ 3872472 w 4078981" name="connsiteX40"/>
                  <a:gd fmla="*/ 4690819 h 4690964" name="connsiteY40"/>
                  <a:gd fmla="*/ 3759211 w 4078981" name="connsiteX41"/>
                  <a:gd fmla="*/ 4690819 h 4690964" name="connsiteY41"/>
                  <a:gd fmla="*/ 3759211 w 4078981" name="connsiteX42"/>
                  <a:gd fmla="*/ 4690964 h 4690964" name="connsiteY42"/>
                  <a:gd fmla="*/ 351964 w 4078981" name="connsiteX43"/>
                  <a:gd fmla="*/ 4690964 h 4690964" name="connsiteY43"/>
                  <a:gd fmla="*/ 351964 w 4078981" name="connsiteX44"/>
                  <a:gd fmla="*/ 4690820 h 4690964" name="connsiteY44"/>
                  <a:gd fmla="*/ 206364 w 4078981" name="connsiteX45"/>
                  <a:gd fmla="*/ 4690820 h 4690964" name="connsiteY45"/>
                  <a:gd fmla="*/ 181420 w 4078981" name="connsiteX46"/>
                  <a:gd fmla="*/ 4690820 h 4690964" name="connsiteY46"/>
                  <a:gd fmla="*/ 168948 w 4078981" name="connsiteX47"/>
                  <a:gd fmla="*/ 4690820 h 4690964" name="connsiteY47"/>
                  <a:gd fmla="*/ 0 w 4078981" name="connsiteX48"/>
                  <a:gd fmla="*/ 4515636 h 4690964" name="connsiteY48"/>
                  <a:gd fmla="*/ 0 w 4078981" name="connsiteX49"/>
                  <a:gd fmla="*/ 4308547 h 4690964" name="connsiteY49"/>
                  <a:gd fmla="*/ 0 w 4078981" name="connsiteX50"/>
                  <a:gd fmla="*/ 4279688 h 4690964" name="connsiteY50"/>
                  <a:gd fmla="*/ 0 w 4078981" name="connsiteX51"/>
                  <a:gd fmla="*/ 400401 h 4690964" name="connsiteY51"/>
                  <a:gd fmla="*/ 0 w 4078981" name="connsiteX52"/>
                  <a:gd fmla="*/ 370671 h 4690964" name="connsiteY52"/>
                  <a:gd fmla="*/ 0 w 4078981" name="connsiteX53"/>
                  <a:gd fmla="*/ 206364 h 4690964" name="connsiteY53"/>
                  <a:gd fmla="*/ 0 w 4078981" name="connsiteX54"/>
                  <a:gd fmla="*/ 181420 h 4690964" name="connsiteY54"/>
                  <a:gd fmla="*/ 0 w 4078981" name="connsiteX55"/>
                  <a:gd fmla="*/ 168948 h 4690964" name="connsiteY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b="b" l="l" r="r" t="t"/>
                <a:pathLst>
                  <a:path h="4690964" w="4078981">
                    <a:moveTo>
                      <a:pt x="181130" y="37996"/>
                    </a:moveTo>
                    <a:lnTo>
                      <a:pt x="37995" y="176199"/>
                    </a:lnTo>
                    <a:lnTo>
                      <a:pt x="37995" y="370671"/>
                    </a:lnTo>
                    <a:lnTo>
                      <a:pt x="38140" y="370671"/>
                    </a:lnTo>
                    <a:lnTo>
                      <a:pt x="38140" y="4308547"/>
                    </a:lnTo>
                    <a:lnTo>
                      <a:pt x="37995" y="4308547"/>
                    </a:lnTo>
                    <a:lnTo>
                      <a:pt x="37995" y="4509690"/>
                    </a:lnTo>
                    <a:lnTo>
                      <a:pt x="176199" y="4652824"/>
                    </a:lnTo>
                    <a:lnTo>
                      <a:pt x="351964" y="4652824"/>
                    </a:lnTo>
                    <a:lnTo>
                      <a:pt x="362840" y="4652824"/>
                    </a:lnTo>
                    <a:lnTo>
                      <a:pt x="3753700" y="4652824"/>
                    </a:lnTo>
                    <a:lnTo>
                      <a:pt x="3759211" y="4652824"/>
                    </a:lnTo>
                    <a:lnTo>
                      <a:pt x="3902781" y="4652824"/>
                    </a:lnTo>
                    <a:lnTo>
                      <a:pt x="4040840" y="4509690"/>
                    </a:lnTo>
                    <a:lnTo>
                      <a:pt x="4040840" y="4346107"/>
                    </a:lnTo>
                    <a:lnTo>
                      <a:pt x="4040840" y="4317248"/>
                    </a:lnTo>
                    <a:lnTo>
                      <a:pt x="4040840" y="633449"/>
                    </a:lnTo>
                    <a:lnTo>
                      <a:pt x="4040841" y="633449"/>
                    </a:lnTo>
                    <a:lnTo>
                      <a:pt x="4040841" y="463920"/>
                    </a:lnTo>
                    <a:lnTo>
                      <a:pt x="3897706" y="325861"/>
                    </a:lnTo>
                    <a:lnTo>
                      <a:pt x="3751380" y="325861"/>
                    </a:lnTo>
                    <a:lnTo>
                      <a:pt x="3742824" y="325861"/>
                    </a:lnTo>
                    <a:lnTo>
                      <a:pt x="2411975" y="325861"/>
                    </a:lnTo>
                    <a:lnTo>
                      <a:pt x="2161815" y="37996"/>
                    </a:lnTo>
                    <a:close/>
                    <a:moveTo>
                      <a:pt x="175184" y="0"/>
                    </a:moveTo>
                    <a:lnTo>
                      <a:pt x="2192269" y="0"/>
                    </a:lnTo>
                    <a:lnTo>
                      <a:pt x="2443299" y="287720"/>
                    </a:lnTo>
                    <a:lnTo>
                      <a:pt x="3742824" y="287720"/>
                    </a:lnTo>
                    <a:lnTo>
                      <a:pt x="3751380" y="287720"/>
                    </a:lnTo>
                    <a:lnTo>
                      <a:pt x="3903796" y="287720"/>
                    </a:lnTo>
                    <a:lnTo>
                      <a:pt x="4078981" y="456668"/>
                    </a:lnTo>
                    <a:lnTo>
                      <a:pt x="4078981" y="469140"/>
                    </a:lnTo>
                    <a:lnTo>
                      <a:pt x="4078981" y="494229"/>
                    </a:lnTo>
                    <a:lnTo>
                      <a:pt x="4078981" y="650706"/>
                    </a:lnTo>
                    <a:lnTo>
                      <a:pt x="4078980" y="650706"/>
                    </a:lnTo>
                    <a:lnTo>
                      <a:pt x="4078980" y="4317248"/>
                    </a:lnTo>
                    <a:lnTo>
                      <a:pt x="4078980" y="4346107"/>
                    </a:lnTo>
                    <a:lnTo>
                      <a:pt x="4078980" y="4515635"/>
                    </a:lnTo>
                    <a:lnTo>
                      <a:pt x="3910032" y="4690819"/>
                    </a:lnTo>
                    <a:lnTo>
                      <a:pt x="3897560" y="4690819"/>
                    </a:lnTo>
                    <a:lnTo>
                      <a:pt x="3872472" y="4690819"/>
                    </a:lnTo>
                    <a:lnTo>
                      <a:pt x="3759211" y="4690819"/>
                    </a:lnTo>
                    <a:lnTo>
                      <a:pt x="3759211" y="4690964"/>
                    </a:lnTo>
                    <a:lnTo>
                      <a:pt x="351964" y="4690964"/>
                    </a:lnTo>
                    <a:lnTo>
                      <a:pt x="351964" y="4690820"/>
                    </a:lnTo>
                    <a:lnTo>
                      <a:pt x="206364" y="4690820"/>
                    </a:lnTo>
                    <a:lnTo>
                      <a:pt x="181420" y="4690820"/>
                    </a:lnTo>
                    <a:lnTo>
                      <a:pt x="168948" y="4690820"/>
                    </a:lnTo>
                    <a:lnTo>
                      <a:pt x="0" y="4515636"/>
                    </a:lnTo>
                    <a:lnTo>
                      <a:pt x="0" y="4308547"/>
                    </a:lnTo>
                    <a:lnTo>
                      <a:pt x="0" y="4279688"/>
                    </a:lnTo>
                    <a:lnTo>
                      <a:pt x="0" y="400401"/>
                    </a:lnTo>
                    <a:lnTo>
                      <a:pt x="0" y="370671"/>
                    </a:lnTo>
                    <a:lnTo>
                      <a:pt x="0" y="206364"/>
                    </a:lnTo>
                    <a:lnTo>
                      <a:pt x="0" y="181420"/>
                    </a:lnTo>
                    <a:lnTo>
                      <a:pt x="0" y="16894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  <a:tileRect/>
              </a:gradFill>
              <a:ln cap="flat" w="8708">
                <a:noFill/>
                <a:prstDash val="solid"/>
                <a:miter/>
              </a:ln>
            </p:spPr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  <p:sp>
            <p:nvSpPr>
              <p:cNvPr descr="8bedcbca-dc97-4cd6-858b-5cbc5a5b539e" id="88" name="任意多边形: 形状 87">
                <a:extLst>
                  <a:ext uri="{FF2B5EF4-FFF2-40B4-BE49-F238E27FC236}">
                    <a16:creationId id="{C328B63C-CAAF-1D1B-449F-D2AADE28C8A4}"/>
                  </a:ext>
                </a:extLst>
              </p:cNvPr>
              <p:cNvSpPr/>
              <p:nvPr/>
            </p:nvSpPr>
            <p:spPr>
              <a:xfrm flipH="true" flipV="false">
                <a:off x="10618235" y="2182782"/>
                <a:ext cx="863693" cy="95157"/>
              </a:xfrm>
              <a:custGeom>
                <a:avLst/>
                <a:gdLst>
                  <a:gd fmla="*/ 221446 w 1356083" name="connsiteX0"/>
                  <a:gd fmla="*/ 0 h 190121" name="connsiteY0"/>
                  <a:gd fmla="*/ 226087 w 1356083" name="connsiteX1"/>
                  <a:gd fmla="*/ 0 h 190121" name="connsiteY1"/>
                  <a:gd fmla="*/ 237833 w 1356083" name="connsiteX2"/>
                  <a:gd fmla="*/ 0 h 190121" name="connsiteY2"/>
                  <a:gd fmla="*/ 1356083 w 1356083" name="connsiteX3"/>
                  <a:gd fmla="*/ 0 h 190121" name="connsiteY3"/>
                  <a:gd fmla="*/ 1356083 w 1356083" name="connsiteX4"/>
                  <a:gd fmla="*/ 20738 h 190121" name="connsiteY4"/>
                  <a:gd fmla="*/ 231307 w 1356083" name="connsiteX5"/>
                  <a:gd fmla="*/ 20738 h 190121" name="connsiteY5"/>
                  <a:gd fmla="*/ 142700 w 1356083" name="connsiteX6"/>
                  <a:gd fmla="*/ 106300 h 190121" name="connsiteY6"/>
                  <a:gd fmla="*/ 142700 w 1356083" name="connsiteX7"/>
                  <a:gd fmla="*/ 75410 h 190121" name="connsiteY7"/>
                  <a:gd fmla="*/ 116741 w 1356083" name="connsiteX8"/>
                  <a:gd fmla="*/ 0 h 190121" name="connsiteY8"/>
                  <a:gd fmla="*/ 197082 w 1356083" name="connsiteX9"/>
                  <a:gd fmla="*/ 0 h 190121" name="connsiteY9"/>
                  <a:gd fmla="*/ 0 w 1356083" name="connsiteX10"/>
                  <a:gd fmla="*/ 190121 h 190121" name="connsiteY10"/>
                  <a:gd fmla="*/ 0 w 1356083" name="connsiteX11"/>
                  <a:gd fmla="*/ 109780 h 190121" name="connsiteY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b="b" l="l" r="r" t="t"/>
                <a:pathLst>
                  <a:path h="190121" w="1356083">
                    <a:moveTo>
                      <a:pt x="221446" y="0"/>
                    </a:moveTo>
                    <a:lnTo>
                      <a:pt x="226087" y="0"/>
                    </a:lnTo>
                    <a:lnTo>
                      <a:pt x="237833" y="0"/>
                    </a:lnTo>
                    <a:lnTo>
                      <a:pt x="1356083" y="0"/>
                    </a:lnTo>
                    <a:lnTo>
                      <a:pt x="1356083" y="20738"/>
                    </a:lnTo>
                    <a:lnTo>
                      <a:pt x="231307" y="20738"/>
                    </a:lnTo>
                    <a:lnTo>
                      <a:pt x="142700" y="106300"/>
                    </a:lnTo>
                    <a:lnTo>
                      <a:pt x="142700" y="75410"/>
                    </a:lnTo>
                    <a:close/>
                    <a:moveTo>
                      <a:pt x="116741" y="0"/>
                    </a:moveTo>
                    <a:lnTo>
                      <a:pt x="197082" y="0"/>
                    </a:lnTo>
                    <a:lnTo>
                      <a:pt x="0" y="190121"/>
                    </a:lnTo>
                    <a:lnTo>
                      <a:pt x="0" y="10978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cap="flat" w="8708">
                <a:noFill/>
                <a:prstDash val="solid"/>
                <a:miter/>
              </a:ln>
            </p:spPr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  <p:sp>
            <p:nvSpPr>
              <p:cNvPr descr="a1762142-8084-4fc0-8e95-438e4749ac0b" id="89" name="任意多边形: 形状 88">
                <a:extLst>
                  <a:ext uri="{FF2B5EF4-FFF2-40B4-BE49-F238E27FC236}">
                    <a16:creationId id="{E02EF742-7A0A-25A9-09F0-291F3D973B30}"/>
                  </a:ext>
                </a:extLst>
              </p:cNvPr>
              <p:cNvSpPr/>
              <p:nvPr/>
            </p:nvSpPr>
            <p:spPr>
              <a:xfrm flipH="true" flipV="false">
                <a:off x="9296326" y="2178137"/>
                <a:ext cx="750178" cy="76358"/>
              </a:xfrm>
              <a:custGeom>
                <a:avLst/>
                <a:gdLst>
                  <a:gd fmla="*/ 964818 w 1177853" name="connsiteX0"/>
                  <a:gd fmla="*/ 0 h 152561" name="connsiteY0"/>
                  <a:gd fmla="*/ 1041099 w 1177853" name="connsiteX1"/>
                  <a:gd fmla="*/ 0 h 152561" name="connsiteY1"/>
                  <a:gd fmla="*/ 1177853 w 1177853" name="connsiteX2"/>
                  <a:gd fmla="*/ 152561 h 152561" name="connsiteY2"/>
                  <a:gd fmla="*/ 1101572 w 1177853" name="connsiteX3"/>
                  <a:gd fmla="*/ 152561 h 152561" name="connsiteY3"/>
                  <a:gd fmla="*/ 827484 w 1177853" name="connsiteX4"/>
                  <a:gd fmla="*/ 0 h 152561" name="connsiteY4"/>
                  <a:gd fmla="*/ 903765 w 1177853" name="connsiteX5"/>
                  <a:gd fmla="*/ 0 h 152561" name="connsiteY5"/>
                  <a:gd fmla="*/ 1040664 w 1177853" name="connsiteX6"/>
                  <a:gd fmla="*/ 152561 h 152561" name="connsiteY6"/>
                  <a:gd fmla="*/ 964383 w 1177853" name="connsiteX7"/>
                  <a:gd fmla="*/ 152561 h 152561" name="connsiteY7"/>
                  <a:gd fmla="*/ 690295 w 1177853" name="connsiteX8"/>
                  <a:gd fmla="*/ 0 h 152561" name="connsiteY8"/>
                  <a:gd fmla="*/ 766576 w 1177853" name="connsiteX9"/>
                  <a:gd fmla="*/ 0 h 152561" name="connsiteY9"/>
                  <a:gd fmla="*/ 903475 w 1177853" name="connsiteX10"/>
                  <a:gd fmla="*/ 152561 h 152561" name="connsiteY10"/>
                  <a:gd fmla="*/ 827049 w 1177853" name="connsiteX11"/>
                  <a:gd fmla="*/ 152561 h 152561" name="connsiteY11"/>
                  <a:gd fmla="*/ 553106 w 1177853" name="connsiteX12"/>
                  <a:gd fmla="*/ 0 h 152561" name="connsiteY12"/>
                  <a:gd fmla="*/ 629387 w 1177853" name="connsiteX13"/>
                  <a:gd fmla="*/ 0 h 152561" name="connsiteY13"/>
                  <a:gd fmla="*/ 766141 w 1177853" name="connsiteX14"/>
                  <a:gd fmla="*/ 152561 h 152561" name="connsiteY14"/>
                  <a:gd fmla="*/ 689860 w 1177853" name="connsiteX15"/>
                  <a:gd fmla="*/ 152561 h 152561" name="connsiteY15"/>
                  <a:gd fmla="*/ 415917 w 1177853" name="connsiteX16"/>
                  <a:gd fmla="*/ 0 h 152561" name="connsiteY16"/>
                  <a:gd fmla="*/ 492198 w 1177853" name="connsiteX17"/>
                  <a:gd fmla="*/ 0 h 152561" name="connsiteY17"/>
                  <a:gd fmla="*/ 628951 w 1177853" name="connsiteX18"/>
                  <a:gd fmla="*/ 152561 h 152561" name="connsiteY18"/>
                  <a:gd fmla="*/ 552671 w 1177853" name="connsiteX19"/>
                  <a:gd fmla="*/ 152561 h 152561" name="connsiteY19"/>
                  <a:gd fmla="*/ 0 w 1177853" name="connsiteX20"/>
                  <a:gd fmla="*/ 0 h 152561" name="connsiteY20"/>
                  <a:gd fmla="*/ 352544 w 1177853" name="connsiteX21"/>
                  <a:gd fmla="*/ 0 h 152561" name="connsiteY21"/>
                  <a:gd fmla="*/ 489298 w 1177853" name="connsiteX22"/>
                  <a:gd fmla="*/ 152561 h 152561" name="connsiteY22"/>
                  <a:gd fmla="*/ 136754 w 1177853" name="connsiteX23"/>
                  <a:gd fmla="*/ 152561 h 152561" name="connsiteY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b="b" l="l" r="r" t="t"/>
                <a:pathLst>
                  <a:path h="152561" w="1177853">
                    <a:moveTo>
                      <a:pt x="964818" y="0"/>
                    </a:moveTo>
                    <a:lnTo>
                      <a:pt x="1041099" y="0"/>
                    </a:lnTo>
                    <a:lnTo>
                      <a:pt x="1177853" y="152561"/>
                    </a:lnTo>
                    <a:lnTo>
                      <a:pt x="1101572" y="152561"/>
                    </a:lnTo>
                    <a:close/>
                    <a:moveTo>
                      <a:pt x="827484" y="0"/>
                    </a:moveTo>
                    <a:lnTo>
                      <a:pt x="903765" y="0"/>
                    </a:lnTo>
                    <a:lnTo>
                      <a:pt x="1040664" y="152561"/>
                    </a:lnTo>
                    <a:lnTo>
                      <a:pt x="964383" y="152561"/>
                    </a:lnTo>
                    <a:close/>
                    <a:moveTo>
                      <a:pt x="690295" y="0"/>
                    </a:moveTo>
                    <a:lnTo>
                      <a:pt x="766576" y="0"/>
                    </a:lnTo>
                    <a:lnTo>
                      <a:pt x="903475" y="152561"/>
                    </a:lnTo>
                    <a:lnTo>
                      <a:pt x="827049" y="152561"/>
                    </a:lnTo>
                    <a:close/>
                    <a:moveTo>
                      <a:pt x="553106" y="0"/>
                    </a:moveTo>
                    <a:lnTo>
                      <a:pt x="629387" y="0"/>
                    </a:lnTo>
                    <a:lnTo>
                      <a:pt x="766141" y="152561"/>
                    </a:lnTo>
                    <a:lnTo>
                      <a:pt x="689860" y="152561"/>
                    </a:lnTo>
                    <a:close/>
                    <a:moveTo>
                      <a:pt x="415917" y="0"/>
                    </a:moveTo>
                    <a:lnTo>
                      <a:pt x="492198" y="0"/>
                    </a:lnTo>
                    <a:lnTo>
                      <a:pt x="628951" y="152561"/>
                    </a:lnTo>
                    <a:lnTo>
                      <a:pt x="552671" y="152561"/>
                    </a:lnTo>
                    <a:close/>
                    <a:moveTo>
                      <a:pt x="0" y="0"/>
                    </a:moveTo>
                    <a:lnTo>
                      <a:pt x="352544" y="0"/>
                    </a:lnTo>
                    <a:lnTo>
                      <a:pt x="489298" y="152561"/>
                    </a:lnTo>
                    <a:lnTo>
                      <a:pt x="136754" y="152561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cap="flat" w="8708">
                <a:noFill/>
                <a:prstDash val="solid"/>
                <a:miter/>
              </a:ln>
            </p:spPr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  <p:sp>
            <p:nvSpPr>
              <p:cNvPr descr="ea2c7455-6955-43fa-843a-25199fa89c4f" id="90" name="任意多边形: 形状 89">
                <a:extLst>
                  <a:ext uri="{FF2B5EF4-FFF2-40B4-BE49-F238E27FC236}">
                    <a16:creationId id="{A7BEA954-2745-8D91-6413-30CCB388102B}"/>
                  </a:ext>
                </a:extLst>
              </p:cNvPr>
              <p:cNvSpPr/>
              <p:nvPr/>
            </p:nvSpPr>
            <p:spPr>
              <a:xfrm flipH="true" flipV="false">
                <a:off x="10929225" y="2126893"/>
                <a:ext cx="619760" cy="242793"/>
              </a:xfrm>
              <a:custGeom>
                <a:avLst/>
                <a:gdLst>
                  <a:gd fmla="*/ 973085 w 973084" name="connsiteX0"/>
                  <a:gd fmla="*/ 56848 h 485092" name="connsiteY0"/>
                  <a:gd fmla="*/ 973085 w 973084" name="connsiteX1"/>
                  <a:gd fmla="*/ 0 h 485092" name="connsiteY1"/>
                  <a:gd fmla="*/ 181420 w 973084" name="connsiteX2"/>
                  <a:gd fmla="*/ 0 h 485092" name="connsiteY2"/>
                  <a:gd fmla="*/ 0 w 973084" name="connsiteX3"/>
                  <a:gd fmla="*/ 175184 h 485092" name="connsiteY3"/>
                  <a:gd fmla="*/ 0 w 973084" name="connsiteX4"/>
                  <a:gd fmla="*/ 187656 h 485092" name="connsiteY4"/>
                  <a:gd fmla="*/ 0 w 973084" name="connsiteX5"/>
                  <a:gd fmla="*/ 212744 h 485092" name="connsiteY5"/>
                  <a:gd fmla="*/ 0 w 973084" name="connsiteX6"/>
                  <a:gd fmla="*/ 485092 h 485092" name="connsiteY6"/>
                  <a:gd fmla="*/ 56848 w 973084" name="connsiteX7"/>
                  <a:gd fmla="*/ 485092 h 485092" name="connsiteY7"/>
                  <a:gd fmla="*/ 56848 w 973084" name="connsiteX8"/>
                  <a:gd fmla="*/ 188671 h 485092" name="connsiteY8"/>
                  <a:gd fmla="*/ 193747 w 973084" name="connsiteX9"/>
                  <a:gd fmla="*/ 56848 h 485092" name="connsiteY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b="b" l="l" r="r" t="t"/>
                <a:pathLst>
                  <a:path h="485092" w="973084">
                    <a:moveTo>
                      <a:pt x="973085" y="56848"/>
                    </a:moveTo>
                    <a:lnTo>
                      <a:pt x="973085" y="0"/>
                    </a:lnTo>
                    <a:lnTo>
                      <a:pt x="181420" y="0"/>
                    </a:lnTo>
                    <a:lnTo>
                      <a:pt x="0" y="175184"/>
                    </a:lnTo>
                    <a:lnTo>
                      <a:pt x="0" y="187656"/>
                    </a:lnTo>
                    <a:lnTo>
                      <a:pt x="0" y="212744"/>
                    </a:lnTo>
                    <a:lnTo>
                      <a:pt x="0" y="485092"/>
                    </a:lnTo>
                    <a:lnTo>
                      <a:pt x="56848" y="485092"/>
                    </a:lnTo>
                    <a:lnTo>
                      <a:pt x="56848" y="188671"/>
                    </a:lnTo>
                    <a:lnTo>
                      <a:pt x="193747" y="56848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1"/>
                  </a:gs>
                  <a:gs pos="0">
                    <a:schemeClr val="accent2">
                      <a:lumMod val="60000"/>
                      <a:lumOff val="40000"/>
                    </a:schemeClr>
                  </a:gs>
                  <a:gs pos="47000">
                    <a:schemeClr val="accent2"/>
                  </a:gs>
                </a:gsLst>
                <a:lin ang="5400000" scaled="1"/>
                <a:tileRect/>
              </a:gradFill>
              <a:ln cap="flat" w="8708">
                <a:noFill/>
                <a:prstDash val="solid"/>
                <a:miter/>
              </a:ln>
            </p:spPr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  <p:sp>
            <p:nvSpPr>
              <p:cNvPr descr="0b816224-0fae-4973-8653-ec1f18a105cb" id="91" name="任意多边形: 形状 90">
                <a:extLst>
                  <a:ext uri="{FF2B5EF4-FFF2-40B4-BE49-F238E27FC236}">
                    <a16:creationId id="{76F90E43-13DF-8A36-396A-1B21AE20E974}"/>
                  </a:ext>
                </a:extLst>
              </p:cNvPr>
              <p:cNvSpPr/>
              <p:nvPr/>
            </p:nvSpPr>
            <p:spPr>
              <a:xfrm flipH="true" flipV="false">
                <a:off x="8939064" y="2270971"/>
                <a:ext cx="253631" cy="147127"/>
              </a:xfrm>
              <a:custGeom>
                <a:avLst/>
                <a:gdLst>
                  <a:gd fmla="*/ 0 w 398225" name="connsiteX0"/>
                  <a:gd fmla="*/ 56848 h 293955" name="connsiteY0"/>
                  <a:gd fmla="*/ 0 w 398225" name="connsiteX1"/>
                  <a:gd fmla="*/ 0 h 293955" name="connsiteY1"/>
                  <a:gd fmla="*/ 216805 w 398225" name="connsiteX2"/>
                  <a:gd fmla="*/ 0 h 293955" name="connsiteY2"/>
                  <a:gd fmla="*/ 398225 w 398225" name="connsiteX3"/>
                  <a:gd fmla="*/ 175184 h 293955" name="connsiteY3"/>
                  <a:gd fmla="*/ 398225 w 398225" name="connsiteX4"/>
                  <a:gd fmla="*/ 187656 h 293955" name="connsiteY4"/>
                  <a:gd fmla="*/ 398225 w 398225" name="connsiteX5"/>
                  <a:gd fmla="*/ 212599 h 293955" name="connsiteY5"/>
                  <a:gd fmla="*/ 398225 w 398225" name="connsiteX6"/>
                  <a:gd fmla="*/ 293956 h 293955" name="connsiteY6"/>
                  <a:gd fmla="*/ 341377 w 398225" name="connsiteX7"/>
                  <a:gd fmla="*/ 293956 h 293955" name="connsiteY7"/>
                  <a:gd fmla="*/ 341377 w 398225" name="connsiteX8"/>
                  <a:gd fmla="*/ 188671 h 293955" name="connsiteY8"/>
                  <a:gd fmla="*/ 204478 w 398225" name="connsiteX9"/>
                  <a:gd fmla="*/ 56848 h 293955" name="connsiteY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b="b" l="l" r="r" t="t"/>
                <a:pathLst>
                  <a:path h="293955" w="398225">
                    <a:moveTo>
                      <a:pt x="0" y="56848"/>
                    </a:moveTo>
                    <a:lnTo>
                      <a:pt x="0" y="0"/>
                    </a:lnTo>
                    <a:lnTo>
                      <a:pt x="216805" y="0"/>
                    </a:lnTo>
                    <a:lnTo>
                      <a:pt x="398225" y="175184"/>
                    </a:lnTo>
                    <a:lnTo>
                      <a:pt x="398225" y="187656"/>
                    </a:lnTo>
                    <a:lnTo>
                      <a:pt x="398225" y="212599"/>
                    </a:lnTo>
                    <a:lnTo>
                      <a:pt x="398225" y="293956"/>
                    </a:lnTo>
                    <a:lnTo>
                      <a:pt x="341377" y="293956"/>
                    </a:lnTo>
                    <a:lnTo>
                      <a:pt x="341377" y="188671"/>
                    </a:lnTo>
                    <a:lnTo>
                      <a:pt x="204478" y="5684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45000">
                    <a:schemeClr val="accent2"/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ln cap="flat" w="8708">
                <a:noFill/>
                <a:prstDash val="solid"/>
                <a:miter/>
              </a:ln>
            </p:spPr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Autofit/>
              </a:bodyPr>
              <a:lstStyle/>
              <a:p>
                <a:pPr algn="l"/>
              </a:p>
            </p:txBody>
          </p:sp>
          <p:grpSp>
            <p:nvGrpSpPr>
              <p:cNvPr descr="eefd96ca-d6bf-4e56-8b61-1dbce156b4e9" id="38" name="组合 37">
                <a:extLst>
                  <a:ext uri="{FF2B5EF4-FFF2-40B4-BE49-F238E27FC236}">
                    <a16:creationId id="{C3DDE94A-AE6A-7322-2FEE-B8EF7FB7F955}"/>
                  </a:ext>
                </a:extLst>
              </p:cNvPr>
              <p:cNvGrpSpPr/>
              <p:nvPr/>
            </p:nvGrpSpPr>
            <p:grpSpPr>
              <a:xfrm>
                <a:off x="8952826" y="2137635"/>
                <a:ext cx="2583875" cy="3417431"/>
                <a:chOff x="8952826" y="2137635"/>
                <a:chExt cx="2583875" cy="3417431"/>
              </a:xfrm>
            </p:grpSpPr>
            <p:sp>
              <p:nvSpPr>
                <p:cNvPr descr="5b9cd8fe-0a16-45e4-a355-f05cd6ecfd50" id="86" name="ComponentBackground4">
                  <a:extLst>
                    <a:ext uri="{FF2B5EF4-FFF2-40B4-BE49-F238E27FC236}">
                      <a16:creationId id="{31ADA9E3-9779-2558-EC12-B6609D6737E0}"/>
                    </a:ext>
                  </a:extLst>
                </p:cNvPr>
                <p:cNvSpPr/>
                <p:nvPr/>
              </p:nvSpPr>
              <p:spPr>
                <a:xfrm flipH="true" flipV="false">
                  <a:off x="8952826" y="2137635"/>
                  <a:ext cx="2583875" cy="3284095"/>
                </a:xfrm>
                <a:custGeom>
                  <a:avLst/>
                  <a:gdLst>
                    <a:gd fmla="*/ 113736 w 2653684" name="connsiteX0"/>
                    <a:gd fmla="*/ 0 h 3372822" name="connsiteY0"/>
                    <a:gd fmla="*/ 1415393 w 2653684" name="connsiteX1"/>
                    <a:gd fmla="*/ 0 h 3372822" name="connsiteY1"/>
                    <a:gd fmla="*/ 1585950 w 2653684" name="connsiteX2"/>
                    <a:gd fmla="*/ 153935 h 3372822" name="connsiteY2"/>
                    <a:gd fmla="*/ 2540044 w 2653684" name="connsiteX3"/>
                    <a:gd fmla="*/ 153935 h 3372822" name="connsiteY3"/>
                    <a:gd fmla="*/ 2653684 w 2653684" name="connsiteX4"/>
                    <a:gd fmla="*/ 233400 h 3372822" name="connsiteY4"/>
                    <a:gd fmla="*/ 2653684 w 2653684" name="connsiteX5"/>
                    <a:gd fmla="*/ 1207219 h 3372822" name="connsiteY5"/>
                    <a:gd fmla="*/ 2653684 w 2653684" name="connsiteX6"/>
                    <a:gd fmla="*/ 2319538 h 3372822" name="connsiteY6"/>
                    <a:gd fmla="*/ 2653684 w 2653684" name="connsiteX7"/>
                    <a:gd fmla="*/ 3293357 h 3372822" name="connsiteY7"/>
                    <a:gd fmla="*/ 2552659 w 2653684" name="connsiteX8"/>
                    <a:gd fmla="*/ 3372822 h 3372822" name="connsiteY8"/>
                    <a:gd fmla="*/ 107381 w 2653684" name="connsiteX9"/>
                    <a:gd fmla="*/ 3372822 h 3372822" name="connsiteY9"/>
                    <a:gd fmla="*/ 0 w 2653684" name="connsiteX10"/>
                    <a:gd fmla="*/ 3288362 h 3372822" name="connsiteY10"/>
                    <a:gd fmla="*/ 0 w 2653684" name="connsiteX11"/>
                    <a:gd fmla="*/ 2314543 h 3372822" name="connsiteY11"/>
                    <a:gd fmla="*/ 0 w 2653684" name="connsiteX12"/>
                    <a:gd fmla="*/ 1053284 h 3372822" name="connsiteY12"/>
                    <a:gd fmla="*/ 0 w 2653684" name="connsiteX13"/>
                    <a:gd fmla="*/ 79465 h 3372822" name="connsiteY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b="b" l="l" r="r" t="t"/>
                  <a:pathLst>
                    <a:path h="3372822" w="2653684">
                      <a:moveTo>
                        <a:pt x="113736" y="0"/>
                      </a:moveTo>
                      <a:lnTo>
                        <a:pt x="1415393" y="0"/>
                      </a:lnTo>
                      <a:lnTo>
                        <a:pt x="1585950" y="153935"/>
                      </a:lnTo>
                      <a:lnTo>
                        <a:pt x="2540044" y="153935"/>
                      </a:lnTo>
                      <a:lnTo>
                        <a:pt x="2653684" y="233400"/>
                      </a:lnTo>
                      <a:lnTo>
                        <a:pt x="2653684" y="1207219"/>
                      </a:lnTo>
                      <a:lnTo>
                        <a:pt x="2653684" y="2319538"/>
                      </a:lnTo>
                      <a:lnTo>
                        <a:pt x="2653684" y="3293357"/>
                      </a:lnTo>
                      <a:lnTo>
                        <a:pt x="2552659" y="3372822"/>
                      </a:lnTo>
                      <a:lnTo>
                        <a:pt x="107381" y="3372822"/>
                      </a:lnTo>
                      <a:lnTo>
                        <a:pt x="0" y="3288362"/>
                      </a:lnTo>
                      <a:lnTo>
                        <a:pt x="0" y="2314543"/>
                      </a:lnTo>
                      <a:lnTo>
                        <a:pt x="0" y="1053284"/>
                      </a:lnTo>
                      <a:lnTo>
                        <a:pt x="0" y="79465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>
                        <a:alpha val="30000"/>
                      </a:schemeClr>
                    </a:gs>
                    <a:gs pos="88000">
                      <a:schemeClr val="accent1">
                        <a:alpha val="0"/>
                      </a:schemeClr>
                    </a:gs>
                  </a:gsLst>
                  <a:lin ang="5400000" scaled="0"/>
                </a:gradFill>
                <a:ln cap="flat" w="30301">
                  <a:noFill/>
                  <a:prstDash val="solid"/>
                  <a:miter/>
                </a:ln>
              </p:spPr>
              <p:txBody>
  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</a:p>
              </p:txBody>
            </p:sp>
            <p:sp>
              <p:nvSpPr>
                <p:cNvPr descr="e0eab535-91ec-4c40-8c59-83daba73d4cf" id="82" name="Bullet4">
                  <a:extLst>
                    <a:ext uri="{FF2B5EF4-FFF2-40B4-BE49-F238E27FC236}">
                      <a16:creationId id="{792E1B7D-DAA8-CF58-821C-6552B54CE5D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true" flipV="false">
                  <a:off x="9020252" y="3385725"/>
                  <a:ext cx="2449860" cy="7786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1600" u="none">
                      <a:solidFill>
                        <a:srgbClr val="2F2F2F"/>
                      </a:solidFill>
                      <a:ea typeface="微软雅黑"/>
                    </a:rPr>
                    <a:t>篝火灯的控制</a:t>
                  </a:r>
                </a:p>
              </p:txBody>
            </p:sp>
            <p:sp>
              <p:nvSpPr>
                <p:cNvPr descr="82037393-5dce-436e-bd7a-db0c86fd0c5d" id="83" name="Text4">
                  <a:extLst>
                    <a:ext uri="{FF2B5EF4-FFF2-40B4-BE49-F238E27FC236}">
                      <a16:creationId id="{A312C238-470B-9F33-4E99-D60CE1085C9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true" flipV="false">
                  <a:off x="9020250" y="4278772"/>
                  <a:ext cx="2449860" cy="12762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trike="noStrike" sz="1000" u="none">
                      <a:solidFill>
                        <a:srgbClr val="2F2F2F"/>
                      </a:solidFill>
                      <a:ea typeface="微软雅黑"/>
                    </a:rPr>
                    <a:t>同样通过函数控制篝火灯的亮灭，营造氛围。</a:t>
                  </a:r>
                </a:p>
              </p:txBody>
            </p:sp>
            <p:sp>
              <p:nvSpPr>
                <p:cNvPr descr="09e9e85d-c731-464e-b60f-d78bfd0f3d1e" id="85" name="Number4">
                  <a:extLst>
                    <a:ext uri="{FF2B5EF4-FFF2-40B4-BE49-F238E27FC236}">
                      <a16:creationId id="{3D7CFA5B-A563-60CC-0CC3-B31759F57A37}"/>
                    </a:ext>
                  </a:extLst>
                </p:cNvPr>
                <p:cNvSpPr/>
                <p:nvPr/>
              </p:nvSpPr>
              <p:spPr>
                <a:xfrm flipH="true" flipV="false">
                  <a:off x="9756398" y="2439028"/>
                  <a:ext cx="975251" cy="823705"/>
                </a:xfrm>
                <a:prstGeom prst="rect">
                  <a:avLst/>
                </a:prstGeom>
                <a:noFill/>
              </p:spPr>
              <p:txBody>
                <a:bodyPr anchor="b" anchorCtr="false" bIns="45720" lIns="91440" rIns="91440" rtlCol="0" tIns="45720" wrap="none">
                  <a:normAutofit fontScale="85000" lnSpcReduction="10000"/>
                </a:bodyPr>
                <a:lstStyle/>
                <a:p>
                  <a:pPr algn="ctr">
                    <a:lnSpc>
                      <a:spcPct val="108000"/>
                    </a:lnSpc>
                  </a:pPr>
                  <a:r>
                    <a:rPr b="true" i="true" lang="en-US" sz="5400" u="none">
                      <a:solidFill>
                        <a:srgbClr val="2F2F2F"/>
                      </a:solidFill>
                      <a:latin typeface="Arial"/>
                    </a:rPr>
                    <a:t>4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438c02dd-0f22-465b-af2a-ce958c13a991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翼龙翅膀模块</a:t>
            </a:r>
          </a:p>
        </p:txBody>
      </p:sp>
      <p:grpSp>
        <p:nvGrpSpPr>
          <p:cNvPr descr="1f332f0c-32bf-4f71-bc2f-cff7803e91d0" id="111" name="6f6ea536-f6d2-4ea0-b6cb-6d4a02692622.source.4.zh-Hans.pptx">
            <a:extLst>
              <a:ext uri="{FF2B5EF4-FFF2-40B4-BE49-F238E27FC236}">
                <a16:creationId id="{EC9F6911-075A-F072-44ED-088D410C6451}"/>
              </a:ext>
            </a:extLst>
          </p:cNvPr>
          <p:cNvGrpSpPr/>
          <p:nvPr/>
        </p:nvGrpSpPr>
        <p:grpSpPr>
          <a:xfrm>
            <a:off x="236825" y="662434"/>
            <a:ext cx="11691872" cy="5495423"/>
            <a:chOff x="236825" y="662434"/>
            <a:chExt cx="11691872" cy="5495423"/>
          </a:xfrm>
        </p:grpSpPr>
        <p:sp>
          <p:nvSpPr>
            <p:cNvPr descr="72eea89f-933b-4750-bca9-dc9cd2ae02ea" id="49" name="Title">
              <a:extLst>
                <a:ext uri="{FF2B5EF4-FFF2-40B4-BE49-F238E27FC236}">
                  <a16:creationId id="{DE44F044-FAAA-54E1-042F-4BA16DFA9560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660399" y="1130301"/>
              <a:ext cx="10858500" cy="9102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 anchorCtr="false" bIns="45720" lIns="91440" rIns="91440" rtlCol="0" tIns="45720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实现翅膀扇动</a:t>
              </a:r>
            </a:p>
          </p:txBody>
        </p:sp>
        <p:grpSp>
          <p:nvGrpSpPr>
            <p:cNvPr descr="b3137cab-996b-4dd4-a0ca-77581b201f47" id="29" name="图形 24">
              <a:extLst>
                <a:ext uri="{FF2B5EF4-FFF2-40B4-BE49-F238E27FC236}">
                  <a16:creationId id="{07EE57BC-0CBA-C1B8-B0F3-9C54F3277DD2}"/>
                </a:ext>
              </a:extLst>
            </p:cNvPr>
            <p:cNvGrpSpPr/>
            <p:nvPr/>
          </p:nvGrpSpPr>
          <p:grpSpPr>
            <a:xfrm>
              <a:off x="236825" y="662434"/>
              <a:ext cx="11691872" cy="5495423"/>
              <a:chOff x="4927589" y="3069972"/>
              <a:chExt cx="2333818" cy="713822"/>
            </a:xfrm>
          </p:grpSpPr>
          <p:sp>
            <p:nvSpPr>
              <p:cNvPr descr="edeba0fa-ae91-46fd-811b-a683c9dc04ae" id="30" name="任意多边形: 形状 29">
                <a:extLst>
                  <a:ext uri="{FF2B5EF4-FFF2-40B4-BE49-F238E27FC236}">
                    <a16:creationId id="{9C8F8B49-FD3B-5CCC-97BD-080043DF30F5}"/>
                  </a:ext>
                </a:extLst>
              </p:cNvPr>
              <p:cNvSpPr/>
              <p:nvPr/>
            </p:nvSpPr>
            <p:spPr>
              <a:xfrm flipH="false" flipV="false">
                <a:off x="4933759" y="3075146"/>
                <a:ext cx="2318670" cy="705230"/>
              </a:xfrm>
              <a:custGeom>
                <a:avLst/>
                <a:gdLst>
                  <a:gd fmla="*/ 62389 w 2318670" name="connsiteX0"/>
                  <a:gd fmla="*/ 705231 h 705230" name="connsiteY0"/>
                  <a:gd fmla="*/ 62389 w 2318670" name="connsiteX1"/>
                  <a:gd fmla="*/ 284702 h 705230" name="connsiteY1"/>
                  <a:gd fmla="*/ 0 w 2318670" name="connsiteX2"/>
                  <a:gd fmla="*/ 218218 h 705230" name="connsiteY2"/>
                  <a:gd fmla="*/ 0 w 2318670" name="connsiteX3"/>
                  <a:gd fmla="*/ 0 h 705230" name="connsiteY3"/>
                  <a:gd fmla="*/ 2318671 w 2318670" name="connsiteX4"/>
                  <a:gd fmla="*/ 0 h 705230" name="connsiteY4"/>
                  <a:gd fmla="*/ 2318671 w 2318670" name="connsiteX5"/>
                  <a:gd fmla="*/ 694563 h 705230" name="connsiteY5"/>
                  <a:gd fmla="*/ 1919383 w 2318670" name="connsiteX6"/>
                  <a:gd fmla="*/ 694563 h 705230" name="connsiteY6"/>
                  <a:gd fmla="*/ 1837944 w 2318670" name="connsiteX7"/>
                  <a:gd fmla="*/ 613124 h 705230" name="connsiteY7"/>
                  <a:gd fmla="*/ 1596104 w 2318670" name="connsiteX8"/>
                  <a:gd fmla="*/ 613124 h 705230" name="connsiteY8"/>
                  <a:gd fmla="*/ 1490377 w 2318670" name="connsiteX9"/>
                  <a:gd fmla="*/ 699802 h 705230" name="connsiteY9"/>
                  <a:gd fmla="*/ 425482 w 2318670" name="connsiteX10"/>
                  <a:gd fmla="*/ 699802 h 705230" name="connsiteY10"/>
                  <a:gd fmla="*/ 393764 w 2318670" name="connsiteX11"/>
                  <a:gd fmla="*/ 668084 h 705230" name="connsiteY11"/>
                  <a:gd fmla="*/ 308610 w 2318670" name="connsiteX12"/>
                  <a:gd fmla="*/ 668084 h 705230" name="connsiteY12"/>
                  <a:gd fmla="*/ 271558 w 2318670" name="connsiteX13"/>
                  <a:gd fmla="*/ 705231 h 705230" name="connsiteY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b="b" l="l" r="r" t="t"/>
                <a:pathLst>
                  <a:path h="705230" w="2318670">
                    <a:moveTo>
                      <a:pt x="62389" y="705231"/>
                    </a:moveTo>
                    <a:lnTo>
                      <a:pt x="62389" y="284702"/>
                    </a:lnTo>
                    <a:lnTo>
                      <a:pt x="0" y="218218"/>
                    </a:lnTo>
                    <a:lnTo>
                      <a:pt x="0" y="0"/>
                    </a:lnTo>
                    <a:lnTo>
                      <a:pt x="2318671" y="0"/>
                    </a:lnTo>
                    <a:lnTo>
                      <a:pt x="2318671" y="694563"/>
                    </a:lnTo>
                    <a:lnTo>
                      <a:pt x="1919383" y="694563"/>
                    </a:lnTo>
                    <a:lnTo>
                      <a:pt x="1837944" y="613124"/>
                    </a:lnTo>
                    <a:lnTo>
                      <a:pt x="1596104" y="613124"/>
                    </a:lnTo>
                    <a:lnTo>
                      <a:pt x="1490377" y="699802"/>
                    </a:lnTo>
                    <a:lnTo>
                      <a:pt x="425482" y="699802"/>
                    </a:lnTo>
                    <a:lnTo>
                      <a:pt x="393764" y="668084"/>
                    </a:lnTo>
                    <a:lnTo>
                      <a:pt x="308610" y="668084"/>
                    </a:lnTo>
                    <a:lnTo>
                      <a:pt x="271558" y="705231"/>
                    </a:lnTo>
                    <a:close/>
                  </a:path>
                </a:pathLst>
              </a:custGeom>
              <a:noFill/>
              <a:ln cap="rnd" w="6350">
                <a:gradFill>
                  <a:gsLst>
                    <a:gs pos="0">
                      <a:schemeClr val="accent1">
                        <a:alpha val="51000"/>
                      </a:schemeClr>
                    </a:gs>
                    <a:gs pos="100000">
                      <a:schemeClr val="accent1">
                        <a:lumMod val="50000"/>
                      </a:schemeClr>
                    </a:gs>
                  </a:gsLst>
                  <a:lin ang="16200000" scaled="1"/>
                </a:gradFill>
                <a:prstDash val="solid"/>
                <a:round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grpSp>
            <p:nvGrpSpPr>
              <p:cNvPr descr="e7af65f4-f122-4337-8d6f-6fd2fa5fc655" id="31" name="图形 24">
                <a:extLst>
                  <a:ext uri="{FF2B5EF4-FFF2-40B4-BE49-F238E27FC236}">
                    <a16:creationId id="{AFF6CA98-7293-FE84-8B3F-8AD50F66CD93}"/>
                  </a:ext>
                </a:extLst>
              </p:cNvPr>
              <p:cNvGrpSpPr/>
              <p:nvPr/>
            </p:nvGrpSpPr>
            <p:grpSpPr>
              <a:xfrm>
                <a:off x="4927589" y="3069972"/>
                <a:ext cx="2333818" cy="47576"/>
                <a:chOff x="4927589" y="3069972"/>
                <a:chExt cx="2333818" cy="47576"/>
              </a:xfrm>
              <a:solidFill>
                <a:srgbClr val="0C3FFF"/>
              </a:solidFill>
            </p:grpSpPr>
            <p:sp>
              <p:nvSpPr>
                <p:cNvPr descr="49505db4-a5b8-421e-b3a0-b45b5dc4443e" id="32" name="任意多边形: 形状 31">
                  <a:extLst>
                    <a:ext uri="{FF2B5EF4-FFF2-40B4-BE49-F238E27FC236}">
                      <a16:creationId id="{FBA07306-3C18-49CA-DCB8-42A4D7985EFC}"/>
                    </a:ext>
                  </a:extLst>
                </p:cNvPr>
                <p:cNvSpPr/>
                <p:nvPr/>
              </p:nvSpPr>
              <p:spPr>
                <a:xfrm flipH="false" flipV="false">
                  <a:off x="4927589" y="3070671"/>
                  <a:ext cx="55803" cy="35795"/>
                </a:xfrm>
                <a:custGeom>
                  <a:avLst/>
                  <a:gdLst>
                    <a:gd fmla="*/ 149828 w 149828" name="connsiteX0"/>
                    <a:gd fmla="*/ 0 h 149828" name="connsiteY0"/>
                    <a:gd fmla="*/ 28956 w 149828" name="connsiteX1"/>
                    <a:gd fmla="*/ 0 h 149828" name="connsiteY1"/>
                    <a:gd fmla="*/ 0 w 149828" name="connsiteX2"/>
                    <a:gd fmla="*/ 0 h 149828" name="connsiteY2"/>
                    <a:gd fmla="*/ 0 w 149828" name="connsiteX3"/>
                    <a:gd fmla="*/ 28956 h 149828" name="connsiteY3"/>
                    <a:gd fmla="*/ 0 w 149828" name="connsiteX4"/>
                    <a:gd fmla="*/ 149828 h 149828" name="connsiteY4"/>
                    <a:gd fmla="*/ 38481 w 149828" name="connsiteX5"/>
                    <a:gd fmla="*/ 149828 h 149828" name="connsiteY5"/>
                    <a:gd fmla="*/ 38481 w 149828" name="connsiteX6"/>
                    <a:gd fmla="*/ 38481 h 149828" name="connsiteY6"/>
                    <a:gd fmla="*/ 149828 w 149828" name="connsiteX7"/>
                    <a:gd fmla="*/ 38481 h 149828" name="connsiteY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b="b" l="l" r="r" t="t"/>
                  <a:pathLst>
                    <a:path h="149828" w="149828">
                      <a:moveTo>
                        <a:pt x="149828" y="0"/>
                      </a:moveTo>
                      <a:lnTo>
                        <a:pt x="28956" y="0"/>
                      </a:lnTo>
                      <a:lnTo>
                        <a:pt x="0" y="0"/>
                      </a:lnTo>
                      <a:lnTo>
                        <a:pt x="0" y="28956"/>
                      </a:lnTo>
                      <a:lnTo>
                        <a:pt x="0" y="149828"/>
                      </a:lnTo>
                      <a:lnTo>
                        <a:pt x="38481" y="149828"/>
                      </a:lnTo>
                      <a:lnTo>
                        <a:pt x="38481" y="38481"/>
                      </a:lnTo>
                      <a:lnTo>
                        <a:pt x="149828" y="3848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anchorCtr="false" rtlCol="0"/>
                <a:lstStyle/>
                <a:p>
                  <a:pPr algn="l"/>
                </a:p>
              </p:txBody>
            </p:sp>
            <p:sp>
              <p:nvSpPr>
                <p:cNvPr descr="ef98fc23-3536-4665-ab6e-d8add6f741ba" id="33" name="任意多边形: 形状 32">
                  <a:extLst>
                    <a:ext uri="{FF2B5EF4-FFF2-40B4-BE49-F238E27FC236}">
                      <a16:creationId id="{4991209A-2D5F-D994-0B76-5A5224108C2B}"/>
                    </a:ext>
                  </a:extLst>
                </p:cNvPr>
                <p:cNvSpPr/>
                <p:nvPr/>
              </p:nvSpPr>
              <p:spPr>
                <a:xfrm flipH="false" flipV="false">
                  <a:off x="7187239" y="3069972"/>
                  <a:ext cx="74168" cy="47576"/>
                </a:xfrm>
                <a:custGeom>
                  <a:avLst/>
                  <a:gdLst>
                    <a:gd fmla="*/ 0 w 149828" name="connsiteX0"/>
                    <a:gd fmla="*/ 0 h 149828" name="connsiteY0"/>
                    <a:gd fmla="*/ 120777 w 149828" name="connsiteX1"/>
                    <a:gd fmla="*/ 0 h 149828" name="connsiteY1"/>
                    <a:gd fmla="*/ 149828 w 149828" name="connsiteX2"/>
                    <a:gd fmla="*/ 0 h 149828" name="connsiteY2"/>
                    <a:gd fmla="*/ 149828 w 149828" name="connsiteX3"/>
                    <a:gd fmla="*/ 28956 h 149828" name="connsiteY3"/>
                    <a:gd fmla="*/ 149828 w 149828" name="connsiteX4"/>
                    <a:gd fmla="*/ 149828 h 149828" name="connsiteY4"/>
                    <a:gd fmla="*/ 111252 w 149828" name="connsiteX5"/>
                    <a:gd fmla="*/ 149828 h 149828" name="connsiteY5"/>
                    <a:gd fmla="*/ 111252 w 149828" name="connsiteX6"/>
                    <a:gd fmla="*/ 38481 h 149828" name="connsiteY6"/>
                    <a:gd fmla="*/ 0 w 149828" name="connsiteX7"/>
                    <a:gd fmla="*/ 38481 h 149828" name="connsiteY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b="b" l="l" r="r" t="t"/>
                  <a:pathLst>
                    <a:path h="149828" w="149828">
                      <a:moveTo>
                        <a:pt x="0" y="0"/>
                      </a:moveTo>
                      <a:lnTo>
                        <a:pt x="120777" y="0"/>
                      </a:lnTo>
                      <a:lnTo>
                        <a:pt x="149828" y="0"/>
                      </a:lnTo>
                      <a:lnTo>
                        <a:pt x="149828" y="28956"/>
                      </a:lnTo>
                      <a:lnTo>
                        <a:pt x="149828" y="149828"/>
                      </a:lnTo>
                      <a:lnTo>
                        <a:pt x="111252" y="149828"/>
                      </a:lnTo>
                      <a:lnTo>
                        <a:pt x="111252" y="38481"/>
                      </a:lnTo>
                      <a:lnTo>
                        <a:pt x="0" y="3848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anchorCtr="false" rtlCol="0"/>
                <a:lstStyle/>
                <a:p>
                  <a:pPr algn="l"/>
                </a:p>
              </p:txBody>
            </p:sp>
          </p:grpSp>
          <p:grpSp>
            <p:nvGrpSpPr>
              <p:cNvPr descr="53015db2-4998-4b36-a181-56fa7881cc53" id="34" name="图形 24">
                <a:extLst>
                  <a:ext uri="{FF2B5EF4-FFF2-40B4-BE49-F238E27FC236}">
                    <a16:creationId id="{913D47C6-7849-06AE-9DF5-9A69CA6C558C}"/>
                  </a:ext>
                </a:extLst>
              </p:cNvPr>
              <p:cNvGrpSpPr/>
              <p:nvPr/>
            </p:nvGrpSpPr>
            <p:grpSpPr>
              <a:xfrm>
                <a:off x="4989096" y="3732662"/>
                <a:ext cx="2271427" cy="51132"/>
                <a:chOff x="4989096" y="3732662"/>
                <a:chExt cx="2271427" cy="51132"/>
              </a:xfrm>
              <a:solidFill>
                <a:srgbClr val="0C3FFF"/>
              </a:solidFill>
            </p:grpSpPr>
            <p:sp>
              <p:nvSpPr>
                <p:cNvPr descr="69708ec7-8d50-40d3-8232-d889038000cd" id="35" name="任意多边形: 形状 34">
                  <a:extLst>
                    <a:ext uri="{FF2B5EF4-FFF2-40B4-BE49-F238E27FC236}">
                      <a16:creationId id="{D4FBC7D5-67EE-E3CE-4DA9-8F05444AEF22}"/>
                    </a:ext>
                  </a:extLst>
                </p:cNvPr>
                <p:cNvSpPr/>
                <p:nvPr/>
              </p:nvSpPr>
              <p:spPr>
                <a:xfrm flipH="false" flipV="false">
                  <a:off x="4989096" y="3747999"/>
                  <a:ext cx="60801" cy="35795"/>
                </a:xfrm>
                <a:custGeom>
                  <a:avLst/>
                  <a:gdLst>
                    <a:gd fmla="*/ 149828 w 149828" name="connsiteX0"/>
                    <a:gd fmla="*/ 149828 h 149828" name="connsiteY0"/>
                    <a:gd fmla="*/ 29051 w 149828" name="connsiteX1"/>
                    <a:gd fmla="*/ 149828 h 149828" name="connsiteY1"/>
                    <a:gd fmla="*/ 0 w 149828" name="connsiteX2"/>
                    <a:gd fmla="*/ 149828 h 149828" name="connsiteY2"/>
                    <a:gd fmla="*/ 0 w 149828" name="connsiteX3"/>
                    <a:gd fmla="*/ 120777 h 149828" name="connsiteY3"/>
                    <a:gd fmla="*/ 0 w 149828" name="connsiteX4"/>
                    <a:gd fmla="*/ 0 h 149828" name="connsiteY4"/>
                    <a:gd fmla="*/ 38576 w 149828" name="connsiteX5"/>
                    <a:gd fmla="*/ 0 h 149828" name="connsiteY5"/>
                    <a:gd fmla="*/ 38576 w 149828" name="connsiteX6"/>
                    <a:gd fmla="*/ 111252 h 149828" name="connsiteY6"/>
                    <a:gd fmla="*/ 149828 w 149828" name="connsiteX7"/>
                    <a:gd fmla="*/ 111252 h 149828" name="connsiteY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b="b" l="l" r="r" t="t"/>
                  <a:pathLst>
                    <a:path h="149828" w="149828">
                      <a:moveTo>
                        <a:pt x="149828" y="149828"/>
                      </a:moveTo>
                      <a:lnTo>
                        <a:pt x="29051" y="149828"/>
                      </a:lnTo>
                      <a:lnTo>
                        <a:pt x="0" y="149828"/>
                      </a:lnTo>
                      <a:lnTo>
                        <a:pt x="0" y="120777"/>
                      </a:lnTo>
                      <a:lnTo>
                        <a:pt x="0" y="0"/>
                      </a:lnTo>
                      <a:lnTo>
                        <a:pt x="38576" y="0"/>
                      </a:lnTo>
                      <a:lnTo>
                        <a:pt x="38576" y="111252"/>
                      </a:lnTo>
                      <a:lnTo>
                        <a:pt x="149828" y="11125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anchorCtr="false" rtlCol="0"/>
                <a:lstStyle/>
                <a:p>
                  <a:pPr algn="l"/>
                </a:p>
              </p:txBody>
            </p:sp>
            <p:sp>
              <p:nvSpPr>
                <p:cNvPr descr="795731a0-a743-491c-a1f7-5ca047cb79dd" id="36" name="任意多边形: 形状 35">
                  <a:extLst>
                    <a:ext uri="{FF2B5EF4-FFF2-40B4-BE49-F238E27FC236}">
                      <a16:creationId id="{A76838A9-D803-EE94-6D61-2D1A9CBA6430}"/>
                    </a:ext>
                  </a:extLst>
                </p:cNvPr>
                <p:cNvSpPr/>
                <p:nvPr/>
              </p:nvSpPr>
              <p:spPr>
                <a:xfrm flipH="false" flipV="false">
                  <a:off x="7187239" y="3732662"/>
                  <a:ext cx="73284" cy="43144"/>
                </a:xfrm>
                <a:custGeom>
                  <a:avLst/>
                  <a:gdLst>
                    <a:gd fmla="*/ 0 w 149828" name="connsiteX0"/>
                    <a:gd fmla="*/ 149828 h 149828" name="connsiteY0"/>
                    <a:gd fmla="*/ 120777 w 149828" name="connsiteX1"/>
                    <a:gd fmla="*/ 149828 h 149828" name="connsiteY1"/>
                    <a:gd fmla="*/ 149828 w 149828" name="connsiteX2"/>
                    <a:gd fmla="*/ 149828 h 149828" name="connsiteY2"/>
                    <a:gd fmla="*/ 149828 w 149828" name="connsiteX3"/>
                    <a:gd fmla="*/ 120872 h 149828" name="connsiteY3"/>
                    <a:gd fmla="*/ 149828 w 149828" name="connsiteX4"/>
                    <a:gd fmla="*/ 0 h 149828" name="connsiteY4"/>
                    <a:gd fmla="*/ 111252 w 149828" name="connsiteX5"/>
                    <a:gd fmla="*/ 0 h 149828" name="connsiteY5"/>
                    <a:gd fmla="*/ 111252 w 149828" name="connsiteX6"/>
                    <a:gd fmla="*/ 111347 h 149828" name="connsiteY6"/>
                    <a:gd fmla="*/ 0 w 149828" name="connsiteX7"/>
                    <a:gd fmla="*/ 111347 h 149828" name="connsiteY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b="b" l="l" r="r" t="t"/>
                  <a:pathLst>
                    <a:path h="149828" w="149828">
                      <a:moveTo>
                        <a:pt x="0" y="149828"/>
                      </a:moveTo>
                      <a:lnTo>
                        <a:pt x="120777" y="149828"/>
                      </a:lnTo>
                      <a:lnTo>
                        <a:pt x="149828" y="149828"/>
                      </a:lnTo>
                      <a:lnTo>
                        <a:pt x="149828" y="120872"/>
                      </a:lnTo>
                      <a:lnTo>
                        <a:pt x="149828" y="0"/>
                      </a:lnTo>
                      <a:lnTo>
                        <a:pt x="111252" y="0"/>
                      </a:lnTo>
                      <a:lnTo>
                        <a:pt x="111252" y="111347"/>
                      </a:lnTo>
                      <a:lnTo>
                        <a:pt x="0" y="1113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anchorCtr="false" rtlCol="0"/>
                <a:lstStyle/>
                <a:p>
                  <a:pPr algn="l"/>
                </a:p>
              </p:txBody>
            </p:sp>
          </p:grpSp>
          <p:sp>
            <p:nvSpPr>
              <p:cNvPr descr="6981b60f-6cc3-4cd6-a058-1800c27364f2" id="37" name="任意多边形: 形状 36">
                <a:extLst>
                  <a:ext uri="{FF2B5EF4-FFF2-40B4-BE49-F238E27FC236}">
                    <a16:creationId id="{CDBB5B9D-9E3F-5A40-3487-73A90DCA2876}"/>
                  </a:ext>
                </a:extLst>
              </p:cNvPr>
              <p:cNvSpPr/>
              <p:nvPr/>
            </p:nvSpPr>
            <p:spPr>
              <a:xfrm flipH="false" flipV="false">
                <a:off x="5956554" y="3772837"/>
                <a:ext cx="373856" cy="5939"/>
              </a:xfrm>
              <a:custGeom>
                <a:avLst/>
                <a:gdLst>
                  <a:gd fmla="*/ 0 w 373856" name="connsiteX0"/>
                  <a:gd fmla="*/ 0 h 46291" name="connsiteY0"/>
                  <a:gd fmla="*/ 373856 w 373856" name="connsiteX1"/>
                  <a:gd fmla="*/ 0 h 46291" name="connsiteY1"/>
                  <a:gd fmla="*/ 373856 w 373856" name="connsiteX2"/>
                  <a:gd fmla="*/ 46291 h 46291" name="connsiteY2"/>
                  <a:gd fmla="*/ 0 w 373856" name="connsiteX3"/>
                  <a:gd fmla="*/ 46291 h 46291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6291" w="373856">
                    <a:moveTo>
                      <a:pt x="0" y="0"/>
                    </a:moveTo>
                    <a:lnTo>
                      <a:pt x="373856" y="0"/>
                    </a:lnTo>
                    <a:lnTo>
                      <a:pt x="373856" y="46291"/>
                    </a:lnTo>
                    <a:lnTo>
                      <a:pt x="0" y="4629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</p:grpSp>
        <p:grpSp>
          <p:nvGrpSpPr>
            <p:cNvPr descr="2c79749c-e03d-4246-89e4-3f72c7e0b6e9" id="68" name="组合 67">
              <a:extLst>
                <a:ext uri="{FF2B5EF4-FFF2-40B4-BE49-F238E27FC236}">
                  <a16:creationId id="{C3A0D284-1C5C-03E0-7F52-F63D1A263B9A}"/>
                </a:ext>
              </a:extLst>
            </p:cNvPr>
            <p:cNvGrpSpPr/>
            <p:nvPr/>
          </p:nvGrpSpPr>
          <p:grpSpPr>
            <a:xfrm>
              <a:off x="715760" y="2151289"/>
              <a:ext cx="2493504" cy="3172799"/>
              <a:chOff x="771119" y="2305293"/>
              <a:chExt cx="2493504" cy="3172799"/>
            </a:xfrm>
          </p:grpSpPr>
          <p:grpSp>
            <p:nvGrpSpPr>
              <p:cNvPr descr="4b0dfc2f-6bb0-4ccb-9afb-d217f0f36df0" id="8" name="组合 7">
                <a:extLst>
                  <a:ext uri="{FF2B5EF4-FFF2-40B4-BE49-F238E27FC236}">
                    <a16:creationId id="{FDF2B8DF-F988-5844-D0F5-ADD1A54B503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71119" y="2305293"/>
                <a:ext cx="2493504" cy="3172799"/>
                <a:chOff x="4389868" y="1751662"/>
                <a:chExt cx="3399560" cy="3728018"/>
              </a:xfrm>
            </p:grpSpPr>
            <p:sp>
              <p:nvSpPr>
                <p:cNvPr descr="0cb790db-54b5-4995-aa61-7544152817f2" id="9" name="矩形: 圆顶角 1">
                  <a:extLst>
                    <a:ext uri="{FF2B5EF4-FFF2-40B4-BE49-F238E27FC236}">
                      <a16:creationId id="{58CAFFD5-2E3B-4792-0C85-8B146D263562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389868" y="1751662"/>
                  <a:ext cx="3399560" cy="3728018"/>
                </a:xfrm>
                <a:prstGeom prst="snip1Rect">
                  <a:avLst/>
                </a:prstGeom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34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algn="ctr" blurRad="266700" dir="2400000" dist="50800" rotWithShape="0" sx="98000" sy="98000">
                    <a:schemeClr val="accent1">
                      <a:alpha val="29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e2ec233f-f988-4be4-98ef-d47ae695682a" id="10" name="Bullet1">
                  <a:extLst>
                    <a:ext uri="{FF2B5EF4-FFF2-40B4-BE49-F238E27FC236}">
                      <a16:creationId id="{6D6318CD-58D8-0885-BFD7-DD982DBBB5C9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553745" y="2045991"/>
                  <a:ext cx="3071818" cy="76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1600" u="none">
                      <a:solidFill>
                        <a:srgbClr val="2F2F2F"/>
                      </a:solidFill>
                      <a:ea typeface="微软雅黑"/>
                    </a:rPr>
                    <a:t>代码的逻辑</a:t>
                  </a:r>
                </a:p>
              </p:txBody>
            </p:sp>
            <p:sp>
              <p:nvSpPr>
                <p:cNvPr descr="f8a5c9bb-8496-4627-a7cb-4a1720378ce8" id="11" name="Text1">
                  <a:extLst>
                    <a:ext uri="{FF2B5EF4-FFF2-40B4-BE49-F238E27FC236}">
                      <a16:creationId id="{792A1BDD-CFEE-DEA4-F2A6-1B1F74C5B993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553745" y="3215266"/>
                  <a:ext cx="3071818" cy="20473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trike="noStrike" sz="1200" u="none">
                      <a:solidFill>
                        <a:srgbClr val="2F2F2F"/>
                      </a:solidFill>
                      <a:ea typeface="微软雅黑"/>
                    </a:rPr>
                    <a:t>代码有防抖动处理，根据传感器状态控制翅膀扇动。</a:t>
                  </a:r>
                </a:p>
              </p:txBody>
            </p:sp>
          </p:grpSp>
          <p:cxnSp>
            <p:nvCxnSpPr>
              <p:cNvPr descr="b11ccfe5-1b7e-483f-8590-8d233e55c657" id="67" name="直接连接符 66">
                <a:extLst>
                  <a:ext uri="{FF2B5EF4-FFF2-40B4-BE49-F238E27FC236}">
                    <a16:creationId id="{7DC6FAFB-5952-9944-7B9B-E2CD99D9A9CF}"/>
                  </a:ext>
                </a:extLst>
              </p:cNvPr>
              <p:cNvCxnSpPr/>
              <p:nvPr/>
            </p:nvCxnSpPr>
            <p:spPr>
              <a:xfrm flipH="false" flipV="false">
                <a:off x="901700" y="3365500"/>
                <a:ext cx="2237317" cy="0"/>
              </a:xfrm>
              <a:prstGeom prst="line">
                <a:avLst/>
              </a:prstGeom>
              <a:ln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descr="533400ef-554e-4af8-aa0d-33a75372aa25" id="93" name="组合 92">
              <a:extLst>
                <a:ext uri="{FF2B5EF4-FFF2-40B4-BE49-F238E27FC236}">
                  <a16:creationId id="{2A3FF2D1-0A2F-7DD9-0AC8-D08DF69F3A38}"/>
                </a:ext>
              </a:extLst>
            </p:cNvPr>
            <p:cNvGrpSpPr/>
            <p:nvPr/>
          </p:nvGrpSpPr>
          <p:grpSpPr>
            <a:xfrm>
              <a:off x="3467185" y="2151289"/>
              <a:ext cx="2493504" cy="3172799"/>
              <a:chOff x="771119" y="2305293"/>
              <a:chExt cx="2493504" cy="3172799"/>
            </a:xfrm>
          </p:grpSpPr>
          <p:grpSp>
            <p:nvGrpSpPr>
              <p:cNvPr descr="d512d14f-ad82-447d-be02-7227729c9606" id="94" name="组合 93">
                <a:extLst>
                  <a:ext uri="{FF2B5EF4-FFF2-40B4-BE49-F238E27FC236}">
                    <a16:creationId id="{4B0FA8F2-C1A6-E2ED-EC08-689FC072E75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71119" y="2305293"/>
                <a:ext cx="2493504" cy="3172799"/>
                <a:chOff x="4389868" y="1751662"/>
                <a:chExt cx="3399560" cy="3728018"/>
              </a:xfrm>
            </p:grpSpPr>
            <p:sp>
              <p:nvSpPr>
                <p:cNvPr descr="471e3b91-9cd1-4fbf-a4e2-6d70d1154307" id="96" name="矩形: 圆顶角 1">
                  <a:extLst>
                    <a:ext uri="{FF2B5EF4-FFF2-40B4-BE49-F238E27FC236}">
                      <a16:creationId id="{1EA046A1-4B9B-D1C6-BEF1-D8CE1499C7A1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389868" y="1751662"/>
                  <a:ext cx="3399560" cy="3728018"/>
                </a:xfrm>
                <a:prstGeom prst="snip1Rect">
                  <a:avLst/>
                </a:prstGeom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34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algn="ctr" blurRad="266700" dir="2400000" dist="50800" rotWithShape="0" sx="98000" sy="98000">
                    <a:schemeClr val="accent1">
                      <a:alpha val="29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d83630bc-021e-4804-bc1e-de840d14b63f" id="97" name="Bullet2">
                  <a:extLst>
                    <a:ext uri="{FF2B5EF4-FFF2-40B4-BE49-F238E27FC236}">
                      <a16:creationId id="{63D86953-4B87-29FC-7B73-77914BB68F59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553745" y="2045991"/>
                  <a:ext cx="3071818" cy="76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1600" u="none">
                      <a:solidFill>
                        <a:srgbClr val="2F2F2F"/>
                      </a:solidFill>
                      <a:ea typeface="微软雅黑"/>
                    </a:rPr>
                    <a:t>模块的特点</a:t>
                  </a:r>
                </a:p>
              </p:txBody>
            </p:sp>
            <p:sp>
              <p:nvSpPr>
                <p:cNvPr descr="86fa2200-b7ec-45e6-b31a-f0995e035489" id="98" name="Text2">
                  <a:extLst>
                    <a:ext uri="{FF2B5EF4-FFF2-40B4-BE49-F238E27FC236}">
                      <a16:creationId id="{AAB78013-28EF-D181-2818-2A0A698EE355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553745" y="3215266"/>
                  <a:ext cx="3071818" cy="20473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trike="noStrike" sz="1200" u="none">
                      <a:solidFill>
                        <a:srgbClr val="2F2F2F"/>
                      </a:solidFill>
                      <a:ea typeface="微软雅黑"/>
                    </a:rPr>
                    <a:t>翅膀扇动有状态记录，能实现连续或停止扇动。</a:t>
                  </a:r>
                </a:p>
              </p:txBody>
            </p:sp>
          </p:grpSp>
          <p:cxnSp>
            <p:nvCxnSpPr>
              <p:cNvPr descr="78f75d4a-732c-4327-a151-c3794dd122e0" id="95" name="直接连接符 94">
                <a:extLst>
                  <a:ext uri="{FF2B5EF4-FFF2-40B4-BE49-F238E27FC236}">
                    <a16:creationId id="{AFD342F2-5EDC-80EE-85C7-060D30AACECF}"/>
                  </a:ext>
                </a:extLst>
              </p:cNvPr>
              <p:cNvCxnSpPr/>
              <p:nvPr/>
            </p:nvCxnSpPr>
            <p:spPr>
              <a:xfrm flipH="false" flipV="false">
                <a:off x="901700" y="3365500"/>
                <a:ext cx="2237317" cy="0"/>
              </a:xfrm>
              <a:prstGeom prst="line">
                <a:avLst/>
              </a:prstGeom>
              <a:ln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descr="04324ebc-19cc-4299-9abe-4d49fdee2a94" id="99" name="组合 98">
              <a:extLst>
                <a:ext uri="{FF2B5EF4-FFF2-40B4-BE49-F238E27FC236}">
                  <a16:creationId id="{99AEB1B7-E94D-FBF8-6844-B6FFE6139B43}"/>
                </a:ext>
              </a:extLst>
            </p:cNvPr>
            <p:cNvGrpSpPr/>
            <p:nvPr/>
          </p:nvGrpSpPr>
          <p:grpSpPr>
            <a:xfrm>
              <a:off x="6218610" y="2151289"/>
              <a:ext cx="2493504" cy="3172799"/>
              <a:chOff x="771119" y="2305293"/>
              <a:chExt cx="2493504" cy="3172799"/>
            </a:xfrm>
          </p:grpSpPr>
          <p:grpSp>
            <p:nvGrpSpPr>
              <p:cNvPr descr="1a03ab90-9e1a-443b-8485-2ac04c1b9407" id="100" name="组合 99">
                <a:extLst>
                  <a:ext uri="{FF2B5EF4-FFF2-40B4-BE49-F238E27FC236}">
                    <a16:creationId id="{7D902118-49BC-72F2-8335-D146C241E6F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71119" y="2305293"/>
                <a:ext cx="2493504" cy="3172799"/>
                <a:chOff x="4389868" y="1751662"/>
                <a:chExt cx="3399560" cy="3728018"/>
              </a:xfrm>
            </p:grpSpPr>
            <p:sp>
              <p:nvSpPr>
                <p:cNvPr descr="a65c83de-f45a-495b-8a32-3db7a9d0a516" id="102" name="矩形: 圆顶角 1">
                  <a:extLst>
                    <a:ext uri="{FF2B5EF4-FFF2-40B4-BE49-F238E27FC236}">
                      <a16:creationId id="{EA4399BD-C177-27D9-790B-0D864F9E7067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389868" y="1751662"/>
                  <a:ext cx="3399560" cy="3728018"/>
                </a:xfrm>
                <a:prstGeom prst="snip1Rect">
                  <a:avLst/>
                </a:prstGeom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34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algn="ctr" blurRad="266700" dir="2400000" dist="50800" rotWithShape="0" sx="98000" sy="98000">
                    <a:schemeClr val="accent1">
                      <a:alpha val="29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d9d64375-e8a9-4da3-8864-69a39aa7d8e2" id="103" name="Bullet3">
                  <a:extLst>
                    <a:ext uri="{FF2B5EF4-FFF2-40B4-BE49-F238E27FC236}">
                      <a16:creationId id="{5C9E5A82-5539-A323-02EC-7B2C9A020485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553745" y="2045991"/>
                  <a:ext cx="3071818" cy="76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1600" u="none">
                      <a:solidFill>
                        <a:srgbClr val="2F2F2F"/>
                      </a:solidFill>
                      <a:ea typeface="微软雅黑"/>
                    </a:rPr>
                    <a:t>防抖动处理</a:t>
                  </a:r>
                </a:p>
              </p:txBody>
            </p:sp>
            <p:sp>
              <p:nvSpPr>
                <p:cNvPr descr="5c78ce96-c41e-4252-b045-4e3b2b4d13aa" id="104" name="Text3">
                  <a:extLst>
                    <a:ext uri="{FF2B5EF4-FFF2-40B4-BE49-F238E27FC236}">
                      <a16:creationId id="{FDAE0712-ECE9-F2AF-E0D4-BC7F6409DB9E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553745" y="3215266"/>
                  <a:ext cx="3071818" cy="20473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trike="noStrike" sz="1200" u="none">
                      <a:solidFill>
                        <a:srgbClr val="2F2F2F"/>
                      </a:solidFill>
                      <a:ea typeface="微软雅黑"/>
                    </a:rPr>
                    <a:t>通过延时和再次检测，防止传感器误触发。</a:t>
                  </a:r>
                </a:p>
              </p:txBody>
            </p:sp>
          </p:grpSp>
          <p:cxnSp>
            <p:nvCxnSpPr>
              <p:cNvPr descr="03c054d6-0694-4ce3-9897-d21e209dcca0" id="101" name="直接连接符 100">
                <a:extLst>
                  <a:ext uri="{FF2B5EF4-FFF2-40B4-BE49-F238E27FC236}">
                    <a16:creationId id="{76A7396F-7F25-767D-3B19-CECF3B71A775}"/>
                  </a:ext>
                </a:extLst>
              </p:cNvPr>
              <p:cNvCxnSpPr/>
              <p:nvPr/>
            </p:nvCxnSpPr>
            <p:spPr>
              <a:xfrm flipH="false" flipV="false">
                <a:off x="901700" y="3365500"/>
                <a:ext cx="2237317" cy="0"/>
              </a:xfrm>
              <a:prstGeom prst="line">
                <a:avLst/>
              </a:prstGeom>
              <a:ln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descr="13418aab-fc69-467e-8556-90e1304661ab" id="105" name="组合 104">
              <a:extLst>
                <a:ext uri="{FF2B5EF4-FFF2-40B4-BE49-F238E27FC236}">
                  <a16:creationId id="{0169455A-C85A-6ED6-DA72-80A81D62FA9D}"/>
                </a:ext>
              </a:extLst>
            </p:cNvPr>
            <p:cNvGrpSpPr/>
            <p:nvPr/>
          </p:nvGrpSpPr>
          <p:grpSpPr>
            <a:xfrm>
              <a:off x="8970036" y="2151289"/>
              <a:ext cx="2493504" cy="3172799"/>
              <a:chOff x="771119" y="2305293"/>
              <a:chExt cx="2493504" cy="3172799"/>
            </a:xfrm>
          </p:grpSpPr>
          <p:grpSp>
            <p:nvGrpSpPr>
              <p:cNvPr descr="f5f872d0-a364-46e9-af51-ef3e794a5f8b" id="106" name="组合 105">
                <a:extLst>
                  <a:ext uri="{FF2B5EF4-FFF2-40B4-BE49-F238E27FC236}">
                    <a16:creationId id="{A6B4F70A-4551-F760-11BA-4F2695D3C60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71119" y="2305293"/>
                <a:ext cx="2493504" cy="3172799"/>
                <a:chOff x="4389868" y="1751662"/>
                <a:chExt cx="3399560" cy="3728018"/>
              </a:xfrm>
            </p:grpSpPr>
            <p:sp>
              <p:nvSpPr>
                <p:cNvPr descr="8db501ec-7a82-48c0-bbfb-7f2557b5bb12" id="108" name="矩形: 圆顶角 1">
                  <a:extLst>
                    <a:ext uri="{FF2B5EF4-FFF2-40B4-BE49-F238E27FC236}">
                      <a16:creationId id="{98C406FE-E211-481B-D363-4B6EBAC0D789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389868" y="1751662"/>
                  <a:ext cx="3399560" cy="3728018"/>
                </a:xfrm>
                <a:prstGeom prst="snip1Rect">
                  <a:avLst/>
                </a:prstGeom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34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algn="ctr" blurRad="266700" dir="2400000" dist="50800" rotWithShape="0" sx="98000" sy="98000">
                    <a:schemeClr val="accent1">
                      <a:alpha val="29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505586e1-1a54-4352-afda-4899da450cc2" id="109" name="Bullet4">
                  <a:extLst>
                    <a:ext uri="{FF2B5EF4-FFF2-40B4-BE49-F238E27FC236}">
                      <a16:creationId id="{7A9E4534-C944-ED24-97D9-403B58A23BFF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553745" y="2045991"/>
                  <a:ext cx="3071818" cy="76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1600" u="none">
                      <a:solidFill>
                        <a:srgbClr val="2F2F2F"/>
                      </a:solidFill>
                      <a:ea typeface="微软雅黑"/>
                    </a:rPr>
                    <a:t>状态记录的作用</a:t>
                  </a:r>
                </a:p>
              </p:txBody>
            </p:sp>
            <p:sp>
              <p:nvSpPr>
                <p:cNvPr descr="1c9753e0-5d16-4e53-ae60-888f8453bc07" id="110" name="Text4">
                  <a:extLst>
                    <a:ext uri="{FF2B5EF4-FFF2-40B4-BE49-F238E27FC236}">
                      <a16:creationId id="{B7E502F2-091A-CAFE-25E5-2776244EECF3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553745" y="3215266"/>
                  <a:ext cx="3071818" cy="20473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trike="noStrike" sz="1200" u="none">
                      <a:solidFill>
                        <a:srgbClr val="2F2F2F"/>
                      </a:solidFill>
                      <a:ea typeface="微软雅黑"/>
                    </a:rPr>
                    <a:t>记录翅膀是否在动，方便控制翅膀的扇动状态。</a:t>
                  </a:r>
                </a:p>
              </p:txBody>
            </p:sp>
          </p:grpSp>
          <p:cxnSp>
            <p:nvCxnSpPr>
              <p:cNvPr descr="048feb98-8cc9-4d23-865a-4893adce891f" id="107" name="直接连接符 106">
                <a:extLst>
                  <a:ext uri="{FF2B5EF4-FFF2-40B4-BE49-F238E27FC236}">
                    <a16:creationId id="{7BEFA3FE-ABE1-A6D9-09D0-81643270A7B3}"/>
                  </a:ext>
                </a:extLst>
              </p:cNvPr>
              <p:cNvCxnSpPr/>
              <p:nvPr/>
            </p:nvCxnSpPr>
            <p:spPr>
              <a:xfrm flipH="false" flipV="false">
                <a:off x="901700" y="3365500"/>
                <a:ext cx="2237317" cy="0"/>
              </a:xfrm>
              <a:prstGeom prst="line">
                <a:avLst/>
              </a:prstGeom>
              <a:ln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6f23f2c-a8b3-4b8f-beb2-a6eb7b4d29f5" id="5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4400" u="none">
                <a:solidFill>
                  <a:srgbClr val="2F2F2F"/>
                </a:solidFill>
                <a:latin typeface="Arial"/>
              </a:rPr>
              <a:t>MiniPlayer音效模块</a:t>
            </a:r>
          </a:p>
        </p:txBody>
      </p:sp>
      <p:sp>
        <p:nvSpPr>
          <p:cNvPr descr="7f5b0d06-0214-4fd4-b19d-b8c77427cc43" id="25" name=""/>
          <p:cNvSpPr>
            <a:spLocks noGrp="1"/>
          </p:cNvSpPr>
          <p:nvPr>
            <p:ph hasCustomPrompt="1" idx="1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2000" u="none">
                <a:solidFill>
                  <a:srgbClr val="2F2F2F"/>
                </a:solidFill>
                <a:ea typeface="微软雅黑"/>
              </a:rPr>
              <a:t>为项目添加音效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438c02dd-0f22-465b-af2a-ce958c13a991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音效模块设置</a:t>
            </a:r>
          </a:p>
        </p:txBody>
      </p:sp>
      <p:grpSp>
        <p:nvGrpSpPr>
          <p:cNvPr descr="6dccbc49-ba85-4065-b976-92fafb2f9d43" id="48" name="7821bfcd-0a36-4fba-b80b-48627ef97669.source.6.zh-Hans.pptx">
            <a:extLst>
              <a:ext uri="{FF2B5EF4-FFF2-40B4-BE49-F238E27FC236}">
                <a16:creationId id="{45C88390-61A8-3036-034E-ED648D0851F6}"/>
              </a:ext>
            </a:extLst>
          </p:cNvPr>
          <p:cNvGrpSpPr/>
          <p:nvPr/>
        </p:nvGrpSpPr>
        <p:grpSpPr>
          <a:xfrm>
            <a:off x="660400" y="1130300"/>
            <a:ext cx="10858500" cy="4724400"/>
            <a:chOff x="660400" y="1130300"/>
            <a:chExt cx="10858500" cy="4724400"/>
          </a:xfrm>
        </p:grpSpPr>
        <p:sp>
          <p:nvSpPr>
            <p:cNvPr descr="49842e60-eec0-46af-bfec-5fb4f22e0563" id="8" name="Title">
              <a:extLst>
                <a:ext uri="{FF2B5EF4-FFF2-40B4-BE49-F238E27FC236}">
                  <a16:creationId id="{AED1D0FC-A18C-408D-5B75-FFF3B65EAFFE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505355"/>
            </a:xfrm>
            <a:prstGeom prst="rect">
              <a:avLst/>
            </a:prstGeom>
            <a:noFill/>
          </p:spPr>
          <p:txBody>
            <a:bodyPr anchor="ctr" anchorCtr="fals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2F2F2F"/>
                  </a:solidFill>
                  <a:ea typeface="微软雅黑"/>
                </a:rPr>
                <a:t>设置不同音效</a:t>
              </a:r>
            </a:p>
          </p:txBody>
        </p:sp>
        <p:grpSp>
          <p:nvGrpSpPr>
            <p:cNvPr descr="a35262af-3f80-413a-b859-86f0811f2ed7" id="42" name="组合 41">
              <a:extLst>
                <a:ext uri="{FF2B5EF4-FFF2-40B4-BE49-F238E27FC236}">
                  <a16:creationId id="{7A823098-B2C5-1A28-F446-503B4C5D873A}"/>
                </a:ext>
              </a:extLst>
            </p:cNvPr>
            <p:cNvGrpSpPr/>
            <p:nvPr/>
          </p:nvGrpSpPr>
          <p:grpSpPr>
            <a:xfrm>
              <a:off x="822374" y="1965604"/>
              <a:ext cx="3252870" cy="1851952"/>
              <a:chOff x="822374" y="1965604"/>
              <a:chExt cx="3252870" cy="1851952"/>
            </a:xfrm>
          </p:grpSpPr>
          <p:sp>
            <p:nvSpPr>
              <p:cNvPr descr="a20246a1-2885-4ba3-985e-649abfd200c3" id="2" name="ComponentBackground1">
                <a:extLst>
                  <a:ext uri="{FF2B5EF4-FFF2-40B4-BE49-F238E27FC236}">
                    <a16:creationId id="{35665FD5-4D2F-8E92-26C1-09A6774B1693}"/>
                  </a:ext>
                </a:extLst>
              </p:cNvPr>
              <p:cNvSpPr/>
              <p:nvPr/>
            </p:nvSpPr>
            <p:spPr>
              <a:xfrm flipH="false" flipV="false">
                <a:off x="822374" y="1965604"/>
                <a:ext cx="3159889" cy="1851952"/>
              </a:xfrm>
              <a:prstGeom prst="snip2Diag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78ddf79e-eec4-448d-94be-4bef30ae6b02" id="9" name="Shape1">
                <a:extLst>
                  <a:ext uri="{FF2B5EF4-FFF2-40B4-BE49-F238E27FC236}">
                    <a16:creationId id="{8EC93B75-6AB7-B078-5A3E-4AF71CB9FF62}"/>
                  </a:ext>
                </a:extLst>
              </p:cNvPr>
              <p:cNvSpPr/>
              <p:nvPr/>
            </p:nvSpPr>
            <p:spPr>
              <a:xfrm flipH="false" flipV="false">
                <a:off x="4029525" y="2267030"/>
                <a:ext cx="45719" cy="155052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9383a7e1-3b0b-4e3c-abda-060d2f20d7ae" id="15" name="Bullet1">
                <a:extLst>
                  <a:ext uri="{FF2B5EF4-FFF2-40B4-BE49-F238E27FC236}">
                    <a16:creationId id="{EFCAE7B1-0DDD-F836-4B9F-7DA46DD4DE6F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874540" y="1965604"/>
                <a:ext cx="2678494" cy="9259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音效的设置</a:t>
                </a:r>
              </a:p>
            </p:txBody>
          </p:sp>
          <p:sp>
            <p:nvSpPr>
              <p:cNvPr descr="48ce2bd6-09d6-4686-b0cf-b2f75a671b28" id="16" name="Text1">
                <a:extLst>
                  <a:ext uri="{FF2B5EF4-FFF2-40B4-BE49-F238E27FC236}">
                    <a16:creationId id="{CF6802F2-DE8A-E85D-1CAE-0A9C6FEAA38B}"/>
                  </a:ext>
                </a:extLst>
              </p:cNvPr>
              <p:cNvSpPr/>
              <p:nvPr/>
            </p:nvSpPr>
            <p:spPr>
              <a:xfrm flipH="false" flipV="false">
                <a:off x="874542" y="2891581"/>
                <a:ext cx="3098795" cy="69187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设置升降、齿龙、门开关、翅膀扇动等音效。</a:t>
                </a:r>
              </a:p>
            </p:txBody>
          </p:sp>
        </p:grpSp>
        <p:grpSp>
          <p:nvGrpSpPr>
            <p:cNvPr descr="f145d522-e212-41fa-8791-0df4eb56d16c" id="43" name="组合 42">
              <a:extLst>
                <a:ext uri="{FF2B5EF4-FFF2-40B4-BE49-F238E27FC236}">
                  <a16:creationId id="{C6B36599-1B0F-A2AE-EF59-9212412BCA58}"/>
                </a:ext>
              </a:extLst>
            </p:cNvPr>
            <p:cNvGrpSpPr/>
            <p:nvPr/>
          </p:nvGrpSpPr>
          <p:grpSpPr>
            <a:xfrm>
              <a:off x="4458753" y="1965604"/>
              <a:ext cx="3257332" cy="1851952"/>
              <a:chOff x="4458753" y="1965604"/>
              <a:chExt cx="3257332" cy="1851952"/>
            </a:xfrm>
          </p:grpSpPr>
          <p:sp>
            <p:nvSpPr>
              <p:cNvPr descr="d88ce8a4-27b7-439e-9ec6-f994faeec3cf" id="3" name="ComponentBackground2">
                <a:extLst>
                  <a:ext uri="{FF2B5EF4-FFF2-40B4-BE49-F238E27FC236}">
                    <a16:creationId id="{726FF95A-7246-AAF7-16DA-414DFAF20953}"/>
                  </a:ext>
                </a:extLst>
              </p:cNvPr>
              <p:cNvSpPr/>
              <p:nvPr/>
            </p:nvSpPr>
            <p:spPr>
              <a:xfrm flipH="false" flipV="false">
                <a:off x="4458753" y="1965604"/>
                <a:ext cx="3159889" cy="1851952"/>
              </a:xfrm>
              <a:prstGeom prst="snip2Diag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cb20f29e-a462-4f33-abdb-0a3020bd02b3" id="10" name="Shape2">
                <a:extLst>
                  <a:ext uri="{FF2B5EF4-FFF2-40B4-BE49-F238E27FC236}">
                    <a16:creationId id="{72DF1EE3-9086-688D-EC40-9B53CEA6BF42}"/>
                  </a:ext>
                </a:extLst>
              </p:cNvPr>
              <p:cNvSpPr/>
              <p:nvPr/>
            </p:nvSpPr>
            <p:spPr>
              <a:xfrm flipH="false" flipV="false">
                <a:off x="7670366" y="2267030"/>
                <a:ext cx="45719" cy="155052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5c1701a4-a010-48e7-8188-1d7d295d419f" id="19" name="Bullet2">
                <a:extLst>
                  <a:ext uri="{FF2B5EF4-FFF2-40B4-BE49-F238E27FC236}">
                    <a16:creationId id="{7F1EACDA-9C6F-820D-A724-30D9C9B60C91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482949" y="1965604"/>
                <a:ext cx="2678494" cy="9259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音效的播放</a:t>
                </a:r>
              </a:p>
            </p:txBody>
          </p:sp>
          <p:sp>
            <p:nvSpPr>
              <p:cNvPr descr="a3590829-7e9a-4d82-82e6-e4d1b5495a64" id="20" name="Text2">
                <a:extLst>
                  <a:ext uri="{FF2B5EF4-FFF2-40B4-BE49-F238E27FC236}">
                    <a16:creationId id="{91AC9FCF-4C81-FD81-A0D6-A749815CD51B}"/>
                  </a:ext>
                </a:extLst>
              </p:cNvPr>
              <p:cNvSpPr/>
              <p:nvPr/>
            </p:nvSpPr>
            <p:spPr>
              <a:xfrm flipH="false" flipV="false">
                <a:off x="4482951" y="2891581"/>
                <a:ext cx="3098795" cy="69187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根据传感器状态，在相应操作播放对应音效。</a:t>
                </a:r>
              </a:p>
            </p:txBody>
          </p:sp>
        </p:grpSp>
        <p:grpSp>
          <p:nvGrpSpPr>
            <p:cNvPr descr="f8738175-f415-453c-a1de-b1aeeda0b5a2" id="44" name="组合 43">
              <a:extLst>
                <a:ext uri="{FF2B5EF4-FFF2-40B4-BE49-F238E27FC236}">
                  <a16:creationId id="{C56B9134-7204-B9D1-CB92-BDB5912E9AA7}"/>
                </a:ext>
              </a:extLst>
            </p:cNvPr>
            <p:cNvGrpSpPr/>
            <p:nvPr/>
          </p:nvGrpSpPr>
          <p:grpSpPr>
            <a:xfrm>
              <a:off x="8095133" y="1965604"/>
              <a:ext cx="3261793" cy="1851952"/>
              <a:chOff x="8095133" y="1965604"/>
              <a:chExt cx="3261793" cy="1851952"/>
            </a:xfrm>
          </p:grpSpPr>
          <p:sp>
            <p:nvSpPr>
              <p:cNvPr descr="d19b28c8-48e4-4ee3-82e0-b5434953f6c9" id="4" name="ComponentBackground3">
                <a:extLst>
                  <a:ext uri="{FF2B5EF4-FFF2-40B4-BE49-F238E27FC236}">
                    <a16:creationId id="{B9CBD9C3-744F-D261-F897-32A2013EB937}"/>
                  </a:ext>
                </a:extLst>
              </p:cNvPr>
              <p:cNvSpPr/>
              <p:nvPr/>
            </p:nvSpPr>
            <p:spPr>
              <a:xfrm flipH="false" flipV="false">
                <a:off x="8095133" y="1965604"/>
                <a:ext cx="3159889" cy="1851952"/>
              </a:xfrm>
              <a:prstGeom prst="snip2DiagRect">
                <a:avLst/>
              </a:prstGeom>
              <a:noFill/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9bb38f0b-f66e-4454-8d0c-c3452a3a4eff" id="11" name="Shape3">
                <a:extLst>
                  <a:ext uri="{FF2B5EF4-FFF2-40B4-BE49-F238E27FC236}">
                    <a16:creationId id="{BFDBDBB7-01B2-9D48-9ED6-80E79483834F}"/>
                  </a:ext>
                </a:extLst>
              </p:cNvPr>
              <p:cNvSpPr/>
              <p:nvPr/>
            </p:nvSpPr>
            <p:spPr>
              <a:xfrm flipH="false" flipV="false">
                <a:off x="11311207" y="2267030"/>
                <a:ext cx="45719" cy="155052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413befef-9d71-497d-9c3e-8449f5996fa1" id="23" name="Bullet3">
                <a:extLst>
                  <a:ext uri="{FF2B5EF4-FFF2-40B4-BE49-F238E27FC236}">
                    <a16:creationId id="{B46AFE3C-B95A-650A-E58F-DA6F43BE0C83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8156225" y="1965604"/>
                <a:ext cx="2678494" cy="9259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升降音效</a:t>
                </a:r>
              </a:p>
            </p:txBody>
          </p:sp>
          <p:sp>
            <p:nvSpPr>
              <p:cNvPr descr="42c63565-88b6-4d95-8b02-b91b68e1e98f" id="24" name="Text3">
                <a:extLst>
                  <a:ext uri="{FF2B5EF4-FFF2-40B4-BE49-F238E27FC236}">
                    <a16:creationId id="{C5518887-5C05-DE83-DF88-3AA58D707509}"/>
                  </a:ext>
                </a:extLst>
              </p:cNvPr>
              <p:cNvSpPr/>
              <p:nvPr/>
            </p:nvSpPr>
            <p:spPr>
              <a:xfrm flipH="false" flipV="false">
                <a:off x="8156227" y="2891581"/>
                <a:ext cx="3098795" cy="69187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升降模块动作时播放特定音效，增强体验。</a:t>
                </a:r>
              </a:p>
            </p:txBody>
          </p:sp>
        </p:grpSp>
        <p:grpSp>
          <p:nvGrpSpPr>
            <p:cNvPr descr="17a1cc16-f0a2-42d4-8c0e-0c52b299560d" id="45" name="组合 44">
              <a:extLst>
                <a:ext uri="{FF2B5EF4-FFF2-40B4-BE49-F238E27FC236}">
                  <a16:creationId id="{CB067055-F110-301D-FBD4-E61A771D5590}"/>
                </a:ext>
              </a:extLst>
            </p:cNvPr>
            <p:cNvGrpSpPr/>
            <p:nvPr/>
          </p:nvGrpSpPr>
          <p:grpSpPr>
            <a:xfrm>
              <a:off x="822374" y="4002748"/>
              <a:ext cx="3252870" cy="1851952"/>
              <a:chOff x="822374" y="4002748"/>
              <a:chExt cx="3252870" cy="1851952"/>
            </a:xfrm>
          </p:grpSpPr>
          <p:sp>
            <p:nvSpPr>
              <p:cNvPr descr="0a3cc102-e07a-4da0-ab9d-223df5ea22fe" id="5" name="ComponentBackground4">
                <a:extLst>
                  <a:ext uri="{FF2B5EF4-FFF2-40B4-BE49-F238E27FC236}">
                    <a16:creationId id="{911F7A49-A880-8AD5-E99E-B972C90D085B}"/>
                  </a:ext>
                </a:extLst>
              </p:cNvPr>
              <p:cNvSpPr/>
              <p:nvPr/>
            </p:nvSpPr>
            <p:spPr>
              <a:xfrm flipH="false" flipV="false">
                <a:off x="822374" y="4002748"/>
                <a:ext cx="3159889" cy="1851952"/>
              </a:xfrm>
              <a:prstGeom prst="snip2DiagRect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fa95b065-b35d-4f4d-84eb-9454ae808290" id="12" name="Shape4">
                <a:extLst>
                  <a:ext uri="{FF2B5EF4-FFF2-40B4-BE49-F238E27FC236}">
                    <a16:creationId id="{D5FB67D9-B7FF-335A-7D83-994F7D952DCE}"/>
                  </a:ext>
                </a:extLst>
              </p:cNvPr>
              <p:cNvSpPr/>
              <p:nvPr/>
            </p:nvSpPr>
            <p:spPr>
              <a:xfrm flipH="false" flipV="false">
                <a:off x="4029525" y="4304174"/>
                <a:ext cx="45719" cy="155052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6d6c1de9-0eea-4762-a39c-0aaa02ff69d7" id="26" name="Bullet4">
                <a:extLst>
                  <a:ext uri="{FF2B5EF4-FFF2-40B4-BE49-F238E27FC236}">
                    <a16:creationId id="{A36BD56A-987B-D504-6E62-6042F01012BD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874540" y="4002748"/>
                <a:ext cx="2678494" cy="9259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齿龙声音</a:t>
                </a:r>
              </a:p>
            </p:txBody>
          </p:sp>
          <p:sp>
            <p:nvSpPr>
              <p:cNvPr descr="77418d0c-7c32-4426-8096-926106d4619a" id="27" name="Text4">
                <a:extLst>
                  <a:ext uri="{FF2B5EF4-FFF2-40B4-BE49-F238E27FC236}">
                    <a16:creationId id="{BC207931-A102-75E8-692D-14FBCE6E3939}"/>
                  </a:ext>
                </a:extLst>
              </p:cNvPr>
              <p:cNvSpPr/>
              <p:nvPr/>
            </p:nvSpPr>
            <p:spPr>
              <a:xfrm flipH="false" flipV="false">
                <a:off x="874542" y="4928725"/>
                <a:ext cx="3098795" cy="69187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牙齿咬合时发出齿龙声音，增加趣味性。</a:t>
                </a:r>
              </a:p>
            </p:txBody>
          </p:sp>
        </p:grpSp>
        <p:grpSp>
          <p:nvGrpSpPr>
            <p:cNvPr descr="55d9fe3c-977a-4c3b-a6bd-2488144f910f" id="46" name="组合 45">
              <a:extLst>
                <a:ext uri="{FF2B5EF4-FFF2-40B4-BE49-F238E27FC236}">
                  <a16:creationId id="{C92EDEA4-2210-66A9-2F27-CF8A56D01F61}"/>
                </a:ext>
              </a:extLst>
            </p:cNvPr>
            <p:cNvGrpSpPr/>
            <p:nvPr/>
          </p:nvGrpSpPr>
          <p:grpSpPr>
            <a:xfrm>
              <a:off x="4458753" y="4002748"/>
              <a:ext cx="3257332" cy="1851952"/>
              <a:chOff x="4458753" y="4002748"/>
              <a:chExt cx="3257332" cy="1851952"/>
            </a:xfrm>
          </p:grpSpPr>
          <p:sp>
            <p:nvSpPr>
              <p:cNvPr descr="715bd155-7c07-4349-9db0-0f776331ecfc" id="6" name="ComponentBackground5">
                <a:extLst>
                  <a:ext uri="{FF2B5EF4-FFF2-40B4-BE49-F238E27FC236}">
                    <a16:creationId id="{E19F5B5B-C4A3-9FFD-DA2C-B2E5C24AA8B5}"/>
                  </a:ext>
                </a:extLst>
              </p:cNvPr>
              <p:cNvSpPr/>
              <p:nvPr/>
            </p:nvSpPr>
            <p:spPr>
              <a:xfrm flipH="false" flipV="false">
                <a:off x="4458753" y="4002748"/>
                <a:ext cx="3159889" cy="1851952"/>
              </a:xfrm>
              <a:prstGeom prst="snip2Diag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af556e8a-3c7f-48dd-8d84-2be82251aa2f" id="13" name="Shape5">
                <a:extLst>
                  <a:ext uri="{FF2B5EF4-FFF2-40B4-BE49-F238E27FC236}">
                    <a16:creationId id="{2F85A256-8AD7-BAF1-6A56-BB7AC80D8E04}"/>
                  </a:ext>
                </a:extLst>
              </p:cNvPr>
              <p:cNvSpPr/>
              <p:nvPr/>
            </p:nvSpPr>
            <p:spPr>
              <a:xfrm flipH="false" flipV="false">
                <a:off x="7670366" y="4304174"/>
                <a:ext cx="45719" cy="155052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6b66edc3-e7c6-4004-ac0a-5d0533b150e3" id="29" name="Bullet5">
                <a:extLst>
                  <a:ext uri="{FF2B5EF4-FFF2-40B4-BE49-F238E27FC236}">
                    <a16:creationId id="{049D0ED8-DDE5-B0EB-65DA-639717490244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482949" y="4002748"/>
                <a:ext cx="2678494" cy="9259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门开关音效</a:t>
                </a:r>
              </a:p>
            </p:txBody>
          </p:sp>
          <p:sp>
            <p:nvSpPr>
              <p:cNvPr descr="9a755460-9778-45c1-a8c8-11b6c1f00a6a" id="30" name="Text5">
                <a:extLst>
                  <a:ext uri="{FF2B5EF4-FFF2-40B4-BE49-F238E27FC236}">
                    <a16:creationId id="{50CE3AE6-6FBD-2EC5-8392-6882B88DEB87}"/>
                  </a:ext>
                </a:extLst>
              </p:cNvPr>
              <p:cNvSpPr/>
              <p:nvPr/>
            </p:nvSpPr>
            <p:spPr>
              <a:xfrm flipH="false" flipV="false">
                <a:off x="4482951" y="4928725"/>
                <a:ext cx="3098795" cy="69187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门开关时播放音效，模拟真实场景。</a:t>
                </a:r>
              </a:p>
            </p:txBody>
          </p:sp>
        </p:grpSp>
        <p:grpSp>
          <p:nvGrpSpPr>
            <p:cNvPr descr="354237ba-0d3e-42c7-859f-9dfab2352529" id="47" name="组合 46">
              <a:extLst>
                <a:ext uri="{FF2B5EF4-FFF2-40B4-BE49-F238E27FC236}">
                  <a16:creationId id="{F089D9D4-DF2C-40C8-581F-DDB7F5E5CD97}"/>
                </a:ext>
              </a:extLst>
            </p:cNvPr>
            <p:cNvGrpSpPr/>
            <p:nvPr/>
          </p:nvGrpSpPr>
          <p:grpSpPr>
            <a:xfrm>
              <a:off x="8095133" y="4002748"/>
              <a:ext cx="3261793" cy="1851952"/>
              <a:chOff x="8095133" y="4002748"/>
              <a:chExt cx="3261793" cy="1851952"/>
            </a:xfrm>
          </p:grpSpPr>
          <p:sp>
            <p:nvSpPr>
              <p:cNvPr descr="a6574c41-53bd-4781-bdfe-028aad380d8d" id="7" name="ComponentBackground6">
                <a:extLst>
                  <a:ext uri="{FF2B5EF4-FFF2-40B4-BE49-F238E27FC236}">
                    <a16:creationId id="{7C31C530-B353-4DBB-0EB8-C237DE17CC35}"/>
                  </a:ext>
                </a:extLst>
              </p:cNvPr>
              <p:cNvSpPr/>
              <p:nvPr/>
            </p:nvSpPr>
            <p:spPr>
              <a:xfrm flipH="false" flipV="false">
                <a:off x="8095133" y="4002748"/>
                <a:ext cx="3159889" cy="1851952"/>
              </a:xfrm>
              <a:prstGeom prst="snip2Diag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f100f82f-c4d2-4683-b4c1-ae8c635330f3" id="14" name="Shape6">
                <a:extLst>
                  <a:ext uri="{FF2B5EF4-FFF2-40B4-BE49-F238E27FC236}">
                    <a16:creationId id="{868073F2-C079-BBD6-09AD-05F3C00C6727}"/>
                  </a:ext>
                </a:extLst>
              </p:cNvPr>
              <p:cNvSpPr/>
              <p:nvPr/>
            </p:nvSpPr>
            <p:spPr>
              <a:xfrm flipH="false" flipV="false">
                <a:off x="11311207" y="4304174"/>
                <a:ext cx="45719" cy="155052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6895f288-0343-493a-abe0-9462be222ded" id="32" name="Bullet6">
                <a:extLst>
                  <a:ext uri="{FF2B5EF4-FFF2-40B4-BE49-F238E27FC236}">
                    <a16:creationId id="{7DCD761D-4020-E932-041F-450818C48A06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8156225" y="4002748"/>
                <a:ext cx="2678494" cy="9259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2F2F2F"/>
                    </a:solidFill>
                    <a:ea typeface="微软雅黑"/>
                  </a:rPr>
                  <a:t>翅膀扇动音效</a:t>
                </a:r>
              </a:p>
            </p:txBody>
          </p:sp>
          <p:sp>
            <p:nvSpPr>
              <p:cNvPr descr="84a8ae6f-525b-437c-a1b7-ca8d7568f00a" id="33" name="Text6">
                <a:extLst>
                  <a:ext uri="{FF2B5EF4-FFF2-40B4-BE49-F238E27FC236}">
                    <a16:creationId id="{D2D389FF-E03F-268D-6D8F-363CBB110D93}"/>
                  </a:ext>
                </a:extLst>
              </p:cNvPr>
              <p:cNvSpPr/>
              <p:nvPr/>
            </p:nvSpPr>
            <p:spPr>
              <a:xfrm flipH="false" flipV="false">
                <a:off x="8156227" y="4928725"/>
                <a:ext cx="3098795" cy="69187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2F2F2F"/>
                    </a:solidFill>
                    <a:ea typeface="微软雅黑"/>
                  </a:rPr>
                  <a:t>翅膀扇动时播放音效，让项目更生动。</a:t>
                </a:r>
              </a:p>
            </p:txBody>
          </p:sp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c6f23f2c-a8b3-4b8f-beb2-a6eb7b4d29f5" id="5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4400" u="none">
                <a:solidFill>
                  <a:srgbClr val="2F2F2F"/>
                </a:solidFill>
                <a:ea typeface="微软雅黑"/>
              </a:rPr>
              <a:t>完整代码整合</a:t>
            </a:r>
          </a:p>
        </p:txBody>
      </p:sp>
      <p:sp>
        <p:nvSpPr>
          <p:cNvPr descr="7f5b0d06-0214-4fd4-b19d-b8c77427cc43" id="25" name=""/>
          <p:cNvSpPr>
            <a:spLocks noGrp="1"/>
          </p:cNvSpPr>
          <p:nvPr>
            <p:ph hasCustomPrompt="1" idx="1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2000" u="none">
                <a:solidFill>
                  <a:srgbClr val="2F2F2F"/>
                </a:solidFill>
                <a:ea typeface="微软雅黑"/>
              </a:rPr>
              <a:t>整合所有模块代码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438c02dd-0f22-465b-af2a-ce958c13a991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2F2F2F"/>
                </a:solidFill>
                <a:ea typeface="微软雅黑"/>
              </a:rPr>
              <a:t>完整代码整合</a:t>
            </a:r>
          </a:p>
        </p:txBody>
      </p:sp>
      <p:grpSp>
        <p:nvGrpSpPr>
          <p:cNvPr descr="c26f9b26-30e6-4e56-9967-70c99bff9edc" id="13" name="4fd913c7-11fd-4171-a2aa-ea6658a24207.source.4.zh-Hans.pptx">
            <a:extLst>
              <a:ext uri="{FF2B5EF4-FFF2-40B4-BE49-F238E27FC236}">
                <a16:creationId id="{88964AF0-F38F-DAAF-EF5D-B2BB38E4C12F}"/>
              </a:ext>
            </a:extLst>
          </p:cNvPr>
          <p:cNvGrpSpPr/>
          <p:nvPr/>
        </p:nvGrpSpPr>
        <p:grpSpPr>
          <a:xfrm>
            <a:off x="660400" y="1130299"/>
            <a:ext cx="10998200" cy="4597402"/>
            <a:chOff x="660400" y="1130299"/>
            <a:chExt cx="10998200" cy="4597402"/>
          </a:xfrm>
        </p:grpSpPr>
        <p:sp>
          <p:nvSpPr>
            <p:cNvPr descr="50c71ba0-5c4e-49e1-8690-b618f32edef3" id="17" name="Title">
              <a:extLst>
                <a:ext uri="{FF2B5EF4-FFF2-40B4-BE49-F238E27FC236}">
                  <a16:creationId id="{BB9F2C41-28AB-DC99-51CD-5745006A2409}"/>
                </a:ext>
              </a:extLst>
            </p:cNvPr>
            <p:cNvSpPr txBox="1">
              <a:spLocks/>
            </p:cNvSpPr>
            <p:nvPr/>
          </p:nvSpPr>
          <p:spPr>
            <a:xfrm flipH="false" flipV="false">
              <a:off x="2454554" y="1130299"/>
              <a:ext cx="7270191" cy="762001"/>
            </a:xfrm>
            <a:prstGeom prst="rect">
              <a:avLst/>
            </a:prstGeom>
            <a:noFill/>
            <a:ln>
              <a:noFill/>
            </a:ln>
          </p:spPr>
          <p:txBody>
            <a:bodyPr anchor="t" anchorCtr="false" bIns="45720" lIns="91440" rIns="91440" tIns="45720" wrap="square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b="true" i="false" lang="en-US" strike="noStrike" sz="2400" u="none">
                  <a:solidFill>
                    <a:srgbClr val="2F2F2F"/>
                  </a:solidFill>
                  <a:ea typeface="微软雅黑"/>
                </a:rPr>
                <a:t>形成最终项目代码</a:t>
              </a:r>
            </a:p>
          </p:txBody>
        </p:sp>
        <p:grpSp>
          <p:nvGrpSpPr>
            <p:cNvPr descr="9cd51503-6bbe-47d5-850a-8ee859621199" id="9" name="组合 8">
              <a:extLst>
                <a:ext uri="{FF2B5EF4-FFF2-40B4-BE49-F238E27FC236}">
                  <a16:creationId id="{8647F283-6953-67A1-E815-44E8000F91A6}"/>
                </a:ext>
              </a:extLst>
            </p:cNvPr>
            <p:cNvGrpSpPr/>
            <p:nvPr/>
          </p:nvGrpSpPr>
          <p:grpSpPr>
            <a:xfrm>
              <a:off x="660400" y="2039008"/>
              <a:ext cx="2706656" cy="3688693"/>
              <a:chOff x="660400" y="2039008"/>
              <a:chExt cx="2706656" cy="3688693"/>
            </a:xfrm>
          </p:grpSpPr>
          <p:sp>
            <p:nvSpPr>
              <p:cNvPr descr="e7c5d522-c374-4d34-892b-42d9e9e93045" id="5" name="矩形 4">
                <a:extLst>
                  <a:ext uri="{FF2B5EF4-FFF2-40B4-BE49-F238E27FC236}">
                    <a16:creationId id="{862C93B7-E693-D55A-20A7-3F4B851949B6}"/>
                  </a:ext>
                </a:extLst>
              </p:cNvPr>
              <p:cNvSpPr/>
              <p:nvPr/>
            </p:nvSpPr>
            <p:spPr>
              <a:xfrm flipH="false" flipV="false">
                <a:off x="687981" y="2069066"/>
                <a:ext cx="2460523" cy="335847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39000"/>
                    </a:schemeClr>
                  </a:gs>
                  <a:gs pos="100000">
                    <a:schemeClr val="accent1">
                      <a:alpha val="32000"/>
                    </a:schemeClr>
                  </a:gs>
                  <a:gs pos="55000">
                    <a:schemeClr val="accent1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b="-100000" r="-10000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1d86166f-56e8-4ec7-961c-18c4ef8ecfb9" id="21" name="任意多边形: 形状 20">
                <a:extLst>
                  <a:ext uri="{FF2B5EF4-FFF2-40B4-BE49-F238E27FC236}">
                    <a16:creationId id="{AB73A1F7-16C6-7790-0D99-A3E170ECE4C2}"/>
                  </a:ext>
                </a:extLst>
              </p:cNvPr>
              <p:cNvSpPr/>
              <p:nvPr/>
            </p:nvSpPr>
            <p:spPr>
              <a:xfrm flipH="false" flipV="false">
                <a:off x="1054019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b3ff46a8-f0e5-4f04-9d39-78eb2475f31c" id="22" name="任意多边形: 形状 21">
                <a:extLst>
                  <a:ext uri="{FF2B5EF4-FFF2-40B4-BE49-F238E27FC236}">
                    <a16:creationId id="{24A3E9E4-3E82-0073-1064-3933AA6C9232}"/>
                  </a:ext>
                </a:extLst>
              </p:cNvPr>
              <p:cNvSpPr/>
              <p:nvPr/>
            </p:nvSpPr>
            <p:spPr>
              <a:xfrm flipH="false" flipV="false">
                <a:off x="1199119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caa637eb-4066-4e43-98b4-a91fa40c4a27" id="23" name="任意多边形: 形状 22">
                <a:extLst>
                  <a:ext uri="{FF2B5EF4-FFF2-40B4-BE49-F238E27FC236}">
                    <a16:creationId id="{1A6483A2-2C00-EC5D-90CB-00E3E5AB79DB}"/>
                  </a:ext>
                </a:extLst>
              </p:cNvPr>
              <p:cNvSpPr/>
              <p:nvPr/>
            </p:nvSpPr>
            <p:spPr>
              <a:xfrm flipH="false" flipV="false">
                <a:off x="1344398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635f5530-43c2-4aea-8573-2096cf5741eb" id="24" name="任意多边形: 形状 23">
                <a:extLst>
                  <a:ext uri="{FF2B5EF4-FFF2-40B4-BE49-F238E27FC236}">
                    <a16:creationId id="{31218991-7D2D-938D-BD01-C362FB3872F8}"/>
                  </a:ext>
                </a:extLst>
              </p:cNvPr>
              <p:cNvSpPr/>
              <p:nvPr/>
            </p:nvSpPr>
            <p:spPr>
              <a:xfrm flipH="false" flipV="false">
                <a:off x="1489496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9f070700-f368-4796-a62c-1779d2f4cfdd" id="25" name="任意多边形: 形状 24">
                <a:extLst>
                  <a:ext uri="{FF2B5EF4-FFF2-40B4-BE49-F238E27FC236}">
                    <a16:creationId id="{708F40D3-BFE9-A81D-588D-FD1C6EF013F8}"/>
                  </a:ext>
                </a:extLst>
              </p:cNvPr>
              <p:cNvSpPr/>
              <p:nvPr/>
            </p:nvSpPr>
            <p:spPr>
              <a:xfrm flipH="false" flipV="false">
                <a:off x="1634775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d0489e95-8fed-4c9d-9a84-2a43dc731f48" id="26" name="任意多边形: 形状 25">
                <a:extLst>
                  <a:ext uri="{FF2B5EF4-FFF2-40B4-BE49-F238E27FC236}">
                    <a16:creationId id="{586F949E-307F-56DB-ED2F-A784FD46664F}"/>
                  </a:ext>
                </a:extLst>
              </p:cNvPr>
              <p:cNvSpPr/>
              <p:nvPr/>
            </p:nvSpPr>
            <p:spPr>
              <a:xfrm flipH="false" flipV="false">
                <a:off x="2752254" y="5394722"/>
                <a:ext cx="375760" cy="75401"/>
              </a:xfrm>
              <a:custGeom>
                <a:avLst/>
                <a:gdLst>
                  <a:gd fmla="*/ 160401 w 200786" name="connsiteX0"/>
                  <a:gd fmla="*/ 40291 h 40290" name="connsiteY0"/>
                  <a:gd fmla="*/ 0 w 200786" name="connsiteX1"/>
                  <a:gd fmla="*/ 40291 h 40290" name="connsiteY1"/>
                  <a:gd fmla="*/ 40386 w 200786" name="connsiteX2"/>
                  <a:gd fmla="*/ 0 h 40290" name="connsiteY2"/>
                  <a:gd fmla="*/ 200787 w 200786" name="connsiteX3"/>
                  <a:gd fmla="*/ 0 h 4029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0290" w="200786">
                    <a:moveTo>
                      <a:pt x="160401" y="40291"/>
                    </a:moveTo>
                    <a:lnTo>
                      <a:pt x="0" y="40291"/>
                    </a:lnTo>
                    <a:lnTo>
                      <a:pt x="40386" y="0"/>
                    </a:lnTo>
                    <a:lnTo>
                      <a:pt x="2007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26e87c12-dbcf-42d1-90df-3ea962e45464" id="20" name="任意多边形: 形状 19">
                <a:extLst>
                  <a:ext uri="{FF2B5EF4-FFF2-40B4-BE49-F238E27FC236}">
                    <a16:creationId id="{F980A5B9-0735-E22B-6861-E8370AB64D07}"/>
                  </a:ext>
                </a:extLst>
              </p:cNvPr>
              <p:cNvSpPr/>
              <p:nvPr/>
            </p:nvSpPr>
            <p:spPr>
              <a:xfrm flipH="false" flipV="false">
                <a:off x="813376" y="5221636"/>
                <a:ext cx="2553680" cy="506065"/>
              </a:xfrm>
              <a:custGeom>
                <a:avLst/>
                <a:gdLst>
                  <a:gd fmla="*/ 837819 w 1364551" name="connsiteX0"/>
                  <a:gd fmla="*/ 190691 h 270414" name="connsiteY0"/>
                  <a:gd fmla="*/ 758190 w 1364551" name="connsiteX1"/>
                  <a:gd fmla="*/ 270415 h 270414" name="connsiteY1"/>
                  <a:gd fmla="*/ 0 w 1364551" name="connsiteX2"/>
                  <a:gd fmla="*/ 270415 h 270414" name="connsiteY2"/>
                  <a:gd fmla="*/ 159353 w 1364551" name="connsiteX3"/>
                  <a:gd fmla="*/ 111062 h 270414" name="connsiteY3"/>
                  <a:gd fmla="*/ 1253585 w 1364551" name="connsiteX4"/>
                  <a:gd fmla="*/ 111062 h 270414" name="connsiteY4"/>
                  <a:gd fmla="*/ 1364552 w 1364551" name="connsiteX5"/>
                  <a:gd fmla="*/ 0 h 270414" name="connsiteY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b="b" l="l" r="r" t="t"/>
                <a:pathLst>
                  <a:path h="270414" w="1364551">
                    <a:moveTo>
                      <a:pt x="837819" y="190691"/>
                    </a:moveTo>
                    <a:lnTo>
                      <a:pt x="758190" y="270415"/>
                    </a:lnTo>
                    <a:lnTo>
                      <a:pt x="0" y="270415"/>
                    </a:lnTo>
                    <a:lnTo>
                      <a:pt x="159353" y="111062"/>
                    </a:lnTo>
                    <a:lnTo>
                      <a:pt x="1253585" y="111062"/>
                    </a:lnTo>
                    <a:lnTo>
                      <a:pt x="1364552" y="0"/>
                    </a:lnTo>
                  </a:path>
                </a:pathLst>
              </a:custGeom>
              <a:noFill/>
              <a:ln cap="flat" w="9525">
                <a:solidFill>
                  <a:schemeClr val="accent1"/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84ac8c34-4bf7-4f38-a0fb-fb9685baedf4" id="28" name="任意多边形: 形状 27">
                <a:extLst>
                  <a:ext uri="{FF2B5EF4-FFF2-40B4-BE49-F238E27FC236}">
                    <a16:creationId id="{29BCC43C-2E22-F7D2-88B2-9308BE0962AB}"/>
                  </a:ext>
                </a:extLst>
              </p:cNvPr>
              <p:cNvSpPr/>
              <p:nvPr/>
            </p:nvSpPr>
            <p:spPr>
              <a:xfrm flipH="false" flipV="false">
                <a:off x="660400" y="2039008"/>
                <a:ext cx="223824" cy="220631"/>
              </a:xfrm>
              <a:custGeom>
                <a:avLst/>
                <a:gdLst>
                  <a:gd fmla="*/ 149828 w 149828" name="connsiteX0"/>
                  <a:gd fmla="*/ 0 h 149828" name="connsiteY0"/>
                  <a:gd fmla="*/ 28956 w 149828" name="connsiteX1"/>
                  <a:gd fmla="*/ 0 h 149828" name="connsiteY1"/>
                  <a:gd fmla="*/ 0 w 149828" name="connsiteX2"/>
                  <a:gd fmla="*/ 0 h 149828" name="connsiteY2"/>
                  <a:gd fmla="*/ 0 w 149828" name="connsiteX3"/>
                  <a:gd fmla="*/ 28956 h 149828" name="connsiteY3"/>
                  <a:gd fmla="*/ 0 w 149828" name="connsiteX4"/>
                  <a:gd fmla="*/ 149828 h 149828" name="connsiteY4"/>
                  <a:gd fmla="*/ 38481 w 149828" name="connsiteX5"/>
                  <a:gd fmla="*/ 149828 h 149828" name="connsiteY5"/>
                  <a:gd fmla="*/ 38481 w 149828" name="connsiteX6"/>
                  <a:gd fmla="*/ 38481 h 149828" name="connsiteY6"/>
                  <a:gd fmla="*/ 149828 w 149828" name="connsiteX7"/>
                  <a:gd fmla="*/ 38481 h 149828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149828" w="149828">
                    <a:moveTo>
                      <a:pt x="149828" y="0"/>
                    </a:moveTo>
                    <a:lnTo>
                      <a:pt x="28956" y="0"/>
                    </a:lnTo>
                    <a:lnTo>
                      <a:pt x="0" y="0"/>
                    </a:lnTo>
                    <a:lnTo>
                      <a:pt x="0" y="28956"/>
                    </a:lnTo>
                    <a:lnTo>
                      <a:pt x="0" y="149828"/>
                    </a:lnTo>
                    <a:lnTo>
                      <a:pt x="38481" y="149828"/>
                    </a:lnTo>
                    <a:lnTo>
                      <a:pt x="38481" y="38481"/>
                    </a:lnTo>
                    <a:lnTo>
                      <a:pt x="149828" y="3848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grpSp>
            <p:nvGrpSpPr>
              <p:cNvPr descr="898b99c1-9e6b-46bd-8302-973f3f123381" id="2" name="组合 1">
                <a:extLst>
                  <a:ext uri="{FF2B5EF4-FFF2-40B4-BE49-F238E27FC236}">
                    <a16:creationId id="{2433AF18-5D15-56A7-B6F3-55076CB663D1}"/>
                  </a:ext>
                </a:extLst>
              </p:cNvPr>
              <p:cNvGrpSpPr/>
              <p:nvPr/>
            </p:nvGrpSpPr>
            <p:grpSpPr>
              <a:xfrm>
                <a:off x="751249" y="2632658"/>
                <a:ext cx="2325967" cy="2196064"/>
                <a:chOff x="751249" y="2632658"/>
                <a:chExt cx="2325967" cy="2196064"/>
              </a:xfrm>
            </p:grpSpPr>
            <p:sp>
              <p:nvSpPr>
                <p:cNvPr descr="b014b111-1439-4357-9bd3-f9d0851c25b6" id="30" name="Bullet1">
                  <a:extLst>
                    <a:ext uri="{FF2B5EF4-FFF2-40B4-BE49-F238E27FC236}">
                      <a16:creationId id="{93AE95D1-D2B9-BEC2-64F7-6008E25E645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751249" y="2632658"/>
                  <a:ext cx="2325967" cy="7171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true" lang="en-US" strike="noStrike" sz="1600" u="none">
                      <a:solidFill>
                        <a:srgbClr val="2F2F2F"/>
                      </a:solidFill>
                      <a:ea typeface="微软雅黑"/>
                    </a:rPr>
                    <a:t>代码的整合</a:t>
                  </a:r>
                </a:p>
              </p:txBody>
            </p:sp>
            <p:sp>
              <p:nvSpPr>
                <p:cNvPr descr="d807909a-0032-4678-a597-face70bb07dd" id="31" name="Text1">
                  <a:extLst>
                    <a:ext uri="{FF2B5EF4-FFF2-40B4-BE49-F238E27FC236}">
                      <a16:creationId id="{F558CEE7-8E38-F562-2C3A-350CF1B4AB0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751249" y="3373125"/>
                  <a:ext cx="2325967" cy="14555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true" lang="en-US" strike="noStrike" sz="1200" u="none">
                      <a:solidFill>
                        <a:srgbClr val="2F2F2F"/>
                      </a:solidFill>
                      <a:ea typeface="微软雅黑"/>
                    </a:rPr>
                    <a:t>将各模块代码整合在一起，形成完整项目代码。</a:t>
                  </a:r>
                </a:p>
              </p:txBody>
            </p:sp>
          </p:grpSp>
        </p:grpSp>
        <p:grpSp>
          <p:nvGrpSpPr>
            <p:cNvPr descr="cc71bc2a-7df5-46f3-a987-20976acf4e89" id="10" name="组合 9">
              <a:extLst>
                <a:ext uri="{FF2B5EF4-FFF2-40B4-BE49-F238E27FC236}">
                  <a16:creationId id="{617970AC-FE22-9C8B-1CE5-02B4245A3DCF}"/>
                </a:ext>
              </a:extLst>
            </p:cNvPr>
            <p:cNvGrpSpPr/>
            <p:nvPr/>
          </p:nvGrpSpPr>
          <p:grpSpPr>
            <a:xfrm>
              <a:off x="3424248" y="2039008"/>
              <a:ext cx="2706656" cy="3688693"/>
              <a:chOff x="3424248" y="2039008"/>
              <a:chExt cx="2706656" cy="3688693"/>
            </a:xfrm>
          </p:grpSpPr>
          <p:sp>
            <p:nvSpPr>
              <p:cNvPr descr="e58a9bba-a246-48c0-b846-c0622c97676c" id="37" name="矩形 36">
                <a:extLst>
                  <a:ext uri="{FF2B5EF4-FFF2-40B4-BE49-F238E27FC236}">
                    <a16:creationId id="{0A08A11B-7C9B-BEB0-F96E-BD80325D7183}"/>
                  </a:ext>
                </a:extLst>
              </p:cNvPr>
              <p:cNvSpPr/>
              <p:nvPr/>
            </p:nvSpPr>
            <p:spPr>
              <a:xfrm flipH="false" flipV="false">
                <a:off x="3451829" y="2069066"/>
                <a:ext cx="2460523" cy="335847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39000"/>
                    </a:schemeClr>
                  </a:gs>
                  <a:gs pos="100000">
                    <a:schemeClr val="accent1">
                      <a:alpha val="32000"/>
                    </a:schemeClr>
                  </a:gs>
                  <a:gs pos="55000">
                    <a:schemeClr val="accent1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b="-100000" r="-10000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fe67df6a-f621-49b4-949f-294050711e38" id="42" name="任意多边形: 形状 41">
                <a:extLst>
                  <a:ext uri="{FF2B5EF4-FFF2-40B4-BE49-F238E27FC236}">
                    <a16:creationId id="{A065092A-71CF-14EA-5B95-EE2EF3A406E9}"/>
                  </a:ext>
                </a:extLst>
              </p:cNvPr>
              <p:cNvSpPr/>
              <p:nvPr/>
            </p:nvSpPr>
            <p:spPr>
              <a:xfrm flipH="false" flipV="false">
                <a:off x="3817867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065a3351-4b68-4f68-a1e7-0aebfe16e5fe" id="43" name="任意多边形: 形状 42">
                <a:extLst>
                  <a:ext uri="{FF2B5EF4-FFF2-40B4-BE49-F238E27FC236}">
                    <a16:creationId id="{FAF5805B-4390-82FB-DE9A-E704BB0EE821}"/>
                  </a:ext>
                </a:extLst>
              </p:cNvPr>
              <p:cNvSpPr/>
              <p:nvPr/>
            </p:nvSpPr>
            <p:spPr>
              <a:xfrm flipH="false" flipV="false">
                <a:off x="3962967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ed8add11-ebac-4db2-807c-4a7de159c6a1" id="44" name="任意多边形: 形状 43">
                <a:extLst>
                  <a:ext uri="{FF2B5EF4-FFF2-40B4-BE49-F238E27FC236}">
                    <a16:creationId id="{C7DE2F8A-28E6-4DC1-E5D7-342CFAB30E47}"/>
                  </a:ext>
                </a:extLst>
              </p:cNvPr>
              <p:cNvSpPr/>
              <p:nvPr/>
            </p:nvSpPr>
            <p:spPr>
              <a:xfrm flipH="false" flipV="false">
                <a:off x="4108246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2d12b520-14fa-45d8-a5cb-466c4679b476" id="45" name="任意多边形: 形状 44">
                <a:extLst>
                  <a:ext uri="{FF2B5EF4-FFF2-40B4-BE49-F238E27FC236}">
                    <a16:creationId id="{7E1C5F86-12A1-50AD-BB9D-6D4B29A35F66}"/>
                  </a:ext>
                </a:extLst>
              </p:cNvPr>
              <p:cNvSpPr/>
              <p:nvPr/>
            </p:nvSpPr>
            <p:spPr>
              <a:xfrm flipH="false" flipV="false">
                <a:off x="4253344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e610bc52-ab44-4445-85b2-1e1a0cb56d5a" id="46" name="任意多边形: 形状 45">
                <a:extLst>
                  <a:ext uri="{FF2B5EF4-FFF2-40B4-BE49-F238E27FC236}">
                    <a16:creationId id="{3C6B3C08-EDCC-4C7D-1326-E4E2B69E7378}"/>
                  </a:ext>
                </a:extLst>
              </p:cNvPr>
              <p:cNvSpPr/>
              <p:nvPr/>
            </p:nvSpPr>
            <p:spPr>
              <a:xfrm flipH="false" flipV="false">
                <a:off x="4398623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4dae5413-3c29-4c43-800f-fbd30654fb27" id="47" name="任意多边形: 形状 46">
                <a:extLst>
                  <a:ext uri="{FF2B5EF4-FFF2-40B4-BE49-F238E27FC236}">
                    <a16:creationId id="{1729F206-D9A2-8C89-2087-67B284356A3E}"/>
                  </a:ext>
                </a:extLst>
              </p:cNvPr>
              <p:cNvSpPr/>
              <p:nvPr/>
            </p:nvSpPr>
            <p:spPr>
              <a:xfrm flipH="false" flipV="false">
                <a:off x="5516102" y="5394722"/>
                <a:ext cx="375760" cy="75401"/>
              </a:xfrm>
              <a:custGeom>
                <a:avLst/>
                <a:gdLst>
                  <a:gd fmla="*/ 160401 w 200786" name="connsiteX0"/>
                  <a:gd fmla="*/ 40291 h 40290" name="connsiteY0"/>
                  <a:gd fmla="*/ 0 w 200786" name="connsiteX1"/>
                  <a:gd fmla="*/ 40291 h 40290" name="connsiteY1"/>
                  <a:gd fmla="*/ 40386 w 200786" name="connsiteX2"/>
                  <a:gd fmla="*/ 0 h 40290" name="connsiteY2"/>
                  <a:gd fmla="*/ 200787 w 200786" name="connsiteX3"/>
                  <a:gd fmla="*/ 0 h 4029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0290" w="200786">
                    <a:moveTo>
                      <a:pt x="160401" y="40291"/>
                    </a:moveTo>
                    <a:lnTo>
                      <a:pt x="0" y="40291"/>
                    </a:lnTo>
                    <a:lnTo>
                      <a:pt x="40386" y="0"/>
                    </a:lnTo>
                    <a:lnTo>
                      <a:pt x="2007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19471494-42d0-44aa-9cb8-f43764da08bf" id="41" name="任意多边形: 形状 40">
                <a:extLst>
                  <a:ext uri="{FF2B5EF4-FFF2-40B4-BE49-F238E27FC236}">
                    <a16:creationId id="{2F0D500D-F833-AC61-7AF0-BA31E8C07BC5}"/>
                  </a:ext>
                </a:extLst>
              </p:cNvPr>
              <p:cNvSpPr/>
              <p:nvPr/>
            </p:nvSpPr>
            <p:spPr>
              <a:xfrm flipH="false" flipV="false">
                <a:off x="3577224" y="5221636"/>
                <a:ext cx="2553680" cy="506065"/>
              </a:xfrm>
              <a:custGeom>
                <a:avLst/>
                <a:gdLst>
                  <a:gd fmla="*/ 837819 w 1364551" name="connsiteX0"/>
                  <a:gd fmla="*/ 190691 h 270414" name="connsiteY0"/>
                  <a:gd fmla="*/ 758190 w 1364551" name="connsiteX1"/>
                  <a:gd fmla="*/ 270415 h 270414" name="connsiteY1"/>
                  <a:gd fmla="*/ 0 w 1364551" name="connsiteX2"/>
                  <a:gd fmla="*/ 270415 h 270414" name="connsiteY2"/>
                  <a:gd fmla="*/ 159353 w 1364551" name="connsiteX3"/>
                  <a:gd fmla="*/ 111062 h 270414" name="connsiteY3"/>
                  <a:gd fmla="*/ 1253585 w 1364551" name="connsiteX4"/>
                  <a:gd fmla="*/ 111062 h 270414" name="connsiteY4"/>
                  <a:gd fmla="*/ 1364552 w 1364551" name="connsiteX5"/>
                  <a:gd fmla="*/ 0 h 270414" name="connsiteY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b="b" l="l" r="r" t="t"/>
                <a:pathLst>
                  <a:path h="270414" w="1364551">
                    <a:moveTo>
                      <a:pt x="837819" y="190691"/>
                    </a:moveTo>
                    <a:lnTo>
                      <a:pt x="758190" y="270415"/>
                    </a:lnTo>
                    <a:lnTo>
                      <a:pt x="0" y="270415"/>
                    </a:lnTo>
                    <a:lnTo>
                      <a:pt x="159353" y="111062"/>
                    </a:lnTo>
                    <a:lnTo>
                      <a:pt x="1253585" y="111062"/>
                    </a:lnTo>
                    <a:lnTo>
                      <a:pt x="1364552" y="0"/>
                    </a:lnTo>
                  </a:path>
                </a:pathLst>
              </a:custGeom>
              <a:noFill/>
              <a:ln cap="flat" w="9525">
                <a:solidFill>
                  <a:schemeClr val="accent1"/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bcc47a57-f92d-48a8-b964-5b72b97610be" id="39" name="任意多边形: 形状 38">
                <a:extLst>
                  <a:ext uri="{FF2B5EF4-FFF2-40B4-BE49-F238E27FC236}">
                    <a16:creationId id="{1584EC34-4C5D-2A7E-3742-386A8CD79B30}"/>
                  </a:ext>
                </a:extLst>
              </p:cNvPr>
              <p:cNvSpPr/>
              <p:nvPr/>
            </p:nvSpPr>
            <p:spPr>
              <a:xfrm flipH="false" flipV="false">
                <a:off x="3424248" y="2039008"/>
                <a:ext cx="223824" cy="220631"/>
              </a:xfrm>
              <a:custGeom>
                <a:avLst/>
                <a:gdLst>
                  <a:gd fmla="*/ 149828 w 149828" name="connsiteX0"/>
                  <a:gd fmla="*/ 0 h 149828" name="connsiteY0"/>
                  <a:gd fmla="*/ 28956 w 149828" name="connsiteX1"/>
                  <a:gd fmla="*/ 0 h 149828" name="connsiteY1"/>
                  <a:gd fmla="*/ 0 w 149828" name="connsiteX2"/>
                  <a:gd fmla="*/ 0 h 149828" name="connsiteY2"/>
                  <a:gd fmla="*/ 0 w 149828" name="connsiteX3"/>
                  <a:gd fmla="*/ 28956 h 149828" name="connsiteY3"/>
                  <a:gd fmla="*/ 0 w 149828" name="connsiteX4"/>
                  <a:gd fmla="*/ 149828 h 149828" name="connsiteY4"/>
                  <a:gd fmla="*/ 38481 w 149828" name="connsiteX5"/>
                  <a:gd fmla="*/ 149828 h 149828" name="connsiteY5"/>
                  <a:gd fmla="*/ 38481 w 149828" name="connsiteX6"/>
                  <a:gd fmla="*/ 38481 h 149828" name="connsiteY6"/>
                  <a:gd fmla="*/ 149828 w 149828" name="connsiteX7"/>
                  <a:gd fmla="*/ 38481 h 149828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149828" w="149828">
                    <a:moveTo>
                      <a:pt x="149828" y="0"/>
                    </a:moveTo>
                    <a:lnTo>
                      <a:pt x="28956" y="0"/>
                    </a:lnTo>
                    <a:lnTo>
                      <a:pt x="0" y="0"/>
                    </a:lnTo>
                    <a:lnTo>
                      <a:pt x="0" y="28956"/>
                    </a:lnTo>
                    <a:lnTo>
                      <a:pt x="0" y="149828"/>
                    </a:lnTo>
                    <a:lnTo>
                      <a:pt x="38481" y="149828"/>
                    </a:lnTo>
                    <a:lnTo>
                      <a:pt x="38481" y="38481"/>
                    </a:lnTo>
                    <a:lnTo>
                      <a:pt x="149828" y="3848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grpSp>
            <p:nvGrpSpPr>
              <p:cNvPr descr="557036d1-f287-4b0e-915e-880e7e64e008" id="3" name="组合 2">
                <a:extLst>
                  <a:ext uri="{FF2B5EF4-FFF2-40B4-BE49-F238E27FC236}">
                    <a16:creationId id="{7219AA24-0F9D-AE55-0806-028457ABD33F}"/>
                  </a:ext>
                </a:extLst>
              </p:cNvPr>
              <p:cNvGrpSpPr/>
              <p:nvPr/>
            </p:nvGrpSpPr>
            <p:grpSpPr>
              <a:xfrm>
                <a:off x="3515097" y="2632658"/>
                <a:ext cx="2325967" cy="2196064"/>
                <a:chOff x="3515097" y="2632658"/>
                <a:chExt cx="2325967" cy="2196064"/>
              </a:xfrm>
            </p:grpSpPr>
            <p:sp>
              <p:nvSpPr>
                <p:cNvPr descr="183661b4-feff-4d0a-ae93-0f0d98005e63" id="35" name="Bullet2">
                  <a:extLst>
                    <a:ext uri="{FF2B5EF4-FFF2-40B4-BE49-F238E27FC236}">
                      <a16:creationId id="{1A3E4061-F3B1-5131-250D-138741A96B7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3515097" y="2632658"/>
                  <a:ext cx="2325967" cy="7171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true" lang="en-US" strike="noStrike" sz="1600" u="none">
                      <a:solidFill>
                        <a:srgbClr val="2F2F2F"/>
                      </a:solidFill>
                      <a:ea typeface="微软雅黑"/>
                    </a:rPr>
                    <a:t>整合的要点</a:t>
                  </a:r>
                </a:p>
              </p:txBody>
            </p:sp>
            <p:sp>
              <p:nvSpPr>
                <p:cNvPr descr="f1a3dd83-5b55-4f71-8e01-51b62d64df8f" id="36" name="Text2">
                  <a:extLst>
                    <a:ext uri="{FF2B5EF4-FFF2-40B4-BE49-F238E27FC236}">
                      <a16:creationId id="{8D38D89E-4A49-1ED7-D0E5-6204632CD41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3515097" y="3373125"/>
                  <a:ext cx="2325967" cy="14555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true" lang="en-US" strike="noStrike" sz="1200" u="none">
                      <a:solidFill>
                        <a:srgbClr val="2F2F2F"/>
                      </a:solidFill>
                      <a:ea typeface="微软雅黑"/>
                    </a:rPr>
                    <a:t>确保各模块代码协调运行，无冲突和错误。</a:t>
                  </a:r>
                </a:p>
              </p:txBody>
            </p:sp>
          </p:grpSp>
        </p:grpSp>
        <p:grpSp>
          <p:nvGrpSpPr>
            <p:cNvPr descr="2f626642-ef72-4701-9a26-a345cdf8630a" id="11" name="组合 10">
              <a:extLst>
                <a:ext uri="{FF2B5EF4-FFF2-40B4-BE49-F238E27FC236}">
                  <a16:creationId id="{0D8CC0F4-5F5D-DD9F-BF64-8AB273004269}"/>
                </a:ext>
              </a:extLst>
            </p:cNvPr>
            <p:cNvGrpSpPr/>
            <p:nvPr/>
          </p:nvGrpSpPr>
          <p:grpSpPr>
            <a:xfrm>
              <a:off x="6188096" y="2039008"/>
              <a:ext cx="2706656" cy="3688693"/>
              <a:chOff x="6188096" y="2039008"/>
              <a:chExt cx="2706656" cy="3688693"/>
            </a:xfrm>
          </p:grpSpPr>
          <p:sp>
            <p:nvSpPr>
              <p:cNvPr descr="525efa5f-0628-4630-8b3e-71d3da64701a" id="52" name="矩形 51">
                <a:extLst>
                  <a:ext uri="{FF2B5EF4-FFF2-40B4-BE49-F238E27FC236}">
                    <a16:creationId id="{CB62FEDF-DF83-1D7F-1FB4-3649F4016339}"/>
                  </a:ext>
                </a:extLst>
              </p:cNvPr>
              <p:cNvSpPr/>
              <p:nvPr/>
            </p:nvSpPr>
            <p:spPr>
              <a:xfrm flipH="false" flipV="false">
                <a:off x="6215677" y="2069066"/>
                <a:ext cx="2460523" cy="335847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39000"/>
                    </a:schemeClr>
                  </a:gs>
                  <a:gs pos="100000">
                    <a:schemeClr val="accent1">
                      <a:alpha val="32000"/>
                    </a:schemeClr>
                  </a:gs>
                  <a:gs pos="55000">
                    <a:schemeClr val="accent1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b="-100000" r="-10000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2b912393-ef97-43c1-a1a3-f28d13e3b492" id="57" name="任意多边形: 形状 56">
                <a:extLst>
                  <a:ext uri="{FF2B5EF4-FFF2-40B4-BE49-F238E27FC236}">
                    <a16:creationId id="{DEC68181-51D0-F5BE-7AA7-2A7158E2DA0A}"/>
                  </a:ext>
                </a:extLst>
              </p:cNvPr>
              <p:cNvSpPr/>
              <p:nvPr/>
            </p:nvSpPr>
            <p:spPr>
              <a:xfrm flipH="false" flipV="false">
                <a:off x="6581715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69275e55-ddd4-476e-8351-910c0d16b5e6" id="58" name="任意多边形: 形状 57">
                <a:extLst>
                  <a:ext uri="{FF2B5EF4-FFF2-40B4-BE49-F238E27FC236}">
                    <a16:creationId id="{77399209-9283-CB90-F463-9A7C3BD5FA49}"/>
                  </a:ext>
                </a:extLst>
              </p:cNvPr>
              <p:cNvSpPr/>
              <p:nvPr/>
            </p:nvSpPr>
            <p:spPr>
              <a:xfrm flipH="false" flipV="false">
                <a:off x="6726815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30cb6289-ce64-423f-95b0-cfb8f684358d" id="59" name="任意多边形: 形状 58">
                <a:extLst>
                  <a:ext uri="{FF2B5EF4-FFF2-40B4-BE49-F238E27FC236}">
                    <a16:creationId id="{C9D6694F-C361-C221-8668-97844831F359}"/>
                  </a:ext>
                </a:extLst>
              </p:cNvPr>
              <p:cNvSpPr/>
              <p:nvPr/>
            </p:nvSpPr>
            <p:spPr>
              <a:xfrm flipH="false" flipV="false">
                <a:off x="6872094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0c4fb582-bc71-42cd-b783-fc126a3a0747" id="60" name="任意多边形: 形状 59">
                <a:extLst>
                  <a:ext uri="{FF2B5EF4-FFF2-40B4-BE49-F238E27FC236}">
                    <a16:creationId id="{B3459C07-2F94-1E74-B59D-BA3E8CF5B952}"/>
                  </a:ext>
                </a:extLst>
              </p:cNvPr>
              <p:cNvSpPr/>
              <p:nvPr/>
            </p:nvSpPr>
            <p:spPr>
              <a:xfrm flipH="false" flipV="false">
                <a:off x="7017192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234b6881-9d2d-45cc-b33a-a5d0f08b6b11" id="61" name="任意多边形: 形状 60">
                <a:extLst>
                  <a:ext uri="{FF2B5EF4-FFF2-40B4-BE49-F238E27FC236}">
                    <a16:creationId id="{86DED3FE-89C1-7B8C-6CD6-3976FDC7E190}"/>
                  </a:ext>
                </a:extLst>
              </p:cNvPr>
              <p:cNvSpPr/>
              <p:nvPr/>
            </p:nvSpPr>
            <p:spPr>
              <a:xfrm flipH="false" flipV="false">
                <a:off x="7162471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c0d52909-a0cb-4fd1-8273-e3933b12c48e" id="62" name="任意多边形: 形状 61">
                <a:extLst>
                  <a:ext uri="{FF2B5EF4-FFF2-40B4-BE49-F238E27FC236}">
                    <a16:creationId id="{AC066E04-289F-3923-F1FB-23C397186F8B}"/>
                  </a:ext>
                </a:extLst>
              </p:cNvPr>
              <p:cNvSpPr/>
              <p:nvPr/>
            </p:nvSpPr>
            <p:spPr>
              <a:xfrm flipH="false" flipV="false">
                <a:off x="8279950" y="5394722"/>
                <a:ext cx="375760" cy="75401"/>
              </a:xfrm>
              <a:custGeom>
                <a:avLst/>
                <a:gdLst>
                  <a:gd fmla="*/ 160401 w 200786" name="connsiteX0"/>
                  <a:gd fmla="*/ 40291 h 40290" name="connsiteY0"/>
                  <a:gd fmla="*/ 0 w 200786" name="connsiteX1"/>
                  <a:gd fmla="*/ 40291 h 40290" name="connsiteY1"/>
                  <a:gd fmla="*/ 40386 w 200786" name="connsiteX2"/>
                  <a:gd fmla="*/ 0 h 40290" name="connsiteY2"/>
                  <a:gd fmla="*/ 200787 w 200786" name="connsiteX3"/>
                  <a:gd fmla="*/ 0 h 4029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0290" w="200786">
                    <a:moveTo>
                      <a:pt x="160401" y="40291"/>
                    </a:moveTo>
                    <a:lnTo>
                      <a:pt x="0" y="40291"/>
                    </a:lnTo>
                    <a:lnTo>
                      <a:pt x="40386" y="0"/>
                    </a:lnTo>
                    <a:lnTo>
                      <a:pt x="2007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23bfddb9-cdf4-4763-bf90-4864af9195bd" id="56" name="任意多边形: 形状 55">
                <a:extLst>
                  <a:ext uri="{FF2B5EF4-FFF2-40B4-BE49-F238E27FC236}">
                    <a16:creationId id="{ED449B20-82EC-DD4C-6792-507FF17D41C3}"/>
                  </a:ext>
                </a:extLst>
              </p:cNvPr>
              <p:cNvSpPr/>
              <p:nvPr/>
            </p:nvSpPr>
            <p:spPr>
              <a:xfrm flipH="false" flipV="false">
                <a:off x="6341072" y="5221636"/>
                <a:ext cx="2553680" cy="506065"/>
              </a:xfrm>
              <a:custGeom>
                <a:avLst/>
                <a:gdLst>
                  <a:gd fmla="*/ 837819 w 1364551" name="connsiteX0"/>
                  <a:gd fmla="*/ 190691 h 270414" name="connsiteY0"/>
                  <a:gd fmla="*/ 758190 w 1364551" name="connsiteX1"/>
                  <a:gd fmla="*/ 270415 h 270414" name="connsiteY1"/>
                  <a:gd fmla="*/ 0 w 1364551" name="connsiteX2"/>
                  <a:gd fmla="*/ 270415 h 270414" name="connsiteY2"/>
                  <a:gd fmla="*/ 159353 w 1364551" name="connsiteX3"/>
                  <a:gd fmla="*/ 111062 h 270414" name="connsiteY3"/>
                  <a:gd fmla="*/ 1253585 w 1364551" name="connsiteX4"/>
                  <a:gd fmla="*/ 111062 h 270414" name="connsiteY4"/>
                  <a:gd fmla="*/ 1364552 w 1364551" name="connsiteX5"/>
                  <a:gd fmla="*/ 0 h 270414" name="connsiteY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b="b" l="l" r="r" t="t"/>
                <a:pathLst>
                  <a:path h="270414" w="1364551">
                    <a:moveTo>
                      <a:pt x="837819" y="190691"/>
                    </a:moveTo>
                    <a:lnTo>
                      <a:pt x="758190" y="270415"/>
                    </a:lnTo>
                    <a:lnTo>
                      <a:pt x="0" y="270415"/>
                    </a:lnTo>
                    <a:lnTo>
                      <a:pt x="159353" y="111062"/>
                    </a:lnTo>
                    <a:lnTo>
                      <a:pt x="1253585" y="111062"/>
                    </a:lnTo>
                    <a:lnTo>
                      <a:pt x="1364552" y="0"/>
                    </a:lnTo>
                  </a:path>
                </a:pathLst>
              </a:custGeom>
              <a:noFill/>
              <a:ln cap="flat" w="9525">
                <a:solidFill>
                  <a:schemeClr val="accent1"/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e615e948-0b0a-447e-87fa-8d12dae02282" id="54" name="任意多边形: 形状 53">
                <a:extLst>
                  <a:ext uri="{FF2B5EF4-FFF2-40B4-BE49-F238E27FC236}">
                    <a16:creationId id="{CA7049B2-3C49-C7E6-7C23-840CCB6129B0}"/>
                  </a:ext>
                </a:extLst>
              </p:cNvPr>
              <p:cNvSpPr/>
              <p:nvPr/>
            </p:nvSpPr>
            <p:spPr>
              <a:xfrm flipH="false" flipV="false">
                <a:off x="6188096" y="2039008"/>
                <a:ext cx="223824" cy="220631"/>
              </a:xfrm>
              <a:custGeom>
                <a:avLst/>
                <a:gdLst>
                  <a:gd fmla="*/ 149828 w 149828" name="connsiteX0"/>
                  <a:gd fmla="*/ 0 h 149828" name="connsiteY0"/>
                  <a:gd fmla="*/ 28956 w 149828" name="connsiteX1"/>
                  <a:gd fmla="*/ 0 h 149828" name="connsiteY1"/>
                  <a:gd fmla="*/ 0 w 149828" name="connsiteX2"/>
                  <a:gd fmla="*/ 0 h 149828" name="connsiteY2"/>
                  <a:gd fmla="*/ 0 w 149828" name="connsiteX3"/>
                  <a:gd fmla="*/ 28956 h 149828" name="connsiteY3"/>
                  <a:gd fmla="*/ 0 w 149828" name="connsiteX4"/>
                  <a:gd fmla="*/ 149828 h 149828" name="connsiteY4"/>
                  <a:gd fmla="*/ 38481 w 149828" name="connsiteX5"/>
                  <a:gd fmla="*/ 149828 h 149828" name="connsiteY5"/>
                  <a:gd fmla="*/ 38481 w 149828" name="connsiteX6"/>
                  <a:gd fmla="*/ 38481 h 149828" name="connsiteY6"/>
                  <a:gd fmla="*/ 149828 w 149828" name="connsiteX7"/>
                  <a:gd fmla="*/ 38481 h 149828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149828" w="149828">
                    <a:moveTo>
                      <a:pt x="149828" y="0"/>
                    </a:moveTo>
                    <a:lnTo>
                      <a:pt x="28956" y="0"/>
                    </a:lnTo>
                    <a:lnTo>
                      <a:pt x="0" y="0"/>
                    </a:lnTo>
                    <a:lnTo>
                      <a:pt x="0" y="28956"/>
                    </a:lnTo>
                    <a:lnTo>
                      <a:pt x="0" y="149828"/>
                    </a:lnTo>
                    <a:lnTo>
                      <a:pt x="38481" y="149828"/>
                    </a:lnTo>
                    <a:lnTo>
                      <a:pt x="38481" y="38481"/>
                    </a:lnTo>
                    <a:lnTo>
                      <a:pt x="149828" y="3848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grpSp>
            <p:nvGrpSpPr>
              <p:cNvPr descr="91f3c687-21b3-46ee-9958-b29d292b87c3" id="4" name="组合 3">
                <a:extLst>
                  <a:ext uri="{FF2B5EF4-FFF2-40B4-BE49-F238E27FC236}">
                    <a16:creationId id="{F5D40DE7-95C1-7701-6812-993FE01139F1}"/>
                  </a:ext>
                </a:extLst>
              </p:cNvPr>
              <p:cNvGrpSpPr/>
              <p:nvPr/>
            </p:nvGrpSpPr>
            <p:grpSpPr>
              <a:xfrm>
                <a:off x="6278945" y="2632658"/>
                <a:ext cx="2325967" cy="2196064"/>
                <a:chOff x="6278945" y="2632658"/>
                <a:chExt cx="2325967" cy="2196064"/>
              </a:xfrm>
            </p:grpSpPr>
            <p:sp>
              <p:nvSpPr>
                <p:cNvPr descr="f5af7e5e-1200-467e-8cdb-6113bd184457" id="50" name="Bullet3">
                  <a:extLst>
                    <a:ext uri="{FF2B5EF4-FFF2-40B4-BE49-F238E27FC236}">
                      <a16:creationId id="{D348F0B2-7743-DD05-A7A1-D411DB82FF6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6278945" y="2632658"/>
                  <a:ext cx="2325967" cy="7171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true" lang="en-US" strike="noStrike" sz="1600" u="none">
                      <a:solidFill>
                        <a:srgbClr val="2F2F2F"/>
                      </a:solidFill>
                      <a:ea typeface="微软雅黑"/>
                    </a:rPr>
                    <a:t>模块的整合</a:t>
                  </a:r>
                </a:p>
              </p:txBody>
            </p:sp>
            <p:sp>
              <p:nvSpPr>
                <p:cNvPr descr="445cdc0a-3afc-4e0e-a074-5fff8b78ad18" id="51" name="Text3">
                  <a:extLst>
                    <a:ext uri="{FF2B5EF4-FFF2-40B4-BE49-F238E27FC236}">
                      <a16:creationId id="{434D6D71-02C3-603F-50BE-F0AE86FB657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6278945" y="3373125"/>
                  <a:ext cx="2325967" cy="14555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true" lang="en-US" strike="noStrike" sz="1200" u="none">
                      <a:solidFill>
                        <a:srgbClr val="2F2F2F"/>
                      </a:solidFill>
                      <a:ea typeface="微软雅黑"/>
                    </a:rPr>
                    <a:t>把所有模块的定义、函数和代码整合，实现整体功能。</a:t>
                  </a:r>
                </a:p>
              </p:txBody>
            </p:sp>
          </p:grpSp>
        </p:grpSp>
        <p:grpSp>
          <p:nvGrpSpPr>
            <p:cNvPr descr="23eb50ee-cf72-4ff1-a68e-d33b632206a6" id="12" name="组合 11">
              <a:extLst>
                <a:ext uri="{FF2B5EF4-FFF2-40B4-BE49-F238E27FC236}">
                  <a16:creationId id="{90645493-C245-9329-0256-CA2AD153FD09}"/>
                </a:ext>
              </a:extLst>
            </p:cNvPr>
            <p:cNvGrpSpPr/>
            <p:nvPr/>
          </p:nvGrpSpPr>
          <p:grpSpPr>
            <a:xfrm>
              <a:off x="8951944" y="2039008"/>
              <a:ext cx="2706656" cy="3688693"/>
              <a:chOff x="8951944" y="2039008"/>
              <a:chExt cx="2706656" cy="3688693"/>
            </a:xfrm>
          </p:grpSpPr>
          <p:sp>
            <p:nvSpPr>
              <p:cNvPr descr="130661ec-eb96-4e03-9505-58aa2a41de80" id="67" name="矩形 66">
                <a:extLst>
                  <a:ext uri="{FF2B5EF4-FFF2-40B4-BE49-F238E27FC236}">
                    <a16:creationId id="{339D1E78-0D2C-98F4-EC97-13795B2977DD}"/>
                  </a:ext>
                </a:extLst>
              </p:cNvPr>
              <p:cNvSpPr/>
              <p:nvPr/>
            </p:nvSpPr>
            <p:spPr>
              <a:xfrm flipH="false" flipV="false">
                <a:off x="8979525" y="2069066"/>
                <a:ext cx="2460523" cy="335847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39000"/>
                    </a:schemeClr>
                  </a:gs>
                  <a:gs pos="100000">
                    <a:schemeClr val="accent1">
                      <a:alpha val="32000"/>
                    </a:schemeClr>
                  </a:gs>
                  <a:gs pos="55000">
                    <a:schemeClr val="accent1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b="-100000" r="-10000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e85fab4e-c1f6-4629-b9f0-41fae92a71e3" id="72" name="任意多边形: 形状 71">
                <a:extLst>
                  <a:ext uri="{FF2B5EF4-FFF2-40B4-BE49-F238E27FC236}">
                    <a16:creationId id="{DCCB1F5E-6CD2-05A9-97F0-B1BD594FCD9B}"/>
                  </a:ext>
                </a:extLst>
              </p:cNvPr>
              <p:cNvSpPr/>
              <p:nvPr/>
            </p:nvSpPr>
            <p:spPr>
              <a:xfrm flipH="false" flipV="false">
                <a:off x="9345563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27815c85-186e-402d-aa4f-2399a39d7b49" id="73" name="任意多边形: 形状 72">
                <a:extLst>
                  <a:ext uri="{FF2B5EF4-FFF2-40B4-BE49-F238E27FC236}">
                    <a16:creationId id="{F8952065-1F53-8359-83E9-BCD496849115}"/>
                  </a:ext>
                </a:extLst>
              </p:cNvPr>
              <p:cNvSpPr/>
              <p:nvPr/>
            </p:nvSpPr>
            <p:spPr>
              <a:xfrm flipH="false" flipV="false">
                <a:off x="9490663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eb39784e-4fab-407c-9061-477cbc6607ca" id="74" name="任意多边形: 形状 73">
                <a:extLst>
                  <a:ext uri="{FF2B5EF4-FFF2-40B4-BE49-F238E27FC236}">
                    <a16:creationId id="{4064D678-0479-C50C-20F9-7CA56BED2125}"/>
                  </a:ext>
                </a:extLst>
              </p:cNvPr>
              <p:cNvSpPr/>
              <p:nvPr/>
            </p:nvSpPr>
            <p:spPr>
              <a:xfrm flipH="false" flipV="false">
                <a:off x="9635942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fa43821d-17c3-4300-9d72-efc385290ae1" id="75" name="任意多边形: 形状 74">
                <a:extLst>
                  <a:ext uri="{FF2B5EF4-FFF2-40B4-BE49-F238E27FC236}">
                    <a16:creationId id="{5C1C31FB-9CE7-A3AE-5971-9FBF412B2215}"/>
                  </a:ext>
                </a:extLst>
              </p:cNvPr>
              <p:cNvSpPr/>
              <p:nvPr/>
            </p:nvSpPr>
            <p:spPr>
              <a:xfrm flipH="false" flipV="false">
                <a:off x="9781040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00d4ef11-a371-4d66-babd-06f6b26f68fa" id="76" name="任意多边形: 形状 75">
                <a:extLst>
                  <a:ext uri="{FF2B5EF4-FFF2-40B4-BE49-F238E27FC236}">
                    <a16:creationId id="{2F27E30A-926C-097C-7B97-5E8CD9E353A7}"/>
                  </a:ext>
                </a:extLst>
              </p:cNvPr>
              <p:cNvSpPr/>
              <p:nvPr/>
            </p:nvSpPr>
            <p:spPr>
              <a:xfrm flipH="false" flipV="false">
                <a:off x="9926319" y="5505418"/>
                <a:ext cx="218362" cy="146347"/>
              </a:xfrm>
              <a:custGeom>
                <a:avLst/>
                <a:gdLst>
                  <a:gd fmla="*/ 38576 w 116681" name="connsiteX0"/>
                  <a:gd fmla="*/ 78200 h 78200" name="connsiteY0"/>
                  <a:gd fmla="*/ 0 w 116681" name="connsiteX1"/>
                  <a:gd fmla="*/ 78200 h 78200" name="connsiteY1"/>
                  <a:gd fmla="*/ 78105 w 116681" name="connsiteX2"/>
                  <a:gd fmla="*/ 0 h 78200" name="connsiteY2"/>
                  <a:gd fmla="*/ 116681 w 116681" name="connsiteX3"/>
                  <a:gd fmla="*/ 0 h 7820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78200" w="116681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f4492bdc-4d9b-4b89-aa0d-49d5570fb7a8" id="77" name="任意多边形: 形状 76">
                <a:extLst>
                  <a:ext uri="{FF2B5EF4-FFF2-40B4-BE49-F238E27FC236}">
                    <a16:creationId id="{C4CEC474-7569-8B2C-911B-3C6D0EC33FE9}"/>
                  </a:ext>
                </a:extLst>
              </p:cNvPr>
              <p:cNvSpPr/>
              <p:nvPr/>
            </p:nvSpPr>
            <p:spPr>
              <a:xfrm flipH="false" flipV="false">
                <a:off x="11043798" y="5394722"/>
                <a:ext cx="375760" cy="75401"/>
              </a:xfrm>
              <a:custGeom>
                <a:avLst/>
                <a:gdLst>
                  <a:gd fmla="*/ 160401 w 200786" name="connsiteX0"/>
                  <a:gd fmla="*/ 40291 h 40290" name="connsiteY0"/>
                  <a:gd fmla="*/ 0 w 200786" name="connsiteX1"/>
                  <a:gd fmla="*/ 40291 h 40290" name="connsiteY1"/>
                  <a:gd fmla="*/ 40386 w 200786" name="connsiteX2"/>
                  <a:gd fmla="*/ 0 h 40290" name="connsiteY2"/>
                  <a:gd fmla="*/ 200787 w 200786" name="connsiteX3"/>
                  <a:gd fmla="*/ 0 h 40290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0290" w="200786">
                    <a:moveTo>
                      <a:pt x="160401" y="40291"/>
                    </a:moveTo>
                    <a:lnTo>
                      <a:pt x="0" y="40291"/>
                    </a:lnTo>
                    <a:lnTo>
                      <a:pt x="40386" y="0"/>
                    </a:lnTo>
                    <a:lnTo>
                      <a:pt x="2007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d1115460-9583-4ef3-8a8a-36292cf97106" id="71" name="任意多边形: 形状 70">
                <a:extLst>
                  <a:ext uri="{FF2B5EF4-FFF2-40B4-BE49-F238E27FC236}">
                    <a16:creationId id="{76AD88FF-F23A-A011-3E40-45A8A967BE4E}"/>
                  </a:ext>
                </a:extLst>
              </p:cNvPr>
              <p:cNvSpPr/>
              <p:nvPr/>
            </p:nvSpPr>
            <p:spPr>
              <a:xfrm flipH="false" flipV="false">
                <a:off x="9104920" y="5221636"/>
                <a:ext cx="2553680" cy="506065"/>
              </a:xfrm>
              <a:custGeom>
                <a:avLst/>
                <a:gdLst>
                  <a:gd fmla="*/ 837819 w 1364551" name="connsiteX0"/>
                  <a:gd fmla="*/ 190691 h 270414" name="connsiteY0"/>
                  <a:gd fmla="*/ 758190 w 1364551" name="connsiteX1"/>
                  <a:gd fmla="*/ 270415 h 270414" name="connsiteY1"/>
                  <a:gd fmla="*/ 0 w 1364551" name="connsiteX2"/>
                  <a:gd fmla="*/ 270415 h 270414" name="connsiteY2"/>
                  <a:gd fmla="*/ 159353 w 1364551" name="connsiteX3"/>
                  <a:gd fmla="*/ 111062 h 270414" name="connsiteY3"/>
                  <a:gd fmla="*/ 1253585 w 1364551" name="connsiteX4"/>
                  <a:gd fmla="*/ 111062 h 270414" name="connsiteY4"/>
                  <a:gd fmla="*/ 1364552 w 1364551" name="connsiteX5"/>
                  <a:gd fmla="*/ 0 h 270414" name="connsiteY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b="b" l="l" r="r" t="t"/>
                <a:pathLst>
                  <a:path h="270414" w="1364551">
                    <a:moveTo>
                      <a:pt x="837819" y="190691"/>
                    </a:moveTo>
                    <a:lnTo>
                      <a:pt x="758190" y="270415"/>
                    </a:lnTo>
                    <a:lnTo>
                      <a:pt x="0" y="270415"/>
                    </a:lnTo>
                    <a:lnTo>
                      <a:pt x="159353" y="111062"/>
                    </a:lnTo>
                    <a:lnTo>
                      <a:pt x="1253585" y="111062"/>
                    </a:lnTo>
                    <a:lnTo>
                      <a:pt x="1364552" y="0"/>
                    </a:lnTo>
                  </a:path>
                </a:pathLst>
              </a:custGeom>
              <a:noFill/>
              <a:ln cap="flat" w="9525">
                <a:solidFill>
                  <a:schemeClr val="accent1"/>
                </a:solidFill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sp>
            <p:nvSpPr>
              <p:cNvPr descr="fb9d74a3-4a7c-41c3-acc2-081d68dad962" id="69" name="任意多边形: 形状 68">
                <a:extLst>
                  <a:ext uri="{FF2B5EF4-FFF2-40B4-BE49-F238E27FC236}">
                    <a16:creationId id="{D40AFF23-ED60-C197-D23F-F2F7ED4E117B}"/>
                  </a:ext>
                </a:extLst>
              </p:cNvPr>
              <p:cNvSpPr/>
              <p:nvPr/>
            </p:nvSpPr>
            <p:spPr>
              <a:xfrm flipH="false" flipV="false">
                <a:off x="8951944" y="2039008"/>
                <a:ext cx="223824" cy="220631"/>
              </a:xfrm>
              <a:custGeom>
                <a:avLst/>
                <a:gdLst>
                  <a:gd fmla="*/ 149828 w 149828" name="connsiteX0"/>
                  <a:gd fmla="*/ 0 h 149828" name="connsiteY0"/>
                  <a:gd fmla="*/ 28956 w 149828" name="connsiteX1"/>
                  <a:gd fmla="*/ 0 h 149828" name="connsiteY1"/>
                  <a:gd fmla="*/ 0 w 149828" name="connsiteX2"/>
                  <a:gd fmla="*/ 0 h 149828" name="connsiteY2"/>
                  <a:gd fmla="*/ 0 w 149828" name="connsiteX3"/>
                  <a:gd fmla="*/ 28956 h 149828" name="connsiteY3"/>
                  <a:gd fmla="*/ 0 w 149828" name="connsiteX4"/>
                  <a:gd fmla="*/ 149828 h 149828" name="connsiteY4"/>
                  <a:gd fmla="*/ 38481 w 149828" name="connsiteX5"/>
                  <a:gd fmla="*/ 149828 h 149828" name="connsiteY5"/>
                  <a:gd fmla="*/ 38481 w 149828" name="connsiteX6"/>
                  <a:gd fmla="*/ 38481 h 149828" name="connsiteY6"/>
                  <a:gd fmla="*/ 149828 w 149828" name="connsiteX7"/>
                  <a:gd fmla="*/ 38481 h 149828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149828" w="149828">
                    <a:moveTo>
                      <a:pt x="149828" y="0"/>
                    </a:moveTo>
                    <a:lnTo>
                      <a:pt x="28956" y="0"/>
                    </a:lnTo>
                    <a:lnTo>
                      <a:pt x="0" y="0"/>
                    </a:lnTo>
                    <a:lnTo>
                      <a:pt x="0" y="28956"/>
                    </a:lnTo>
                    <a:lnTo>
                      <a:pt x="0" y="149828"/>
                    </a:lnTo>
                    <a:lnTo>
                      <a:pt x="38481" y="149828"/>
                    </a:lnTo>
                    <a:lnTo>
                      <a:pt x="38481" y="38481"/>
                    </a:lnTo>
                    <a:lnTo>
                      <a:pt x="149828" y="3848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grpSp>
            <p:nvGrpSpPr>
              <p:cNvPr descr="067d14c8-8ba1-4630-b47b-2b6c8bb2fbcd" id="6" name="组合 5">
                <a:extLst>
                  <a:ext uri="{FF2B5EF4-FFF2-40B4-BE49-F238E27FC236}">
                    <a16:creationId id="{B19F4ED3-1D4A-F34B-602F-9FE78DD83C82}"/>
                  </a:ext>
                </a:extLst>
              </p:cNvPr>
              <p:cNvGrpSpPr/>
              <p:nvPr/>
            </p:nvGrpSpPr>
            <p:grpSpPr>
              <a:xfrm>
                <a:off x="9042793" y="2632658"/>
                <a:ext cx="2325967" cy="2196064"/>
                <a:chOff x="9042793" y="2632658"/>
                <a:chExt cx="2325967" cy="2196064"/>
              </a:xfrm>
            </p:grpSpPr>
            <p:sp>
              <p:nvSpPr>
                <p:cNvPr descr="cec4e6d1-14cf-4463-b74a-143aafa3a820" id="65" name="Bullet4">
                  <a:extLst>
                    <a:ext uri="{FF2B5EF4-FFF2-40B4-BE49-F238E27FC236}">
                      <a16:creationId id="{03A47710-7A5A-34BA-57A0-748D5CAC308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9042793" y="2632658"/>
                  <a:ext cx="2325967" cy="7171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true" lang="en-US" strike="noStrike" sz="1600" u="none">
                      <a:solidFill>
                        <a:srgbClr val="2F2F2F"/>
                      </a:solidFill>
                      <a:ea typeface="微软雅黑"/>
                    </a:rPr>
                    <a:t>代码的调试</a:t>
                  </a:r>
                </a:p>
              </p:txBody>
            </p:sp>
            <p:sp>
              <p:nvSpPr>
                <p:cNvPr descr="e88dddf7-3ac2-4a88-84c2-3581d16afcec" id="66" name="Text4">
                  <a:extLst>
                    <a:ext uri="{FF2B5EF4-FFF2-40B4-BE49-F238E27FC236}">
                      <a16:creationId id="{FE95B60C-44D0-9939-2767-84AC3DCF074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9042793" y="3373125"/>
                  <a:ext cx="2325967" cy="14555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true" lang="en-US" strike="noStrike" sz="1200" u="none">
                      <a:solidFill>
                        <a:srgbClr val="2F2F2F"/>
                      </a:solidFill>
                      <a:ea typeface="微软雅黑"/>
                    </a:rPr>
                    <a:t>对整合后的代码进行调试，确保项目正常运行。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698719a0-f415-475c-8d60-518956b2010b" id="5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6000" u="none">
                <a:solidFill>
                  <a:srgbClr val="2F2F2F"/>
                </a:solidFill>
                <a:ea typeface="微软雅黑"/>
              </a:rPr>
              <a:t>谢谢观看</a:t>
            </a:r>
          </a:p>
        </p:txBody>
      </p:sp>
      <p:sp>
        <p:nvSpPr>
          <p:cNvPr descr="5185237f-5646-4c5c-a045-bed38ad08168" id="4" name=""/>
          <p:cNvSpPr>
            <a:spLocks noGrp="1"/>
          </p:cNvSpPr>
          <p:nvPr>
            <p:ph hasCustomPrompt="1" idx="13" sz="quarter" type="body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b="false" i="false" lang="en-US" strike="noStrike" sz="1200" u="none">
                <a:solidFill>
                  <a:srgbClr val="2F2F2F"/>
                </a:solidFill>
                <a:latin typeface="微软雅黑"/>
              </a:rPr>
              <a:t/>
            </a:r>
          </a:p>
        </p:txBody>
      </p:sp>
      <p:sp>
        <p:nvSpPr>
          <p:cNvPr descr="932e3989-9c17-4301-a529-017e4753e606" id="7" name=""/>
          <p:cNvSpPr>
            <a:spLocks noGrp="1"/>
          </p:cNvSpPr>
          <p:nvPr>
            <p:ph hasCustomPrompt="1" idx="14" sz="quarter" type="body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b="false" i="false" lang="en-US" strike="noStrike" sz="1600" u="none">
                <a:solidFill>
                  <a:srgbClr val="000000"/>
                </a:solidFill>
                <a:latin typeface="微软雅黑"/>
              </a:rPr>
              <a:t/>
            </a:r>
          </a:p>
        </p:txBody>
      </p:sp>
      <p:sp>
        <p:nvSpPr>
          <p:cNvPr name="TextBox 2" id="2"/>
          <p:cNvSpPr txBox="true"/>
          <p:nvPr/>
        </p:nvSpPr>
        <p:spPr>
          <a:xfrm>
            <a:off x="10756900" y="6413500"/>
            <a:ext cx="1371600" cy="381000"/>
          </a:xfrm>
          <a:prstGeom prst="roundRect">
            <a:avLst/>
          </a:prstGeom>
          <a:solidFill>
            <a:srgbClr val="FFFFFF"/>
          </a:solidFill>
        </p:spPr>
        <p:txBody>
          <a:bodyPr anchor="ctr" rtlCol="false" wrap="none"/>
          <a:lstStyle/>
          <a:p>
            <a:pPr algn="ctr">
              <a:defRPr/>
            </a:pPr>
            <a:r>
              <a:rPr lang="en-US" sz="1200">
                <a:solidFill>
                  <a:srgbClr val="000000"/>
                </a:solidFill>
              </a:rPr>
              <a:t>内容由夸克AI生成</a:t>
            </a:r>
            <a:endParaRPr 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AS_NET" val="8.0.8"/>
  <p:tag name="AS_OS" val="Microsoft Windows NT 10.0.22631.0"/>
  <p:tag name="AS_RELEASE_DATE" val="2024.08.14"/>
  <p:tag name="AS_TITLE" val="Aspose.Slides for .NET6"/>
  <p:tag name="AS_VERSION" val="24.8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891850;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high-tech"/>
</p:tagLst>
</file>

<file path=ppt/tags/tag1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high-tech"/>
</p:tagLst>
</file>

<file path=ppt/tags/tag1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high-tech"/>
</p:tagLst>
</file>

<file path=ppt/tags/tag2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high-tech"/>
</p:tagLst>
</file>

<file path=ppt/tags/tag3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high-tech"/>
</p:tagLst>
</file>

<file path=ppt/tags/tag3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high-tech"/>
</p:tagLst>
</file>

<file path=ppt/tags/tag3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high-tech"/>
</p:tagLst>
</file>

<file path=ppt/tags/tag3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high-tech"/>
</p:tagLst>
</file>

<file path=ppt/tags/tag32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high-tech"/>
</p:tagLst>
</file>

<file path=ppt/theme/theme1.xml><?xml version="1.0" encoding="utf-8"?>
<a:theme xmlns:r="http://schemas.openxmlformats.org/officeDocument/2006/relationships" xmlns:a="http://schemas.openxmlformats.org/drawingml/2006/main" name="Slide Master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1C48EA"/>
      </a:accent1>
      <a:accent2>
        <a:srgbClr val="317BFF"/>
      </a:accent2>
      <a:accent3>
        <a:srgbClr val="3ED63E"/>
      </a:accent3>
      <a:accent4>
        <a:srgbClr val="6CB2FF"/>
      </a:accent4>
      <a:accent5>
        <a:srgbClr val="19BCE5"/>
      </a:accent5>
      <a:accent6>
        <a:srgbClr val="C0C0C0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Template>iSlide Presentation Template</Template>
  <Manager>iSlide</Manager>
  <Company>iSlide</Company>
  <PresentationFormat>宽屏</PresentationFormat>
  <Paragraphs>102</Paragraphs>
  <Slides>12</Slides>
  <Notes>0</Notes>
  <TotalTime>168</TotalTime>
  <HiddenSlides>7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baseType="lpstr" size="15">
      <vt:lpstr>Arial</vt:lpstr>
      <vt:lpstr>微软雅黑</vt:lpstr>
      <vt:lpstr>Slide Master</vt:lpstr>
      <vt:lpstr>Presentation Title Goes Here</vt:lpstr>
      <vt:lpstr>Agenda</vt:lpstr>
      <vt:lpstr>Click to add title</vt:lpstr>
      <vt:lpstr>Click to add title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24.0800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2024-04-16T00:00:00Z</dcterms:created>
  <dc:creator>iSlide</dc:creator>
  <cp:lastModifiedBy>iSlide</cp:lastModifiedBy>
  <cp:lastPrinted>2024-04-16T00:00:00Z</cp:lastPrinted>
  <dcterms:modified xsi:type="dcterms:W3CDTF">2024-08-23T03:10:16Z</dcterms:modified>
  <cp:revision>1</cp:revision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ISLIDE.THEME">
    <vt:lpwstr>ae58134b-1a23-4257-b934-f25341ab717f</vt:lpwstr>
  </property>
</Properties>
</file>