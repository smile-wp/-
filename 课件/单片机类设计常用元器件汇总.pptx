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0" d="100"/>
          <a:sy n="60" d="100"/>
        </p:scale>
        <p:origin x="144" y="28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214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1E258-3BF4-4D92-A0B6-446E65C613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C36AC-8C73-4680-B992-0FF3C755C58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矩形 120" descr="ea8ee946-ba65-4510-9f81-9bc2ba3ba75e"/>
          <p:cNvSpPr>
            <a:spLocks noChangeAspect="1" noChangeArrowheads="1" noTextEdit="1"/>
          </p:cNvSpPr>
          <p:nvPr/>
        </p:nvSpPr>
        <p:spPr bwMode="auto">
          <a:xfrm>
            <a:off x="0" y="6350"/>
            <a:ext cx="12192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2" name="矩形 121" descr="12fa9d10-f191-4065-a13a-4678c8aa581a"/>
          <p:cNvSpPr>
            <a:spLocks noChangeArrowheads="1"/>
          </p:cNvSpPr>
          <p:nvPr/>
        </p:nvSpPr>
        <p:spPr bwMode="auto">
          <a:xfrm>
            <a:off x="-1589" y="-21430"/>
            <a:ext cx="12193589" cy="6879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3" name="矩形 122" descr="42b73d2c-1b9d-4e45-9e9e-50bee7dca0f2"/>
          <p:cNvSpPr>
            <a:spLocks noChangeArrowheads="1"/>
          </p:cNvSpPr>
          <p:nvPr/>
        </p:nvSpPr>
        <p:spPr bwMode="auto">
          <a:xfrm>
            <a:off x="1" y="-44052"/>
            <a:ext cx="12192000" cy="690205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4" name="矩形 123" descr="aeddcc73-6fa9-4a7a-8483-d5c955a7f0dd"/>
          <p:cNvSpPr>
            <a:spLocks noChangeArrowheads="1"/>
          </p:cNvSpPr>
          <p:nvPr/>
        </p:nvSpPr>
        <p:spPr bwMode="auto">
          <a:xfrm>
            <a:off x="0" y="-48813"/>
            <a:ext cx="3236913" cy="6906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36" name="组合 235" descr="ca677102-ef68-4828-8859-49cd3487859f"/>
          <p:cNvGrpSpPr/>
          <p:nvPr/>
        </p:nvGrpSpPr>
        <p:grpSpPr>
          <a:xfrm>
            <a:off x="4578932" y="4822825"/>
            <a:ext cx="1486646" cy="1412876"/>
            <a:chOff x="5834063" y="4632325"/>
            <a:chExt cx="1887538" cy="1793875"/>
          </a:xfrm>
        </p:grpSpPr>
        <p:sp>
          <p:nvSpPr>
            <p:cNvPr id="131" name="任意多边形: 形状 130" descr="dc08dea4-e23d-4b8c-9a2b-f3c2a4814e1f"/>
            <p:cNvSpPr/>
            <p:nvPr/>
          </p:nvSpPr>
          <p:spPr bwMode="auto">
            <a:xfrm>
              <a:off x="6397625" y="6369050"/>
              <a:ext cx="38100" cy="42863"/>
            </a:xfrm>
            <a:custGeom>
              <a:avLst/>
              <a:gdLst>
                <a:gd name="T0" fmla="*/ 4 w 20"/>
                <a:gd name="T1" fmla="*/ 22 h 22"/>
                <a:gd name="T2" fmla="*/ 2 w 20"/>
                <a:gd name="T3" fmla="*/ 21 h 22"/>
                <a:gd name="T4" fmla="*/ 0 w 20"/>
                <a:gd name="T5" fmla="*/ 18 h 22"/>
                <a:gd name="T6" fmla="*/ 0 w 20"/>
                <a:gd name="T7" fmla="*/ 4 h 22"/>
                <a:gd name="T8" fmla="*/ 4 w 20"/>
                <a:gd name="T9" fmla="*/ 0 h 22"/>
                <a:gd name="T10" fmla="*/ 8 w 20"/>
                <a:gd name="T11" fmla="*/ 4 h 22"/>
                <a:gd name="T12" fmla="*/ 8 w 20"/>
                <a:gd name="T13" fmla="*/ 11 h 22"/>
                <a:gd name="T14" fmla="*/ 14 w 20"/>
                <a:gd name="T15" fmla="*/ 8 h 22"/>
                <a:gd name="T16" fmla="*/ 20 w 20"/>
                <a:gd name="T17" fmla="*/ 9 h 22"/>
                <a:gd name="T18" fmla="*/ 18 w 20"/>
                <a:gd name="T19" fmla="*/ 15 h 22"/>
                <a:gd name="T20" fmla="*/ 6 w 20"/>
                <a:gd name="T21" fmla="*/ 21 h 22"/>
                <a:gd name="T22" fmla="*/ 4 w 20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22">
                  <a:moveTo>
                    <a:pt x="4" y="22"/>
                  </a:moveTo>
                  <a:cubicBezTo>
                    <a:pt x="3" y="22"/>
                    <a:pt x="3" y="21"/>
                    <a:pt x="2" y="21"/>
                  </a:cubicBezTo>
                  <a:cubicBezTo>
                    <a:pt x="1" y="20"/>
                    <a:pt x="0" y="19"/>
                    <a:pt x="0" y="1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6" y="7"/>
                    <a:pt x="19" y="7"/>
                    <a:pt x="20" y="9"/>
                  </a:cubicBezTo>
                  <a:cubicBezTo>
                    <a:pt x="20" y="11"/>
                    <a:pt x="20" y="14"/>
                    <a:pt x="18" y="15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1"/>
                    <a:pt x="5" y="22"/>
                    <a:pt x="4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任意多边形: 形状 131" descr="83b08447-084b-4e7a-9d93-d4217f9ab015"/>
            <p:cNvSpPr>
              <a:spLocks noEditPoints="1"/>
            </p:cNvSpPr>
            <p:nvPr/>
          </p:nvSpPr>
          <p:spPr bwMode="auto">
            <a:xfrm>
              <a:off x="6237288" y="4829175"/>
              <a:ext cx="174625" cy="1503363"/>
            </a:xfrm>
            <a:custGeom>
              <a:avLst/>
              <a:gdLst>
                <a:gd name="T0" fmla="*/ 84 w 92"/>
                <a:gd name="T1" fmla="*/ 788 h 792"/>
                <a:gd name="T2" fmla="*/ 87 w 92"/>
                <a:gd name="T3" fmla="*/ 756 h 792"/>
                <a:gd name="T4" fmla="*/ 92 w 92"/>
                <a:gd name="T5" fmla="*/ 787 h 792"/>
                <a:gd name="T6" fmla="*/ 88 w 92"/>
                <a:gd name="T7" fmla="*/ 792 h 792"/>
                <a:gd name="T8" fmla="*/ 82 w 92"/>
                <a:gd name="T9" fmla="*/ 733 h 792"/>
                <a:gd name="T10" fmla="*/ 85 w 92"/>
                <a:gd name="T11" fmla="*/ 702 h 792"/>
                <a:gd name="T12" fmla="*/ 90 w 92"/>
                <a:gd name="T13" fmla="*/ 733 h 792"/>
                <a:gd name="T14" fmla="*/ 86 w 92"/>
                <a:gd name="T15" fmla="*/ 737 h 792"/>
                <a:gd name="T16" fmla="*/ 81 w 92"/>
                <a:gd name="T17" fmla="*/ 679 h 792"/>
                <a:gd name="T18" fmla="*/ 83 w 92"/>
                <a:gd name="T19" fmla="*/ 647 h 792"/>
                <a:gd name="T20" fmla="*/ 88 w 92"/>
                <a:gd name="T21" fmla="*/ 651 h 792"/>
                <a:gd name="T22" fmla="*/ 85 w 92"/>
                <a:gd name="T23" fmla="*/ 683 h 792"/>
                <a:gd name="T24" fmla="*/ 83 w 92"/>
                <a:gd name="T25" fmla="*/ 628 h 792"/>
                <a:gd name="T26" fmla="*/ 78 w 92"/>
                <a:gd name="T27" fmla="*/ 597 h 792"/>
                <a:gd name="T28" fmla="*/ 82 w 92"/>
                <a:gd name="T29" fmla="*/ 593 h 792"/>
                <a:gd name="T30" fmla="*/ 87 w 92"/>
                <a:gd name="T31" fmla="*/ 624 h 792"/>
                <a:gd name="T32" fmla="*/ 83 w 92"/>
                <a:gd name="T33" fmla="*/ 628 h 792"/>
                <a:gd name="T34" fmla="*/ 77 w 92"/>
                <a:gd name="T35" fmla="*/ 570 h 792"/>
                <a:gd name="T36" fmla="*/ 80 w 92"/>
                <a:gd name="T37" fmla="*/ 538 h 792"/>
                <a:gd name="T38" fmla="*/ 85 w 92"/>
                <a:gd name="T39" fmla="*/ 570 h 792"/>
                <a:gd name="T40" fmla="*/ 81 w 92"/>
                <a:gd name="T41" fmla="*/ 574 h 792"/>
                <a:gd name="T42" fmla="*/ 75 w 92"/>
                <a:gd name="T43" fmla="*/ 515 h 792"/>
                <a:gd name="T44" fmla="*/ 78 w 92"/>
                <a:gd name="T45" fmla="*/ 484 h 792"/>
                <a:gd name="T46" fmla="*/ 83 w 92"/>
                <a:gd name="T47" fmla="*/ 515 h 792"/>
                <a:gd name="T48" fmla="*/ 79 w 92"/>
                <a:gd name="T49" fmla="*/ 519 h 792"/>
                <a:gd name="T50" fmla="*/ 74 w 92"/>
                <a:gd name="T51" fmla="*/ 461 h 792"/>
                <a:gd name="T52" fmla="*/ 77 w 92"/>
                <a:gd name="T53" fmla="*/ 429 h 792"/>
                <a:gd name="T54" fmla="*/ 82 w 92"/>
                <a:gd name="T55" fmla="*/ 461 h 792"/>
                <a:gd name="T56" fmla="*/ 78 w 92"/>
                <a:gd name="T57" fmla="*/ 465 h 792"/>
                <a:gd name="T58" fmla="*/ 72 w 92"/>
                <a:gd name="T59" fmla="*/ 406 h 792"/>
                <a:gd name="T60" fmla="*/ 70 w 92"/>
                <a:gd name="T61" fmla="*/ 380 h 792"/>
                <a:gd name="T62" fmla="*/ 77 w 92"/>
                <a:gd name="T63" fmla="*/ 378 h 792"/>
                <a:gd name="T64" fmla="*/ 79 w 92"/>
                <a:gd name="T65" fmla="*/ 390 h 792"/>
                <a:gd name="T66" fmla="*/ 76 w 92"/>
                <a:gd name="T67" fmla="*/ 410 h 792"/>
                <a:gd name="T68" fmla="*/ 69 w 92"/>
                <a:gd name="T69" fmla="*/ 357 h 792"/>
                <a:gd name="T70" fmla="*/ 60 w 92"/>
                <a:gd name="T71" fmla="*/ 326 h 792"/>
                <a:gd name="T72" fmla="*/ 67 w 92"/>
                <a:gd name="T73" fmla="*/ 325 h 792"/>
                <a:gd name="T74" fmla="*/ 69 w 92"/>
                <a:gd name="T75" fmla="*/ 356 h 792"/>
                <a:gd name="T76" fmla="*/ 59 w 92"/>
                <a:gd name="T77" fmla="*/ 303 h 792"/>
                <a:gd name="T78" fmla="*/ 50 w 92"/>
                <a:gd name="T79" fmla="*/ 273 h 792"/>
                <a:gd name="T80" fmla="*/ 58 w 92"/>
                <a:gd name="T81" fmla="*/ 271 h 792"/>
                <a:gd name="T82" fmla="*/ 59 w 92"/>
                <a:gd name="T83" fmla="*/ 303 h 792"/>
                <a:gd name="T84" fmla="*/ 49 w 92"/>
                <a:gd name="T85" fmla="*/ 249 h 792"/>
                <a:gd name="T86" fmla="*/ 40 w 92"/>
                <a:gd name="T87" fmla="*/ 219 h 792"/>
                <a:gd name="T88" fmla="*/ 48 w 92"/>
                <a:gd name="T89" fmla="*/ 218 h 792"/>
                <a:gd name="T90" fmla="*/ 50 w 92"/>
                <a:gd name="T91" fmla="*/ 249 h 792"/>
                <a:gd name="T92" fmla="*/ 39 w 92"/>
                <a:gd name="T93" fmla="*/ 196 h 792"/>
                <a:gd name="T94" fmla="*/ 30 w 92"/>
                <a:gd name="T95" fmla="*/ 166 h 792"/>
                <a:gd name="T96" fmla="*/ 38 w 92"/>
                <a:gd name="T97" fmla="*/ 164 h 792"/>
                <a:gd name="T98" fmla="*/ 40 w 92"/>
                <a:gd name="T99" fmla="*/ 196 h 792"/>
                <a:gd name="T100" fmla="*/ 29 w 92"/>
                <a:gd name="T101" fmla="*/ 142 h 792"/>
                <a:gd name="T102" fmla="*/ 20 w 92"/>
                <a:gd name="T103" fmla="*/ 112 h 792"/>
                <a:gd name="T104" fmla="*/ 28 w 92"/>
                <a:gd name="T105" fmla="*/ 111 h 792"/>
                <a:gd name="T106" fmla="*/ 30 w 92"/>
                <a:gd name="T107" fmla="*/ 142 h 792"/>
                <a:gd name="T108" fmla="*/ 19 w 92"/>
                <a:gd name="T109" fmla="*/ 89 h 792"/>
                <a:gd name="T110" fmla="*/ 11 w 92"/>
                <a:gd name="T111" fmla="*/ 59 h 792"/>
                <a:gd name="T112" fmla="*/ 18 w 92"/>
                <a:gd name="T113" fmla="*/ 57 h 792"/>
                <a:gd name="T114" fmla="*/ 20 w 92"/>
                <a:gd name="T115" fmla="*/ 89 h 792"/>
                <a:gd name="T116" fmla="*/ 9 w 92"/>
                <a:gd name="T117" fmla="*/ 35 h 792"/>
                <a:gd name="T118" fmla="*/ 1 w 92"/>
                <a:gd name="T119" fmla="*/ 5 h 792"/>
                <a:gd name="T120" fmla="*/ 8 w 92"/>
                <a:gd name="T121" fmla="*/ 4 h 792"/>
                <a:gd name="T122" fmla="*/ 10 w 92"/>
                <a:gd name="T123" fmla="*/ 35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" h="792">
                  <a:moveTo>
                    <a:pt x="88" y="792"/>
                  </a:moveTo>
                  <a:cubicBezTo>
                    <a:pt x="86" y="792"/>
                    <a:pt x="84" y="790"/>
                    <a:pt x="84" y="788"/>
                  </a:cubicBezTo>
                  <a:cubicBezTo>
                    <a:pt x="83" y="760"/>
                    <a:pt x="83" y="760"/>
                    <a:pt x="83" y="760"/>
                  </a:cubicBezTo>
                  <a:cubicBezTo>
                    <a:pt x="83" y="758"/>
                    <a:pt x="85" y="756"/>
                    <a:pt x="87" y="756"/>
                  </a:cubicBezTo>
                  <a:cubicBezTo>
                    <a:pt x="89" y="756"/>
                    <a:pt x="91" y="758"/>
                    <a:pt x="91" y="760"/>
                  </a:cubicBezTo>
                  <a:cubicBezTo>
                    <a:pt x="92" y="787"/>
                    <a:pt x="92" y="787"/>
                    <a:pt x="92" y="787"/>
                  </a:cubicBezTo>
                  <a:cubicBezTo>
                    <a:pt x="92" y="790"/>
                    <a:pt x="90" y="791"/>
                    <a:pt x="88" y="792"/>
                  </a:cubicBezTo>
                  <a:cubicBezTo>
                    <a:pt x="88" y="792"/>
                    <a:pt x="88" y="792"/>
                    <a:pt x="88" y="792"/>
                  </a:cubicBezTo>
                  <a:close/>
                  <a:moveTo>
                    <a:pt x="86" y="737"/>
                  </a:moveTo>
                  <a:cubicBezTo>
                    <a:pt x="84" y="737"/>
                    <a:pt x="82" y="735"/>
                    <a:pt x="82" y="733"/>
                  </a:cubicBezTo>
                  <a:cubicBezTo>
                    <a:pt x="81" y="706"/>
                    <a:pt x="81" y="706"/>
                    <a:pt x="81" y="706"/>
                  </a:cubicBezTo>
                  <a:cubicBezTo>
                    <a:pt x="81" y="704"/>
                    <a:pt x="83" y="702"/>
                    <a:pt x="85" y="702"/>
                  </a:cubicBezTo>
                  <a:cubicBezTo>
                    <a:pt x="87" y="702"/>
                    <a:pt x="89" y="703"/>
                    <a:pt x="89" y="706"/>
                  </a:cubicBezTo>
                  <a:cubicBezTo>
                    <a:pt x="90" y="733"/>
                    <a:pt x="90" y="733"/>
                    <a:pt x="90" y="733"/>
                  </a:cubicBezTo>
                  <a:cubicBezTo>
                    <a:pt x="90" y="735"/>
                    <a:pt x="88" y="737"/>
                    <a:pt x="86" y="737"/>
                  </a:cubicBezTo>
                  <a:cubicBezTo>
                    <a:pt x="86" y="737"/>
                    <a:pt x="86" y="737"/>
                    <a:pt x="86" y="737"/>
                  </a:cubicBezTo>
                  <a:close/>
                  <a:moveTo>
                    <a:pt x="84" y="683"/>
                  </a:moveTo>
                  <a:cubicBezTo>
                    <a:pt x="82" y="683"/>
                    <a:pt x="81" y="681"/>
                    <a:pt x="81" y="679"/>
                  </a:cubicBezTo>
                  <a:cubicBezTo>
                    <a:pt x="80" y="651"/>
                    <a:pt x="80" y="651"/>
                    <a:pt x="80" y="651"/>
                  </a:cubicBezTo>
                  <a:cubicBezTo>
                    <a:pt x="80" y="649"/>
                    <a:pt x="81" y="647"/>
                    <a:pt x="83" y="647"/>
                  </a:cubicBezTo>
                  <a:cubicBezTo>
                    <a:pt x="84" y="647"/>
                    <a:pt x="84" y="647"/>
                    <a:pt x="84" y="647"/>
                  </a:cubicBezTo>
                  <a:cubicBezTo>
                    <a:pt x="86" y="647"/>
                    <a:pt x="87" y="649"/>
                    <a:pt x="88" y="651"/>
                  </a:cubicBezTo>
                  <a:cubicBezTo>
                    <a:pt x="88" y="678"/>
                    <a:pt x="88" y="678"/>
                    <a:pt x="88" y="678"/>
                  </a:cubicBezTo>
                  <a:cubicBezTo>
                    <a:pt x="88" y="681"/>
                    <a:pt x="87" y="683"/>
                    <a:pt x="85" y="683"/>
                  </a:cubicBezTo>
                  <a:cubicBezTo>
                    <a:pt x="85" y="683"/>
                    <a:pt x="84" y="683"/>
                    <a:pt x="84" y="683"/>
                  </a:cubicBezTo>
                  <a:close/>
                  <a:moveTo>
                    <a:pt x="83" y="628"/>
                  </a:moveTo>
                  <a:cubicBezTo>
                    <a:pt x="81" y="628"/>
                    <a:pt x="79" y="626"/>
                    <a:pt x="79" y="624"/>
                  </a:cubicBezTo>
                  <a:cubicBezTo>
                    <a:pt x="78" y="597"/>
                    <a:pt x="78" y="597"/>
                    <a:pt x="78" y="597"/>
                  </a:cubicBezTo>
                  <a:cubicBezTo>
                    <a:pt x="78" y="595"/>
                    <a:pt x="80" y="593"/>
                    <a:pt x="82" y="593"/>
                  </a:cubicBezTo>
                  <a:cubicBezTo>
                    <a:pt x="82" y="593"/>
                    <a:pt x="82" y="593"/>
                    <a:pt x="82" y="593"/>
                  </a:cubicBezTo>
                  <a:cubicBezTo>
                    <a:pt x="84" y="593"/>
                    <a:pt x="86" y="595"/>
                    <a:pt x="86" y="597"/>
                  </a:cubicBezTo>
                  <a:cubicBezTo>
                    <a:pt x="87" y="624"/>
                    <a:pt x="87" y="624"/>
                    <a:pt x="87" y="624"/>
                  </a:cubicBezTo>
                  <a:cubicBezTo>
                    <a:pt x="87" y="626"/>
                    <a:pt x="85" y="628"/>
                    <a:pt x="83" y="628"/>
                  </a:cubicBezTo>
                  <a:cubicBezTo>
                    <a:pt x="83" y="628"/>
                    <a:pt x="83" y="628"/>
                    <a:pt x="83" y="628"/>
                  </a:cubicBezTo>
                  <a:close/>
                  <a:moveTo>
                    <a:pt x="81" y="574"/>
                  </a:moveTo>
                  <a:cubicBezTo>
                    <a:pt x="79" y="574"/>
                    <a:pt x="77" y="572"/>
                    <a:pt x="77" y="570"/>
                  </a:cubicBezTo>
                  <a:cubicBezTo>
                    <a:pt x="76" y="543"/>
                    <a:pt x="76" y="543"/>
                    <a:pt x="76" y="543"/>
                  </a:cubicBezTo>
                  <a:cubicBezTo>
                    <a:pt x="76" y="540"/>
                    <a:pt x="78" y="538"/>
                    <a:pt x="80" y="538"/>
                  </a:cubicBezTo>
                  <a:cubicBezTo>
                    <a:pt x="82" y="538"/>
                    <a:pt x="84" y="540"/>
                    <a:pt x="84" y="542"/>
                  </a:cubicBezTo>
                  <a:cubicBezTo>
                    <a:pt x="85" y="570"/>
                    <a:pt x="85" y="570"/>
                    <a:pt x="85" y="570"/>
                  </a:cubicBezTo>
                  <a:cubicBezTo>
                    <a:pt x="85" y="572"/>
                    <a:pt x="83" y="574"/>
                    <a:pt x="81" y="574"/>
                  </a:cubicBezTo>
                  <a:cubicBezTo>
                    <a:pt x="81" y="574"/>
                    <a:pt x="81" y="574"/>
                    <a:pt x="81" y="574"/>
                  </a:cubicBezTo>
                  <a:close/>
                  <a:moveTo>
                    <a:pt x="79" y="519"/>
                  </a:moveTo>
                  <a:cubicBezTo>
                    <a:pt x="77" y="519"/>
                    <a:pt x="75" y="518"/>
                    <a:pt x="75" y="515"/>
                  </a:cubicBezTo>
                  <a:cubicBezTo>
                    <a:pt x="75" y="488"/>
                    <a:pt x="75" y="488"/>
                    <a:pt x="75" y="488"/>
                  </a:cubicBezTo>
                  <a:cubicBezTo>
                    <a:pt x="74" y="486"/>
                    <a:pt x="76" y="484"/>
                    <a:pt x="78" y="484"/>
                  </a:cubicBezTo>
                  <a:cubicBezTo>
                    <a:pt x="80" y="484"/>
                    <a:pt x="82" y="486"/>
                    <a:pt x="82" y="488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83" y="517"/>
                    <a:pt x="82" y="519"/>
                    <a:pt x="79" y="519"/>
                  </a:cubicBezTo>
                  <a:cubicBezTo>
                    <a:pt x="79" y="519"/>
                    <a:pt x="79" y="519"/>
                    <a:pt x="79" y="519"/>
                  </a:cubicBezTo>
                  <a:close/>
                  <a:moveTo>
                    <a:pt x="78" y="465"/>
                  </a:moveTo>
                  <a:cubicBezTo>
                    <a:pt x="76" y="465"/>
                    <a:pt x="74" y="463"/>
                    <a:pt x="74" y="461"/>
                  </a:cubicBezTo>
                  <a:cubicBezTo>
                    <a:pt x="73" y="434"/>
                    <a:pt x="73" y="434"/>
                    <a:pt x="73" y="434"/>
                  </a:cubicBezTo>
                  <a:cubicBezTo>
                    <a:pt x="73" y="431"/>
                    <a:pt x="74" y="430"/>
                    <a:pt x="77" y="429"/>
                  </a:cubicBezTo>
                  <a:cubicBezTo>
                    <a:pt x="79" y="429"/>
                    <a:pt x="81" y="431"/>
                    <a:pt x="81" y="433"/>
                  </a:cubicBezTo>
                  <a:cubicBezTo>
                    <a:pt x="82" y="461"/>
                    <a:pt x="82" y="461"/>
                    <a:pt x="82" y="461"/>
                  </a:cubicBezTo>
                  <a:cubicBezTo>
                    <a:pt x="82" y="463"/>
                    <a:pt x="80" y="465"/>
                    <a:pt x="78" y="465"/>
                  </a:cubicBezTo>
                  <a:cubicBezTo>
                    <a:pt x="78" y="465"/>
                    <a:pt x="78" y="465"/>
                    <a:pt x="78" y="465"/>
                  </a:cubicBezTo>
                  <a:close/>
                  <a:moveTo>
                    <a:pt x="76" y="410"/>
                  </a:moveTo>
                  <a:cubicBezTo>
                    <a:pt x="74" y="410"/>
                    <a:pt x="72" y="409"/>
                    <a:pt x="72" y="406"/>
                  </a:cubicBezTo>
                  <a:cubicBezTo>
                    <a:pt x="71" y="390"/>
                    <a:pt x="71" y="390"/>
                    <a:pt x="71" y="390"/>
                  </a:cubicBezTo>
                  <a:cubicBezTo>
                    <a:pt x="70" y="380"/>
                    <a:pt x="70" y="380"/>
                    <a:pt x="70" y="380"/>
                  </a:cubicBezTo>
                  <a:cubicBezTo>
                    <a:pt x="69" y="378"/>
                    <a:pt x="71" y="376"/>
                    <a:pt x="73" y="375"/>
                  </a:cubicBezTo>
                  <a:cubicBezTo>
                    <a:pt x="75" y="375"/>
                    <a:pt x="77" y="376"/>
                    <a:pt x="77" y="378"/>
                  </a:cubicBezTo>
                  <a:cubicBezTo>
                    <a:pt x="79" y="389"/>
                    <a:pt x="79" y="389"/>
                    <a:pt x="79" y="389"/>
                  </a:cubicBezTo>
                  <a:cubicBezTo>
                    <a:pt x="79" y="389"/>
                    <a:pt x="79" y="390"/>
                    <a:pt x="79" y="390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80" y="408"/>
                    <a:pt x="78" y="410"/>
                    <a:pt x="76" y="410"/>
                  </a:cubicBezTo>
                  <a:cubicBezTo>
                    <a:pt x="76" y="410"/>
                    <a:pt x="76" y="410"/>
                    <a:pt x="76" y="410"/>
                  </a:cubicBezTo>
                  <a:close/>
                  <a:moveTo>
                    <a:pt x="69" y="357"/>
                  </a:moveTo>
                  <a:cubicBezTo>
                    <a:pt x="67" y="357"/>
                    <a:pt x="65" y="355"/>
                    <a:pt x="65" y="353"/>
                  </a:cubicBezTo>
                  <a:cubicBezTo>
                    <a:pt x="60" y="326"/>
                    <a:pt x="60" y="326"/>
                    <a:pt x="60" y="326"/>
                  </a:cubicBezTo>
                  <a:cubicBezTo>
                    <a:pt x="59" y="324"/>
                    <a:pt x="61" y="322"/>
                    <a:pt x="63" y="322"/>
                  </a:cubicBezTo>
                  <a:cubicBezTo>
                    <a:pt x="65" y="321"/>
                    <a:pt x="67" y="323"/>
                    <a:pt x="67" y="325"/>
                  </a:cubicBezTo>
                  <a:cubicBezTo>
                    <a:pt x="72" y="352"/>
                    <a:pt x="72" y="352"/>
                    <a:pt x="72" y="352"/>
                  </a:cubicBezTo>
                  <a:cubicBezTo>
                    <a:pt x="73" y="354"/>
                    <a:pt x="71" y="356"/>
                    <a:pt x="69" y="356"/>
                  </a:cubicBezTo>
                  <a:cubicBezTo>
                    <a:pt x="69" y="357"/>
                    <a:pt x="69" y="357"/>
                    <a:pt x="69" y="357"/>
                  </a:cubicBezTo>
                  <a:close/>
                  <a:moveTo>
                    <a:pt x="59" y="303"/>
                  </a:moveTo>
                  <a:cubicBezTo>
                    <a:pt x="57" y="303"/>
                    <a:pt x="55" y="302"/>
                    <a:pt x="55" y="300"/>
                  </a:cubicBezTo>
                  <a:cubicBezTo>
                    <a:pt x="50" y="273"/>
                    <a:pt x="50" y="273"/>
                    <a:pt x="50" y="273"/>
                  </a:cubicBezTo>
                  <a:cubicBezTo>
                    <a:pt x="50" y="271"/>
                    <a:pt x="51" y="269"/>
                    <a:pt x="53" y="268"/>
                  </a:cubicBezTo>
                  <a:cubicBezTo>
                    <a:pt x="55" y="268"/>
                    <a:pt x="57" y="269"/>
                    <a:pt x="58" y="271"/>
                  </a:cubicBezTo>
                  <a:cubicBezTo>
                    <a:pt x="63" y="298"/>
                    <a:pt x="63" y="298"/>
                    <a:pt x="63" y="298"/>
                  </a:cubicBezTo>
                  <a:cubicBezTo>
                    <a:pt x="63" y="300"/>
                    <a:pt x="62" y="303"/>
                    <a:pt x="59" y="303"/>
                  </a:cubicBezTo>
                  <a:cubicBezTo>
                    <a:pt x="59" y="303"/>
                    <a:pt x="59" y="303"/>
                    <a:pt x="59" y="303"/>
                  </a:cubicBezTo>
                  <a:close/>
                  <a:moveTo>
                    <a:pt x="49" y="249"/>
                  </a:moveTo>
                  <a:cubicBezTo>
                    <a:pt x="47" y="249"/>
                    <a:pt x="45" y="248"/>
                    <a:pt x="45" y="246"/>
                  </a:cubicBezTo>
                  <a:cubicBezTo>
                    <a:pt x="40" y="219"/>
                    <a:pt x="40" y="219"/>
                    <a:pt x="40" y="219"/>
                  </a:cubicBezTo>
                  <a:cubicBezTo>
                    <a:pt x="40" y="217"/>
                    <a:pt x="41" y="215"/>
                    <a:pt x="43" y="215"/>
                  </a:cubicBezTo>
                  <a:cubicBezTo>
                    <a:pt x="45" y="214"/>
                    <a:pt x="47" y="216"/>
                    <a:pt x="48" y="218"/>
                  </a:cubicBezTo>
                  <a:cubicBezTo>
                    <a:pt x="53" y="245"/>
                    <a:pt x="53" y="245"/>
                    <a:pt x="53" y="245"/>
                  </a:cubicBezTo>
                  <a:cubicBezTo>
                    <a:pt x="53" y="247"/>
                    <a:pt x="52" y="249"/>
                    <a:pt x="50" y="249"/>
                  </a:cubicBezTo>
                  <a:cubicBezTo>
                    <a:pt x="49" y="249"/>
                    <a:pt x="49" y="249"/>
                    <a:pt x="49" y="249"/>
                  </a:cubicBezTo>
                  <a:close/>
                  <a:moveTo>
                    <a:pt x="39" y="196"/>
                  </a:moveTo>
                  <a:cubicBezTo>
                    <a:pt x="37" y="196"/>
                    <a:pt x="36" y="195"/>
                    <a:pt x="35" y="193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4"/>
                    <a:pt x="31" y="162"/>
                    <a:pt x="33" y="161"/>
                  </a:cubicBezTo>
                  <a:cubicBezTo>
                    <a:pt x="35" y="161"/>
                    <a:pt x="38" y="162"/>
                    <a:pt x="38" y="164"/>
                  </a:cubicBezTo>
                  <a:cubicBezTo>
                    <a:pt x="43" y="191"/>
                    <a:pt x="43" y="191"/>
                    <a:pt x="43" y="191"/>
                  </a:cubicBezTo>
                  <a:cubicBezTo>
                    <a:pt x="43" y="193"/>
                    <a:pt x="42" y="195"/>
                    <a:pt x="40" y="196"/>
                  </a:cubicBezTo>
                  <a:cubicBezTo>
                    <a:pt x="39" y="196"/>
                    <a:pt x="39" y="196"/>
                    <a:pt x="39" y="196"/>
                  </a:cubicBezTo>
                  <a:close/>
                  <a:moveTo>
                    <a:pt x="29" y="142"/>
                  </a:moveTo>
                  <a:cubicBezTo>
                    <a:pt x="27" y="142"/>
                    <a:pt x="26" y="141"/>
                    <a:pt x="25" y="139"/>
                  </a:cubicBezTo>
                  <a:cubicBezTo>
                    <a:pt x="20" y="112"/>
                    <a:pt x="20" y="112"/>
                    <a:pt x="20" y="112"/>
                  </a:cubicBezTo>
                  <a:cubicBezTo>
                    <a:pt x="20" y="110"/>
                    <a:pt x="21" y="108"/>
                    <a:pt x="24" y="108"/>
                  </a:cubicBezTo>
                  <a:cubicBezTo>
                    <a:pt x="26" y="107"/>
                    <a:pt x="28" y="109"/>
                    <a:pt x="28" y="111"/>
                  </a:cubicBezTo>
                  <a:cubicBezTo>
                    <a:pt x="33" y="138"/>
                    <a:pt x="33" y="138"/>
                    <a:pt x="33" y="138"/>
                  </a:cubicBezTo>
                  <a:cubicBezTo>
                    <a:pt x="33" y="140"/>
                    <a:pt x="32" y="142"/>
                    <a:pt x="30" y="142"/>
                  </a:cubicBezTo>
                  <a:cubicBezTo>
                    <a:pt x="30" y="142"/>
                    <a:pt x="29" y="142"/>
                    <a:pt x="29" y="142"/>
                  </a:cubicBezTo>
                  <a:close/>
                  <a:moveTo>
                    <a:pt x="19" y="89"/>
                  </a:moveTo>
                  <a:cubicBezTo>
                    <a:pt x="17" y="89"/>
                    <a:pt x="16" y="88"/>
                    <a:pt x="15" y="86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0" y="57"/>
                    <a:pt x="12" y="55"/>
                    <a:pt x="14" y="54"/>
                  </a:cubicBezTo>
                  <a:cubicBezTo>
                    <a:pt x="16" y="54"/>
                    <a:pt x="18" y="55"/>
                    <a:pt x="18" y="57"/>
                  </a:cubicBezTo>
                  <a:cubicBezTo>
                    <a:pt x="23" y="84"/>
                    <a:pt x="23" y="84"/>
                    <a:pt x="23" y="84"/>
                  </a:cubicBezTo>
                  <a:cubicBezTo>
                    <a:pt x="24" y="86"/>
                    <a:pt x="22" y="88"/>
                    <a:pt x="20" y="89"/>
                  </a:cubicBezTo>
                  <a:cubicBezTo>
                    <a:pt x="20" y="89"/>
                    <a:pt x="20" y="89"/>
                    <a:pt x="19" y="89"/>
                  </a:cubicBezTo>
                  <a:close/>
                  <a:moveTo>
                    <a:pt x="9" y="35"/>
                  </a:moveTo>
                  <a:cubicBezTo>
                    <a:pt x="8" y="35"/>
                    <a:pt x="6" y="34"/>
                    <a:pt x="6" y="32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4" y="33"/>
                    <a:pt x="12" y="35"/>
                    <a:pt x="10" y="35"/>
                  </a:cubicBezTo>
                  <a:cubicBezTo>
                    <a:pt x="10" y="35"/>
                    <a:pt x="10" y="35"/>
                    <a:pt x="9" y="35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任意多边形: 形状 132" descr="7397264e-2f4d-446b-9e2d-0cea5e852bfc"/>
            <p:cNvSpPr/>
            <p:nvPr/>
          </p:nvSpPr>
          <p:spPr bwMode="auto">
            <a:xfrm>
              <a:off x="6223000" y="4754563"/>
              <a:ext cx="38100" cy="41275"/>
            </a:xfrm>
            <a:custGeom>
              <a:avLst/>
              <a:gdLst>
                <a:gd name="T0" fmla="*/ 7 w 20"/>
                <a:gd name="T1" fmla="*/ 22 h 22"/>
                <a:gd name="T2" fmla="*/ 3 w 20"/>
                <a:gd name="T3" fmla="*/ 19 h 22"/>
                <a:gd name="T4" fmla="*/ 0 w 20"/>
                <a:gd name="T5" fmla="*/ 5 h 22"/>
                <a:gd name="T6" fmla="*/ 2 w 20"/>
                <a:gd name="T7" fmla="*/ 1 h 22"/>
                <a:gd name="T8" fmla="*/ 6 w 20"/>
                <a:gd name="T9" fmla="*/ 1 h 22"/>
                <a:gd name="T10" fmla="*/ 18 w 20"/>
                <a:gd name="T11" fmla="*/ 7 h 22"/>
                <a:gd name="T12" fmla="*/ 19 w 20"/>
                <a:gd name="T13" fmla="*/ 13 h 22"/>
                <a:gd name="T14" fmla="*/ 14 w 20"/>
                <a:gd name="T15" fmla="*/ 14 h 22"/>
                <a:gd name="T16" fmla="*/ 10 w 20"/>
                <a:gd name="T17" fmla="*/ 12 h 22"/>
                <a:gd name="T18" fmla="*/ 10 w 20"/>
                <a:gd name="T19" fmla="*/ 17 h 22"/>
                <a:gd name="T20" fmla="*/ 7 w 20"/>
                <a:gd name="T21" fmla="*/ 22 h 22"/>
                <a:gd name="T22" fmla="*/ 7 w 20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22">
                  <a:moveTo>
                    <a:pt x="7" y="22"/>
                  </a:moveTo>
                  <a:cubicBezTo>
                    <a:pt x="5" y="22"/>
                    <a:pt x="3" y="20"/>
                    <a:pt x="3" y="1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20" y="8"/>
                    <a:pt x="20" y="11"/>
                    <a:pt x="19" y="13"/>
                  </a:cubicBezTo>
                  <a:cubicBezTo>
                    <a:pt x="18" y="15"/>
                    <a:pt x="16" y="15"/>
                    <a:pt x="14" y="1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19"/>
                    <a:pt x="9" y="21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任意多边形: 形状 133" descr="e154226e-5fb8-4642-a7c4-54f5233d06bc"/>
            <p:cNvSpPr>
              <a:spLocks noEditPoints="1"/>
            </p:cNvSpPr>
            <p:nvPr/>
          </p:nvSpPr>
          <p:spPr bwMode="auto">
            <a:xfrm>
              <a:off x="6289675" y="4789488"/>
              <a:ext cx="1344613" cy="617538"/>
            </a:xfrm>
            <a:custGeom>
              <a:avLst/>
              <a:gdLst>
                <a:gd name="T0" fmla="*/ 701 w 707"/>
                <a:gd name="T1" fmla="*/ 325 h 325"/>
                <a:gd name="T2" fmla="*/ 674 w 707"/>
                <a:gd name="T3" fmla="*/ 311 h 325"/>
                <a:gd name="T4" fmla="*/ 704 w 707"/>
                <a:gd name="T5" fmla="*/ 317 h 325"/>
                <a:gd name="T6" fmla="*/ 702 w 707"/>
                <a:gd name="T7" fmla="*/ 325 h 325"/>
                <a:gd name="T8" fmla="*/ 651 w 707"/>
                <a:gd name="T9" fmla="*/ 307 h 325"/>
                <a:gd name="T10" fmla="*/ 624 w 707"/>
                <a:gd name="T11" fmla="*/ 294 h 325"/>
                <a:gd name="T12" fmla="*/ 654 w 707"/>
                <a:gd name="T13" fmla="*/ 300 h 325"/>
                <a:gd name="T14" fmla="*/ 652 w 707"/>
                <a:gd name="T15" fmla="*/ 308 h 325"/>
                <a:gd name="T16" fmla="*/ 601 w 707"/>
                <a:gd name="T17" fmla="*/ 290 h 325"/>
                <a:gd name="T18" fmla="*/ 574 w 707"/>
                <a:gd name="T19" fmla="*/ 276 h 325"/>
                <a:gd name="T20" fmla="*/ 604 w 707"/>
                <a:gd name="T21" fmla="*/ 282 h 325"/>
                <a:gd name="T22" fmla="*/ 602 w 707"/>
                <a:gd name="T23" fmla="*/ 290 h 325"/>
                <a:gd name="T24" fmla="*/ 551 w 707"/>
                <a:gd name="T25" fmla="*/ 272 h 325"/>
                <a:gd name="T26" fmla="*/ 524 w 707"/>
                <a:gd name="T27" fmla="*/ 258 h 325"/>
                <a:gd name="T28" fmla="*/ 554 w 707"/>
                <a:gd name="T29" fmla="*/ 265 h 325"/>
                <a:gd name="T30" fmla="*/ 553 w 707"/>
                <a:gd name="T31" fmla="*/ 272 h 325"/>
                <a:gd name="T32" fmla="*/ 501 w 707"/>
                <a:gd name="T33" fmla="*/ 255 h 325"/>
                <a:gd name="T34" fmla="*/ 474 w 707"/>
                <a:gd name="T35" fmla="*/ 241 h 325"/>
                <a:gd name="T36" fmla="*/ 504 w 707"/>
                <a:gd name="T37" fmla="*/ 247 h 325"/>
                <a:gd name="T38" fmla="*/ 503 w 707"/>
                <a:gd name="T39" fmla="*/ 255 h 325"/>
                <a:gd name="T40" fmla="*/ 451 w 707"/>
                <a:gd name="T41" fmla="*/ 237 h 325"/>
                <a:gd name="T42" fmla="*/ 424 w 707"/>
                <a:gd name="T43" fmla="*/ 223 h 325"/>
                <a:gd name="T44" fmla="*/ 454 w 707"/>
                <a:gd name="T45" fmla="*/ 229 h 325"/>
                <a:gd name="T46" fmla="*/ 453 w 707"/>
                <a:gd name="T47" fmla="*/ 237 h 325"/>
                <a:gd name="T48" fmla="*/ 401 w 707"/>
                <a:gd name="T49" fmla="*/ 219 h 325"/>
                <a:gd name="T50" fmla="*/ 374 w 707"/>
                <a:gd name="T51" fmla="*/ 205 h 325"/>
                <a:gd name="T52" fmla="*/ 404 w 707"/>
                <a:gd name="T53" fmla="*/ 212 h 325"/>
                <a:gd name="T54" fmla="*/ 403 w 707"/>
                <a:gd name="T55" fmla="*/ 219 h 325"/>
                <a:gd name="T56" fmla="*/ 352 w 707"/>
                <a:gd name="T57" fmla="*/ 202 h 325"/>
                <a:gd name="T58" fmla="*/ 341 w 707"/>
                <a:gd name="T59" fmla="*/ 198 h 325"/>
                <a:gd name="T60" fmla="*/ 325 w 707"/>
                <a:gd name="T61" fmla="*/ 184 h 325"/>
                <a:gd name="T62" fmla="*/ 345 w 707"/>
                <a:gd name="T63" fmla="*/ 191 h 325"/>
                <a:gd name="T64" fmla="*/ 357 w 707"/>
                <a:gd name="T65" fmla="*/ 199 h 325"/>
                <a:gd name="T66" fmla="*/ 306 w 707"/>
                <a:gd name="T67" fmla="*/ 177 h 325"/>
                <a:gd name="T68" fmla="*/ 281 w 707"/>
                <a:gd name="T69" fmla="*/ 164 h 325"/>
                <a:gd name="T70" fmla="*/ 284 w 707"/>
                <a:gd name="T71" fmla="*/ 157 h 325"/>
                <a:gd name="T72" fmla="*/ 309 w 707"/>
                <a:gd name="T73" fmla="*/ 175 h 325"/>
                <a:gd name="T74" fmla="*/ 259 w 707"/>
                <a:gd name="T75" fmla="*/ 152 h 325"/>
                <a:gd name="T76" fmla="*/ 234 w 707"/>
                <a:gd name="T77" fmla="*/ 138 h 325"/>
                <a:gd name="T78" fmla="*/ 238 w 707"/>
                <a:gd name="T79" fmla="*/ 131 h 325"/>
                <a:gd name="T80" fmla="*/ 263 w 707"/>
                <a:gd name="T81" fmla="*/ 149 h 325"/>
                <a:gd name="T82" fmla="*/ 213 w 707"/>
                <a:gd name="T83" fmla="*/ 126 h 325"/>
                <a:gd name="T84" fmla="*/ 188 w 707"/>
                <a:gd name="T85" fmla="*/ 112 h 325"/>
                <a:gd name="T86" fmla="*/ 192 w 707"/>
                <a:gd name="T87" fmla="*/ 105 h 325"/>
                <a:gd name="T88" fmla="*/ 216 w 707"/>
                <a:gd name="T89" fmla="*/ 123 h 325"/>
                <a:gd name="T90" fmla="*/ 166 w 707"/>
                <a:gd name="T91" fmla="*/ 100 h 325"/>
                <a:gd name="T92" fmla="*/ 141 w 707"/>
                <a:gd name="T93" fmla="*/ 86 h 325"/>
                <a:gd name="T94" fmla="*/ 145 w 707"/>
                <a:gd name="T95" fmla="*/ 79 h 325"/>
                <a:gd name="T96" fmla="*/ 170 w 707"/>
                <a:gd name="T97" fmla="*/ 98 h 325"/>
                <a:gd name="T98" fmla="*/ 120 w 707"/>
                <a:gd name="T99" fmla="*/ 74 h 325"/>
                <a:gd name="T100" fmla="*/ 95 w 707"/>
                <a:gd name="T101" fmla="*/ 60 h 325"/>
                <a:gd name="T102" fmla="*/ 99 w 707"/>
                <a:gd name="T103" fmla="*/ 53 h 325"/>
                <a:gd name="T104" fmla="*/ 124 w 707"/>
                <a:gd name="T105" fmla="*/ 72 h 325"/>
                <a:gd name="T106" fmla="*/ 74 w 707"/>
                <a:gd name="T107" fmla="*/ 48 h 325"/>
                <a:gd name="T108" fmla="*/ 49 w 707"/>
                <a:gd name="T109" fmla="*/ 34 h 325"/>
                <a:gd name="T110" fmla="*/ 52 w 707"/>
                <a:gd name="T111" fmla="*/ 27 h 325"/>
                <a:gd name="T112" fmla="*/ 77 w 707"/>
                <a:gd name="T113" fmla="*/ 46 h 325"/>
                <a:gd name="T114" fmla="*/ 27 w 707"/>
                <a:gd name="T115" fmla="*/ 22 h 325"/>
                <a:gd name="T116" fmla="*/ 2 w 707"/>
                <a:gd name="T117" fmla="*/ 8 h 325"/>
                <a:gd name="T118" fmla="*/ 6 w 707"/>
                <a:gd name="T119" fmla="*/ 1 h 325"/>
                <a:gd name="T120" fmla="*/ 31 w 707"/>
                <a:gd name="T121" fmla="*/ 2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07" h="325">
                  <a:moveTo>
                    <a:pt x="702" y="325"/>
                  </a:moveTo>
                  <a:cubicBezTo>
                    <a:pt x="702" y="325"/>
                    <a:pt x="701" y="325"/>
                    <a:pt x="701" y="325"/>
                  </a:cubicBezTo>
                  <a:cubicBezTo>
                    <a:pt x="676" y="316"/>
                    <a:pt x="676" y="316"/>
                    <a:pt x="676" y="316"/>
                  </a:cubicBezTo>
                  <a:cubicBezTo>
                    <a:pt x="674" y="316"/>
                    <a:pt x="673" y="313"/>
                    <a:pt x="674" y="311"/>
                  </a:cubicBezTo>
                  <a:cubicBezTo>
                    <a:pt x="674" y="309"/>
                    <a:pt x="677" y="308"/>
                    <a:pt x="679" y="309"/>
                  </a:cubicBezTo>
                  <a:cubicBezTo>
                    <a:pt x="704" y="317"/>
                    <a:pt x="704" y="317"/>
                    <a:pt x="704" y="317"/>
                  </a:cubicBezTo>
                  <a:cubicBezTo>
                    <a:pt x="706" y="318"/>
                    <a:pt x="707" y="320"/>
                    <a:pt x="706" y="323"/>
                  </a:cubicBezTo>
                  <a:cubicBezTo>
                    <a:pt x="705" y="324"/>
                    <a:pt x="704" y="325"/>
                    <a:pt x="702" y="325"/>
                  </a:cubicBezTo>
                  <a:close/>
                  <a:moveTo>
                    <a:pt x="652" y="308"/>
                  </a:moveTo>
                  <a:cubicBezTo>
                    <a:pt x="652" y="308"/>
                    <a:pt x="652" y="308"/>
                    <a:pt x="651" y="307"/>
                  </a:cubicBezTo>
                  <a:cubicBezTo>
                    <a:pt x="626" y="299"/>
                    <a:pt x="626" y="299"/>
                    <a:pt x="626" y="299"/>
                  </a:cubicBezTo>
                  <a:cubicBezTo>
                    <a:pt x="624" y="298"/>
                    <a:pt x="623" y="296"/>
                    <a:pt x="624" y="294"/>
                  </a:cubicBezTo>
                  <a:cubicBezTo>
                    <a:pt x="624" y="291"/>
                    <a:pt x="627" y="290"/>
                    <a:pt x="629" y="291"/>
                  </a:cubicBezTo>
                  <a:cubicBezTo>
                    <a:pt x="654" y="300"/>
                    <a:pt x="654" y="300"/>
                    <a:pt x="654" y="300"/>
                  </a:cubicBezTo>
                  <a:cubicBezTo>
                    <a:pt x="656" y="301"/>
                    <a:pt x="657" y="303"/>
                    <a:pt x="656" y="305"/>
                  </a:cubicBezTo>
                  <a:cubicBezTo>
                    <a:pt x="656" y="307"/>
                    <a:pt x="654" y="308"/>
                    <a:pt x="652" y="308"/>
                  </a:cubicBezTo>
                  <a:close/>
                  <a:moveTo>
                    <a:pt x="602" y="290"/>
                  </a:moveTo>
                  <a:cubicBezTo>
                    <a:pt x="602" y="290"/>
                    <a:pt x="602" y="290"/>
                    <a:pt x="601" y="290"/>
                  </a:cubicBezTo>
                  <a:cubicBezTo>
                    <a:pt x="576" y="281"/>
                    <a:pt x="576" y="281"/>
                    <a:pt x="576" y="281"/>
                  </a:cubicBezTo>
                  <a:cubicBezTo>
                    <a:pt x="574" y="280"/>
                    <a:pt x="573" y="278"/>
                    <a:pt x="574" y="276"/>
                  </a:cubicBezTo>
                  <a:cubicBezTo>
                    <a:pt x="574" y="274"/>
                    <a:pt x="577" y="273"/>
                    <a:pt x="579" y="273"/>
                  </a:cubicBezTo>
                  <a:cubicBezTo>
                    <a:pt x="604" y="282"/>
                    <a:pt x="604" y="282"/>
                    <a:pt x="604" y="282"/>
                  </a:cubicBezTo>
                  <a:cubicBezTo>
                    <a:pt x="606" y="283"/>
                    <a:pt x="607" y="285"/>
                    <a:pt x="606" y="287"/>
                  </a:cubicBezTo>
                  <a:cubicBezTo>
                    <a:pt x="606" y="289"/>
                    <a:pt x="604" y="290"/>
                    <a:pt x="602" y="290"/>
                  </a:cubicBezTo>
                  <a:close/>
                  <a:moveTo>
                    <a:pt x="553" y="272"/>
                  </a:moveTo>
                  <a:cubicBezTo>
                    <a:pt x="552" y="272"/>
                    <a:pt x="552" y="272"/>
                    <a:pt x="551" y="272"/>
                  </a:cubicBezTo>
                  <a:cubicBezTo>
                    <a:pt x="526" y="263"/>
                    <a:pt x="526" y="263"/>
                    <a:pt x="526" y="263"/>
                  </a:cubicBezTo>
                  <a:cubicBezTo>
                    <a:pt x="524" y="263"/>
                    <a:pt x="523" y="260"/>
                    <a:pt x="524" y="258"/>
                  </a:cubicBezTo>
                  <a:cubicBezTo>
                    <a:pt x="525" y="256"/>
                    <a:pt x="527" y="255"/>
                    <a:pt x="529" y="256"/>
                  </a:cubicBezTo>
                  <a:cubicBezTo>
                    <a:pt x="554" y="265"/>
                    <a:pt x="554" y="265"/>
                    <a:pt x="554" y="265"/>
                  </a:cubicBezTo>
                  <a:cubicBezTo>
                    <a:pt x="556" y="265"/>
                    <a:pt x="557" y="268"/>
                    <a:pt x="556" y="270"/>
                  </a:cubicBezTo>
                  <a:cubicBezTo>
                    <a:pt x="556" y="271"/>
                    <a:pt x="554" y="272"/>
                    <a:pt x="553" y="272"/>
                  </a:cubicBezTo>
                  <a:close/>
                  <a:moveTo>
                    <a:pt x="503" y="255"/>
                  </a:moveTo>
                  <a:cubicBezTo>
                    <a:pt x="502" y="255"/>
                    <a:pt x="502" y="255"/>
                    <a:pt x="501" y="255"/>
                  </a:cubicBezTo>
                  <a:cubicBezTo>
                    <a:pt x="476" y="246"/>
                    <a:pt x="476" y="246"/>
                    <a:pt x="476" y="246"/>
                  </a:cubicBezTo>
                  <a:cubicBezTo>
                    <a:pt x="474" y="245"/>
                    <a:pt x="473" y="243"/>
                    <a:pt x="474" y="241"/>
                  </a:cubicBezTo>
                  <a:cubicBezTo>
                    <a:pt x="475" y="238"/>
                    <a:pt x="477" y="237"/>
                    <a:pt x="479" y="238"/>
                  </a:cubicBezTo>
                  <a:cubicBezTo>
                    <a:pt x="504" y="247"/>
                    <a:pt x="504" y="247"/>
                    <a:pt x="504" y="247"/>
                  </a:cubicBezTo>
                  <a:cubicBezTo>
                    <a:pt x="506" y="248"/>
                    <a:pt x="507" y="250"/>
                    <a:pt x="506" y="252"/>
                  </a:cubicBezTo>
                  <a:cubicBezTo>
                    <a:pt x="506" y="254"/>
                    <a:pt x="504" y="255"/>
                    <a:pt x="503" y="255"/>
                  </a:cubicBezTo>
                  <a:close/>
                  <a:moveTo>
                    <a:pt x="453" y="237"/>
                  </a:moveTo>
                  <a:cubicBezTo>
                    <a:pt x="452" y="237"/>
                    <a:pt x="452" y="237"/>
                    <a:pt x="451" y="237"/>
                  </a:cubicBezTo>
                  <a:cubicBezTo>
                    <a:pt x="426" y="228"/>
                    <a:pt x="426" y="228"/>
                    <a:pt x="426" y="228"/>
                  </a:cubicBezTo>
                  <a:cubicBezTo>
                    <a:pt x="424" y="227"/>
                    <a:pt x="423" y="225"/>
                    <a:pt x="424" y="223"/>
                  </a:cubicBezTo>
                  <a:cubicBezTo>
                    <a:pt x="425" y="221"/>
                    <a:pt x="427" y="220"/>
                    <a:pt x="429" y="220"/>
                  </a:cubicBezTo>
                  <a:cubicBezTo>
                    <a:pt x="454" y="229"/>
                    <a:pt x="454" y="229"/>
                    <a:pt x="454" y="229"/>
                  </a:cubicBezTo>
                  <a:cubicBezTo>
                    <a:pt x="456" y="230"/>
                    <a:pt x="457" y="232"/>
                    <a:pt x="456" y="234"/>
                  </a:cubicBezTo>
                  <a:cubicBezTo>
                    <a:pt x="456" y="236"/>
                    <a:pt x="454" y="237"/>
                    <a:pt x="453" y="237"/>
                  </a:cubicBezTo>
                  <a:close/>
                  <a:moveTo>
                    <a:pt x="403" y="219"/>
                  </a:moveTo>
                  <a:cubicBezTo>
                    <a:pt x="402" y="219"/>
                    <a:pt x="402" y="219"/>
                    <a:pt x="401" y="219"/>
                  </a:cubicBezTo>
                  <a:cubicBezTo>
                    <a:pt x="377" y="210"/>
                    <a:pt x="377" y="210"/>
                    <a:pt x="377" y="210"/>
                  </a:cubicBezTo>
                  <a:cubicBezTo>
                    <a:pt x="374" y="210"/>
                    <a:pt x="373" y="207"/>
                    <a:pt x="374" y="205"/>
                  </a:cubicBezTo>
                  <a:cubicBezTo>
                    <a:pt x="375" y="203"/>
                    <a:pt x="377" y="202"/>
                    <a:pt x="379" y="203"/>
                  </a:cubicBezTo>
                  <a:cubicBezTo>
                    <a:pt x="404" y="212"/>
                    <a:pt x="404" y="212"/>
                    <a:pt x="404" y="212"/>
                  </a:cubicBezTo>
                  <a:cubicBezTo>
                    <a:pt x="406" y="212"/>
                    <a:pt x="407" y="215"/>
                    <a:pt x="406" y="217"/>
                  </a:cubicBezTo>
                  <a:cubicBezTo>
                    <a:pt x="406" y="218"/>
                    <a:pt x="404" y="219"/>
                    <a:pt x="403" y="219"/>
                  </a:cubicBezTo>
                  <a:close/>
                  <a:moveTo>
                    <a:pt x="353" y="202"/>
                  </a:moveTo>
                  <a:cubicBezTo>
                    <a:pt x="352" y="202"/>
                    <a:pt x="352" y="202"/>
                    <a:pt x="352" y="202"/>
                  </a:cubicBezTo>
                  <a:cubicBezTo>
                    <a:pt x="342" y="198"/>
                    <a:pt x="342" y="198"/>
                    <a:pt x="342" y="198"/>
                  </a:cubicBezTo>
                  <a:cubicBezTo>
                    <a:pt x="342" y="198"/>
                    <a:pt x="342" y="198"/>
                    <a:pt x="341" y="198"/>
                  </a:cubicBezTo>
                  <a:cubicBezTo>
                    <a:pt x="327" y="190"/>
                    <a:pt x="327" y="190"/>
                    <a:pt x="327" y="190"/>
                  </a:cubicBezTo>
                  <a:cubicBezTo>
                    <a:pt x="325" y="189"/>
                    <a:pt x="324" y="186"/>
                    <a:pt x="325" y="184"/>
                  </a:cubicBezTo>
                  <a:cubicBezTo>
                    <a:pt x="327" y="182"/>
                    <a:pt x="329" y="182"/>
                    <a:pt x="331" y="183"/>
                  </a:cubicBezTo>
                  <a:cubicBezTo>
                    <a:pt x="345" y="191"/>
                    <a:pt x="345" y="191"/>
                    <a:pt x="345" y="191"/>
                  </a:cubicBezTo>
                  <a:cubicBezTo>
                    <a:pt x="354" y="194"/>
                    <a:pt x="354" y="194"/>
                    <a:pt x="354" y="194"/>
                  </a:cubicBezTo>
                  <a:cubicBezTo>
                    <a:pt x="356" y="195"/>
                    <a:pt x="357" y="197"/>
                    <a:pt x="357" y="199"/>
                  </a:cubicBezTo>
                  <a:cubicBezTo>
                    <a:pt x="356" y="201"/>
                    <a:pt x="354" y="202"/>
                    <a:pt x="353" y="202"/>
                  </a:cubicBezTo>
                  <a:close/>
                  <a:moveTo>
                    <a:pt x="306" y="177"/>
                  </a:moveTo>
                  <a:cubicBezTo>
                    <a:pt x="305" y="177"/>
                    <a:pt x="304" y="177"/>
                    <a:pt x="304" y="177"/>
                  </a:cubicBezTo>
                  <a:cubicBezTo>
                    <a:pt x="281" y="164"/>
                    <a:pt x="281" y="164"/>
                    <a:pt x="281" y="164"/>
                  </a:cubicBezTo>
                  <a:cubicBezTo>
                    <a:pt x="279" y="163"/>
                    <a:pt x="278" y="160"/>
                    <a:pt x="279" y="159"/>
                  </a:cubicBezTo>
                  <a:cubicBezTo>
                    <a:pt x="280" y="157"/>
                    <a:pt x="282" y="156"/>
                    <a:pt x="284" y="157"/>
                  </a:cubicBezTo>
                  <a:cubicBezTo>
                    <a:pt x="308" y="170"/>
                    <a:pt x="308" y="170"/>
                    <a:pt x="308" y="170"/>
                  </a:cubicBezTo>
                  <a:cubicBezTo>
                    <a:pt x="310" y="171"/>
                    <a:pt x="310" y="173"/>
                    <a:pt x="309" y="175"/>
                  </a:cubicBezTo>
                  <a:cubicBezTo>
                    <a:pt x="308" y="177"/>
                    <a:pt x="307" y="177"/>
                    <a:pt x="306" y="177"/>
                  </a:cubicBezTo>
                  <a:close/>
                  <a:moveTo>
                    <a:pt x="259" y="152"/>
                  </a:moveTo>
                  <a:cubicBezTo>
                    <a:pt x="259" y="152"/>
                    <a:pt x="258" y="151"/>
                    <a:pt x="257" y="151"/>
                  </a:cubicBezTo>
                  <a:cubicBezTo>
                    <a:pt x="234" y="138"/>
                    <a:pt x="234" y="138"/>
                    <a:pt x="234" y="138"/>
                  </a:cubicBezTo>
                  <a:cubicBezTo>
                    <a:pt x="232" y="137"/>
                    <a:pt x="232" y="135"/>
                    <a:pt x="233" y="133"/>
                  </a:cubicBezTo>
                  <a:cubicBezTo>
                    <a:pt x="234" y="131"/>
                    <a:pt x="236" y="130"/>
                    <a:pt x="238" y="131"/>
                  </a:cubicBezTo>
                  <a:cubicBezTo>
                    <a:pt x="261" y="144"/>
                    <a:pt x="261" y="144"/>
                    <a:pt x="261" y="144"/>
                  </a:cubicBezTo>
                  <a:cubicBezTo>
                    <a:pt x="263" y="145"/>
                    <a:pt x="264" y="147"/>
                    <a:pt x="263" y="149"/>
                  </a:cubicBezTo>
                  <a:cubicBezTo>
                    <a:pt x="262" y="151"/>
                    <a:pt x="261" y="152"/>
                    <a:pt x="259" y="152"/>
                  </a:cubicBezTo>
                  <a:close/>
                  <a:moveTo>
                    <a:pt x="213" y="126"/>
                  </a:moveTo>
                  <a:cubicBezTo>
                    <a:pt x="212" y="126"/>
                    <a:pt x="212" y="125"/>
                    <a:pt x="211" y="125"/>
                  </a:cubicBezTo>
                  <a:cubicBezTo>
                    <a:pt x="188" y="112"/>
                    <a:pt x="188" y="112"/>
                    <a:pt x="188" y="112"/>
                  </a:cubicBezTo>
                  <a:cubicBezTo>
                    <a:pt x="186" y="111"/>
                    <a:pt x="185" y="109"/>
                    <a:pt x="186" y="107"/>
                  </a:cubicBezTo>
                  <a:cubicBezTo>
                    <a:pt x="187" y="105"/>
                    <a:pt x="190" y="104"/>
                    <a:pt x="192" y="105"/>
                  </a:cubicBezTo>
                  <a:cubicBezTo>
                    <a:pt x="215" y="118"/>
                    <a:pt x="215" y="118"/>
                    <a:pt x="215" y="118"/>
                  </a:cubicBezTo>
                  <a:cubicBezTo>
                    <a:pt x="217" y="119"/>
                    <a:pt x="217" y="121"/>
                    <a:pt x="216" y="123"/>
                  </a:cubicBezTo>
                  <a:cubicBezTo>
                    <a:pt x="216" y="125"/>
                    <a:pt x="214" y="126"/>
                    <a:pt x="213" y="126"/>
                  </a:cubicBezTo>
                  <a:close/>
                  <a:moveTo>
                    <a:pt x="166" y="100"/>
                  </a:moveTo>
                  <a:cubicBezTo>
                    <a:pt x="166" y="100"/>
                    <a:pt x="165" y="99"/>
                    <a:pt x="165" y="99"/>
                  </a:cubicBezTo>
                  <a:cubicBezTo>
                    <a:pt x="141" y="86"/>
                    <a:pt x="141" y="86"/>
                    <a:pt x="141" y="86"/>
                  </a:cubicBezTo>
                  <a:cubicBezTo>
                    <a:pt x="140" y="85"/>
                    <a:pt x="139" y="83"/>
                    <a:pt x="140" y="81"/>
                  </a:cubicBezTo>
                  <a:cubicBezTo>
                    <a:pt x="141" y="79"/>
                    <a:pt x="143" y="78"/>
                    <a:pt x="145" y="79"/>
                  </a:cubicBezTo>
                  <a:cubicBezTo>
                    <a:pt x="168" y="92"/>
                    <a:pt x="168" y="92"/>
                    <a:pt x="168" y="92"/>
                  </a:cubicBezTo>
                  <a:cubicBezTo>
                    <a:pt x="170" y="93"/>
                    <a:pt x="171" y="96"/>
                    <a:pt x="170" y="98"/>
                  </a:cubicBezTo>
                  <a:cubicBezTo>
                    <a:pt x="169" y="99"/>
                    <a:pt x="168" y="100"/>
                    <a:pt x="166" y="100"/>
                  </a:cubicBezTo>
                  <a:close/>
                  <a:moveTo>
                    <a:pt x="120" y="74"/>
                  </a:moveTo>
                  <a:cubicBezTo>
                    <a:pt x="119" y="74"/>
                    <a:pt x="119" y="74"/>
                    <a:pt x="118" y="73"/>
                  </a:cubicBezTo>
                  <a:cubicBezTo>
                    <a:pt x="95" y="60"/>
                    <a:pt x="95" y="60"/>
                    <a:pt x="95" y="60"/>
                  </a:cubicBezTo>
                  <a:cubicBezTo>
                    <a:pt x="93" y="59"/>
                    <a:pt x="92" y="57"/>
                    <a:pt x="93" y="55"/>
                  </a:cubicBezTo>
                  <a:cubicBezTo>
                    <a:pt x="94" y="53"/>
                    <a:pt x="97" y="52"/>
                    <a:pt x="99" y="53"/>
                  </a:cubicBezTo>
                  <a:cubicBezTo>
                    <a:pt x="122" y="66"/>
                    <a:pt x="122" y="66"/>
                    <a:pt x="122" y="66"/>
                  </a:cubicBezTo>
                  <a:cubicBezTo>
                    <a:pt x="124" y="67"/>
                    <a:pt x="125" y="70"/>
                    <a:pt x="124" y="72"/>
                  </a:cubicBezTo>
                  <a:cubicBezTo>
                    <a:pt x="123" y="73"/>
                    <a:pt x="121" y="74"/>
                    <a:pt x="120" y="74"/>
                  </a:cubicBezTo>
                  <a:close/>
                  <a:moveTo>
                    <a:pt x="74" y="48"/>
                  </a:moveTo>
                  <a:cubicBezTo>
                    <a:pt x="73" y="48"/>
                    <a:pt x="72" y="48"/>
                    <a:pt x="72" y="47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7" y="33"/>
                    <a:pt x="46" y="31"/>
                    <a:pt x="47" y="29"/>
                  </a:cubicBezTo>
                  <a:cubicBezTo>
                    <a:pt x="48" y="27"/>
                    <a:pt x="50" y="26"/>
                    <a:pt x="52" y="27"/>
                  </a:cubicBezTo>
                  <a:cubicBezTo>
                    <a:pt x="76" y="40"/>
                    <a:pt x="76" y="40"/>
                    <a:pt x="76" y="40"/>
                  </a:cubicBezTo>
                  <a:cubicBezTo>
                    <a:pt x="77" y="41"/>
                    <a:pt x="78" y="44"/>
                    <a:pt x="77" y="46"/>
                  </a:cubicBezTo>
                  <a:cubicBezTo>
                    <a:pt x="76" y="47"/>
                    <a:pt x="75" y="48"/>
                    <a:pt x="74" y="48"/>
                  </a:cubicBezTo>
                  <a:close/>
                  <a:moveTo>
                    <a:pt x="27" y="22"/>
                  </a:moveTo>
                  <a:cubicBezTo>
                    <a:pt x="27" y="22"/>
                    <a:pt x="26" y="22"/>
                    <a:pt x="25" y="21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1" y="15"/>
                    <a:pt x="32" y="18"/>
                    <a:pt x="31" y="20"/>
                  </a:cubicBezTo>
                  <a:cubicBezTo>
                    <a:pt x="30" y="21"/>
                    <a:pt x="29" y="22"/>
                    <a:pt x="27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任意多边形: 形状 134" descr="7085b007-cae5-4cdc-9624-5074412392c7"/>
            <p:cNvSpPr/>
            <p:nvPr/>
          </p:nvSpPr>
          <p:spPr bwMode="auto">
            <a:xfrm>
              <a:off x="7664450" y="5408613"/>
              <a:ext cx="39688" cy="41275"/>
            </a:xfrm>
            <a:custGeom>
              <a:avLst/>
              <a:gdLst>
                <a:gd name="T0" fmla="*/ 8 w 21"/>
                <a:gd name="T1" fmla="*/ 22 h 22"/>
                <a:gd name="T2" fmla="*/ 5 w 21"/>
                <a:gd name="T3" fmla="*/ 21 h 22"/>
                <a:gd name="T4" fmla="*/ 5 w 21"/>
                <a:gd name="T5" fmla="*/ 16 h 22"/>
                <a:gd name="T6" fmla="*/ 10 w 21"/>
                <a:gd name="T7" fmla="*/ 10 h 22"/>
                <a:gd name="T8" fmla="*/ 3 w 21"/>
                <a:gd name="T9" fmla="*/ 8 h 22"/>
                <a:gd name="T10" fmla="*/ 1 w 21"/>
                <a:gd name="T11" fmla="*/ 3 h 22"/>
                <a:gd name="T12" fmla="*/ 6 w 21"/>
                <a:gd name="T13" fmla="*/ 0 h 22"/>
                <a:gd name="T14" fmla="*/ 18 w 21"/>
                <a:gd name="T15" fmla="*/ 5 h 22"/>
                <a:gd name="T16" fmla="*/ 21 w 21"/>
                <a:gd name="T17" fmla="*/ 8 h 22"/>
                <a:gd name="T18" fmla="*/ 20 w 21"/>
                <a:gd name="T19" fmla="*/ 11 h 22"/>
                <a:gd name="T20" fmla="*/ 10 w 21"/>
                <a:gd name="T21" fmla="*/ 21 h 22"/>
                <a:gd name="T22" fmla="*/ 8 w 21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" h="22">
                  <a:moveTo>
                    <a:pt x="8" y="22"/>
                  </a:moveTo>
                  <a:cubicBezTo>
                    <a:pt x="7" y="22"/>
                    <a:pt x="6" y="22"/>
                    <a:pt x="5" y="21"/>
                  </a:cubicBezTo>
                  <a:cubicBezTo>
                    <a:pt x="3" y="20"/>
                    <a:pt x="3" y="17"/>
                    <a:pt x="5" y="16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1" y="1"/>
                    <a:pt x="4" y="0"/>
                    <a:pt x="6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5"/>
                    <a:pt x="20" y="6"/>
                    <a:pt x="21" y="8"/>
                  </a:cubicBezTo>
                  <a:cubicBezTo>
                    <a:pt x="21" y="9"/>
                    <a:pt x="21" y="10"/>
                    <a:pt x="20" y="1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9" y="22"/>
                    <a:pt x="8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任意多边形: 形状 135" descr="c0029bbb-0c50-426c-89af-d38da1c4a53e"/>
            <p:cNvSpPr>
              <a:spLocks noEditPoints="1"/>
            </p:cNvSpPr>
            <p:nvPr/>
          </p:nvSpPr>
          <p:spPr bwMode="auto">
            <a:xfrm>
              <a:off x="6464300" y="5473700"/>
              <a:ext cx="1187450" cy="901700"/>
            </a:xfrm>
            <a:custGeom>
              <a:avLst/>
              <a:gdLst>
                <a:gd name="T0" fmla="*/ 1 w 624"/>
                <a:gd name="T1" fmla="*/ 473 h 475"/>
                <a:gd name="T2" fmla="*/ 27 w 624"/>
                <a:gd name="T3" fmla="*/ 455 h 475"/>
                <a:gd name="T4" fmla="*/ 30 w 624"/>
                <a:gd name="T5" fmla="*/ 462 h 475"/>
                <a:gd name="T6" fmla="*/ 5 w 624"/>
                <a:gd name="T7" fmla="*/ 475 h 475"/>
                <a:gd name="T8" fmla="*/ 49 w 624"/>
                <a:gd name="T9" fmla="*/ 448 h 475"/>
                <a:gd name="T10" fmla="*/ 74 w 624"/>
                <a:gd name="T11" fmla="*/ 430 h 475"/>
                <a:gd name="T12" fmla="*/ 78 w 624"/>
                <a:gd name="T13" fmla="*/ 437 h 475"/>
                <a:gd name="T14" fmla="*/ 52 w 624"/>
                <a:gd name="T15" fmla="*/ 450 h 475"/>
                <a:gd name="T16" fmla="*/ 96 w 624"/>
                <a:gd name="T17" fmla="*/ 423 h 475"/>
                <a:gd name="T18" fmla="*/ 122 w 624"/>
                <a:gd name="T19" fmla="*/ 405 h 475"/>
                <a:gd name="T20" fmla="*/ 125 w 624"/>
                <a:gd name="T21" fmla="*/ 412 h 475"/>
                <a:gd name="T22" fmla="*/ 100 w 624"/>
                <a:gd name="T23" fmla="*/ 425 h 475"/>
                <a:gd name="T24" fmla="*/ 144 w 624"/>
                <a:gd name="T25" fmla="*/ 398 h 475"/>
                <a:gd name="T26" fmla="*/ 169 w 624"/>
                <a:gd name="T27" fmla="*/ 380 h 475"/>
                <a:gd name="T28" fmla="*/ 173 w 624"/>
                <a:gd name="T29" fmla="*/ 387 h 475"/>
                <a:gd name="T30" fmla="*/ 147 w 624"/>
                <a:gd name="T31" fmla="*/ 400 h 475"/>
                <a:gd name="T32" fmla="*/ 191 w 624"/>
                <a:gd name="T33" fmla="*/ 373 h 475"/>
                <a:gd name="T34" fmla="*/ 217 w 624"/>
                <a:gd name="T35" fmla="*/ 355 h 475"/>
                <a:gd name="T36" fmla="*/ 220 w 624"/>
                <a:gd name="T37" fmla="*/ 362 h 475"/>
                <a:gd name="T38" fmla="*/ 195 w 624"/>
                <a:gd name="T39" fmla="*/ 375 h 475"/>
                <a:gd name="T40" fmla="*/ 239 w 624"/>
                <a:gd name="T41" fmla="*/ 348 h 475"/>
                <a:gd name="T42" fmla="*/ 264 w 624"/>
                <a:gd name="T43" fmla="*/ 330 h 475"/>
                <a:gd name="T44" fmla="*/ 268 w 624"/>
                <a:gd name="T45" fmla="*/ 337 h 475"/>
                <a:gd name="T46" fmla="*/ 242 w 624"/>
                <a:gd name="T47" fmla="*/ 350 h 475"/>
                <a:gd name="T48" fmla="*/ 286 w 624"/>
                <a:gd name="T49" fmla="*/ 323 h 475"/>
                <a:gd name="T50" fmla="*/ 312 w 624"/>
                <a:gd name="T51" fmla="*/ 305 h 475"/>
                <a:gd name="T52" fmla="*/ 315 w 624"/>
                <a:gd name="T53" fmla="*/ 312 h 475"/>
                <a:gd name="T54" fmla="*/ 290 w 624"/>
                <a:gd name="T55" fmla="*/ 325 h 475"/>
                <a:gd name="T56" fmla="*/ 334 w 624"/>
                <a:gd name="T57" fmla="*/ 298 h 475"/>
                <a:gd name="T58" fmla="*/ 347 w 624"/>
                <a:gd name="T59" fmla="*/ 286 h 475"/>
                <a:gd name="T60" fmla="*/ 362 w 624"/>
                <a:gd name="T61" fmla="*/ 277 h 475"/>
                <a:gd name="T62" fmla="*/ 353 w 624"/>
                <a:gd name="T63" fmla="*/ 292 h 475"/>
                <a:gd name="T64" fmla="*/ 339 w 624"/>
                <a:gd name="T65" fmla="*/ 299 h 475"/>
                <a:gd name="T66" fmla="*/ 377 w 624"/>
                <a:gd name="T67" fmla="*/ 264 h 475"/>
                <a:gd name="T68" fmla="*/ 375 w 624"/>
                <a:gd name="T69" fmla="*/ 257 h 475"/>
                <a:gd name="T70" fmla="*/ 399 w 624"/>
                <a:gd name="T71" fmla="*/ 237 h 475"/>
                <a:gd name="T72" fmla="*/ 380 w 624"/>
                <a:gd name="T73" fmla="*/ 263 h 475"/>
                <a:gd name="T74" fmla="*/ 415 w 624"/>
                <a:gd name="T75" fmla="*/ 225 h 475"/>
                <a:gd name="T76" fmla="*/ 412 w 624"/>
                <a:gd name="T77" fmla="*/ 218 h 475"/>
                <a:gd name="T78" fmla="*/ 436 w 624"/>
                <a:gd name="T79" fmla="*/ 198 h 475"/>
                <a:gd name="T80" fmla="*/ 418 w 624"/>
                <a:gd name="T81" fmla="*/ 223 h 475"/>
                <a:gd name="T82" fmla="*/ 452 w 624"/>
                <a:gd name="T83" fmla="*/ 185 h 475"/>
                <a:gd name="T84" fmla="*/ 449 w 624"/>
                <a:gd name="T85" fmla="*/ 178 h 475"/>
                <a:gd name="T86" fmla="*/ 473 w 624"/>
                <a:gd name="T87" fmla="*/ 159 h 475"/>
                <a:gd name="T88" fmla="*/ 455 w 624"/>
                <a:gd name="T89" fmla="*/ 184 h 475"/>
                <a:gd name="T90" fmla="*/ 489 w 624"/>
                <a:gd name="T91" fmla="*/ 146 h 475"/>
                <a:gd name="T92" fmla="*/ 487 w 624"/>
                <a:gd name="T93" fmla="*/ 139 h 475"/>
                <a:gd name="T94" fmla="*/ 511 w 624"/>
                <a:gd name="T95" fmla="*/ 119 h 475"/>
                <a:gd name="T96" fmla="*/ 492 w 624"/>
                <a:gd name="T97" fmla="*/ 145 h 475"/>
                <a:gd name="T98" fmla="*/ 527 w 624"/>
                <a:gd name="T99" fmla="*/ 107 h 475"/>
                <a:gd name="T100" fmla="*/ 524 w 624"/>
                <a:gd name="T101" fmla="*/ 100 h 475"/>
                <a:gd name="T102" fmla="*/ 548 w 624"/>
                <a:gd name="T103" fmla="*/ 80 h 475"/>
                <a:gd name="T104" fmla="*/ 529 w 624"/>
                <a:gd name="T105" fmla="*/ 105 h 475"/>
                <a:gd name="T106" fmla="*/ 564 w 624"/>
                <a:gd name="T107" fmla="*/ 67 h 475"/>
                <a:gd name="T108" fmla="*/ 561 w 624"/>
                <a:gd name="T109" fmla="*/ 60 h 475"/>
                <a:gd name="T110" fmla="*/ 585 w 624"/>
                <a:gd name="T111" fmla="*/ 41 h 475"/>
                <a:gd name="T112" fmla="*/ 567 w 624"/>
                <a:gd name="T113" fmla="*/ 66 h 475"/>
                <a:gd name="T114" fmla="*/ 601 w 624"/>
                <a:gd name="T115" fmla="*/ 28 h 475"/>
                <a:gd name="T116" fmla="*/ 598 w 624"/>
                <a:gd name="T117" fmla="*/ 21 h 475"/>
                <a:gd name="T118" fmla="*/ 623 w 624"/>
                <a:gd name="T119" fmla="*/ 1 h 475"/>
                <a:gd name="T120" fmla="*/ 604 w 624"/>
                <a:gd name="T121" fmla="*/ 27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24" h="475">
                  <a:moveTo>
                    <a:pt x="5" y="475"/>
                  </a:moveTo>
                  <a:cubicBezTo>
                    <a:pt x="3" y="475"/>
                    <a:pt x="2" y="474"/>
                    <a:pt x="1" y="473"/>
                  </a:cubicBezTo>
                  <a:cubicBezTo>
                    <a:pt x="0" y="471"/>
                    <a:pt x="1" y="468"/>
                    <a:pt x="3" y="467"/>
                  </a:cubicBezTo>
                  <a:cubicBezTo>
                    <a:pt x="27" y="455"/>
                    <a:pt x="27" y="455"/>
                    <a:pt x="27" y="455"/>
                  </a:cubicBezTo>
                  <a:cubicBezTo>
                    <a:pt x="29" y="454"/>
                    <a:pt x="31" y="454"/>
                    <a:pt x="32" y="456"/>
                  </a:cubicBezTo>
                  <a:cubicBezTo>
                    <a:pt x="33" y="458"/>
                    <a:pt x="32" y="461"/>
                    <a:pt x="30" y="462"/>
                  </a:cubicBezTo>
                  <a:cubicBezTo>
                    <a:pt x="7" y="474"/>
                    <a:pt x="7" y="474"/>
                    <a:pt x="7" y="474"/>
                  </a:cubicBezTo>
                  <a:cubicBezTo>
                    <a:pt x="6" y="475"/>
                    <a:pt x="5" y="475"/>
                    <a:pt x="5" y="475"/>
                  </a:cubicBezTo>
                  <a:close/>
                  <a:moveTo>
                    <a:pt x="52" y="450"/>
                  </a:moveTo>
                  <a:cubicBezTo>
                    <a:pt x="51" y="450"/>
                    <a:pt x="50" y="449"/>
                    <a:pt x="49" y="448"/>
                  </a:cubicBezTo>
                  <a:cubicBezTo>
                    <a:pt x="48" y="446"/>
                    <a:pt x="49" y="443"/>
                    <a:pt x="51" y="442"/>
                  </a:cubicBezTo>
                  <a:cubicBezTo>
                    <a:pt x="74" y="430"/>
                    <a:pt x="74" y="430"/>
                    <a:pt x="74" y="430"/>
                  </a:cubicBezTo>
                  <a:cubicBezTo>
                    <a:pt x="76" y="429"/>
                    <a:pt x="79" y="429"/>
                    <a:pt x="80" y="431"/>
                  </a:cubicBezTo>
                  <a:cubicBezTo>
                    <a:pt x="81" y="433"/>
                    <a:pt x="80" y="436"/>
                    <a:pt x="78" y="437"/>
                  </a:cubicBezTo>
                  <a:cubicBezTo>
                    <a:pt x="54" y="449"/>
                    <a:pt x="54" y="449"/>
                    <a:pt x="54" y="449"/>
                  </a:cubicBezTo>
                  <a:cubicBezTo>
                    <a:pt x="54" y="450"/>
                    <a:pt x="53" y="450"/>
                    <a:pt x="52" y="450"/>
                  </a:cubicBezTo>
                  <a:close/>
                  <a:moveTo>
                    <a:pt x="100" y="425"/>
                  </a:moveTo>
                  <a:cubicBezTo>
                    <a:pt x="98" y="425"/>
                    <a:pt x="97" y="424"/>
                    <a:pt x="96" y="423"/>
                  </a:cubicBezTo>
                  <a:cubicBezTo>
                    <a:pt x="95" y="421"/>
                    <a:pt x="96" y="418"/>
                    <a:pt x="98" y="417"/>
                  </a:cubicBezTo>
                  <a:cubicBezTo>
                    <a:pt x="122" y="405"/>
                    <a:pt x="122" y="405"/>
                    <a:pt x="122" y="405"/>
                  </a:cubicBezTo>
                  <a:cubicBezTo>
                    <a:pt x="124" y="404"/>
                    <a:pt x="126" y="404"/>
                    <a:pt x="127" y="406"/>
                  </a:cubicBezTo>
                  <a:cubicBezTo>
                    <a:pt x="128" y="408"/>
                    <a:pt x="127" y="411"/>
                    <a:pt x="125" y="412"/>
                  </a:cubicBezTo>
                  <a:cubicBezTo>
                    <a:pt x="102" y="424"/>
                    <a:pt x="102" y="424"/>
                    <a:pt x="102" y="424"/>
                  </a:cubicBezTo>
                  <a:cubicBezTo>
                    <a:pt x="101" y="425"/>
                    <a:pt x="100" y="425"/>
                    <a:pt x="100" y="425"/>
                  </a:cubicBezTo>
                  <a:close/>
                  <a:moveTo>
                    <a:pt x="147" y="400"/>
                  </a:moveTo>
                  <a:cubicBezTo>
                    <a:pt x="146" y="400"/>
                    <a:pt x="145" y="399"/>
                    <a:pt x="144" y="398"/>
                  </a:cubicBezTo>
                  <a:cubicBezTo>
                    <a:pt x="143" y="396"/>
                    <a:pt x="144" y="393"/>
                    <a:pt x="146" y="392"/>
                  </a:cubicBezTo>
                  <a:cubicBezTo>
                    <a:pt x="169" y="380"/>
                    <a:pt x="169" y="380"/>
                    <a:pt x="169" y="380"/>
                  </a:cubicBezTo>
                  <a:cubicBezTo>
                    <a:pt x="171" y="379"/>
                    <a:pt x="174" y="379"/>
                    <a:pt x="175" y="381"/>
                  </a:cubicBezTo>
                  <a:cubicBezTo>
                    <a:pt x="176" y="383"/>
                    <a:pt x="175" y="386"/>
                    <a:pt x="173" y="387"/>
                  </a:cubicBezTo>
                  <a:cubicBezTo>
                    <a:pt x="149" y="399"/>
                    <a:pt x="149" y="399"/>
                    <a:pt x="149" y="399"/>
                  </a:cubicBezTo>
                  <a:cubicBezTo>
                    <a:pt x="149" y="400"/>
                    <a:pt x="148" y="400"/>
                    <a:pt x="147" y="400"/>
                  </a:cubicBezTo>
                  <a:close/>
                  <a:moveTo>
                    <a:pt x="195" y="375"/>
                  </a:moveTo>
                  <a:cubicBezTo>
                    <a:pt x="193" y="375"/>
                    <a:pt x="192" y="374"/>
                    <a:pt x="191" y="373"/>
                  </a:cubicBezTo>
                  <a:cubicBezTo>
                    <a:pt x="190" y="371"/>
                    <a:pt x="191" y="368"/>
                    <a:pt x="193" y="367"/>
                  </a:cubicBezTo>
                  <a:cubicBezTo>
                    <a:pt x="217" y="355"/>
                    <a:pt x="217" y="355"/>
                    <a:pt x="217" y="355"/>
                  </a:cubicBezTo>
                  <a:cubicBezTo>
                    <a:pt x="219" y="354"/>
                    <a:pt x="221" y="354"/>
                    <a:pt x="222" y="356"/>
                  </a:cubicBezTo>
                  <a:cubicBezTo>
                    <a:pt x="223" y="358"/>
                    <a:pt x="222" y="361"/>
                    <a:pt x="220" y="362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6" y="375"/>
                    <a:pt x="195" y="375"/>
                    <a:pt x="195" y="375"/>
                  </a:cubicBezTo>
                  <a:close/>
                  <a:moveTo>
                    <a:pt x="242" y="350"/>
                  </a:moveTo>
                  <a:cubicBezTo>
                    <a:pt x="241" y="350"/>
                    <a:pt x="240" y="349"/>
                    <a:pt x="239" y="348"/>
                  </a:cubicBezTo>
                  <a:cubicBezTo>
                    <a:pt x="238" y="346"/>
                    <a:pt x="239" y="343"/>
                    <a:pt x="241" y="342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6" y="329"/>
                    <a:pt x="269" y="329"/>
                    <a:pt x="270" y="331"/>
                  </a:cubicBezTo>
                  <a:cubicBezTo>
                    <a:pt x="271" y="333"/>
                    <a:pt x="270" y="336"/>
                    <a:pt x="268" y="337"/>
                  </a:cubicBezTo>
                  <a:cubicBezTo>
                    <a:pt x="244" y="349"/>
                    <a:pt x="244" y="349"/>
                    <a:pt x="244" y="349"/>
                  </a:cubicBezTo>
                  <a:cubicBezTo>
                    <a:pt x="244" y="350"/>
                    <a:pt x="243" y="350"/>
                    <a:pt x="242" y="350"/>
                  </a:cubicBezTo>
                  <a:close/>
                  <a:moveTo>
                    <a:pt x="290" y="325"/>
                  </a:moveTo>
                  <a:cubicBezTo>
                    <a:pt x="289" y="325"/>
                    <a:pt x="287" y="324"/>
                    <a:pt x="286" y="323"/>
                  </a:cubicBezTo>
                  <a:cubicBezTo>
                    <a:pt x="285" y="321"/>
                    <a:pt x="286" y="318"/>
                    <a:pt x="288" y="317"/>
                  </a:cubicBezTo>
                  <a:cubicBezTo>
                    <a:pt x="312" y="305"/>
                    <a:pt x="312" y="305"/>
                    <a:pt x="312" y="305"/>
                  </a:cubicBezTo>
                  <a:cubicBezTo>
                    <a:pt x="314" y="304"/>
                    <a:pt x="316" y="304"/>
                    <a:pt x="317" y="306"/>
                  </a:cubicBezTo>
                  <a:cubicBezTo>
                    <a:pt x="318" y="308"/>
                    <a:pt x="317" y="311"/>
                    <a:pt x="315" y="312"/>
                  </a:cubicBezTo>
                  <a:cubicBezTo>
                    <a:pt x="292" y="324"/>
                    <a:pt x="292" y="324"/>
                    <a:pt x="292" y="324"/>
                  </a:cubicBezTo>
                  <a:cubicBezTo>
                    <a:pt x="291" y="325"/>
                    <a:pt x="291" y="325"/>
                    <a:pt x="290" y="325"/>
                  </a:cubicBezTo>
                  <a:close/>
                  <a:moveTo>
                    <a:pt x="337" y="300"/>
                  </a:moveTo>
                  <a:cubicBezTo>
                    <a:pt x="336" y="300"/>
                    <a:pt x="335" y="299"/>
                    <a:pt x="334" y="298"/>
                  </a:cubicBezTo>
                  <a:cubicBezTo>
                    <a:pt x="333" y="296"/>
                    <a:pt x="334" y="293"/>
                    <a:pt x="336" y="292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56" y="277"/>
                    <a:pt x="356" y="277"/>
                    <a:pt x="356" y="277"/>
                  </a:cubicBezTo>
                  <a:cubicBezTo>
                    <a:pt x="357" y="275"/>
                    <a:pt x="360" y="275"/>
                    <a:pt x="362" y="277"/>
                  </a:cubicBezTo>
                  <a:cubicBezTo>
                    <a:pt x="363" y="278"/>
                    <a:pt x="363" y="281"/>
                    <a:pt x="362" y="283"/>
                  </a:cubicBezTo>
                  <a:cubicBezTo>
                    <a:pt x="353" y="292"/>
                    <a:pt x="353" y="292"/>
                    <a:pt x="353" y="292"/>
                  </a:cubicBezTo>
                  <a:cubicBezTo>
                    <a:pt x="352" y="292"/>
                    <a:pt x="352" y="293"/>
                    <a:pt x="352" y="293"/>
                  </a:cubicBezTo>
                  <a:cubicBezTo>
                    <a:pt x="339" y="299"/>
                    <a:pt x="339" y="299"/>
                    <a:pt x="339" y="299"/>
                  </a:cubicBezTo>
                  <a:cubicBezTo>
                    <a:pt x="339" y="300"/>
                    <a:pt x="338" y="300"/>
                    <a:pt x="337" y="300"/>
                  </a:cubicBezTo>
                  <a:close/>
                  <a:moveTo>
                    <a:pt x="377" y="264"/>
                  </a:moveTo>
                  <a:cubicBezTo>
                    <a:pt x="376" y="264"/>
                    <a:pt x="375" y="264"/>
                    <a:pt x="375" y="263"/>
                  </a:cubicBezTo>
                  <a:cubicBezTo>
                    <a:pt x="373" y="261"/>
                    <a:pt x="373" y="259"/>
                    <a:pt x="375" y="257"/>
                  </a:cubicBezTo>
                  <a:cubicBezTo>
                    <a:pt x="393" y="238"/>
                    <a:pt x="393" y="238"/>
                    <a:pt x="393" y="238"/>
                  </a:cubicBezTo>
                  <a:cubicBezTo>
                    <a:pt x="395" y="236"/>
                    <a:pt x="397" y="236"/>
                    <a:pt x="399" y="237"/>
                  </a:cubicBezTo>
                  <a:cubicBezTo>
                    <a:pt x="400" y="239"/>
                    <a:pt x="400" y="242"/>
                    <a:pt x="399" y="243"/>
                  </a:cubicBezTo>
                  <a:cubicBezTo>
                    <a:pt x="380" y="263"/>
                    <a:pt x="380" y="263"/>
                    <a:pt x="380" y="263"/>
                  </a:cubicBezTo>
                  <a:cubicBezTo>
                    <a:pt x="379" y="264"/>
                    <a:pt x="378" y="264"/>
                    <a:pt x="377" y="264"/>
                  </a:cubicBezTo>
                  <a:close/>
                  <a:moveTo>
                    <a:pt x="415" y="225"/>
                  </a:moveTo>
                  <a:cubicBezTo>
                    <a:pt x="414" y="225"/>
                    <a:pt x="413" y="224"/>
                    <a:pt x="412" y="224"/>
                  </a:cubicBezTo>
                  <a:cubicBezTo>
                    <a:pt x="410" y="222"/>
                    <a:pt x="410" y="219"/>
                    <a:pt x="412" y="218"/>
                  </a:cubicBezTo>
                  <a:cubicBezTo>
                    <a:pt x="431" y="198"/>
                    <a:pt x="431" y="198"/>
                    <a:pt x="431" y="198"/>
                  </a:cubicBezTo>
                  <a:cubicBezTo>
                    <a:pt x="432" y="197"/>
                    <a:pt x="435" y="197"/>
                    <a:pt x="436" y="198"/>
                  </a:cubicBezTo>
                  <a:cubicBezTo>
                    <a:pt x="438" y="200"/>
                    <a:pt x="438" y="202"/>
                    <a:pt x="436" y="204"/>
                  </a:cubicBezTo>
                  <a:cubicBezTo>
                    <a:pt x="418" y="223"/>
                    <a:pt x="418" y="223"/>
                    <a:pt x="418" y="223"/>
                  </a:cubicBezTo>
                  <a:cubicBezTo>
                    <a:pt x="417" y="224"/>
                    <a:pt x="416" y="225"/>
                    <a:pt x="415" y="225"/>
                  </a:cubicBezTo>
                  <a:close/>
                  <a:moveTo>
                    <a:pt x="452" y="185"/>
                  </a:moveTo>
                  <a:cubicBezTo>
                    <a:pt x="451" y="185"/>
                    <a:pt x="450" y="185"/>
                    <a:pt x="449" y="184"/>
                  </a:cubicBezTo>
                  <a:cubicBezTo>
                    <a:pt x="448" y="183"/>
                    <a:pt x="448" y="180"/>
                    <a:pt x="449" y="178"/>
                  </a:cubicBezTo>
                  <a:cubicBezTo>
                    <a:pt x="468" y="159"/>
                    <a:pt x="468" y="159"/>
                    <a:pt x="468" y="159"/>
                  </a:cubicBezTo>
                  <a:cubicBezTo>
                    <a:pt x="469" y="157"/>
                    <a:pt x="472" y="157"/>
                    <a:pt x="473" y="159"/>
                  </a:cubicBezTo>
                  <a:cubicBezTo>
                    <a:pt x="475" y="160"/>
                    <a:pt x="475" y="163"/>
                    <a:pt x="473" y="164"/>
                  </a:cubicBezTo>
                  <a:cubicBezTo>
                    <a:pt x="455" y="184"/>
                    <a:pt x="455" y="184"/>
                    <a:pt x="455" y="184"/>
                  </a:cubicBezTo>
                  <a:cubicBezTo>
                    <a:pt x="454" y="185"/>
                    <a:pt x="453" y="185"/>
                    <a:pt x="452" y="185"/>
                  </a:cubicBezTo>
                  <a:close/>
                  <a:moveTo>
                    <a:pt x="489" y="146"/>
                  </a:moveTo>
                  <a:cubicBezTo>
                    <a:pt x="488" y="146"/>
                    <a:pt x="487" y="146"/>
                    <a:pt x="487" y="145"/>
                  </a:cubicBezTo>
                  <a:cubicBezTo>
                    <a:pt x="485" y="143"/>
                    <a:pt x="485" y="141"/>
                    <a:pt x="487" y="139"/>
                  </a:cubicBezTo>
                  <a:cubicBezTo>
                    <a:pt x="505" y="119"/>
                    <a:pt x="505" y="119"/>
                    <a:pt x="505" y="119"/>
                  </a:cubicBezTo>
                  <a:cubicBezTo>
                    <a:pt x="507" y="118"/>
                    <a:pt x="509" y="118"/>
                    <a:pt x="511" y="119"/>
                  </a:cubicBezTo>
                  <a:cubicBezTo>
                    <a:pt x="512" y="121"/>
                    <a:pt x="512" y="123"/>
                    <a:pt x="511" y="125"/>
                  </a:cubicBezTo>
                  <a:cubicBezTo>
                    <a:pt x="492" y="145"/>
                    <a:pt x="492" y="145"/>
                    <a:pt x="492" y="145"/>
                  </a:cubicBezTo>
                  <a:cubicBezTo>
                    <a:pt x="491" y="146"/>
                    <a:pt x="490" y="146"/>
                    <a:pt x="489" y="146"/>
                  </a:cubicBezTo>
                  <a:close/>
                  <a:moveTo>
                    <a:pt x="527" y="107"/>
                  </a:moveTo>
                  <a:cubicBezTo>
                    <a:pt x="526" y="107"/>
                    <a:pt x="525" y="106"/>
                    <a:pt x="524" y="105"/>
                  </a:cubicBezTo>
                  <a:cubicBezTo>
                    <a:pt x="522" y="104"/>
                    <a:pt x="522" y="101"/>
                    <a:pt x="524" y="100"/>
                  </a:cubicBezTo>
                  <a:cubicBezTo>
                    <a:pt x="543" y="80"/>
                    <a:pt x="543" y="80"/>
                    <a:pt x="543" y="80"/>
                  </a:cubicBezTo>
                  <a:cubicBezTo>
                    <a:pt x="544" y="78"/>
                    <a:pt x="547" y="78"/>
                    <a:pt x="548" y="80"/>
                  </a:cubicBezTo>
                  <a:cubicBezTo>
                    <a:pt x="550" y="82"/>
                    <a:pt x="550" y="84"/>
                    <a:pt x="548" y="86"/>
                  </a:cubicBezTo>
                  <a:cubicBezTo>
                    <a:pt x="529" y="105"/>
                    <a:pt x="529" y="105"/>
                    <a:pt x="529" y="105"/>
                  </a:cubicBezTo>
                  <a:cubicBezTo>
                    <a:pt x="529" y="106"/>
                    <a:pt x="528" y="107"/>
                    <a:pt x="527" y="107"/>
                  </a:cubicBezTo>
                  <a:close/>
                  <a:moveTo>
                    <a:pt x="564" y="67"/>
                  </a:moveTo>
                  <a:cubicBezTo>
                    <a:pt x="563" y="67"/>
                    <a:pt x="562" y="67"/>
                    <a:pt x="561" y="66"/>
                  </a:cubicBezTo>
                  <a:cubicBezTo>
                    <a:pt x="560" y="64"/>
                    <a:pt x="560" y="62"/>
                    <a:pt x="561" y="6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1" y="39"/>
                    <a:pt x="584" y="39"/>
                    <a:pt x="585" y="41"/>
                  </a:cubicBezTo>
                  <a:cubicBezTo>
                    <a:pt x="587" y="42"/>
                    <a:pt x="587" y="45"/>
                    <a:pt x="585" y="46"/>
                  </a:cubicBezTo>
                  <a:cubicBezTo>
                    <a:pt x="567" y="66"/>
                    <a:pt x="567" y="66"/>
                    <a:pt x="567" y="66"/>
                  </a:cubicBezTo>
                  <a:cubicBezTo>
                    <a:pt x="566" y="67"/>
                    <a:pt x="565" y="67"/>
                    <a:pt x="564" y="67"/>
                  </a:cubicBezTo>
                  <a:close/>
                  <a:moveTo>
                    <a:pt x="601" y="28"/>
                  </a:moveTo>
                  <a:cubicBezTo>
                    <a:pt x="600" y="28"/>
                    <a:pt x="599" y="27"/>
                    <a:pt x="599" y="27"/>
                  </a:cubicBezTo>
                  <a:cubicBezTo>
                    <a:pt x="597" y="25"/>
                    <a:pt x="597" y="23"/>
                    <a:pt x="598" y="21"/>
                  </a:cubicBezTo>
                  <a:cubicBezTo>
                    <a:pt x="617" y="1"/>
                    <a:pt x="617" y="1"/>
                    <a:pt x="617" y="1"/>
                  </a:cubicBezTo>
                  <a:cubicBezTo>
                    <a:pt x="619" y="0"/>
                    <a:pt x="621" y="0"/>
                    <a:pt x="623" y="1"/>
                  </a:cubicBezTo>
                  <a:cubicBezTo>
                    <a:pt x="624" y="3"/>
                    <a:pt x="624" y="5"/>
                    <a:pt x="623" y="7"/>
                  </a:cubicBezTo>
                  <a:cubicBezTo>
                    <a:pt x="604" y="27"/>
                    <a:pt x="604" y="27"/>
                    <a:pt x="604" y="27"/>
                  </a:cubicBezTo>
                  <a:cubicBezTo>
                    <a:pt x="603" y="27"/>
                    <a:pt x="602" y="28"/>
                    <a:pt x="601" y="28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任意多边形: 形状 136" descr="b6ff7c50-4571-4d82-b137-d3e748369c8b"/>
            <p:cNvSpPr/>
            <p:nvPr/>
          </p:nvSpPr>
          <p:spPr bwMode="auto">
            <a:xfrm>
              <a:off x="5851525" y="5621338"/>
              <a:ext cx="41275" cy="20638"/>
            </a:xfrm>
            <a:custGeom>
              <a:avLst/>
              <a:gdLst>
                <a:gd name="T0" fmla="*/ 5 w 22"/>
                <a:gd name="T1" fmla="*/ 11 h 11"/>
                <a:gd name="T2" fmla="*/ 1 w 22"/>
                <a:gd name="T3" fmla="*/ 8 h 11"/>
                <a:gd name="T4" fmla="*/ 4 w 22"/>
                <a:gd name="T5" fmla="*/ 3 h 11"/>
                <a:gd name="T6" fmla="*/ 17 w 22"/>
                <a:gd name="T7" fmla="*/ 0 h 11"/>
                <a:gd name="T8" fmla="*/ 22 w 22"/>
                <a:gd name="T9" fmla="*/ 4 h 11"/>
                <a:gd name="T10" fmla="*/ 18 w 22"/>
                <a:gd name="T11" fmla="*/ 9 h 11"/>
                <a:gd name="T12" fmla="*/ 5 w 22"/>
                <a:gd name="T13" fmla="*/ 11 h 11"/>
                <a:gd name="T14" fmla="*/ 5 w 22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1">
                  <a:moveTo>
                    <a:pt x="5" y="11"/>
                  </a:moveTo>
                  <a:cubicBezTo>
                    <a:pt x="3" y="11"/>
                    <a:pt x="1" y="10"/>
                    <a:pt x="1" y="8"/>
                  </a:cubicBezTo>
                  <a:cubicBezTo>
                    <a:pt x="0" y="6"/>
                    <a:pt x="2" y="4"/>
                    <a:pt x="4" y="3"/>
                  </a:cubicBezTo>
                  <a:cubicBezTo>
                    <a:pt x="6" y="2"/>
                    <a:pt x="11" y="2"/>
                    <a:pt x="17" y="0"/>
                  </a:cubicBezTo>
                  <a:cubicBezTo>
                    <a:pt x="19" y="0"/>
                    <a:pt x="21" y="2"/>
                    <a:pt x="22" y="4"/>
                  </a:cubicBezTo>
                  <a:cubicBezTo>
                    <a:pt x="22" y="6"/>
                    <a:pt x="20" y="8"/>
                    <a:pt x="18" y="9"/>
                  </a:cubicBezTo>
                  <a:cubicBezTo>
                    <a:pt x="12" y="9"/>
                    <a:pt x="8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任意多边形: 形状 137" descr="7749c132-e711-48ce-96ca-caa842a92377"/>
            <p:cNvSpPr>
              <a:spLocks noEditPoints="1"/>
            </p:cNvSpPr>
            <p:nvPr/>
          </p:nvSpPr>
          <p:spPr bwMode="auto">
            <a:xfrm>
              <a:off x="5927725" y="4719638"/>
              <a:ext cx="1198563" cy="911225"/>
            </a:xfrm>
            <a:custGeom>
              <a:avLst/>
              <a:gdLst>
                <a:gd name="T0" fmla="*/ 4 w 631"/>
                <a:gd name="T1" fmla="*/ 472 h 480"/>
                <a:gd name="T2" fmla="*/ 31 w 631"/>
                <a:gd name="T3" fmla="*/ 476 h 480"/>
                <a:gd name="T4" fmla="*/ 58 w 631"/>
                <a:gd name="T5" fmla="*/ 473 h 480"/>
                <a:gd name="T6" fmla="*/ 84 w 631"/>
                <a:gd name="T7" fmla="*/ 461 h 480"/>
                <a:gd name="T8" fmla="*/ 58 w 631"/>
                <a:gd name="T9" fmla="*/ 473 h 480"/>
                <a:gd name="T10" fmla="*/ 107 w 631"/>
                <a:gd name="T11" fmla="*/ 463 h 480"/>
                <a:gd name="T12" fmla="*/ 142 w 631"/>
                <a:gd name="T13" fmla="*/ 459 h 480"/>
                <a:gd name="T14" fmla="*/ 111 w 631"/>
                <a:gd name="T15" fmla="*/ 466 h 480"/>
                <a:gd name="T16" fmla="*/ 164 w 631"/>
                <a:gd name="T17" fmla="*/ 452 h 480"/>
                <a:gd name="T18" fmla="*/ 191 w 631"/>
                <a:gd name="T19" fmla="*/ 457 h 480"/>
                <a:gd name="T20" fmla="*/ 218 w 631"/>
                <a:gd name="T21" fmla="*/ 454 h 480"/>
                <a:gd name="T22" fmla="*/ 237 w 631"/>
                <a:gd name="T23" fmla="*/ 444 h 480"/>
                <a:gd name="T24" fmla="*/ 246 w 631"/>
                <a:gd name="T25" fmla="*/ 447 h 480"/>
                <a:gd name="T26" fmla="*/ 218 w 631"/>
                <a:gd name="T27" fmla="*/ 454 h 480"/>
                <a:gd name="T28" fmla="*/ 262 w 631"/>
                <a:gd name="T29" fmla="*/ 430 h 480"/>
                <a:gd name="T30" fmla="*/ 290 w 631"/>
                <a:gd name="T31" fmla="*/ 409 h 480"/>
                <a:gd name="T32" fmla="*/ 265 w 631"/>
                <a:gd name="T33" fmla="*/ 432 h 480"/>
                <a:gd name="T34" fmla="*/ 306 w 631"/>
                <a:gd name="T35" fmla="*/ 391 h 480"/>
                <a:gd name="T36" fmla="*/ 332 w 631"/>
                <a:gd name="T37" fmla="*/ 381 h 480"/>
                <a:gd name="T38" fmla="*/ 351 w 631"/>
                <a:gd name="T39" fmla="*/ 366 h 480"/>
                <a:gd name="T40" fmla="*/ 370 w 631"/>
                <a:gd name="T41" fmla="*/ 342 h 480"/>
                <a:gd name="T42" fmla="*/ 353 w 631"/>
                <a:gd name="T43" fmla="*/ 365 h 480"/>
                <a:gd name="T44" fmla="*/ 391 w 631"/>
                <a:gd name="T45" fmla="*/ 331 h 480"/>
                <a:gd name="T46" fmla="*/ 419 w 631"/>
                <a:gd name="T47" fmla="*/ 309 h 480"/>
                <a:gd name="T48" fmla="*/ 394 w 631"/>
                <a:gd name="T49" fmla="*/ 332 h 480"/>
                <a:gd name="T50" fmla="*/ 435 w 631"/>
                <a:gd name="T51" fmla="*/ 292 h 480"/>
                <a:gd name="T52" fmla="*/ 461 w 631"/>
                <a:gd name="T53" fmla="*/ 282 h 480"/>
                <a:gd name="T54" fmla="*/ 480 w 631"/>
                <a:gd name="T55" fmla="*/ 266 h 480"/>
                <a:gd name="T56" fmla="*/ 499 w 631"/>
                <a:gd name="T57" fmla="*/ 243 h 480"/>
                <a:gd name="T58" fmla="*/ 483 w 631"/>
                <a:gd name="T59" fmla="*/ 266 h 480"/>
                <a:gd name="T60" fmla="*/ 520 w 631"/>
                <a:gd name="T61" fmla="*/ 232 h 480"/>
                <a:gd name="T62" fmla="*/ 533 w 631"/>
                <a:gd name="T63" fmla="*/ 204 h 480"/>
                <a:gd name="T64" fmla="*/ 530 w 631"/>
                <a:gd name="T65" fmla="*/ 230 h 480"/>
                <a:gd name="T66" fmla="*/ 547 w 631"/>
                <a:gd name="T67" fmla="*/ 184 h 480"/>
                <a:gd name="T68" fmla="*/ 555 w 631"/>
                <a:gd name="T69" fmla="*/ 153 h 480"/>
                <a:gd name="T70" fmla="*/ 551 w 631"/>
                <a:gd name="T71" fmla="*/ 182 h 480"/>
                <a:gd name="T72" fmla="*/ 568 w 631"/>
                <a:gd name="T73" fmla="*/ 134 h 480"/>
                <a:gd name="T74" fmla="*/ 583 w 631"/>
                <a:gd name="T75" fmla="*/ 101 h 480"/>
                <a:gd name="T76" fmla="*/ 570 w 631"/>
                <a:gd name="T77" fmla="*/ 134 h 480"/>
                <a:gd name="T78" fmla="*/ 589 w 631"/>
                <a:gd name="T79" fmla="*/ 78 h 480"/>
                <a:gd name="T80" fmla="*/ 607 w 631"/>
                <a:gd name="T81" fmla="*/ 56 h 480"/>
                <a:gd name="T82" fmla="*/ 615 w 631"/>
                <a:gd name="T83" fmla="*/ 33 h 480"/>
                <a:gd name="T84" fmla="*/ 623 w 631"/>
                <a:gd name="T85" fmla="*/ 3 h 480"/>
                <a:gd name="T86" fmla="*/ 619 w 631"/>
                <a:gd name="T87" fmla="*/ 31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31" h="480">
                  <a:moveTo>
                    <a:pt x="4" y="480"/>
                  </a:moveTo>
                  <a:cubicBezTo>
                    <a:pt x="2" y="480"/>
                    <a:pt x="1" y="478"/>
                    <a:pt x="0" y="476"/>
                  </a:cubicBezTo>
                  <a:cubicBezTo>
                    <a:pt x="0" y="474"/>
                    <a:pt x="2" y="472"/>
                    <a:pt x="4" y="472"/>
                  </a:cubicBezTo>
                  <a:cubicBezTo>
                    <a:pt x="12" y="470"/>
                    <a:pt x="21" y="469"/>
                    <a:pt x="30" y="468"/>
                  </a:cubicBezTo>
                  <a:cubicBezTo>
                    <a:pt x="32" y="468"/>
                    <a:pt x="34" y="469"/>
                    <a:pt x="35" y="472"/>
                  </a:cubicBezTo>
                  <a:cubicBezTo>
                    <a:pt x="35" y="474"/>
                    <a:pt x="33" y="476"/>
                    <a:pt x="31" y="476"/>
                  </a:cubicBezTo>
                  <a:cubicBezTo>
                    <a:pt x="22" y="477"/>
                    <a:pt x="13" y="479"/>
                    <a:pt x="5" y="480"/>
                  </a:cubicBezTo>
                  <a:cubicBezTo>
                    <a:pt x="5" y="480"/>
                    <a:pt x="4" y="480"/>
                    <a:pt x="4" y="480"/>
                  </a:cubicBezTo>
                  <a:close/>
                  <a:moveTo>
                    <a:pt x="58" y="473"/>
                  </a:moveTo>
                  <a:cubicBezTo>
                    <a:pt x="56" y="473"/>
                    <a:pt x="54" y="471"/>
                    <a:pt x="54" y="469"/>
                  </a:cubicBezTo>
                  <a:cubicBezTo>
                    <a:pt x="53" y="467"/>
                    <a:pt x="55" y="465"/>
                    <a:pt x="57" y="465"/>
                  </a:cubicBezTo>
                  <a:cubicBezTo>
                    <a:pt x="66" y="464"/>
                    <a:pt x="75" y="463"/>
                    <a:pt x="84" y="461"/>
                  </a:cubicBezTo>
                  <a:cubicBezTo>
                    <a:pt x="86" y="461"/>
                    <a:pt x="88" y="463"/>
                    <a:pt x="88" y="465"/>
                  </a:cubicBezTo>
                  <a:cubicBezTo>
                    <a:pt x="88" y="467"/>
                    <a:pt x="87" y="469"/>
                    <a:pt x="85" y="470"/>
                  </a:cubicBezTo>
                  <a:cubicBezTo>
                    <a:pt x="76" y="471"/>
                    <a:pt x="67" y="472"/>
                    <a:pt x="58" y="473"/>
                  </a:cubicBezTo>
                  <a:cubicBezTo>
                    <a:pt x="58" y="473"/>
                    <a:pt x="58" y="473"/>
                    <a:pt x="58" y="473"/>
                  </a:cubicBezTo>
                  <a:close/>
                  <a:moveTo>
                    <a:pt x="111" y="466"/>
                  </a:moveTo>
                  <a:cubicBezTo>
                    <a:pt x="109" y="466"/>
                    <a:pt x="107" y="465"/>
                    <a:pt x="107" y="463"/>
                  </a:cubicBezTo>
                  <a:cubicBezTo>
                    <a:pt x="107" y="461"/>
                    <a:pt x="108" y="459"/>
                    <a:pt x="110" y="458"/>
                  </a:cubicBezTo>
                  <a:cubicBezTo>
                    <a:pt x="119" y="457"/>
                    <a:pt x="128" y="456"/>
                    <a:pt x="137" y="455"/>
                  </a:cubicBezTo>
                  <a:cubicBezTo>
                    <a:pt x="139" y="455"/>
                    <a:pt x="141" y="457"/>
                    <a:pt x="142" y="459"/>
                  </a:cubicBezTo>
                  <a:cubicBezTo>
                    <a:pt x="142" y="461"/>
                    <a:pt x="140" y="463"/>
                    <a:pt x="138" y="463"/>
                  </a:cubicBezTo>
                  <a:cubicBezTo>
                    <a:pt x="129" y="464"/>
                    <a:pt x="120" y="465"/>
                    <a:pt x="111" y="466"/>
                  </a:cubicBezTo>
                  <a:cubicBezTo>
                    <a:pt x="111" y="466"/>
                    <a:pt x="111" y="466"/>
                    <a:pt x="111" y="466"/>
                  </a:cubicBezTo>
                  <a:close/>
                  <a:moveTo>
                    <a:pt x="164" y="460"/>
                  </a:moveTo>
                  <a:cubicBezTo>
                    <a:pt x="162" y="460"/>
                    <a:pt x="161" y="459"/>
                    <a:pt x="160" y="457"/>
                  </a:cubicBezTo>
                  <a:cubicBezTo>
                    <a:pt x="160" y="454"/>
                    <a:pt x="162" y="452"/>
                    <a:pt x="164" y="452"/>
                  </a:cubicBezTo>
                  <a:cubicBezTo>
                    <a:pt x="191" y="449"/>
                    <a:pt x="191" y="449"/>
                    <a:pt x="191" y="449"/>
                  </a:cubicBezTo>
                  <a:cubicBezTo>
                    <a:pt x="193" y="449"/>
                    <a:pt x="195" y="450"/>
                    <a:pt x="195" y="453"/>
                  </a:cubicBezTo>
                  <a:cubicBezTo>
                    <a:pt x="195" y="455"/>
                    <a:pt x="194" y="457"/>
                    <a:pt x="191" y="457"/>
                  </a:cubicBezTo>
                  <a:cubicBezTo>
                    <a:pt x="165" y="460"/>
                    <a:pt x="165" y="460"/>
                    <a:pt x="165" y="460"/>
                  </a:cubicBezTo>
                  <a:cubicBezTo>
                    <a:pt x="165" y="460"/>
                    <a:pt x="164" y="460"/>
                    <a:pt x="164" y="460"/>
                  </a:cubicBezTo>
                  <a:close/>
                  <a:moveTo>
                    <a:pt x="218" y="454"/>
                  </a:moveTo>
                  <a:cubicBezTo>
                    <a:pt x="216" y="454"/>
                    <a:pt x="214" y="453"/>
                    <a:pt x="214" y="451"/>
                  </a:cubicBezTo>
                  <a:cubicBezTo>
                    <a:pt x="214" y="448"/>
                    <a:pt x="215" y="446"/>
                    <a:pt x="217" y="446"/>
                  </a:cubicBezTo>
                  <a:cubicBezTo>
                    <a:pt x="237" y="444"/>
                    <a:pt x="237" y="444"/>
                    <a:pt x="237" y="444"/>
                  </a:cubicBezTo>
                  <a:cubicBezTo>
                    <a:pt x="241" y="441"/>
                    <a:pt x="241" y="441"/>
                    <a:pt x="241" y="441"/>
                  </a:cubicBezTo>
                  <a:cubicBezTo>
                    <a:pt x="243" y="439"/>
                    <a:pt x="245" y="440"/>
                    <a:pt x="246" y="442"/>
                  </a:cubicBezTo>
                  <a:cubicBezTo>
                    <a:pt x="248" y="443"/>
                    <a:pt x="247" y="446"/>
                    <a:pt x="246" y="447"/>
                  </a:cubicBezTo>
                  <a:cubicBezTo>
                    <a:pt x="242" y="450"/>
                    <a:pt x="242" y="450"/>
                    <a:pt x="242" y="450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18" y="454"/>
                    <a:pt x="218" y="454"/>
                    <a:pt x="218" y="454"/>
                  </a:cubicBezTo>
                  <a:cubicBezTo>
                    <a:pt x="218" y="454"/>
                    <a:pt x="218" y="454"/>
                    <a:pt x="218" y="454"/>
                  </a:cubicBezTo>
                  <a:close/>
                  <a:moveTo>
                    <a:pt x="265" y="432"/>
                  </a:moveTo>
                  <a:cubicBezTo>
                    <a:pt x="264" y="432"/>
                    <a:pt x="263" y="431"/>
                    <a:pt x="262" y="430"/>
                  </a:cubicBezTo>
                  <a:cubicBezTo>
                    <a:pt x="260" y="428"/>
                    <a:pt x="261" y="426"/>
                    <a:pt x="263" y="424"/>
                  </a:cubicBezTo>
                  <a:cubicBezTo>
                    <a:pt x="284" y="408"/>
                    <a:pt x="284" y="408"/>
                    <a:pt x="284" y="408"/>
                  </a:cubicBezTo>
                  <a:cubicBezTo>
                    <a:pt x="286" y="406"/>
                    <a:pt x="288" y="407"/>
                    <a:pt x="290" y="409"/>
                  </a:cubicBezTo>
                  <a:cubicBezTo>
                    <a:pt x="291" y="410"/>
                    <a:pt x="291" y="413"/>
                    <a:pt x="289" y="414"/>
                  </a:cubicBezTo>
                  <a:cubicBezTo>
                    <a:pt x="267" y="431"/>
                    <a:pt x="267" y="431"/>
                    <a:pt x="267" y="431"/>
                  </a:cubicBezTo>
                  <a:cubicBezTo>
                    <a:pt x="267" y="431"/>
                    <a:pt x="266" y="432"/>
                    <a:pt x="265" y="432"/>
                  </a:cubicBezTo>
                  <a:close/>
                  <a:moveTo>
                    <a:pt x="308" y="399"/>
                  </a:moveTo>
                  <a:cubicBezTo>
                    <a:pt x="307" y="399"/>
                    <a:pt x="306" y="398"/>
                    <a:pt x="305" y="397"/>
                  </a:cubicBezTo>
                  <a:cubicBezTo>
                    <a:pt x="304" y="395"/>
                    <a:pt x="304" y="393"/>
                    <a:pt x="306" y="391"/>
                  </a:cubicBezTo>
                  <a:cubicBezTo>
                    <a:pt x="327" y="375"/>
                    <a:pt x="327" y="375"/>
                    <a:pt x="327" y="375"/>
                  </a:cubicBezTo>
                  <a:cubicBezTo>
                    <a:pt x="329" y="373"/>
                    <a:pt x="331" y="374"/>
                    <a:pt x="333" y="376"/>
                  </a:cubicBezTo>
                  <a:cubicBezTo>
                    <a:pt x="334" y="377"/>
                    <a:pt x="334" y="380"/>
                    <a:pt x="332" y="381"/>
                  </a:cubicBezTo>
                  <a:cubicBezTo>
                    <a:pt x="310" y="398"/>
                    <a:pt x="310" y="398"/>
                    <a:pt x="310" y="398"/>
                  </a:cubicBezTo>
                  <a:cubicBezTo>
                    <a:pt x="310" y="398"/>
                    <a:pt x="309" y="399"/>
                    <a:pt x="308" y="399"/>
                  </a:cubicBezTo>
                  <a:close/>
                  <a:moveTo>
                    <a:pt x="351" y="366"/>
                  </a:moveTo>
                  <a:cubicBezTo>
                    <a:pt x="350" y="366"/>
                    <a:pt x="349" y="365"/>
                    <a:pt x="348" y="364"/>
                  </a:cubicBezTo>
                  <a:cubicBezTo>
                    <a:pt x="347" y="362"/>
                    <a:pt x="347" y="360"/>
                    <a:pt x="349" y="358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2" y="340"/>
                    <a:pt x="374" y="341"/>
                    <a:pt x="376" y="343"/>
                  </a:cubicBezTo>
                  <a:cubicBezTo>
                    <a:pt x="377" y="344"/>
                    <a:pt x="377" y="347"/>
                    <a:pt x="375" y="348"/>
                  </a:cubicBezTo>
                  <a:cubicBezTo>
                    <a:pt x="353" y="365"/>
                    <a:pt x="353" y="365"/>
                    <a:pt x="353" y="365"/>
                  </a:cubicBezTo>
                  <a:cubicBezTo>
                    <a:pt x="353" y="365"/>
                    <a:pt x="352" y="366"/>
                    <a:pt x="351" y="366"/>
                  </a:cubicBezTo>
                  <a:close/>
                  <a:moveTo>
                    <a:pt x="394" y="332"/>
                  </a:moveTo>
                  <a:cubicBezTo>
                    <a:pt x="393" y="332"/>
                    <a:pt x="392" y="332"/>
                    <a:pt x="391" y="331"/>
                  </a:cubicBezTo>
                  <a:cubicBezTo>
                    <a:pt x="390" y="329"/>
                    <a:pt x="390" y="326"/>
                    <a:pt x="392" y="325"/>
                  </a:cubicBezTo>
                  <a:cubicBezTo>
                    <a:pt x="413" y="309"/>
                    <a:pt x="413" y="309"/>
                    <a:pt x="413" y="309"/>
                  </a:cubicBezTo>
                  <a:cubicBezTo>
                    <a:pt x="415" y="307"/>
                    <a:pt x="418" y="308"/>
                    <a:pt x="419" y="309"/>
                  </a:cubicBezTo>
                  <a:cubicBezTo>
                    <a:pt x="420" y="311"/>
                    <a:pt x="420" y="314"/>
                    <a:pt x="418" y="315"/>
                  </a:cubicBezTo>
                  <a:cubicBezTo>
                    <a:pt x="396" y="332"/>
                    <a:pt x="396" y="332"/>
                    <a:pt x="396" y="332"/>
                  </a:cubicBezTo>
                  <a:cubicBezTo>
                    <a:pt x="396" y="332"/>
                    <a:pt x="395" y="332"/>
                    <a:pt x="394" y="332"/>
                  </a:cubicBezTo>
                  <a:close/>
                  <a:moveTo>
                    <a:pt x="437" y="299"/>
                  </a:moveTo>
                  <a:cubicBezTo>
                    <a:pt x="436" y="299"/>
                    <a:pt x="435" y="299"/>
                    <a:pt x="434" y="298"/>
                  </a:cubicBezTo>
                  <a:cubicBezTo>
                    <a:pt x="433" y="296"/>
                    <a:pt x="433" y="293"/>
                    <a:pt x="435" y="292"/>
                  </a:cubicBezTo>
                  <a:cubicBezTo>
                    <a:pt x="456" y="276"/>
                    <a:pt x="456" y="276"/>
                    <a:pt x="456" y="276"/>
                  </a:cubicBezTo>
                  <a:cubicBezTo>
                    <a:pt x="458" y="274"/>
                    <a:pt x="461" y="275"/>
                    <a:pt x="462" y="276"/>
                  </a:cubicBezTo>
                  <a:cubicBezTo>
                    <a:pt x="463" y="278"/>
                    <a:pt x="463" y="281"/>
                    <a:pt x="461" y="282"/>
                  </a:cubicBezTo>
                  <a:cubicBezTo>
                    <a:pt x="440" y="299"/>
                    <a:pt x="440" y="299"/>
                    <a:pt x="440" y="299"/>
                  </a:cubicBezTo>
                  <a:cubicBezTo>
                    <a:pt x="439" y="299"/>
                    <a:pt x="438" y="299"/>
                    <a:pt x="437" y="299"/>
                  </a:cubicBezTo>
                  <a:close/>
                  <a:moveTo>
                    <a:pt x="480" y="266"/>
                  </a:moveTo>
                  <a:cubicBezTo>
                    <a:pt x="479" y="266"/>
                    <a:pt x="478" y="266"/>
                    <a:pt x="477" y="265"/>
                  </a:cubicBezTo>
                  <a:cubicBezTo>
                    <a:pt x="476" y="263"/>
                    <a:pt x="476" y="260"/>
                    <a:pt x="478" y="259"/>
                  </a:cubicBezTo>
                  <a:cubicBezTo>
                    <a:pt x="499" y="243"/>
                    <a:pt x="499" y="243"/>
                    <a:pt x="499" y="243"/>
                  </a:cubicBezTo>
                  <a:cubicBezTo>
                    <a:pt x="501" y="241"/>
                    <a:pt x="504" y="242"/>
                    <a:pt x="505" y="243"/>
                  </a:cubicBezTo>
                  <a:cubicBezTo>
                    <a:pt x="506" y="245"/>
                    <a:pt x="506" y="248"/>
                    <a:pt x="504" y="249"/>
                  </a:cubicBezTo>
                  <a:cubicBezTo>
                    <a:pt x="483" y="266"/>
                    <a:pt x="483" y="266"/>
                    <a:pt x="483" y="266"/>
                  </a:cubicBezTo>
                  <a:cubicBezTo>
                    <a:pt x="482" y="266"/>
                    <a:pt x="481" y="266"/>
                    <a:pt x="480" y="266"/>
                  </a:cubicBezTo>
                  <a:close/>
                  <a:moveTo>
                    <a:pt x="523" y="233"/>
                  </a:moveTo>
                  <a:cubicBezTo>
                    <a:pt x="522" y="233"/>
                    <a:pt x="521" y="233"/>
                    <a:pt x="520" y="232"/>
                  </a:cubicBezTo>
                  <a:cubicBezTo>
                    <a:pt x="519" y="230"/>
                    <a:pt x="519" y="227"/>
                    <a:pt x="521" y="226"/>
                  </a:cubicBezTo>
                  <a:cubicBezTo>
                    <a:pt x="523" y="224"/>
                    <a:pt x="523" y="224"/>
                    <a:pt x="523" y="224"/>
                  </a:cubicBezTo>
                  <a:cubicBezTo>
                    <a:pt x="533" y="204"/>
                    <a:pt x="533" y="204"/>
                    <a:pt x="533" y="204"/>
                  </a:cubicBezTo>
                  <a:cubicBezTo>
                    <a:pt x="533" y="202"/>
                    <a:pt x="536" y="201"/>
                    <a:pt x="538" y="202"/>
                  </a:cubicBezTo>
                  <a:cubicBezTo>
                    <a:pt x="540" y="203"/>
                    <a:pt x="541" y="205"/>
                    <a:pt x="540" y="207"/>
                  </a:cubicBezTo>
                  <a:cubicBezTo>
                    <a:pt x="530" y="230"/>
                    <a:pt x="530" y="230"/>
                    <a:pt x="530" y="230"/>
                  </a:cubicBezTo>
                  <a:cubicBezTo>
                    <a:pt x="526" y="233"/>
                    <a:pt x="526" y="233"/>
                    <a:pt x="526" y="233"/>
                  </a:cubicBezTo>
                  <a:cubicBezTo>
                    <a:pt x="525" y="233"/>
                    <a:pt x="524" y="233"/>
                    <a:pt x="523" y="233"/>
                  </a:cubicBezTo>
                  <a:close/>
                  <a:moveTo>
                    <a:pt x="547" y="184"/>
                  </a:moveTo>
                  <a:cubicBezTo>
                    <a:pt x="547" y="184"/>
                    <a:pt x="546" y="184"/>
                    <a:pt x="546" y="184"/>
                  </a:cubicBezTo>
                  <a:cubicBezTo>
                    <a:pt x="544" y="183"/>
                    <a:pt x="543" y="181"/>
                    <a:pt x="544" y="179"/>
                  </a:cubicBezTo>
                  <a:cubicBezTo>
                    <a:pt x="555" y="153"/>
                    <a:pt x="555" y="153"/>
                    <a:pt x="555" y="153"/>
                  </a:cubicBezTo>
                  <a:cubicBezTo>
                    <a:pt x="556" y="151"/>
                    <a:pt x="558" y="150"/>
                    <a:pt x="560" y="151"/>
                  </a:cubicBezTo>
                  <a:cubicBezTo>
                    <a:pt x="562" y="152"/>
                    <a:pt x="563" y="155"/>
                    <a:pt x="562" y="157"/>
                  </a:cubicBezTo>
                  <a:cubicBezTo>
                    <a:pt x="551" y="182"/>
                    <a:pt x="551" y="182"/>
                    <a:pt x="551" y="182"/>
                  </a:cubicBezTo>
                  <a:cubicBezTo>
                    <a:pt x="550" y="183"/>
                    <a:pt x="549" y="184"/>
                    <a:pt x="547" y="184"/>
                  </a:cubicBezTo>
                  <a:close/>
                  <a:moveTo>
                    <a:pt x="570" y="134"/>
                  </a:moveTo>
                  <a:cubicBezTo>
                    <a:pt x="569" y="134"/>
                    <a:pt x="569" y="134"/>
                    <a:pt x="568" y="134"/>
                  </a:cubicBezTo>
                  <a:cubicBezTo>
                    <a:pt x="566" y="133"/>
                    <a:pt x="566" y="130"/>
                    <a:pt x="566" y="128"/>
                  </a:cubicBezTo>
                  <a:cubicBezTo>
                    <a:pt x="578" y="103"/>
                    <a:pt x="578" y="103"/>
                    <a:pt x="578" y="103"/>
                  </a:cubicBezTo>
                  <a:cubicBezTo>
                    <a:pt x="579" y="101"/>
                    <a:pt x="581" y="100"/>
                    <a:pt x="583" y="101"/>
                  </a:cubicBezTo>
                  <a:cubicBezTo>
                    <a:pt x="585" y="102"/>
                    <a:pt x="586" y="104"/>
                    <a:pt x="585" y="107"/>
                  </a:cubicBezTo>
                  <a:cubicBezTo>
                    <a:pt x="574" y="132"/>
                    <a:pt x="574" y="132"/>
                    <a:pt x="574" y="132"/>
                  </a:cubicBezTo>
                  <a:cubicBezTo>
                    <a:pt x="573" y="133"/>
                    <a:pt x="571" y="134"/>
                    <a:pt x="570" y="134"/>
                  </a:cubicBezTo>
                  <a:close/>
                  <a:moveTo>
                    <a:pt x="593" y="84"/>
                  </a:moveTo>
                  <a:cubicBezTo>
                    <a:pt x="592" y="84"/>
                    <a:pt x="592" y="84"/>
                    <a:pt x="591" y="83"/>
                  </a:cubicBezTo>
                  <a:cubicBezTo>
                    <a:pt x="589" y="82"/>
                    <a:pt x="588" y="80"/>
                    <a:pt x="589" y="78"/>
                  </a:cubicBezTo>
                  <a:cubicBezTo>
                    <a:pt x="600" y="53"/>
                    <a:pt x="600" y="53"/>
                    <a:pt x="600" y="53"/>
                  </a:cubicBezTo>
                  <a:cubicBezTo>
                    <a:pt x="601" y="51"/>
                    <a:pt x="604" y="50"/>
                    <a:pt x="606" y="51"/>
                  </a:cubicBezTo>
                  <a:cubicBezTo>
                    <a:pt x="608" y="52"/>
                    <a:pt x="608" y="54"/>
                    <a:pt x="607" y="56"/>
                  </a:cubicBezTo>
                  <a:cubicBezTo>
                    <a:pt x="596" y="81"/>
                    <a:pt x="596" y="81"/>
                    <a:pt x="596" y="81"/>
                  </a:cubicBezTo>
                  <a:cubicBezTo>
                    <a:pt x="596" y="83"/>
                    <a:pt x="594" y="84"/>
                    <a:pt x="593" y="84"/>
                  </a:cubicBezTo>
                  <a:close/>
                  <a:moveTo>
                    <a:pt x="615" y="33"/>
                  </a:moveTo>
                  <a:cubicBezTo>
                    <a:pt x="615" y="33"/>
                    <a:pt x="614" y="33"/>
                    <a:pt x="614" y="33"/>
                  </a:cubicBezTo>
                  <a:cubicBezTo>
                    <a:pt x="612" y="32"/>
                    <a:pt x="611" y="30"/>
                    <a:pt x="612" y="28"/>
                  </a:cubicBezTo>
                  <a:cubicBezTo>
                    <a:pt x="623" y="3"/>
                    <a:pt x="623" y="3"/>
                    <a:pt x="623" y="3"/>
                  </a:cubicBezTo>
                  <a:cubicBezTo>
                    <a:pt x="624" y="1"/>
                    <a:pt x="626" y="0"/>
                    <a:pt x="628" y="1"/>
                  </a:cubicBezTo>
                  <a:cubicBezTo>
                    <a:pt x="630" y="2"/>
                    <a:pt x="631" y="4"/>
                    <a:pt x="630" y="6"/>
                  </a:cubicBezTo>
                  <a:cubicBezTo>
                    <a:pt x="619" y="31"/>
                    <a:pt x="619" y="31"/>
                    <a:pt x="619" y="31"/>
                  </a:cubicBezTo>
                  <a:cubicBezTo>
                    <a:pt x="618" y="33"/>
                    <a:pt x="617" y="33"/>
                    <a:pt x="615" y="33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任意多边形: 形状 138" descr="aba3e025-200c-4a90-b35f-58f7e0d5d1fe"/>
            <p:cNvSpPr/>
            <p:nvPr/>
          </p:nvSpPr>
          <p:spPr bwMode="auto">
            <a:xfrm>
              <a:off x="7129463" y="4648200"/>
              <a:ext cx="28575" cy="41275"/>
            </a:xfrm>
            <a:custGeom>
              <a:avLst/>
              <a:gdLst>
                <a:gd name="T0" fmla="*/ 5 w 15"/>
                <a:gd name="T1" fmla="*/ 22 h 22"/>
                <a:gd name="T2" fmla="*/ 3 w 15"/>
                <a:gd name="T3" fmla="*/ 21 h 22"/>
                <a:gd name="T4" fmla="*/ 1 w 15"/>
                <a:gd name="T5" fmla="*/ 16 h 22"/>
                <a:gd name="T6" fmla="*/ 7 w 15"/>
                <a:gd name="T7" fmla="*/ 3 h 22"/>
                <a:gd name="T8" fmla="*/ 12 w 15"/>
                <a:gd name="T9" fmla="*/ 1 h 22"/>
                <a:gd name="T10" fmla="*/ 14 w 15"/>
                <a:gd name="T11" fmla="*/ 7 h 22"/>
                <a:gd name="T12" fmla="*/ 8 w 15"/>
                <a:gd name="T13" fmla="*/ 19 h 22"/>
                <a:gd name="T14" fmla="*/ 5 w 15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2">
                  <a:moveTo>
                    <a:pt x="5" y="22"/>
                  </a:moveTo>
                  <a:cubicBezTo>
                    <a:pt x="4" y="22"/>
                    <a:pt x="4" y="21"/>
                    <a:pt x="3" y="21"/>
                  </a:cubicBezTo>
                  <a:cubicBezTo>
                    <a:pt x="1" y="20"/>
                    <a:pt x="0" y="18"/>
                    <a:pt x="1" y="16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1"/>
                    <a:pt x="10" y="0"/>
                    <a:pt x="12" y="1"/>
                  </a:cubicBezTo>
                  <a:cubicBezTo>
                    <a:pt x="14" y="2"/>
                    <a:pt x="15" y="5"/>
                    <a:pt x="14" y="7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21"/>
                    <a:pt x="6" y="22"/>
                    <a:pt x="5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任意多边形: 形状 139" descr="c831b5f6-52e1-41c3-a834-d67e18574e74"/>
            <p:cNvSpPr/>
            <p:nvPr/>
          </p:nvSpPr>
          <p:spPr bwMode="auto">
            <a:xfrm>
              <a:off x="7300913" y="6269038"/>
              <a:ext cx="33338" cy="36513"/>
            </a:xfrm>
            <a:custGeom>
              <a:avLst/>
              <a:gdLst>
                <a:gd name="T0" fmla="*/ 12 w 17"/>
                <a:gd name="T1" fmla="*/ 19 h 19"/>
                <a:gd name="T2" fmla="*/ 9 w 17"/>
                <a:gd name="T3" fmla="*/ 18 h 19"/>
                <a:gd name="T4" fmla="*/ 1 w 17"/>
                <a:gd name="T5" fmla="*/ 7 h 19"/>
                <a:gd name="T6" fmla="*/ 2 w 17"/>
                <a:gd name="T7" fmla="*/ 1 h 19"/>
                <a:gd name="T8" fmla="*/ 8 w 17"/>
                <a:gd name="T9" fmla="*/ 2 h 19"/>
                <a:gd name="T10" fmla="*/ 15 w 17"/>
                <a:gd name="T11" fmla="*/ 13 h 19"/>
                <a:gd name="T12" fmla="*/ 15 w 17"/>
                <a:gd name="T13" fmla="*/ 19 h 19"/>
                <a:gd name="T14" fmla="*/ 12 w 17"/>
                <a:gd name="T1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9">
                  <a:moveTo>
                    <a:pt x="12" y="19"/>
                  </a:moveTo>
                  <a:cubicBezTo>
                    <a:pt x="11" y="19"/>
                    <a:pt x="10" y="19"/>
                    <a:pt x="9" y="1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2"/>
                    <a:pt x="2" y="1"/>
                  </a:cubicBezTo>
                  <a:cubicBezTo>
                    <a:pt x="4" y="0"/>
                    <a:pt x="6" y="0"/>
                    <a:pt x="8" y="2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6" y="17"/>
                    <a:pt x="15" y="19"/>
                  </a:cubicBezTo>
                  <a:cubicBezTo>
                    <a:pt x="14" y="19"/>
                    <a:pt x="13" y="19"/>
                    <a:pt x="12" y="19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任意多边形: 形状 140" descr="13a5d67b-8ef8-4f97-aa81-e0e7008770b5"/>
            <p:cNvSpPr>
              <a:spLocks noEditPoints="1"/>
            </p:cNvSpPr>
            <p:nvPr/>
          </p:nvSpPr>
          <p:spPr bwMode="auto">
            <a:xfrm>
              <a:off x="6435725" y="5600700"/>
              <a:ext cx="852488" cy="641350"/>
            </a:xfrm>
            <a:custGeom>
              <a:avLst/>
              <a:gdLst>
                <a:gd name="T0" fmla="*/ 441 w 448"/>
                <a:gd name="T1" fmla="*/ 337 h 338"/>
                <a:gd name="T2" fmla="*/ 426 w 448"/>
                <a:gd name="T3" fmla="*/ 309 h 338"/>
                <a:gd name="T4" fmla="*/ 447 w 448"/>
                <a:gd name="T5" fmla="*/ 332 h 338"/>
                <a:gd name="T6" fmla="*/ 444 w 448"/>
                <a:gd name="T7" fmla="*/ 338 h 338"/>
                <a:gd name="T8" fmla="*/ 410 w 448"/>
                <a:gd name="T9" fmla="*/ 293 h 338"/>
                <a:gd name="T10" fmla="*/ 395 w 448"/>
                <a:gd name="T11" fmla="*/ 265 h 338"/>
                <a:gd name="T12" fmla="*/ 416 w 448"/>
                <a:gd name="T13" fmla="*/ 288 h 338"/>
                <a:gd name="T14" fmla="*/ 413 w 448"/>
                <a:gd name="T15" fmla="*/ 294 h 338"/>
                <a:gd name="T16" fmla="*/ 379 w 448"/>
                <a:gd name="T17" fmla="*/ 249 h 338"/>
                <a:gd name="T18" fmla="*/ 364 w 448"/>
                <a:gd name="T19" fmla="*/ 221 h 338"/>
                <a:gd name="T20" fmla="*/ 385 w 448"/>
                <a:gd name="T21" fmla="*/ 244 h 338"/>
                <a:gd name="T22" fmla="*/ 382 w 448"/>
                <a:gd name="T23" fmla="*/ 251 h 338"/>
                <a:gd name="T24" fmla="*/ 343 w 448"/>
                <a:gd name="T25" fmla="*/ 214 h 338"/>
                <a:gd name="T26" fmla="*/ 319 w 448"/>
                <a:gd name="T27" fmla="*/ 194 h 338"/>
                <a:gd name="T28" fmla="*/ 347 w 448"/>
                <a:gd name="T29" fmla="*/ 207 h 338"/>
                <a:gd name="T30" fmla="*/ 345 w 448"/>
                <a:gd name="T31" fmla="*/ 214 h 338"/>
                <a:gd name="T32" fmla="*/ 297 w 448"/>
                <a:gd name="T33" fmla="*/ 186 h 338"/>
                <a:gd name="T34" fmla="*/ 273 w 448"/>
                <a:gd name="T35" fmla="*/ 167 h 338"/>
                <a:gd name="T36" fmla="*/ 301 w 448"/>
                <a:gd name="T37" fmla="*/ 179 h 338"/>
                <a:gd name="T38" fmla="*/ 299 w 448"/>
                <a:gd name="T39" fmla="*/ 187 h 338"/>
                <a:gd name="T40" fmla="*/ 252 w 448"/>
                <a:gd name="T41" fmla="*/ 159 h 338"/>
                <a:gd name="T42" fmla="*/ 228 w 448"/>
                <a:gd name="T43" fmla="*/ 139 h 338"/>
                <a:gd name="T44" fmla="*/ 256 w 448"/>
                <a:gd name="T45" fmla="*/ 152 h 338"/>
                <a:gd name="T46" fmla="*/ 254 w 448"/>
                <a:gd name="T47" fmla="*/ 159 h 338"/>
                <a:gd name="T48" fmla="*/ 207 w 448"/>
                <a:gd name="T49" fmla="*/ 131 h 338"/>
                <a:gd name="T50" fmla="*/ 183 w 448"/>
                <a:gd name="T51" fmla="*/ 112 h 338"/>
                <a:gd name="T52" fmla="*/ 211 w 448"/>
                <a:gd name="T53" fmla="*/ 124 h 338"/>
                <a:gd name="T54" fmla="*/ 209 w 448"/>
                <a:gd name="T55" fmla="*/ 132 h 338"/>
                <a:gd name="T56" fmla="*/ 161 w 448"/>
                <a:gd name="T57" fmla="*/ 104 h 338"/>
                <a:gd name="T58" fmla="*/ 137 w 448"/>
                <a:gd name="T59" fmla="*/ 85 h 338"/>
                <a:gd name="T60" fmla="*/ 165 w 448"/>
                <a:gd name="T61" fmla="*/ 97 h 338"/>
                <a:gd name="T62" fmla="*/ 163 w 448"/>
                <a:gd name="T63" fmla="*/ 104 h 338"/>
                <a:gd name="T64" fmla="*/ 116 w 448"/>
                <a:gd name="T65" fmla="*/ 77 h 338"/>
                <a:gd name="T66" fmla="*/ 92 w 448"/>
                <a:gd name="T67" fmla="*/ 57 h 338"/>
                <a:gd name="T68" fmla="*/ 120 w 448"/>
                <a:gd name="T69" fmla="*/ 70 h 338"/>
                <a:gd name="T70" fmla="*/ 118 w 448"/>
                <a:gd name="T71" fmla="*/ 77 h 338"/>
                <a:gd name="T72" fmla="*/ 71 w 448"/>
                <a:gd name="T73" fmla="*/ 49 h 338"/>
                <a:gd name="T74" fmla="*/ 47 w 448"/>
                <a:gd name="T75" fmla="*/ 30 h 338"/>
                <a:gd name="T76" fmla="*/ 75 w 448"/>
                <a:gd name="T77" fmla="*/ 42 h 338"/>
                <a:gd name="T78" fmla="*/ 73 w 448"/>
                <a:gd name="T79" fmla="*/ 50 h 338"/>
                <a:gd name="T80" fmla="*/ 25 w 448"/>
                <a:gd name="T81" fmla="*/ 22 h 338"/>
                <a:gd name="T82" fmla="*/ 1 w 448"/>
                <a:gd name="T83" fmla="*/ 2 h 338"/>
                <a:gd name="T84" fmla="*/ 29 w 448"/>
                <a:gd name="T85" fmla="*/ 15 h 338"/>
                <a:gd name="T86" fmla="*/ 27 w 448"/>
                <a:gd name="T87" fmla="*/ 22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8" h="338">
                  <a:moveTo>
                    <a:pt x="444" y="338"/>
                  </a:moveTo>
                  <a:cubicBezTo>
                    <a:pt x="443" y="338"/>
                    <a:pt x="442" y="338"/>
                    <a:pt x="441" y="337"/>
                  </a:cubicBezTo>
                  <a:cubicBezTo>
                    <a:pt x="425" y="315"/>
                    <a:pt x="425" y="315"/>
                    <a:pt x="425" y="315"/>
                  </a:cubicBezTo>
                  <a:cubicBezTo>
                    <a:pt x="424" y="313"/>
                    <a:pt x="424" y="310"/>
                    <a:pt x="426" y="309"/>
                  </a:cubicBezTo>
                  <a:cubicBezTo>
                    <a:pt x="428" y="308"/>
                    <a:pt x="430" y="308"/>
                    <a:pt x="432" y="310"/>
                  </a:cubicBezTo>
                  <a:cubicBezTo>
                    <a:pt x="447" y="332"/>
                    <a:pt x="447" y="332"/>
                    <a:pt x="447" y="332"/>
                  </a:cubicBezTo>
                  <a:cubicBezTo>
                    <a:pt x="448" y="334"/>
                    <a:pt x="448" y="336"/>
                    <a:pt x="446" y="338"/>
                  </a:cubicBezTo>
                  <a:cubicBezTo>
                    <a:pt x="446" y="338"/>
                    <a:pt x="445" y="338"/>
                    <a:pt x="444" y="338"/>
                  </a:cubicBezTo>
                  <a:close/>
                  <a:moveTo>
                    <a:pt x="413" y="294"/>
                  </a:moveTo>
                  <a:cubicBezTo>
                    <a:pt x="412" y="294"/>
                    <a:pt x="411" y="294"/>
                    <a:pt x="410" y="293"/>
                  </a:cubicBezTo>
                  <a:cubicBezTo>
                    <a:pt x="394" y="271"/>
                    <a:pt x="394" y="271"/>
                    <a:pt x="394" y="271"/>
                  </a:cubicBezTo>
                  <a:cubicBezTo>
                    <a:pt x="393" y="269"/>
                    <a:pt x="393" y="267"/>
                    <a:pt x="395" y="265"/>
                  </a:cubicBezTo>
                  <a:cubicBezTo>
                    <a:pt x="397" y="264"/>
                    <a:pt x="399" y="264"/>
                    <a:pt x="401" y="266"/>
                  </a:cubicBezTo>
                  <a:cubicBezTo>
                    <a:pt x="416" y="288"/>
                    <a:pt x="416" y="288"/>
                    <a:pt x="416" y="288"/>
                  </a:cubicBezTo>
                  <a:cubicBezTo>
                    <a:pt x="417" y="290"/>
                    <a:pt x="417" y="292"/>
                    <a:pt x="415" y="294"/>
                  </a:cubicBezTo>
                  <a:cubicBezTo>
                    <a:pt x="415" y="294"/>
                    <a:pt x="414" y="294"/>
                    <a:pt x="413" y="294"/>
                  </a:cubicBezTo>
                  <a:close/>
                  <a:moveTo>
                    <a:pt x="382" y="251"/>
                  </a:moveTo>
                  <a:cubicBezTo>
                    <a:pt x="381" y="251"/>
                    <a:pt x="380" y="250"/>
                    <a:pt x="379" y="249"/>
                  </a:cubicBezTo>
                  <a:cubicBezTo>
                    <a:pt x="363" y="227"/>
                    <a:pt x="363" y="227"/>
                    <a:pt x="363" y="227"/>
                  </a:cubicBezTo>
                  <a:cubicBezTo>
                    <a:pt x="362" y="225"/>
                    <a:pt x="362" y="223"/>
                    <a:pt x="364" y="221"/>
                  </a:cubicBezTo>
                  <a:cubicBezTo>
                    <a:pt x="366" y="220"/>
                    <a:pt x="368" y="220"/>
                    <a:pt x="370" y="222"/>
                  </a:cubicBezTo>
                  <a:cubicBezTo>
                    <a:pt x="385" y="244"/>
                    <a:pt x="385" y="244"/>
                    <a:pt x="385" y="244"/>
                  </a:cubicBezTo>
                  <a:cubicBezTo>
                    <a:pt x="386" y="246"/>
                    <a:pt x="386" y="249"/>
                    <a:pt x="384" y="250"/>
                  </a:cubicBezTo>
                  <a:cubicBezTo>
                    <a:pt x="384" y="250"/>
                    <a:pt x="383" y="251"/>
                    <a:pt x="382" y="251"/>
                  </a:cubicBezTo>
                  <a:close/>
                  <a:moveTo>
                    <a:pt x="345" y="214"/>
                  </a:moveTo>
                  <a:cubicBezTo>
                    <a:pt x="344" y="214"/>
                    <a:pt x="343" y="214"/>
                    <a:pt x="343" y="214"/>
                  </a:cubicBezTo>
                  <a:cubicBezTo>
                    <a:pt x="320" y="200"/>
                    <a:pt x="320" y="200"/>
                    <a:pt x="320" y="200"/>
                  </a:cubicBezTo>
                  <a:cubicBezTo>
                    <a:pt x="318" y="199"/>
                    <a:pt x="318" y="196"/>
                    <a:pt x="319" y="194"/>
                  </a:cubicBezTo>
                  <a:cubicBezTo>
                    <a:pt x="320" y="192"/>
                    <a:pt x="322" y="192"/>
                    <a:pt x="324" y="193"/>
                  </a:cubicBezTo>
                  <a:cubicBezTo>
                    <a:pt x="347" y="207"/>
                    <a:pt x="347" y="207"/>
                    <a:pt x="347" y="207"/>
                  </a:cubicBezTo>
                  <a:cubicBezTo>
                    <a:pt x="349" y="208"/>
                    <a:pt x="349" y="210"/>
                    <a:pt x="348" y="212"/>
                  </a:cubicBezTo>
                  <a:cubicBezTo>
                    <a:pt x="347" y="213"/>
                    <a:pt x="346" y="214"/>
                    <a:pt x="345" y="214"/>
                  </a:cubicBezTo>
                  <a:close/>
                  <a:moveTo>
                    <a:pt x="299" y="187"/>
                  </a:moveTo>
                  <a:cubicBezTo>
                    <a:pt x="299" y="187"/>
                    <a:pt x="298" y="187"/>
                    <a:pt x="297" y="186"/>
                  </a:cubicBezTo>
                  <a:cubicBezTo>
                    <a:pt x="275" y="172"/>
                    <a:pt x="275" y="172"/>
                    <a:pt x="275" y="172"/>
                  </a:cubicBezTo>
                  <a:cubicBezTo>
                    <a:pt x="273" y="171"/>
                    <a:pt x="272" y="169"/>
                    <a:pt x="273" y="167"/>
                  </a:cubicBezTo>
                  <a:cubicBezTo>
                    <a:pt x="274" y="165"/>
                    <a:pt x="277" y="164"/>
                    <a:pt x="279" y="165"/>
                  </a:cubicBezTo>
                  <a:cubicBezTo>
                    <a:pt x="301" y="179"/>
                    <a:pt x="301" y="179"/>
                    <a:pt x="301" y="179"/>
                  </a:cubicBezTo>
                  <a:cubicBezTo>
                    <a:pt x="303" y="180"/>
                    <a:pt x="304" y="183"/>
                    <a:pt x="303" y="185"/>
                  </a:cubicBezTo>
                  <a:cubicBezTo>
                    <a:pt x="302" y="186"/>
                    <a:pt x="301" y="187"/>
                    <a:pt x="299" y="187"/>
                  </a:cubicBezTo>
                  <a:close/>
                  <a:moveTo>
                    <a:pt x="254" y="159"/>
                  </a:moveTo>
                  <a:cubicBezTo>
                    <a:pt x="253" y="159"/>
                    <a:pt x="253" y="159"/>
                    <a:pt x="252" y="159"/>
                  </a:cubicBezTo>
                  <a:cubicBezTo>
                    <a:pt x="229" y="145"/>
                    <a:pt x="229" y="145"/>
                    <a:pt x="229" y="145"/>
                  </a:cubicBezTo>
                  <a:cubicBezTo>
                    <a:pt x="227" y="144"/>
                    <a:pt x="227" y="141"/>
                    <a:pt x="228" y="139"/>
                  </a:cubicBezTo>
                  <a:cubicBezTo>
                    <a:pt x="229" y="138"/>
                    <a:pt x="231" y="137"/>
                    <a:pt x="233" y="138"/>
                  </a:cubicBezTo>
                  <a:cubicBezTo>
                    <a:pt x="256" y="152"/>
                    <a:pt x="256" y="152"/>
                    <a:pt x="256" y="152"/>
                  </a:cubicBezTo>
                  <a:cubicBezTo>
                    <a:pt x="258" y="153"/>
                    <a:pt x="258" y="155"/>
                    <a:pt x="257" y="157"/>
                  </a:cubicBezTo>
                  <a:cubicBezTo>
                    <a:pt x="257" y="159"/>
                    <a:pt x="255" y="159"/>
                    <a:pt x="254" y="159"/>
                  </a:cubicBezTo>
                  <a:close/>
                  <a:moveTo>
                    <a:pt x="209" y="132"/>
                  </a:moveTo>
                  <a:cubicBezTo>
                    <a:pt x="208" y="132"/>
                    <a:pt x="207" y="132"/>
                    <a:pt x="207" y="131"/>
                  </a:cubicBezTo>
                  <a:cubicBezTo>
                    <a:pt x="184" y="118"/>
                    <a:pt x="184" y="118"/>
                    <a:pt x="184" y="118"/>
                  </a:cubicBezTo>
                  <a:cubicBezTo>
                    <a:pt x="182" y="116"/>
                    <a:pt x="181" y="114"/>
                    <a:pt x="183" y="112"/>
                  </a:cubicBezTo>
                  <a:cubicBezTo>
                    <a:pt x="184" y="110"/>
                    <a:pt x="186" y="109"/>
                    <a:pt x="188" y="111"/>
                  </a:cubicBezTo>
                  <a:cubicBezTo>
                    <a:pt x="211" y="124"/>
                    <a:pt x="211" y="124"/>
                    <a:pt x="211" y="124"/>
                  </a:cubicBezTo>
                  <a:cubicBezTo>
                    <a:pt x="212" y="125"/>
                    <a:pt x="213" y="128"/>
                    <a:pt x="212" y="130"/>
                  </a:cubicBezTo>
                  <a:cubicBezTo>
                    <a:pt x="211" y="131"/>
                    <a:pt x="210" y="132"/>
                    <a:pt x="209" y="132"/>
                  </a:cubicBezTo>
                  <a:close/>
                  <a:moveTo>
                    <a:pt x="163" y="104"/>
                  </a:moveTo>
                  <a:cubicBezTo>
                    <a:pt x="163" y="104"/>
                    <a:pt x="162" y="104"/>
                    <a:pt x="161" y="104"/>
                  </a:cubicBezTo>
                  <a:cubicBezTo>
                    <a:pt x="139" y="90"/>
                    <a:pt x="139" y="90"/>
                    <a:pt x="139" y="90"/>
                  </a:cubicBezTo>
                  <a:cubicBezTo>
                    <a:pt x="137" y="89"/>
                    <a:pt x="136" y="87"/>
                    <a:pt x="137" y="85"/>
                  </a:cubicBezTo>
                  <a:cubicBezTo>
                    <a:pt x="138" y="83"/>
                    <a:pt x="141" y="82"/>
                    <a:pt x="143" y="83"/>
                  </a:cubicBezTo>
                  <a:cubicBezTo>
                    <a:pt x="165" y="97"/>
                    <a:pt x="165" y="97"/>
                    <a:pt x="165" y="97"/>
                  </a:cubicBezTo>
                  <a:cubicBezTo>
                    <a:pt x="167" y="98"/>
                    <a:pt x="168" y="101"/>
                    <a:pt x="167" y="102"/>
                  </a:cubicBezTo>
                  <a:cubicBezTo>
                    <a:pt x="166" y="104"/>
                    <a:pt x="165" y="104"/>
                    <a:pt x="163" y="104"/>
                  </a:cubicBezTo>
                  <a:close/>
                  <a:moveTo>
                    <a:pt x="118" y="77"/>
                  </a:moveTo>
                  <a:cubicBezTo>
                    <a:pt x="117" y="77"/>
                    <a:pt x="117" y="77"/>
                    <a:pt x="116" y="77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1" y="62"/>
                    <a:pt x="91" y="59"/>
                    <a:pt x="92" y="57"/>
                  </a:cubicBezTo>
                  <a:cubicBezTo>
                    <a:pt x="93" y="55"/>
                    <a:pt x="95" y="55"/>
                    <a:pt x="97" y="56"/>
                  </a:cubicBezTo>
                  <a:cubicBezTo>
                    <a:pt x="120" y="70"/>
                    <a:pt x="120" y="70"/>
                    <a:pt x="120" y="70"/>
                  </a:cubicBezTo>
                  <a:cubicBezTo>
                    <a:pt x="122" y="71"/>
                    <a:pt x="122" y="73"/>
                    <a:pt x="121" y="75"/>
                  </a:cubicBezTo>
                  <a:cubicBezTo>
                    <a:pt x="121" y="76"/>
                    <a:pt x="119" y="77"/>
                    <a:pt x="118" y="77"/>
                  </a:cubicBezTo>
                  <a:close/>
                  <a:moveTo>
                    <a:pt x="73" y="50"/>
                  </a:moveTo>
                  <a:cubicBezTo>
                    <a:pt x="72" y="50"/>
                    <a:pt x="71" y="49"/>
                    <a:pt x="71" y="49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6" y="34"/>
                    <a:pt x="45" y="32"/>
                    <a:pt x="47" y="30"/>
                  </a:cubicBezTo>
                  <a:cubicBezTo>
                    <a:pt x="48" y="28"/>
                    <a:pt x="50" y="27"/>
                    <a:pt x="52" y="28"/>
                  </a:cubicBezTo>
                  <a:cubicBezTo>
                    <a:pt x="75" y="42"/>
                    <a:pt x="75" y="42"/>
                    <a:pt x="75" y="42"/>
                  </a:cubicBezTo>
                  <a:cubicBezTo>
                    <a:pt x="76" y="43"/>
                    <a:pt x="77" y="46"/>
                    <a:pt x="76" y="48"/>
                  </a:cubicBezTo>
                  <a:cubicBezTo>
                    <a:pt x="75" y="49"/>
                    <a:pt x="74" y="50"/>
                    <a:pt x="73" y="50"/>
                  </a:cubicBezTo>
                  <a:close/>
                  <a:moveTo>
                    <a:pt x="27" y="22"/>
                  </a:moveTo>
                  <a:cubicBezTo>
                    <a:pt x="27" y="22"/>
                    <a:pt x="26" y="22"/>
                    <a:pt x="25" y="22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4"/>
                    <a:pt x="1" y="2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31" y="16"/>
                    <a:pt x="32" y="18"/>
                    <a:pt x="31" y="20"/>
                  </a:cubicBezTo>
                  <a:cubicBezTo>
                    <a:pt x="30" y="22"/>
                    <a:pt x="29" y="22"/>
                    <a:pt x="27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任意多边形: 形状 141" descr="1d00c83f-e08c-437e-95e6-be2a4b225df3"/>
            <p:cNvSpPr/>
            <p:nvPr/>
          </p:nvSpPr>
          <p:spPr bwMode="auto">
            <a:xfrm>
              <a:off x="6372225" y="5561013"/>
              <a:ext cx="38100" cy="30163"/>
            </a:xfrm>
            <a:custGeom>
              <a:avLst/>
              <a:gdLst>
                <a:gd name="T0" fmla="*/ 16 w 20"/>
                <a:gd name="T1" fmla="*/ 16 h 16"/>
                <a:gd name="T2" fmla="*/ 14 w 20"/>
                <a:gd name="T3" fmla="*/ 15 h 16"/>
                <a:gd name="T4" fmla="*/ 2 w 20"/>
                <a:gd name="T5" fmla="*/ 8 h 16"/>
                <a:gd name="T6" fmla="*/ 1 w 20"/>
                <a:gd name="T7" fmla="*/ 3 h 16"/>
                <a:gd name="T8" fmla="*/ 6 w 20"/>
                <a:gd name="T9" fmla="*/ 1 h 16"/>
                <a:gd name="T10" fmla="*/ 18 w 20"/>
                <a:gd name="T11" fmla="*/ 8 h 16"/>
                <a:gd name="T12" fmla="*/ 19 w 20"/>
                <a:gd name="T13" fmla="*/ 14 h 16"/>
                <a:gd name="T14" fmla="*/ 16 w 20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16">
                  <a:moveTo>
                    <a:pt x="16" y="16"/>
                  </a:moveTo>
                  <a:cubicBezTo>
                    <a:pt x="15" y="16"/>
                    <a:pt x="15" y="16"/>
                    <a:pt x="14" y="15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5" y="0"/>
                    <a:pt x="6" y="1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0" y="9"/>
                    <a:pt x="20" y="12"/>
                    <a:pt x="19" y="14"/>
                  </a:cubicBezTo>
                  <a:cubicBezTo>
                    <a:pt x="19" y="15"/>
                    <a:pt x="17" y="16"/>
                    <a:pt x="16" y="16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任意多边形: 形状 142" descr="de18feed-284f-4fdf-b244-f51de94ce32d"/>
            <p:cNvSpPr/>
            <p:nvPr/>
          </p:nvSpPr>
          <p:spPr bwMode="auto">
            <a:xfrm>
              <a:off x="6919913" y="5143500"/>
              <a:ext cx="22225" cy="39688"/>
            </a:xfrm>
            <a:custGeom>
              <a:avLst/>
              <a:gdLst>
                <a:gd name="T0" fmla="*/ 7 w 12"/>
                <a:gd name="T1" fmla="*/ 21 h 21"/>
                <a:gd name="T2" fmla="*/ 4 w 12"/>
                <a:gd name="T3" fmla="*/ 18 h 21"/>
                <a:gd name="T4" fmla="*/ 1 w 12"/>
                <a:gd name="T5" fmla="*/ 5 h 21"/>
                <a:gd name="T6" fmla="*/ 3 w 12"/>
                <a:gd name="T7" fmla="*/ 0 h 21"/>
                <a:gd name="T8" fmla="*/ 8 w 12"/>
                <a:gd name="T9" fmla="*/ 3 h 21"/>
                <a:gd name="T10" fmla="*/ 11 w 12"/>
                <a:gd name="T11" fmla="*/ 16 h 21"/>
                <a:gd name="T12" fmla="*/ 8 w 12"/>
                <a:gd name="T13" fmla="*/ 21 h 21"/>
                <a:gd name="T14" fmla="*/ 7 w 12"/>
                <a:gd name="T1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1">
                  <a:moveTo>
                    <a:pt x="7" y="21"/>
                  </a:moveTo>
                  <a:cubicBezTo>
                    <a:pt x="6" y="21"/>
                    <a:pt x="4" y="20"/>
                    <a:pt x="4" y="18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6" y="0"/>
                    <a:pt x="8" y="1"/>
                    <a:pt x="8" y="3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9"/>
                    <a:pt x="10" y="21"/>
                    <a:pt x="8" y="21"/>
                  </a:cubicBezTo>
                  <a:cubicBezTo>
                    <a:pt x="8" y="21"/>
                    <a:pt x="8" y="21"/>
                    <a:pt x="7" y="21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任意多边形: 形状 143" descr="109cd19a-798c-4b5f-94a7-fe699625b4c6"/>
            <p:cNvSpPr>
              <a:spLocks noEditPoints="1"/>
            </p:cNvSpPr>
            <p:nvPr/>
          </p:nvSpPr>
          <p:spPr bwMode="auto">
            <a:xfrm>
              <a:off x="6935788" y="5214938"/>
              <a:ext cx="184150" cy="741363"/>
            </a:xfrm>
            <a:custGeom>
              <a:avLst/>
              <a:gdLst>
                <a:gd name="T0" fmla="*/ 89 w 97"/>
                <a:gd name="T1" fmla="*/ 387 h 390"/>
                <a:gd name="T2" fmla="*/ 86 w 97"/>
                <a:gd name="T3" fmla="*/ 357 h 390"/>
                <a:gd name="T4" fmla="*/ 97 w 97"/>
                <a:gd name="T5" fmla="*/ 385 h 390"/>
                <a:gd name="T6" fmla="*/ 93 w 97"/>
                <a:gd name="T7" fmla="*/ 390 h 390"/>
                <a:gd name="T8" fmla="*/ 77 w 97"/>
                <a:gd name="T9" fmla="*/ 336 h 390"/>
                <a:gd name="T10" fmla="*/ 74 w 97"/>
                <a:gd name="T11" fmla="*/ 306 h 390"/>
                <a:gd name="T12" fmla="*/ 85 w 97"/>
                <a:gd name="T13" fmla="*/ 335 h 390"/>
                <a:gd name="T14" fmla="*/ 81 w 97"/>
                <a:gd name="T15" fmla="*/ 340 h 390"/>
                <a:gd name="T16" fmla="*/ 65 w 97"/>
                <a:gd name="T17" fmla="*/ 286 h 390"/>
                <a:gd name="T18" fmla="*/ 62 w 97"/>
                <a:gd name="T19" fmla="*/ 255 h 390"/>
                <a:gd name="T20" fmla="*/ 73 w 97"/>
                <a:gd name="T21" fmla="*/ 284 h 390"/>
                <a:gd name="T22" fmla="*/ 69 w 97"/>
                <a:gd name="T23" fmla="*/ 289 h 390"/>
                <a:gd name="T24" fmla="*/ 54 w 97"/>
                <a:gd name="T25" fmla="*/ 235 h 390"/>
                <a:gd name="T26" fmla="*/ 51 w 97"/>
                <a:gd name="T27" fmla="*/ 204 h 390"/>
                <a:gd name="T28" fmla="*/ 61 w 97"/>
                <a:gd name="T29" fmla="*/ 233 h 390"/>
                <a:gd name="T30" fmla="*/ 57 w 97"/>
                <a:gd name="T31" fmla="*/ 238 h 390"/>
                <a:gd name="T32" fmla="*/ 42 w 97"/>
                <a:gd name="T33" fmla="*/ 184 h 390"/>
                <a:gd name="T34" fmla="*/ 39 w 97"/>
                <a:gd name="T35" fmla="*/ 153 h 390"/>
                <a:gd name="T36" fmla="*/ 49 w 97"/>
                <a:gd name="T37" fmla="*/ 182 h 390"/>
                <a:gd name="T38" fmla="*/ 46 w 97"/>
                <a:gd name="T39" fmla="*/ 187 h 390"/>
                <a:gd name="T40" fmla="*/ 30 w 97"/>
                <a:gd name="T41" fmla="*/ 133 h 390"/>
                <a:gd name="T42" fmla="*/ 27 w 97"/>
                <a:gd name="T43" fmla="*/ 103 h 390"/>
                <a:gd name="T44" fmla="*/ 38 w 97"/>
                <a:gd name="T45" fmla="*/ 131 h 390"/>
                <a:gd name="T46" fmla="*/ 34 w 97"/>
                <a:gd name="T47" fmla="*/ 136 h 390"/>
                <a:gd name="T48" fmla="*/ 18 w 97"/>
                <a:gd name="T49" fmla="*/ 82 h 390"/>
                <a:gd name="T50" fmla="*/ 15 w 97"/>
                <a:gd name="T51" fmla="*/ 52 h 390"/>
                <a:gd name="T52" fmla="*/ 26 w 97"/>
                <a:gd name="T53" fmla="*/ 80 h 390"/>
                <a:gd name="T54" fmla="*/ 22 w 97"/>
                <a:gd name="T55" fmla="*/ 85 h 390"/>
                <a:gd name="T56" fmla="*/ 6 w 97"/>
                <a:gd name="T57" fmla="*/ 31 h 390"/>
                <a:gd name="T58" fmla="*/ 3 w 97"/>
                <a:gd name="T59" fmla="*/ 1 h 390"/>
                <a:gd name="T60" fmla="*/ 14 w 97"/>
                <a:gd name="T61" fmla="*/ 29 h 390"/>
                <a:gd name="T62" fmla="*/ 10 w 97"/>
                <a:gd name="T63" fmla="*/ 34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7" h="390">
                  <a:moveTo>
                    <a:pt x="93" y="390"/>
                  </a:moveTo>
                  <a:cubicBezTo>
                    <a:pt x="91" y="390"/>
                    <a:pt x="89" y="389"/>
                    <a:pt x="89" y="387"/>
                  </a:cubicBezTo>
                  <a:cubicBezTo>
                    <a:pt x="83" y="362"/>
                    <a:pt x="83" y="362"/>
                    <a:pt x="83" y="362"/>
                  </a:cubicBezTo>
                  <a:cubicBezTo>
                    <a:pt x="83" y="360"/>
                    <a:pt x="84" y="358"/>
                    <a:pt x="86" y="357"/>
                  </a:cubicBezTo>
                  <a:cubicBezTo>
                    <a:pt x="88" y="356"/>
                    <a:pt x="90" y="358"/>
                    <a:pt x="91" y="360"/>
                  </a:cubicBezTo>
                  <a:cubicBezTo>
                    <a:pt x="97" y="385"/>
                    <a:pt x="97" y="385"/>
                    <a:pt x="97" y="385"/>
                  </a:cubicBezTo>
                  <a:cubicBezTo>
                    <a:pt x="97" y="388"/>
                    <a:pt x="96" y="390"/>
                    <a:pt x="94" y="390"/>
                  </a:cubicBezTo>
                  <a:cubicBezTo>
                    <a:pt x="93" y="390"/>
                    <a:pt x="93" y="390"/>
                    <a:pt x="93" y="390"/>
                  </a:cubicBezTo>
                  <a:close/>
                  <a:moveTo>
                    <a:pt x="81" y="340"/>
                  </a:moveTo>
                  <a:cubicBezTo>
                    <a:pt x="79" y="340"/>
                    <a:pt x="78" y="338"/>
                    <a:pt x="77" y="336"/>
                  </a:cubicBezTo>
                  <a:cubicBezTo>
                    <a:pt x="71" y="311"/>
                    <a:pt x="71" y="311"/>
                    <a:pt x="71" y="311"/>
                  </a:cubicBezTo>
                  <a:cubicBezTo>
                    <a:pt x="71" y="309"/>
                    <a:pt x="72" y="307"/>
                    <a:pt x="74" y="306"/>
                  </a:cubicBezTo>
                  <a:cubicBezTo>
                    <a:pt x="76" y="306"/>
                    <a:pt x="78" y="307"/>
                    <a:pt x="79" y="309"/>
                  </a:cubicBezTo>
                  <a:cubicBezTo>
                    <a:pt x="85" y="335"/>
                    <a:pt x="85" y="335"/>
                    <a:pt x="85" y="335"/>
                  </a:cubicBezTo>
                  <a:cubicBezTo>
                    <a:pt x="85" y="337"/>
                    <a:pt x="84" y="339"/>
                    <a:pt x="82" y="339"/>
                  </a:cubicBezTo>
                  <a:cubicBezTo>
                    <a:pt x="82" y="340"/>
                    <a:pt x="81" y="340"/>
                    <a:pt x="81" y="340"/>
                  </a:cubicBezTo>
                  <a:close/>
                  <a:moveTo>
                    <a:pt x="69" y="289"/>
                  </a:moveTo>
                  <a:cubicBezTo>
                    <a:pt x="67" y="289"/>
                    <a:pt x="66" y="287"/>
                    <a:pt x="65" y="286"/>
                  </a:cubicBezTo>
                  <a:cubicBezTo>
                    <a:pt x="60" y="260"/>
                    <a:pt x="60" y="260"/>
                    <a:pt x="60" y="260"/>
                  </a:cubicBezTo>
                  <a:cubicBezTo>
                    <a:pt x="59" y="258"/>
                    <a:pt x="60" y="256"/>
                    <a:pt x="62" y="255"/>
                  </a:cubicBezTo>
                  <a:cubicBezTo>
                    <a:pt x="65" y="255"/>
                    <a:pt x="67" y="256"/>
                    <a:pt x="67" y="258"/>
                  </a:cubicBezTo>
                  <a:cubicBezTo>
                    <a:pt x="73" y="284"/>
                    <a:pt x="73" y="284"/>
                    <a:pt x="73" y="284"/>
                  </a:cubicBezTo>
                  <a:cubicBezTo>
                    <a:pt x="74" y="286"/>
                    <a:pt x="72" y="288"/>
                    <a:pt x="70" y="289"/>
                  </a:cubicBezTo>
                  <a:cubicBezTo>
                    <a:pt x="70" y="289"/>
                    <a:pt x="70" y="289"/>
                    <a:pt x="69" y="289"/>
                  </a:cubicBezTo>
                  <a:close/>
                  <a:moveTo>
                    <a:pt x="57" y="238"/>
                  </a:moveTo>
                  <a:cubicBezTo>
                    <a:pt x="56" y="238"/>
                    <a:pt x="54" y="237"/>
                    <a:pt x="54" y="235"/>
                  </a:cubicBezTo>
                  <a:cubicBezTo>
                    <a:pt x="48" y="209"/>
                    <a:pt x="48" y="209"/>
                    <a:pt x="48" y="209"/>
                  </a:cubicBezTo>
                  <a:cubicBezTo>
                    <a:pt x="47" y="207"/>
                    <a:pt x="49" y="205"/>
                    <a:pt x="51" y="204"/>
                  </a:cubicBezTo>
                  <a:cubicBezTo>
                    <a:pt x="53" y="204"/>
                    <a:pt x="55" y="205"/>
                    <a:pt x="55" y="207"/>
                  </a:cubicBezTo>
                  <a:cubicBezTo>
                    <a:pt x="61" y="233"/>
                    <a:pt x="61" y="233"/>
                    <a:pt x="61" y="233"/>
                  </a:cubicBezTo>
                  <a:cubicBezTo>
                    <a:pt x="62" y="235"/>
                    <a:pt x="60" y="237"/>
                    <a:pt x="58" y="238"/>
                  </a:cubicBezTo>
                  <a:cubicBezTo>
                    <a:pt x="58" y="238"/>
                    <a:pt x="58" y="238"/>
                    <a:pt x="57" y="238"/>
                  </a:cubicBezTo>
                  <a:close/>
                  <a:moveTo>
                    <a:pt x="46" y="187"/>
                  </a:moveTo>
                  <a:cubicBezTo>
                    <a:pt x="44" y="187"/>
                    <a:pt x="42" y="186"/>
                    <a:pt x="42" y="184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5" y="156"/>
                    <a:pt x="37" y="154"/>
                    <a:pt x="39" y="153"/>
                  </a:cubicBezTo>
                  <a:cubicBezTo>
                    <a:pt x="41" y="153"/>
                    <a:pt x="43" y="154"/>
                    <a:pt x="44" y="156"/>
                  </a:cubicBezTo>
                  <a:cubicBezTo>
                    <a:pt x="49" y="182"/>
                    <a:pt x="49" y="182"/>
                    <a:pt x="49" y="182"/>
                  </a:cubicBezTo>
                  <a:cubicBezTo>
                    <a:pt x="50" y="184"/>
                    <a:pt x="49" y="186"/>
                    <a:pt x="47" y="187"/>
                  </a:cubicBezTo>
                  <a:cubicBezTo>
                    <a:pt x="46" y="187"/>
                    <a:pt x="46" y="187"/>
                    <a:pt x="46" y="187"/>
                  </a:cubicBezTo>
                  <a:close/>
                  <a:moveTo>
                    <a:pt x="34" y="136"/>
                  </a:moveTo>
                  <a:cubicBezTo>
                    <a:pt x="32" y="136"/>
                    <a:pt x="30" y="135"/>
                    <a:pt x="30" y="13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24" y="105"/>
                    <a:pt x="25" y="103"/>
                    <a:pt x="27" y="103"/>
                  </a:cubicBezTo>
                  <a:cubicBezTo>
                    <a:pt x="29" y="102"/>
                    <a:pt x="31" y="103"/>
                    <a:pt x="32" y="106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8" y="133"/>
                    <a:pt x="37" y="135"/>
                    <a:pt x="35" y="136"/>
                  </a:cubicBezTo>
                  <a:cubicBezTo>
                    <a:pt x="34" y="136"/>
                    <a:pt x="34" y="136"/>
                    <a:pt x="34" y="136"/>
                  </a:cubicBezTo>
                  <a:close/>
                  <a:moveTo>
                    <a:pt x="22" y="85"/>
                  </a:moveTo>
                  <a:cubicBezTo>
                    <a:pt x="20" y="85"/>
                    <a:pt x="19" y="84"/>
                    <a:pt x="18" y="82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4"/>
                    <a:pt x="13" y="52"/>
                    <a:pt x="15" y="52"/>
                  </a:cubicBezTo>
                  <a:cubicBezTo>
                    <a:pt x="17" y="51"/>
                    <a:pt x="19" y="53"/>
                    <a:pt x="20" y="55"/>
                  </a:cubicBezTo>
                  <a:cubicBezTo>
                    <a:pt x="26" y="80"/>
                    <a:pt x="26" y="80"/>
                    <a:pt x="26" y="80"/>
                  </a:cubicBezTo>
                  <a:cubicBezTo>
                    <a:pt x="26" y="82"/>
                    <a:pt x="25" y="85"/>
                    <a:pt x="23" y="85"/>
                  </a:cubicBezTo>
                  <a:cubicBezTo>
                    <a:pt x="23" y="85"/>
                    <a:pt x="22" y="85"/>
                    <a:pt x="22" y="85"/>
                  </a:cubicBezTo>
                  <a:close/>
                  <a:moveTo>
                    <a:pt x="10" y="34"/>
                  </a:moveTo>
                  <a:cubicBezTo>
                    <a:pt x="8" y="34"/>
                    <a:pt x="7" y="33"/>
                    <a:pt x="6" y="3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1" y="1"/>
                    <a:pt x="3" y="1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5" y="31"/>
                    <a:pt x="13" y="34"/>
                    <a:pt x="11" y="34"/>
                  </a:cubicBezTo>
                  <a:cubicBezTo>
                    <a:pt x="11" y="34"/>
                    <a:pt x="11" y="34"/>
                    <a:pt x="10" y="34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任意多边形: 形状 144" descr="fa7b9dca-3730-4552-aee5-5300139a957b"/>
            <p:cNvSpPr/>
            <p:nvPr/>
          </p:nvSpPr>
          <p:spPr bwMode="auto">
            <a:xfrm>
              <a:off x="7115175" y="5988050"/>
              <a:ext cx="22225" cy="41275"/>
            </a:xfrm>
            <a:custGeom>
              <a:avLst/>
              <a:gdLst>
                <a:gd name="T0" fmla="*/ 8 w 12"/>
                <a:gd name="T1" fmla="*/ 22 h 22"/>
                <a:gd name="T2" fmla="*/ 4 w 12"/>
                <a:gd name="T3" fmla="*/ 19 h 22"/>
                <a:gd name="T4" fmla="*/ 1 w 12"/>
                <a:gd name="T5" fmla="*/ 6 h 22"/>
                <a:gd name="T6" fmla="*/ 4 w 12"/>
                <a:gd name="T7" fmla="*/ 1 h 22"/>
                <a:gd name="T8" fmla="*/ 9 w 12"/>
                <a:gd name="T9" fmla="*/ 4 h 22"/>
                <a:gd name="T10" fmla="*/ 12 w 12"/>
                <a:gd name="T11" fmla="*/ 17 h 22"/>
                <a:gd name="T12" fmla="*/ 9 w 12"/>
                <a:gd name="T13" fmla="*/ 22 h 22"/>
                <a:gd name="T14" fmla="*/ 8 w 12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2">
                  <a:moveTo>
                    <a:pt x="8" y="22"/>
                  </a:moveTo>
                  <a:cubicBezTo>
                    <a:pt x="6" y="22"/>
                    <a:pt x="4" y="21"/>
                    <a:pt x="4" y="19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2" y="1"/>
                    <a:pt x="4" y="1"/>
                  </a:cubicBezTo>
                  <a:cubicBezTo>
                    <a:pt x="6" y="0"/>
                    <a:pt x="8" y="2"/>
                    <a:pt x="9" y="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9"/>
                    <a:pt x="11" y="22"/>
                    <a:pt x="9" y="22"/>
                  </a:cubicBezTo>
                  <a:cubicBezTo>
                    <a:pt x="8" y="22"/>
                    <a:pt x="8" y="22"/>
                    <a:pt x="8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任意多边形: 形状 145" descr="d2d749d3-b3dc-42a7-9abf-a062b08a8e14"/>
            <p:cNvSpPr>
              <a:spLocks noEditPoints="1"/>
            </p:cNvSpPr>
            <p:nvPr/>
          </p:nvSpPr>
          <p:spPr bwMode="auto">
            <a:xfrm>
              <a:off x="5834063" y="4632325"/>
              <a:ext cx="1887538" cy="1793875"/>
            </a:xfrm>
            <a:custGeom>
              <a:avLst/>
              <a:gdLst>
                <a:gd name="T0" fmla="*/ 354 w 1189"/>
                <a:gd name="T1" fmla="*/ 1130 h 1130"/>
                <a:gd name="T2" fmla="*/ 0 w 1189"/>
                <a:gd name="T3" fmla="*/ 633 h 1130"/>
                <a:gd name="T4" fmla="*/ 241 w 1189"/>
                <a:gd name="T5" fmla="*/ 68 h 1130"/>
                <a:gd name="T6" fmla="*/ 836 w 1189"/>
                <a:gd name="T7" fmla="*/ 0 h 1130"/>
                <a:gd name="T8" fmla="*/ 1189 w 1189"/>
                <a:gd name="T9" fmla="*/ 498 h 1130"/>
                <a:gd name="T10" fmla="*/ 948 w 1189"/>
                <a:gd name="T11" fmla="*/ 1063 h 1130"/>
                <a:gd name="T12" fmla="*/ 354 w 1189"/>
                <a:gd name="T13" fmla="*/ 1130 h 1130"/>
                <a:gd name="T14" fmla="*/ 32 w 1189"/>
                <a:gd name="T15" fmla="*/ 629 h 1130"/>
                <a:gd name="T16" fmla="*/ 367 w 1189"/>
                <a:gd name="T17" fmla="*/ 1100 h 1130"/>
                <a:gd name="T18" fmla="*/ 929 w 1189"/>
                <a:gd name="T19" fmla="*/ 1036 h 1130"/>
                <a:gd name="T20" fmla="*/ 1157 w 1189"/>
                <a:gd name="T21" fmla="*/ 501 h 1130"/>
                <a:gd name="T22" fmla="*/ 822 w 1189"/>
                <a:gd name="T23" fmla="*/ 31 h 1130"/>
                <a:gd name="T24" fmla="*/ 260 w 1189"/>
                <a:gd name="T25" fmla="*/ 96 h 1130"/>
                <a:gd name="T26" fmla="*/ 32 w 1189"/>
                <a:gd name="T27" fmla="*/ 629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89" h="1130">
                  <a:moveTo>
                    <a:pt x="354" y="1130"/>
                  </a:moveTo>
                  <a:lnTo>
                    <a:pt x="0" y="633"/>
                  </a:lnTo>
                  <a:lnTo>
                    <a:pt x="241" y="68"/>
                  </a:lnTo>
                  <a:lnTo>
                    <a:pt x="836" y="0"/>
                  </a:lnTo>
                  <a:lnTo>
                    <a:pt x="1189" y="498"/>
                  </a:lnTo>
                  <a:lnTo>
                    <a:pt x="948" y="1063"/>
                  </a:lnTo>
                  <a:lnTo>
                    <a:pt x="354" y="1130"/>
                  </a:lnTo>
                  <a:close/>
                  <a:moveTo>
                    <a:pt x="32" y="629"/>
                  </a:moveTo>
                  <a:lnTo>
                    <a:pt x="367" y="1100"/>
                  </a:lnTo>
                  <a:lnTo>
                    <a:pt x="929" y="1036"/>
                  </a:lnTo>
                  <a:lnTo>
                    <a:pt x="1157" y="501"/>
                  </a:lnTo>
                  <a:lnTo>
                    <a:pt x="822" y="31"/>
                  </a:lnTo>
                  <a:lnTo>
                    <a:pt x="260" y="96"/>
                  </a:lnTo>
                  <a:lnTo>
                    <a:pt x="32" y="629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任意多边形: 形状 146" descr="748c6ad5-435d-4ca9-8c80-aa3b6723697e"/>
            <p:cNvSpPr/>
            <p:nvPr/>
          </p:nvSpPr>
          <p:spPr bwMode="auto">
            <a:xfrm>
              <a:off x="6213475" y="4748213"/>
              <a:ext cx="371475" cy="1665288"/>
            </a:xfrm>
            <a:custGeom>
              <a:avLst/>
              <a:gdLst>
                <a:gd name="T0" fmla="*/ 134 w 234"/>
                <a:gd name="T1" fmla="*/ 1049 h 1049"/>
                <a:gd name="T2" fmla="*/ 109 w 234"/>
                <a:gd name="T3" fmla="*/ 1036 h 1049"/>
                <a:gd name="T4" fmla="*/ 205 w 234"/>
                <a:gd name="T5" fmla="*/ 835 h 1049"/>
                <a:gd name="T6" fmla="*/ 140 w 234"/>
                <a:gd name="T7" fmla="*/ 210 h 1049"/>
                <a:gd name="T8" fmla="*/ 0 w 234"/>
                <a:gd name="T9" fmla="*/ 18 h 1049"/>
                <a:gd name="T10" fmla="*/ 23 w 234"/>
                <a:gd name="T11" fmla="*/ 0 h 1049"/>
                <a:gd name="T12" fmla="*/ 167 w 234"/>
                <a:gd name="T13" fmla="*/ 200 h 1049"/>
                <a:gd name="T14" fmla="*/ 168 w 234"/>
                <a:gd name="T15" fmla="*/ 203 h 1049"/>
                <a:gd name="T16" fmla="*/ 234 w 234"/>
                <a:gd name="T17" fmla="*/ 841 h 1049"/>
                <a:gd name="T18" fmla="*/ 134 w 234"/>
                <a:gd name="T19" fmla="*/ 1049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4" h="1049">
                  <a:moveTo>
                    <a:pt x="134" y="1049"/>
                  </a:moveTo>
                  <a:lnTo>
                    <a:pt x="109" y="1036"/>
                  </a:lnTo>
                  <a:lnTo>
                    <a:pt x="205" y="835"/>
                  </a:lnTo>
                  <a:lnTo>
                    <a:pt x="140" y="210"/>
                  </a:lnTo>
                  <a:lnTo>
                    <a:pt x="0" y="18"/>
                  </a:lnTo>
                  <a:lnTo>
                    <a:pt x="23" y="0"/>
                  </a:lnTo>
                  <a:lnTo>
                    <a:pt x="167" y="200"/>
                  </a:lnTo>
                  <a:lnTo>
                    <a:pt x="168" y="203"/>
                  </a:lnTo>
                  <a:lnTo>
                    <a:pt x="234" y="841"/>
                  </a:lnTo>
                  <a:lnTo>
                    <a:pt x="134" y="1049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任意多边形: 形状 147" descr="e0d0b8cb-f0e6-4667-94fb-c95c08e7aa93"/>
            <p:cNvSpPr>
              <a:spLocks noEditPoints="1"/>
            </p:cNvSpPr>
            <p:nvPr/>
          </p:nvSpPr>
          <p:spPr bwMode="auto">
            <a:xfrm>
              <a:off x="5835650" y="4632325"/>
              <a:ext cx="1576388" cy="1687513"/>
            </a:xfrm>
            <a:custGeom>
              <a:avLst/>
              <a:gdLst>
                <a:gd name="T0" fmla="*/ 783 w 829"/>
                <a:gd name="T1" fmla="*/ 889 h 889"/>
                <a:gd name="T2" fmla="*/ 780 w 829"/>
                <a:gd name="T3" fmla="*/ 889 h 889"/>
                <a:gd name="T4" fmla="*/ 379 w 829"/>
                <a:gd name="T5" fmla="*/ 773 h 889"/>
                <a:gd name="T6" fmla="*/ 376 w 829"/>
                <a:gd name="T7" fmla="*/ 772 h 889"/>
                <a:gd name="T8" fmla="*/ 6 w 829"/>
                <a:gd name="T9" fmla="*/ 538 h 889"/>
                <a:gd name="T10" fmla="*/ 1 w 829"/>
                <a:gd name="T11" fmla="*/ 529 h 889"/>
                <a:gd name="T12" fmla="*/ 5 w 829"/>
                <a:gd name="T13" fmla="*/ 519 h 889"/>
                <a:gd name="T14" fmla="*/ 319 w 829"/>
                <a:gd name="T15" fmla="*/ 224 h 889"/>
                <a:gd name="T16" fmla="*/ 321 w 829"/>
                <a:gd name="T17" fmla="*/ 222 h 889"/>
                <a:gd name="T18" fmla="*/ 685 w 829"/>
                <a:gd name="T19" fmla="*/ 3 h 889"/>
                <a:gd name="T20" fmla="*/ 696 w 829"/>
                <a:gd name="T21" fmla="*/ 2 h 889"/>
                <a:gd name="T22" fmla="*/ 703 w 829"/>
                <a:gd name="T23" fmla="*/ 10 h 889"/>
                <a:gd name="T24" fmla="*/ 828 w 829"/>
                <a:gd name="T25" fmla="*/ 452 h 889"/>
                <a:gd name="T26" fmla="*/ 829 w 829"/>
                <a:gd name="T27" fmla="*/ 456 h 889"/>
                <a:gd name="T28" fmla="*/ 795 w 829"/>
                <a:gd name="T29" fmla="*/ 878 h 889"/>
                <a:gd name="T30" fmla="*/ 790 w 829"/>
                <a:gd name="T31" fmla="*/ 887 h 889"/>
                <a:gd name="T32" fmla="*/ 783 w 829"/>
                <a:gd name="T33" fmla="*/ 889 h 889"/>
                <a:gd name="T34" fmla="*/ 387 w 829"/>
                <a:gd name="T35" fmla="*/ 750 h 889"/>
                <a:gd name="T36" fmla="*/ 773 w 829"/>
                <a:gd name="T37" fmla="*/ 862 h 889"/>
                <a:gd name="T38" fmla="*/ 805 w 829"/>
                <a:gd name="T39" fmla="*/ 457 h 889"/>
                <a:gd name="T40" fmla="*/ 684 w 829"/>
                <a:gd name="T41" fmla="*/ 31 h 889"/>
                <a:gd name="T42" fmla="*/ 334 w 829"/>
                <a:gd name="T43" fmla="*/ 243 h 889"/>
                <a:gd name="T44" fmla="*/ 32 w 829"/>
                <a:gd name="T45" fmla="*/ 526 h 889"/>
                <a:gd name="T46" fmla="*/ 387 w 829"/>
                <a:gd name="T47" fmla="*/ 750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29" h="889">
                  <a:moveTo>
                    <a:pt x="783" y="889"/>
                  </a:moveTo>
                  <a:cubicBezTo>
                    <a:pt x="782" y="889"/>
                    <a:pt x="781" y="889"/>
                    <a:pt x="780" y="889"/>
                  </a:cubicBezTo>
                  <a:cubicBezTo>
                    <a:pt x="379" y="773"/>
                    <a:pt x="379" y="773"/>
                    <a:pt x="379" y="773"/>
                  </a:cubicBezTo>
                  <a:cubicBezTo>
                    <a:pt x="378" y="773"/>
                    <a:pt x="377" y="772"/>
                    <a:pt x="376" y="772"/>
                  </a:cubicBezTo>
                  <a:cubicBezTo>
                    <a:pt x="6" y="538"/>
                    <a:pt x="6" y="538"/>
                    <a:pt x="6" y="538"/>
                  </a:cubicBezTo>
                  <a:cubicBezTo>
                    <a:pt x="3" y="536"/>
                    <a:pt x="1" y="533"/>
                    <a:pt x="1" y="529"/>
                  </a:cubicBezTo>
                  <a:cubicBezTo>
                    <a:pt x="0" y="525"/>
                    <a:pt x="2" y="522"/>
                    <a:pt x="5" y="519"/>
                  </a:cubicBezTo>
                  <a:cubicBezTo>
                    <a:pt x="319" y="224"/>
                    <a:pt x="319" y="224"/>
                    <a:pt x="319" y="224"/>
                  </a:cubicBezTo>
                  <a:cubicBezTo>
                    <a:pt x="320" y="223"/>
                    <a:pt x="320" y="223"/>
                    <a:pt x="321" y="222"/>
                  </a:cubicBezTo>
                  <a:cubicBezTo>
                    <a:pt x="685" y="3"/>
                    <a:pt x="685" y="3"/>
                    <a:pt x="685" y="3"/>
                  </a:cubicBezTo>
                  <a:cubicBezTo>
                    <a:pt x="688" y="1"/>
                    <a:pt x="692" y="0"/>
                    <a:pt x="696" y="2"/>
                  </a:cubicBezTo>
                  <a:cubicBezTo>
                    <a:pt x="699" y="3"/>
                    <a:pt x="702" y="6"/>
                    <a:pt x="703" y="10"/>
                  </a:cubicBezTo>
                  <a:cubicBezTo>
                    <a:pt x="828" y="452"/>
                    <a:pt x="828" y="452"/>
                    <a:pt x="828" y="452"/>
                  </a:cubicBezTo>
                  <a:cubicBezTo>
                    <a:pt x="829" y="453"/>
                    <a:pt x="829" y="455"/>
                    <a:pt x="829" y="456"/>
                  </a:cubicBezTo>
                  <a:cubicBezTo>
                    <a:pt x="795" y="878"/>
                    <a:pt x="795" y="878"/>
                    <a:pt x="795" y="878"/>
                  </a:cubicBezTo>
                  <a:cubicBezTo>
                    <a:pt x="795" y="882"/>
                    <a:pt x="793" y="885"/>
                    <a:pt x="790" y="887"/>
                  </a:cubicBezTo>
                  <a:cubicBezTo>
                    <a:pt x="788" y="889"/>
                    <a:pt x="786" y="889"/>
                    <a:pt x="783" y="889"/>
                  </a:cubicBezTo>
                  <a:close/>
                  <a:moveTo>
                    <a:pt x="387" y="750"/>
                  </a:moveTo>
                  <a:cubicBezTo>
                    <a:pt x="773" y="862"/>
                    <a:pt x="773" y="862"/>
                    <a:pt x="773" y="862"/>
                  </a:cubicBezTo>
                  <a:cubicBezTo>
                    <a:pt x="805" y="457"/>
                    <a:pt x="805" y="457"/>
                    <a:pt x="805" y="457"/>
                  </a:cubicBezTo>
                  <a:cubicBezTo>
                    <a:pt x="684" y="31"/>
                    <a:pt x="684" y="31"/>
                    <a:pt x="684" y="31"/>
                  </a:cubicBezTo>
                  <a:cubicBezTo>
                    <a:pt x="334" y="243"/>
                    <a:pt x="334" y="243"/>
                    <a:pt x="334" y="243"/>
                  </a:cubicBezTo>
                  <a:cubicBezTo>
                    <a:pt x="32" y="526"/>
                    <a:pt x="32" y="526"/>
                    <a:pt x="32" y="526"/>
                  </a:cubicBezTo>
                  <a:lnTo>
                    <a:pt x="387" y="750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任意多边形: 形状 148" descr="753f227d-fc3d-4b27-ba8c-251de97138f3"/>
            <p:cNvSpPr/>
            <p:nvPr/>
          </p:nvSpPr>
          <p:spPr bwMode="auto">
            <a:xfrm>
              <a:off x="6448425" y="5054600"/>
              <a:ext cx="1252538" cy="466725"/>
            </a:xfrm>
            <a:custGeom>
              <a:avLst/>
              <a:gdLst>
                <a:gd name="T0" fmla="*/ 591 w 789"/>
                <a:gd name="T1" fmla="*/ 294 h 294"/>
                <a:gd name="T2" fmla="*/ 0 w 789"/>
                <a:gd name="T3" fmla="*/ 26 h 294"/>
                <a:gd name="T4" fmla="*/ 12 w 789"/>
                <a:gd name="T5" fmla="*/ 0 h 294"/>
                <a:gd name="T6" fmla="*/ 593 w 789"/>
                <a:gd name="T7" fmla="*/ 264 h 294"/>
                <a:gd name="T8" fmla="*/ 783 w 789"/>
                <a:gd name="T9" fmla="*/ 220 h 294"/>
                <a:gd name="T10" fmla="*/ 789 w 789"/>
                <a:gd name="T11" fmla="*/ 247 h 294"/>
                <a:gd name="T12" fmla="*/ 591 w 789"/>
                <a:gd name="T13" fmla="*/ 294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9" h="294">
                  <a:moveTo>
                    <a:pt x="591" y="294"/>
                  </a:moveTo>
                  <a:lnTo>
                    <a:pt x="0" y="26"/>
                  </a:lnTo>
                  <a:lnTo>
                    <a:pt x="12" y="0"/>
                  </a:lnTo>
                  <a:lnTo>
                    <a:pt x="593" y="264"/>
                  </a:lnTo>
                  <a:lnTo>
                    <a:pt x="783" y="220"/>
                  </a:lnTo>
                  <a:lnTo>
                    <a:pt x="789" y="247"/>
                  </a:lnTo>
                  <a:lnTo>
                    <a:pt x="591" y="294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任意多边形: 形状 149" descr="d65b8c1e-eda8-4f27-944e-c2f68ac3fef9"/>
            <p:cNvSpPr/>
            <p:nvPr/>
          </p:nvSpPr>
          <p:spPr bwMode="auto">
            <a:xfrm>
              <a:off x="6550025" y="5476875"/>
              <a:ext cx="849313" cy="619125"/>
            </a:xfrm>
            <a:custGeom>
              <a:avLst/>
              <a:gdLst>
                <a:gd name="T0" fmla="*/ 16 w 535"/>
                <a:gd name="T1" fmla="*/ 390 h 390"/>
                <a:gd name="T2" fmla="*/ 0 w 535"/>
                <a:gd name="T3" fmla="*/ 366 h 390"/>
                <a:gd name="T4" fmla="*/ 520 w 535"/>
                <a:gd name="T5" fmla="*/ 0 h 390"/>
                <a:gd name="T6" fmla="*/ 535 w 535"/>
                <a:gd name="T7" fmla="*/ 24 h 390"/>
                <a:gd name="T8" fmla="*/ 16 w 535"/>
                <a:gd name="T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5" h="390">
                  <a:moveTo>
                    <a:pt x="16" y="390"/>
                  </a:moveTo>
                  <a:lnTo>
                    <a:pt x="0" y="366"/>
                  </a:lnTo>
                  <a:lnTo>
                    <a:pt x="520" y="0"/>
                  </a:lnTo>
                  <a:lnTo>
                    <a:pt x="535" y="24"/>
                  </a:lnTo>
                  <a:lnTo>
                    <a:pt x="16" y="390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37" name="组合 236" descr="0a5709f8-6bb0-42dc-ac26-083851a4e3f7"/>
          <p:cNvGrpSpPr/>
          <p:nvPr/>
        </p:nvGrpSpPr>
        <p:grpSpPr>
          <a:xfrm>
            <a:off x="1257229" y="1482725"/>
            <a:ext cx="3717925" cy="3519488"/>
            <a:chOff x="1406525" y="1482725"/>
            <a:chExt cx="3717925" cy="3519488"/>
          </a:xfrm>
        </p:grpSpPr>
        <p:sp>
          <p:nvSpPr>
            <p:cNvPr id="151" name="任意多边形: 形状 150" descr="be46cf94-4110-4d48-848f-54b50cacfc4b"/>
            <p:cNvSpPr/>
            <p:nvPr/>
          </p:nvSpPr>
          <p:spPr bwMode="auto">
            <a:xfrm>
              <a:off x="3616325" y="3590925"/>
              <a:ext cx="1465263" cy="1370013"/>
            </a:xfrm>
            <a:custGeom>
              <a:avLst/>
              <a:gdLst>
                <a:gd name="T0" fmla="*/ 923 w 923"/>
                <a:gd name="T1" fmla="*/ 0 h 863"/>
                <a:gd name="T2" fmla="*/ 158 w 923"/>
                <a:gd name="T3" fmla="*/ 863 h 863"/>
                <a:gd name="T4" fmla="*/ 0 w 923"/>
                <a:gd name="T5" fmla="*/ 422 h 863"/>
                <a:gd name="T6" fmla="*/ 923 w 923"/>
                <a:gd name="T7" fmla="*/ 0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3" h="863">
                  <a:moveTo>
                    <a:pt x="923" y="0"/>
                  </a:moveTo>
                  <a:lnTo>
                    <a:pt x="158" y="863"/>
                  </a:lnTo>
                  <a:lnTo>
                    <a:pt x="0" y="422"/>
                  </a:lnTo>
                  <a:lnTo>
                    <a:pt x="9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任意多边形: 形状 151" descr="0f0279dd-e720-4dee-a50f-1ebd9b052706"/>
            <p:cNvSpPr/>
            <p:nvPr/>
          </p:nvSpPr>
          <p:spPr bwMode="auto">
            <a:xfrm>
              <a:off x="4387850" y="1855788"/>
              <a:ext cx="90488" cy="82550"/>
            </a:xfrm>
            <a:custGeom>
              <a:avLst/>
              <a:gdLst>
                <a:gd name="T0" fmla="*/ 15 w 48"/>
                <a:gd name="T1" fmla="*/ 44 h 44"/>
                <a:gd name="T2" fmla="*/ 6 w 48"/>
                <a:gd name="T3" fmla="*/ 10 h 44"/>
                <a:gd name="T4" fmla="*/ 0 w 48"/>
                <a:gd name="T5" fmla="*/ 2 h 44"/>
                <a:gd name="T6" fmla="*/ 0 w 48"/>
                <a:gd name="T7" fmla="*/ 0 h 44"/>
                <a:gd name="T8" fmla="*/ 48 w 48"/>
                <a:gd name="T9" fmla="*/ 9 h 44"/>
                <a:gd name="T10" fmla="*/ 15 w 48"/>
                <a:gd name="T11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44">
                  <a:moveTo>
                    <a:pt x="15" y="44"/>
                  </a:moveTo>
                  <a:cubicBezTo>
                    <a:pt x="8" y="34"/>
                    <a:pt x="5" y="23"/>
                    <a:pt x="6" y="10"/>
                  </a:cubicBezTo>
                  <a:cubicBezTo>
                    <a:pt x="6" y="5"/>
                    <a:pt x="3" y="3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9"/>
                    <a:pt x="48" y="9"/>
                    <a:pt x="48" y="9"/>
                  </a:cubicBezTo>
                  <a:lnTo>
                    <a:pt x="15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任意多边形: 形状 152" descr="7183796a-f6a0-4018-8fc6-866db20292cf"/>
            <p:cNvSpPr/>
            <p:nvPr/>
          </p:nvSpPr>
          <p:spPr bwMode="auto">
            <a:xfrm>
              <a:off x="3994150" y="1871663"/>
              <a:ext cx="1087438" cy="1719263"/>
            </a:xfrm>
            <a:custGeom>
              <a:avLst/>
              <a:gdLst>
                <a:gd name="T0" fmla="*/ 248 w 685"/>
                <a:gd name="T1" fmla="*/ 60 h 1083"/>
                <a:gd name="T2" fmla="*/ 266 w 685"/>
                <a:gd name="T3" fmla="*/ 42 h 1083"/>
                <a:gd name="T4" fmla="*/ 305 w 685"/>
                <a:gd name="T5" fmla="*/ 0 h 1083"/>
                <a:gd name="T6" fmla="*/ 685 w 685"/>
                <a:gd name="T7" fmla="*/ 1083 h 1083"/>
                <a:gd name="T8" fmla="*/ 0 w 685"/>
                <a:gd name="T9" fmla="*/ 315 h 1083"/>
                <a:gd name="T10" fmla="*/ 108 w 685"/>
                <a:gd name="T11" fmla="*/ 204 h 1083"/>
                <a:gd name="T12" fmla="*/ 121 w 685"/>
                <a:gd name="T13" fmla="*/ 191 h 1083"/>
                <a:gd name="T14" fmla="*/ 223 w 685"/>
                <a:gd name="T15" fmla="*/ 85 h 1083"/>
                <a:gd name="T16" fmla="*/ 233 w 685"/>
                <a:gd name="T17" fmla="*/ 75 h 1083"/>
                <a:gd name="T18" fmla="*/ 248 w 685"/>
                <a:gd name="T19" fmla="*/ 60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5" h="1083">
                  <a:moveTo>
                    <a:pt x="248" y="60"/>
                  </a:moveTo>
                  <a:lnTo>
                    <a:pt x="266" y="42"/>
                  </a:lnTo>
                  <a:lnTo>
                    <a:pt x="305" y="0"/>
                  </a:lnTo>
                  <a:lnTo>
                    <a:pt x="685" y="1083"/>
                  </a:lnTo>
                  <a:lnTo>
                    <a:pt x="0" y="315"/>
                  </a:lnTo>
                  <a:lnTo>
                    <a:pt x="108" y="204"/>
                  </a:lnTo>
                  <a:lnTo>
                    <a:pt x="121" y="191"/>
                  </a:lnTo>
                  <a:lnTo>
                    <a:pt x="223" y="85"/>
                  </a:lnTo>
                  <a:lnTo>
                    <a:pt x="233" y="75"/>
                  </a:lnTo>
                  <a:lnTo>
                    <a:pt x="248" y="60"/>
                  </a:lnTo>
                  <a:close/>
                </a:path>
              </a:pathLst>
            </a:custGeom>
            <a:solidFill>
              <a:srgbClr val="F9D4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任意多边形: 形状 153" descr="ecf49634-dc3c-4141-9250-42ab95f0da2a"/>
            <p:cNvSpPr/>
            <p:nvPr/>
          </p:nvSpPr>
          <p:spPr bwMode="auto">
            <a:xfrm>
              <a:off x="3778250" y="2162175"/>
              <a:ext cx="387350" cy="209550"/>
            </a:xfrm>
            <a:custGeom>
              <a:avLst/>
              <a:gdLst>
                <a:gd name="T0" fmla="*/ 203 w 203"/>
                <a:gd name="T1" fmla="*/ 17 h 110"/>
                <a:gd name="T2" fmla="*/ 113 w 203"/>
                <a:gd name="T3" fmla="*/ 110 h 110"/>
                <a:gd name="T4" fmla="*/ 0 w 203"/>
                <a:gd name="T5" fmla="*/ 38 h 110"/>
                <a:gd name="T6" fmla="*/ 37 w 203"/>
                <a:gd name="T7" fmla="*/ 0 h 110"/>
                <a:gd name="T8" fmla="*/ 107 w 203"/>
                <a:gd name="T9" fmla="*/ 40 h 110"/>
                <a:gd name="T10" fmla="*/ 193 w 203"/>
                <a:gd name="T11" fmla="*/ 2 h 110"/>
                <a:gd name="T12" fmla="*/ 203 w 203"/>
                <a:gd name="T13" fmla="*/ 1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10">
                  <a:moveTo>
                    <a:pt x="203" y="17"/>
                  </a:moveTo>
                  <a:cubicBezTo>
                    <a:pt x="113" y="110"/>
                    <a:pt x="113" y="110"/>
                    <a:pt x="113" y="11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7" y="34"/>
                    <a:pt x="30" y="23"/>
                    <a:pt x="37" y="0"/>
                  </a:cubicBezTo>
                  <a:cubicBezTo>
                    <a:pt x="51" y="22"/>
                    <a:pt x="81" y="36"/>
                    <a:pt x="107" y="40"/>
                  </a:cubicBezTo>
                  <a:cubicBezTo>
                    <a:pt x="139" y="44"/>
                    <a:pt x="180" y="27"/>
                    <a:pt x="193" y="2"/>
                  </a:cubicBezTo>
                  <a:cubicBezTo>
                    <a:pt x="196" y="8"/>
                    <a:pt x="199" y="12"/>
                    <a:pt x="20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任意多边形: 形状 154" descr="30cd80e2-09b8-4622-a09c-22d0b05d9c5d"/>
            <p:cNvSpPr/>
            <p:nvPr/>
          </p:nvSpPr>
          <p:spPr bwMode="auto">
            <a:xfrm>
              <a:off x="3616325" y="2371725"/>
              <a:ext cx="1465263" cy="1889125"/>
            </a:xfrm>
            <a:custGeom>
              <a:avLst/>
              <a:gdLst>
                <a:gd name="T0" fmla="*/ 238 w 923"/>
                <a:gd name="T1" fmla="*/ 0 h 1190"/>
                <a:gd name="T2" fmla="*/ 923 w 923"/>
                <a:gd name="T3" fmla="*/ 768 h 1190"/>
                <a:gd name="T4" fmla="*/ 0 w 923"/>
                <a:gd name="T5" fmla="*/ 1190 h 1190"/>
                <a:gd name="T6" fmla="*/ 0 w 923"/>
                <a:gd name="T7" fmla="*/ 1185 h 1190"/>
                <a:gd name="T8" fmla="*/ 23 w 923"/>
                <a:gd name="T9" fmla="*/ 1067 h 1190"/>
                <a:gd name="T10" fmla="*/ 50 w 923"/>
                <a:gd name="T11" fmla="*/ 937 h 1190"/>
                <a:gd name="T12" fmla="*/ 53 w 923"/>
                <a:gd name="T13" fmla="*/ 921 h 1190"/>
                <a:gd name="T14" fmla="*/ 75 w 923"/>
                <a:gd name="T15" fmla="*/ 809 h 1190"/>
                <a:gd name="T16" fmla="*/ 80 w 923"/>
                <a:gd name="T17" fmla="*/ 786 h 1190"/>
                <a:gd name="T18" fmla="*/ 114 w 923"/>
                <a:gd name="T19" fmla="*/ 616 h 1190"/>
                <a:gd name="T20" fmla="*/ 118 w 923"/>
                <a:gd name="T21" fmla="*/ 593 h 1190"/>
                <a:gd name="T22" fmla="*/ 150 w 923"/>
                <a:gd name="T23" fmla="*/ 435 h 1190"/>
                <a:gd name="T24" fmla="*/ 161 w 923"/>
                <a:gd name="T25" fmla="*/ 383 h 1190"/>
                <a:gd name="T26" fmla="*/ 173 w 923"/>
                <a:gd name="T27" fmla="*/ 319 h 1190"/>
                <a:gd name="T28" fmla="*/ 179 w 923"/>
                <a:gd name="T29" fmla="*/ 292 h 1190"/>
                <a:gd name="T30" fmla="*/ 201 w 923"/>
                <a:gd name="T31" fmla="*/ 184 h 1190"/>
                <a:gd name="T32" fmla="*/ 204 w 923"/>
                <a:gd name="T33" fmla="*/ 165 h 1190"/>
                <a:gd name="T34" fmla="*/ 227 w 923"/>
                <a:gd name="T35" fmla="*/ 53 h 1190"/>
                <a:gd name="T36" fmla="*/ 232 w 923"/>
                <a:gd name="T37" fmla="*/ 30 h 1190"/>
                <a:gd name="T38" fmla="*/ 238 w 923"/>
                <a:gd name="T39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3" h="1190">
                  <a:moveTo>
                    <a:pt x="238" y="0"/>
                  </a:moveTo>
                  <a:lnTo>
                    <a:pt x="923" y="768"/>
                  </a:lnTo>
                  <a:lnTo>
                    <a:pt x="0" y="1190"/>
                  </a:lnTo>
                  <a:lnTo>
                    <a:pt x="0" y="1185"/>
                  </a:lnTo>
                  <a:lnTo>
                    <a:pt x="23" y="1067"/>
                  </a:lnTo>
                  <a:lnTo>
                    <a:pt x="50" y="937"/>
                  </a:lnTo>
                  <a:lnTo>
                    <a:pt x="53" y="921"/>
                  </a:lnTo>
                  <a:lnTo>
                    <a:pt x="75" y="809"/>
                  </a:lnTo>
                  <a:lnTo>
                    <a:pt x="80" y="786"/>
                  </a:lnTo>
                  <a:lnTo>
                    <a:pt x="114" y="616"/>
                  </a:lnTo>
                  <a:lnTo>
                    <a:pt x="118" y="593"/>
                  </a:lnTo>
                  <a:lnTo>
                    <a:pt x="150" y="435"/>
                  </a:lnTo>
                  <a:lnTo>
                    <a:pt x="161" y="383"/>
                  </a:lnTo>
                  <a:lnTo>
                    <a:pt x="173" y="319"/>
                  </a:lnTo>
                  <a:lnTo>
                    <a:pt x="179" y="292"/>
                  </a:lnTo>
                  <a:lnTo>
                    <a:pt x="201" y="184"/>
                  </a:lnTo>
                  <a:lnTo>
                    <a:pt x="204" y="165"/>
                  </a:lnTo>
                  <a:lnTo>
                    <a:pt x="227" y="53"/>
                  </a:lnTo>
                  <a:lnTo>
                    <a:pt x="232" y="3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任意多边形: 形状 155" descr="7d488078-4597-4d50-91f6-be64cf1f55d0"/>
            <p:cNvSpPr/>
            <p:nvPr/>
          </p:nvSpPr>
          <p:spPr bwMode="auto">
            <a:xfrm>
              <a:off x="3838575" y="2371725"/>
              <a:ext cx="155575" cy="57150"/>
            </a:xfrm>
            <a:custGeom>
              <a:avLst/>
              <a:gdLst>
                <a:gd name="T0" fmla="*/ 77 w 82"/>
                <a:gd name="T1" fmla="*/ 25 h 30"/>
                <a:gd name="T2" fmla="*/ 47 w 82"/>
                <a:gd name="T3" fmla="*/ 29 h 30"/>
                <a:gd name="T4" fmla="*/ 0 w 82"/>
                <a:gd name="T5" fmla="*/ 25 h 30"/>
                <a:gd name="T6" fmla="*/ 82 w 82"/>
                <a:gd name="T7" fmla="*/ 0 h 30"/>
                <a:gd name="T8" fmla="*/ 77 w 8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30">
                  <a:moveTo>
                    <a:pt x="77" y="25"/>
                  </a:moveTo>
                  <a:cubicBezTo>
                    <a:pt x="69" y="28"/>
                    <a:pt x="59" y="30"/>
                    <a:pt x="47" y="29"/>
                  </a:cubicBezTo>
                  <a:cubicBezTo>
                    <a:pt x="37" y="29"/>
                    <a:pt x="17" y="29"/>
                    <a:pt x="0" y="25"/>
                  </a:cubicBezTo>
                  <a:cubicBezTo>
                    <a:pt x="82" y="0"/>
                    <a:pt x="82" y="0"/>
                    <a:pt x="82" y="0"/>
                  </a:cubicBezTo>
                  <a:lnTo>
                    <a:pt x="77" y="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任意多边形: 形状 156" descr="8109827d-f690-4f82-8612-92118b3d6cdc"/>
            <p:cNvSpPr/>
            <p:nvPr/>
          </p:nvSpPr>
          <p:spPr bwMode="auto">
            <a:xfrm>
              <a:off x="2081213" y="2814638"/>
              <a:ext cx="1809750" cy="330200"/>
            </a:xfrm>
            <a:custGeom>
              <a:avLst/>
              <a:gdLst>
                <a:gd name="T0" fmla="*/ 952 w 952"/>
                <a:gd name="T1" fmla="*/ 34 h 174"/>
                <a:gd name="T2" fmla="*/ 942 w 952"/>
                <a:gd name="T3" fmla="*/ 87 h 174"/>
                <a:gd name="T4" fmla="*/ 926 w 952"/>
                <a:gd name="T5" fmla="*/ 88 h 174"/>
                <a:gd name="T6" fmla="*/ 919 w 952"/>
                <a:gd name="T7" fmla="*/ 112 h 174"/>
                <a:gd name="T8" fmla="*/ 877 w 952"/>
                <a:gd name="T9" fmla="*/ 135 h 174"/>
                <a:gd name="T10" fmla="*/ 806 w 952"/>
                <a:gd name="T11" fmla="*/ 129 h 174"/>
                <a:gd name="T12" fmla="*/ 778 w 952"/>
                <a:gd name="T13" fmla="*/ 111 h 174"/>
                <a:gd name="T14" fmla="*/ 776 w 952"/>
                <a:gd name="T15" fmla="*/ 98 h 174"/>
                <a:gd name="T16" fmla="*/ 764 w 952"/>
                <a:gd name="T17" fmla="*/ 91 h 174"/>
                <a:gd name="T18" fmla="*/ 758 w 952"/>
                <a:gd name="T19" fmla="*/ 120 h 174"/>
                <a:gd name="T20" fmla="*/ 580 w 952"/>
                <a:gd name="T21" fmla="*/ 111 h 174"/>
                <a:gd name="T22" fmla="*/ 564 w 952"/>
                <a:gd name="T23" fmla="*/ 114 h 174"/>
                <a:gd name="T24" fmla="*/ 492 w 952"/>
                <a:gd name="T25" fmla="*/ 146 h 174"/>
                <a:gd name="T26" fmla="*/ 429 w 952"/>
                <a:gd name="T27" fmla="*/ 117 h 174"/>
                <a:gd name="T28" fmla="*/ 424 w 952"/>
                <a:gd name="T29" fmla="*/ 95 h 174"/>
                <a:gd name="T30" fmla="*/ 409 w 952"/>
                <a:gd name="T31" fmla="*/ 98 h 174"/>
                <a:gd name="T32" fmla="*/ 409 w 952"/>
                <a:gd name="T33" fmla="*/ 115 h 174"/>
                <a:gd name="T34" fmla="*/ 388 w 952"/>
                <a:gd name="T35" fmla="*/ 132 h 174"/>
                <a:gd name="T36" fmla="*/ 364 w 952"/>
                <a:gd name="T37" fmla="*/ 136 h 174"/>
                <a:gd name="T38" fmla="*/ 312 w 952"/>
                <a:gd name="T39" fmla="*/ 105 h 174"/>
                <a:gd name="T40" fmla="*/ 292 w 952"/>
                <a:gd name="T41" fmla="*/ 97 h 174"/>
                <a:gd name="T42" fmla="*/ 173 w 952"/>
                <a:gd name="T43" fmla="*/ 105 h 174"/>
                <a:gd name="T44" fmla="*/ 171 w 952"/>
                <a:gd name="T45" fmla="*/ 100 h 174"/>
                <a:gd name="T46" fmla="*/ 130 w 952"/>
                <a:gd name="T47" fmla="*/ 93 h 174"/>
                <a:gd name="T48" fmla="*/ 78 w 952"/>
                <a:gd name="T49" fmla="*/ 137 h 174"/>
                <a:gd name="T50" fmla="*/ 0 w 952"/>
                <a:gd name="T51" fmla="*/ 70 h 174"/>
                <a:gd name="T52" fmla="*/ 130 w 952"/>
                <a:gd name="T53" fmla="*/ 31 h 174"/>
                <a:gd name="T54" fmla="*/ 169 w 952"/>
                <a:gd name="T55" fmla="*/ 32 h 174"/>
                <a:gd name="T56" fmla="*/ 222 w 952"/>
                <a:gd name="T57" fmla="*/ 8 h 174"/>
                <a:gd name="T58" fmla="*/ 298 w 952"/>
                <a:gd name="T59" fmla="*/ 43 h 174"/>
                <a:gd name="T60" fmla="*/ 371 w 952"/>
                <a:gd name="T61" fmla="*/ 16 h 174"/>
                <a:gd name="T62" fmla="*/ 463 w 952"/>
                <a:gd name="T63" fmla="*/ 48 h 174"/>
                <a:gd name="T64" fmla="*/ 548 w 952"/>
                <a:gd name="T65" fmla="*/ 12 h 174"/>
                <a:gd name="T66" fmla="*/ 621 w 952"/>
                <a:gd name="T67" fmla="*/ 29 h 174"/>
                <a:gd name="T68" fmla="*/ 684 w 952"/>
                <a:gd name="T69" fmla="*/ 2 h 174"/>
                <a:gd name="T70" fmla="*/ 831 w 952"/>
                <a:gd name="T71" fmla="*/ 0 h 174"/>
                <a:gd name="T72" fmla="*/ 910 w 952"/>
                <a:gd name="T73" fmla="*/ 37 h 174"/>
                <a:gd name="T74" fmla="*/ 952 w 952"/>
                <a:gd name="T75" fmla="*/ 3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2" h="174">
                  <a:moveTo>
                    <a:pt x="952" y="34"/>
                  </a:moveTo>
                  <a:cubicBezTo>
                    <a:pt x="942" y="87"/>
                    <a:pt x="942" y="87"/>
                    <a:pt x="942" y="87"/>
                  </a:cubicBezTo>
                  <a:cubicBezTo>
                    <a:pt x="938" y="83"/>
                    <a:pt x="930" y="84"/>
                    <a:pt x="926" y="88"/>
                  </a:cubicBezTo>
                  <a:cubicBezTo>
                    <a:pt x="920" y="97"/>
                    <a:pt x="918" y="105"/>
                    <a:pt x="919" y="112"/>
                  </a:cubicBezTo>
                  <a:cubicBezTo>
                    <a:pt x="908" y="123"/>
                    <a:pt x="887" y="133"/>
                    <a:pt x="877" y="135"/>
                  </a:cubicBezTo>
                  <a:cubicBezTo>
                    <a:pt x="857" y="139"/>
                    <a:pt x="824" y="137"/>
                    <a:pt x="806" y="129"/>
                  </a:cubicBezTo>
                  <a:cubicBezTo>
                    <a:pt x="798" y="126"/>
                    <a:pt x="787" y="116"/>
                    <a:pt x="778" y="111"/>
                  </a:cubicBezTo>
                  <a:cubicBezTo>
                    <a:pt x="777" y="107"/>
                    <a:pt x="777" y="103"/>
                    <a:pt x="776" y="98"/>
                  </a:cubicBezTo>
                  <a:cubicBezTo>
                    <a:pt x="775" y="93"/>
                    <a:pt x="769" y="89"/>
                    <a:pt x="764" y="91"/>
                  </a:cubicBezTo>
                  <a:cubicBezTo>
                    <a:pt x="745" y="97"/>
                    <a:pt x="748" y="109"/>
                    <a:pt x="758" y="120"/>
                  </a:cubicBezTo>
                  <a:cubicBezTo>
                    <a:pt x="748" y="174"/>
                    <a:pt x="602" y="143"/>
                    <a:pt x="580" y="111"/>
                  </a:cubicBezTo>
                  <a:cubicBezTo>
                    <a:pt x="576" y="104"/>
                    <a:pt x="564" y="105"/>
                    <a:pt x="564" y="114"/>
                  </a:cubicBezTo>
                  <a:cubicBezTo>
                    <a:pt x="563" y="141"/>
                    <a:pt x="511" y="147"/>
                    <a:pt x="492" y="146"/>
                  </a:cubicBezTo>
                  <a:cubicBezTo>
                    <a:pt x="480" y="145"/>
                    <a:pt x="440" y="135"/>
                    <a:pt x="429" y="117"/>
                  </a:cubicBezTo>
                  <a:cubicBezTo>
                    <a:pt x="432" y="110"/>
                    <a:pt x="431" y="102"/>
                    <a:pt x="424" y="95"/>
                  </a:cubicBezTo>
                  <a:cubicBezTo>
                    <a:pt x="420" y="91"/>
                    <a:pt x="410" y="91"/>
                    <a:pt x="409" y="98"/>
                  </a:cubicBezTo>
                  <a:cubicBezTo>
                    <a:pt x="407" y="104"/>
                    <a:pt x="408" y="110"/>
                    <a:pt x="409" y="115"/>
                  </a:cubicBezTo>
                  <a:cubicBezTo>
                    <a:pt x="404" y="122"/>
                    <a:pt x="392" y="131"/>
                    <a:pt x="388" y="132"/>
                  </a:cubicBezTo>
                  <a:cubicBezTo>
                    <a:pt x="381" y="136"/>
                    <a:pt x="372" y="137"/>
                    <a:pt x="364" y="136"/>
                  </a:cubicBezTo>
                  <a:cubicBezTo>
                    <a:pt x="351" y="128"/>
                    <a:pt x="307" y="124"/>
                    <a:pt x="312" y="105"/>
                  </a:cubicBezTo>
                  <a:cubicBezTo>
                    <a:pt x="315" y="93"/>
                    <a:pt x="299" y="87"/>
                    <a:pt x="292" y="97"/>
                  </a:cubicBezTo>
                  <a:cubicBezTo>
                    <a:pt x="260" y="143"/>
                    <a:pt x="213" y="129"/>
                    <a:pt x="173" y="105"/>
                  </a:cubicBezTo>
                  <a:cubicBezTo>
                    <a:pt x="173" y="103"/>
                    <a:pt x="172" y="102"/>
                    <a:pt x="171" y="100"/>
                  </a:cubicBezTo>
                  <a:cubicBezTo>
                    <a:pt x="157" y="86"/>
                    <a:pt x="145" y="80"/>
                    <a:pt x="130" y="93"/>
                  </a:cubicBezTo>
                  <a:cubicBezTo>
                    <a:pt x="109" y="110"/>
                    <a:pt x="104" y="132"/>
                    <a:pt x="78" y="13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44" y="34"/>
                    <a:pt x="158" y="34"/>
                    <a:pt x="169" y="32"/>
                  </a:cubicBezTo>
                  <a:cubicBezTo>
                    <a:pt x="180" y="30"/>
                    <a:pt x="206" y="21"/>
                    <a:pt x="222" y="8"/>
                  </a:cubicBezTo>
                  <a:cubicBezTo>
                    <a:pt x="240" y="28"/>
                    <a:pt x="279" y="40"/>
                    <a:pt x="298" y="43"/>
                  </a:cubicBezTo>
                  <a:cubicBezTo>
                    <a:pt x="333" y="48"/>
                    <a:pt x="359" y="41"/>
                    <a:pt x="371" y="16"/>
                  </a:cubicBezTo>
                  <a:cubicBezTo>
                    <a:pt x="390" y="40"/>
                    <a:pt x="435" y="46"/>
                    <a:pt x="463" y="48"/>
                  </a:cubicBezTo>
                  <a:cubicBezTo>
                    <a:pt x="505" y="52"/>
                    <a:pt x="540" y="47"/>
                    <a:pt x="548" y="12"/>
                  </a:cubicBezTo>
                  <a:cubicBezTo>
                    <a:pt x="568" y="26"/>
                    <a:pt x="602" y="30"/>
                    <a:pt x="621" y="29"/>
                  </a:cubicBezTo>
                  <a:cubicBezTo>
                    <a:pt x="641" y="27"/>
                    <a:pt x="668" y="18"/>
                    <a:pt x="684" y="2"/>
                  </a:cubicBezTo>
                  <a:cubicBezTo>
                    <a:pt x="712" y="34"/>
                    <a:pt x="803" y="43"/>
                    <a:pt x="831" y="0"/>
                  </a:cubicBezTo>
                  <a:cubicBezTo>
                    <a:pt x="848" y="23"/>
                    <a:pt x="884" y="33"/>
                    <a:pt x="910" y="37"/>
                  </a:cubicBezTo>
                  <a:cubicBezTo>
                    <a:pt x="922" y="39"/>
                    <a:pt x="937" y="38"/>
                    <a:pt x="952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任意多边形: 形状 157" descr="47332937-09ce-444d-bcb0-2511917f97c0"/>
            <p:cNvSpPr/>
            <p:nvPr/>
          </p:nvSpPr>
          <p:spPr bwMode="auto">
            <a:xfrm>
              <a:off x="3794125" y="2419350"/>
              <a:ext cx="190500" cy="39688"/>
            </a:xfrm>
            <a:custGeom>
              <a:avLst/>
              <a:gdLst>
                <a:gd name="T0" fmla="*/ 70 w 100"/>
                <a:gd name="T1" fmla="*/ 4 h 21"/>
                <a:gd name="T2" fmla="*/ 100 w 100"/>
                <a:gd name="T3" fmla="*/ 0 h 21"/>
                <a:gd name="T4" fmla="*/ 96 w 100"/>
                <a:gd name="T5" fmla="*/ 19 h 21"/>
                <a:gd name="T6" fmla="*/ 77 w 100"/>
                <a:gd name="T7" fmla="*/ 21 h 21"/>
                <a:gd name="T8" fmla="*/ 0 w 100"/>
                <a:gd name="T9" fmla="*/ 7 h 21"/>
                <a:gd name="T10" fmla="*/ 23 w 100"/>
                <a:gd name="T11" fmla="*/ 0 h 21"/>
                <a:gd name="T12" fmla="*/ 70 w 100"/>
                <a:gd name="T13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21">
                  <a:moveTo>
                    <a:pt x="70" y="4"/>
                  </a:moveTo>
                  <a:cubicBezTo>
                    <a:pt x="82" y="5"/>
                    <a:pt x="92" y="3"/>
                    <a:pt x="100" y="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0" y="20"/>
                    <a:pt x="84" y="21"/>
                    <a:pt x="77" y="21"/>
                  </a:cubicBezTo>
                  <a:cubicBezTo>
                    <a:pt x="57" y="20"/>
                    <a:pt x="23" y="19"/>
                    <a:pt x="0" y="7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40" y="4"/>
                    <a:pt x="60" y="4"/>
                    <a:pt x="70" y="4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任意多边形: 形状 158" descr="87108186-d6b7-4e08-850f-78fd782f0055"/>
            <p:cNvSpPr/>
            <p:nvPr/>
          </p:nvSpPr>
          <p:spPr bwMode="auto">
            <a:xfrm>
              <a:off x="3743325" y="2073275"/>
              <a:ext cx="442913" cy="173038"/>
            </a:xfrm>
            <a:custGeom>
              <a:avLst/>
              <a:gdLst>
                <a:gd name="T0" fmla="*/ 121 w 233"/>
                <a:gd name="T1" fmla="*/ 68 h 91"/>
                <a:gd name="T2" fmla="*/ 205 w 233"/>
                <a:gd name="T3" fmla="*/ 11 h 91"/>
                <a:gd name="T4" fmla="*/ 222 w 233"/>
                <a:gd name="T5" fmla="*/ 12 h 91"/>
                <a:gd name="T6" fmla="*/ 233 w 233"/>
                <a:gd name="T7" fmla="*/ 53 h 91"/>
                <a:gd name="T8" fmla="*/ 222 w 233"/>
                <a:gd name="T9" fmla="*/ 64 h 91"/>
                <a:gd name="T10" fmla="*/ 212 w 233"/>
                <a:gd name="T11" fmla="*/ 49 h 91"/>
                <a:gd name="T12" fmla="*/ 126 w 233"/>
                <a:gd name="T13" fmla="*/ 87 h 91"/>
                <a:gd name="T14" fmla="*/ 56 w 233"/>
                <a:gd name="T15" fmla="*/ 47 h 91"/>
                <a:gd name="T16" fmla="*/ 19 w 233"/>
                <a:gd name="T17" fmla="*/ 85 h 91"/>
                <a:gd name="T18" fmla="*/ 0 w 233"/>
                <a:gd name="T19" fmla="*/ 73 h 91"/>
                <a:gd name="T20" fmla="*/ 45 w 233"/>
                <a:gd name="T21" fmla="*/ 32 h 91"/>
                <a:gd name="T22" fmla="*/ 49 w 233"/>
                <a:gd name="T23" fmla="*/ 27 h 91"/>
                <a:gd name="T24" fmla="*/ 50 w 233"/>
                <a:gd name="T25" fmla="*/ 8 h 91"/>
                <a:gd name="T26" fmla="*/ 55 w 233"/>
                <a:gd name="T27" fmla="*/ 3 h 91"/>
                <a:gd name="T28" fmla="*/ 59 w 233"/>
                <a:gd name="T29" fmla="*/ 3 h 91"/>
                <a:gd name="T30" fmla="*/ 63 w 233"/>
                <a:gd name="T31" fmla="*/ 17 h 91"/>
                <a:gd name="T32" fmla="*/ 75 w 233"/>
                <a:gd name="T33" fmla="*/ 44 h 91"/>
                <a:gd name="T34" fmla="*/ 102 w 233"/>
                <a:gd name="T35" fmla="*/ 63 h 91"/>
                <a:gd name="T36" fmla="*/ 121 w 233"/>
                <a:gd name="T37" fmla="*/ 6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3" h="91">
                  <a:moveTo>
                    <a:pt x="121" y="68"/>
                  </a:moveTo>
                  <a:cubicBezTo>
                    <a:pt x="162" y="74"/>
                    <a:pt x="203" y="49"/>
                    <a:pt x="205" y="11"/>
                  </a:cubicBezTo>
                  <a:cubicBezTo>
                    <a:pt x="206" y="0"/>
                    <a:pt x="222" y="1"/>
                    <a:pt x="222" y="12"/>
                  </a:cubicBezTo>
                  <a:cubicBezTo>
                    <a:pt x="220" y="28"/>
                    <a:pt x="225" y="42"/>
                    <a:pt x="233" y="53"/>
                  </a:cubicBezTo>
                  <a:cubicBezTo>
                    <a:pt x="222" y="64"/>
                    <a:pt x="222" y="64"/>
                    <a:pt x="222" y="64"/>
                  </a:cubicBezTo>
                  <a:cubicBezTo>
                    <a:pt x="218" y="59"/>
                    <a:pt x="215" y="55"/>
                    <a:pt x="212" y="49"/>
                  </a:cubicBezTo>
                  <a:cubicBezTo>
                    <a:pt x="199" y="74"/>
                    <a:pt x="158" y="91"/>
                    <a:pt x="126" y="87"/>
                  </a:cubicBezTo>
                  <a:cubicBezTo>
                    <a:pt x="100" y="83"/>
                    <a:pt x="70" y="69"/>
                    <a:pt x="56" y="47"/>
                  </a:cubicBezTo>
                  <a:cubicBezTo>
                    <a:pt x="49" y="70"/>
                    <a:pt x="36" y="81"/>
                    <a:pt x="19" y="85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23" y="72"/>
                    <a:pt x="39" y="62"/>
                    <a:pt x="45" y="32"/>
                  </a:cubicBezTo>
                  <a:cubicBezTo>
                    <a:pt x="46" y="29"/>
                    <a:pt x="47" y="28"/>
                    <a:pt x="49" y="27"/>
                  </a:cubicBezTo>
                  <a:cubicBezTo>
                    <a:pt x="48" y="21"/>
                    <a:pt x="48" y="15"/>
                    <a:pt x="50" y="8"/>
                  </a:cubicBezTo>
                  <a:cubicBezTo>
                    <a:pt x="50" y="6"/>
                    <a:pt x="53" y="4"/>
                    <a:pt x="55" y="3"/>
                  </a:cubicBezTo>
                  <a:cubicBezTo>
                    <a:pt x="56" y="3"/>
                    <a:pt x="58" y="3"/>
                    <a:pt x="59" y="3"/>
                  </a:cubicBezTo>
                  <a:cubicBezTo>
                    <a:pt x="68" y="2"/>
                    <a:pt x="72" y="14"/>
                    <a:pt x="63" y="17"/>
                  </a:cubicBezTo>
                  <a:cubicBezTo>
                    <a:pt x="64" y="27"/>
                    <a:pt x="68" y="36"/>
                    <a:pt x="75" y="44"/>
                  </a:cubicBezTo>
                  <a:cubicBezTo>
                    <a:pt x="81" y="54"/>
                    <a:pt x="90" y="60"/>
                    <a:pt x="102" y="63"/>
                  </a:cubicBezTo>
                  <a:cubicBezTo>
                    <a:pt x="108" y="65"/>
                    <a:pt x="115" y="67"/>
                    <a:pt x="121" y="6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任意多边形: 形状 159" descr="a7abe832-07cd-451f-930e-950a0232059e"/>
            <p:cNvSpPr/>
            <p:nvPr/>
          </p:nvSpPr>
          <p:spPr bwMode="auto">
            <a:xfrm>
              <a:off x="2052638" y="4260850"/>
              <a:ext cx="1814513" cy="700088"/>
            </a:xfrm>
            <a:custGeom>
              <a:avLst/>
              <a:gdLst>
                <a:gd name="T0" fmla="*/ 985 w 1143"/>
                <a:gd name="T1" fmla="*/ 0 h 441"/>
                <a:gd name="T2" fmla="*/ 1143 w 1143"/>
                <a:gd name="T3" fmla="*/ 441 h 441"/>
                <a:gd name="T4" fmla="*/ 0 w 1143"/>
                <a:gd name="T5" fmla="*/ 222 h 441"/>
                <a:gd name="T6" fmla="*/ 337 w 1143"/>
                <a:gd name="T7" fmla="*/ 147 h 441"/>
                <a:gd name="T8" fmla="*/ 446 w 1143"/>
                <a:gd name="T9" fmla="*/ 122 h 441"/>
                <a:gd name="T10" fmla="*/ 474 w 1143"/>
                <a:gd name="T11" fmla="*/ 115 h 441"/>
                <a:gd name="T12" fmla="*/ 985 w 1143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3" h="441">
                  <a:moveTo>
                    <a:pt x="985" y="0"/>
                  </a:moveTo>
                  <a:lnTo>
                    <a:pt x="1143" y="441"/>
                  </a:lnTo>
                  <a:lnTo>
                    <a:pt x="0" y="222"/>
                  </a:lnTo>
                  <a:lnTo>
                    <a:pt x="337" y="147"/>
                  </a:lnTo>
                  <a:lnTo>
                    <a:pt x="446" y="122"/>
                  </a:lnTo>
                  <a:lnTo>
                    <a:pt x="474" y="115"/>
                  </a:lnTo>
                  <a:lnTo>
                    <a:pt x="9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1" name="任意多边形: 形状 160" descr="8badd71c-05ba-4662-bf6e-eb641ae5c87f"/>
            <p:cNvSpPr/>
            <p:nvPr/>
          </p:nvSpPr>
          <p:spPr bwMode="auto">
            <a:xfrm>
              <a:off x="2265363" y="3019425"/>
              <a:ext cx="1589088" cy="373063"/>
            </a:xfrm>
            <a:custGeom>
              <a:avLst/>
              <a:gdLst>
                <a:gd name="T0" fmla="*/ 836 w 836"/>
                <a:gd name="T1" fmla="*/ 23 h 197"/>
                <a:gd name="T2" fmla="*/ 809 w 836"/>
                <a:gd name="T3" fmla="*/ 155 h 197"/>
                <a:gd name="T4" fmla="*/ 770 w 836"/>
                <a:gd name="T5" fmla="*/ 127 h 197"/>
                <a:gd name="T6" fmla="*/ 779 w 836"/>
                <a:gd name="T7" fmla="*/ 85 h 197"/>
                <a:gd name="T8" fmla="*/ 768 w 836"/>
                <a:gd name="T9" fmla="*/ 78 h 197"/>
                <a:gd name="T10" fmla="*/ 749 w 836"/>
                <a:gd name="T11" fmla="*/ 120 h 197"/>
                <a:gd name="T12" fmla="*/ 749 w 836"/>
                <a:gd name="T13" fmla="*/ 121 h 197"/>
                <a:gd name="T14" fmla="*/ 717 w 836"/>
                <a:gd name="T15" fmla="*/ 155 h 197"/>
                <a:gd name="T16" fmla="*/ 627 w 836"/>
                <a:gd name="T17" fmla="*/ 107 h 197"/>
                <a:gd name="T18" fmla="*/ 608 w 836"/>
                <a:gd name="T19" fmla="*/ 106 h 197"/>
                <a:gd name="T20" fmla="*/ 608 w 836"/>
                <a:gd name="T21" fmla="*/ 133 h 197"/>
                <a:gd name="T22" fmla="*/ 588 w 836"/>
                <a:gd name="T23" fmla="*/ 184 h 197"/>
                <a:gd name="T24" fmla="*/ 521 w 836"/>
                <a:gd name="T25" fmla="*/ 170 h 197"/>
                <a:gd name="T26" fmla="*/ 505 w 836"/>
                <a:gd name="T27" fmla="*/ 122 h 197"/>
                <a:gd name="T28" fmla="*/ 487 w 836"/>
                <a:gd name="T29" fmla="*/ 121 h 197"/>
                <a:gd name="T30" fmla="*/ 431 w 836"/>
                <a:gd name="T31" fmla="*/ 196 h 197"/>
                <a:gd name="T32" fmla="*/ 343 w 836"/>
                <a:gd name="T33" fmla="*/ 116 h 197"/>
                <a:gd name="T34" fmla="*/ 326 w 836"/>
                <a:gd name="T35" fmla="*/ 115 h 197"/>
                <a:gd name="T36" fmla="*/ 305 w 836"/>
                <a:gd name="T37" fmla="*/ 176 h 197"/>
                <a:gd name="T38" fmla="*/ 226 w 836"/>
                <a:gd name="T39" fmla="*/ 184 h 197"/>
                <a:gd name="T40" fmla="*/ 158 w 836"/>
                <a:gd name="T41" fmla="*/ 108 h 197"/>
                <a:gd name="T42" fmla="*/ 143 w 836"/>
                <a:gd name="T43" fmla="*/ 111 h 197"/>
                <a:gd name="T44" fmla="*/ 122 w 836"/>
                <a:gd name="T45" fmla="*/ 150 h 197"/>
                <a:gd name="T46" fmla="*/ 30 w 836"/>
                <a:gd name="T47" fmla="*/ 71 h 197"/>
                <a:gd name="T48" fmla="*/ 0 w 836"/>
                <a:gd name="T49" fmla="*/ 45 h 197"/>
                <a:gd name="T50" fmla="*/ 13 w 836"/>
                <a:gd name="T51" fmla="*/ 39 h 197"/>
                <a:gd name="T52" fmla="*/ 38 w 836"/>
                <a:gd name="T53" fmla="*/ 15 h 197"/>
                <a:gd name="T54" fmla="*/ 49 w 836"/>
                <a:gd name="T55" fmla="*/ 0 h 197"/>
                <a:gd name="T56" fmla="*/ 130 w 836"/>
                <a:gd name="T57" fmla="*/ 41 h 197"/>
                <a:gd name="T58" fmla="*/ 199 w 836"/>
                <a:gd name="T59" fmla="*/ 18 h 197"/>
                <a:gd name="T60" fmla="*/ 210 w 836"/>
                <a:gd name="T61" fmla="*/ 31 h 197"/>
                <a:gd name="T62" fmla="*/ 263 w 836"/>
                <a:gd name="T63" fmla="*/ 45 h 197"/>
                <a:gd name="T64" fmla="*/ 306 w 836"/>
                <a:gd name="T65" fmla="*/ 36 h 197"/>
                <a:gd name="T66" fmla="*/ 322 w 836"/>
                <a:gd name="T67" fmla="*/ 23 h 197"/>
                <a:gd name="T68" fmla="*/ 385 w 836"/>
                <a:gd name="T69" fmla="*/ 55 h 197"/>
                <a:gd name="T70" fmla="*/ 480 w 836"/>
                <a:gd name="T71" fmla="*/ 23 h 197"/>
                <a:gd name="T72" fmla="*/ 677 w 836"/>
                <a:gd name="T73" fmla="*/ 26 h 197"/>
                <a:gd name="T74" fmla="*/ 700 w 836"/>
                <a:gd name="T75" fmla="*/ 39 h 197"/>
                <a:gd name="T76" fmla="*/ 835 w 836"/>
                <a:gd name="T77" fmla="*/ 22 h 197"/>
                <a:gd name="T78" fmla="*/ 836 w 836"/>
                <a:gd name="T79" fmla="*/ 2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36" h="197">
                  <a:moveTo>
                    <a:pt x="836" y="23"/>
                  </a:moveTo>
                  <a:cubicBezTo>
                    <a:pt x="809" y="155"/>
                    <a:pt x="809" y="155"/>
                    <a:pt x="809" y="155"/>
                  </a:cubicBezTo>
                  <a:cubicBezTo>
                    <a:pt x="793" y="153"/>
                    <a:pt x="777" y="147"/>
                    <a:pt x="770" y="127"/>
                  </a:cubicBezTo>
                  <a:cubicBezTo>
                    <a:pt x="777" y="113"/>
                    <a:pt x="781" y="98"/>
                    <a:pt x="779" y="85"/>
                  </a:cubicBezTo>
                  <a:cubicBezTo>
                    <a:pt x="778" y="79"/>
                    <a:pt x="772" y="77"/>
                    <a:pt x="768" y="78"/>
                  </a:cubicBezTo>
                  <a:cubicBezTo>
                    <a:pt x="748" y="80"/>
                    <a:pt x="748" y="105"/>
                    <a:pt x="749" y="120"/>
                  </a:cubicBezTo>
                  <a:cubicBezTo>
                    <a:pt x="749" y="121"/>
                    <a:pt x="749" y="121"/>
                    <a:pt x="749" y="121"/>
                  </a:cubicBezTo>
                  <a:cubicBezTo>
                    <a:pt x="740" y="135"/>
                    <a:pt x="727" y="149"/>
                    <a:pt x="717" y="155"/>
                  </a:cubicBezTo>
                  <a:cubicBezTo>
                    <a:pt x="676" y="182"/>
                    <a:pt x="623" y="161"/>
                    <a:pt x="627" y="107"/>
                  </a:cubicBezTo>
                  <a:cubicBezTo>
                    <a:pt x="627" y="95"/>
                    <a:pt x="609" y="95"/>
                    <a:pt x="608" y="106"/>
                  </a:cubicBezTo>
                  <a:cubicBezTo>
                    <a:pt x="608" y="116"/>
                    <a:pt x="607" y="125"/>
                    <a:pt x="608" y="133"/>
                  </a:cubicBezTo>
                  <a:cubicBezTo>
                    <a:pt x="607" y="153"/>
                    <a:pt x="604" y="175"/>
                    <a:pt x="588" y="184"/>
                  </a:cubicBezTo>
                  <a:cubicBezTo>
                    <a:pt x="570" y="195"/>
                    <a:pt x="536" y="182"/>
                    <a:pt x="521" y="170"/>
                  </a:cubicBezTo>
                  <a:cubicBezTo>
                    <a:pt x="504" y="155"/>
                    <a:pt x="504" y="143"/>
                    <a:pt x="505" y="122"/>
                  </a:cubicBezTo>
                  <a:cubicBezTo>
                    <a:pt x="506" y="111"/>
                    <a:pt x="488" y="110"/>
                    <a:pt x="487" y="121"/>
                  </a:cubicBezTo>
                  <a:cubicBezTo>
                    <a:pt x="484" y="155"/>
                    <a:pt x="472" y="195"/>
                    <a:pt x="431" y="196"/>
                  </a:cubicBezTo>
                  <a:cubicBezTo>
                    <a:pt x="386" y="197"/>
                    <a:pt x="343" y="160"/>
                    <a:pt x="343" y="116"/>
                  </a:cubicBezTo>
                  <a:cubicBezTo>
                    <a:pt x="343" y="105"/>
                    <a:pt x="326" y="104"/>
                    <a:pt x="326" y="115"/>
                  </a:cubicBezTo>
                  <a:cubicBezTo>
                    <a:pt x="324" y="137"/>
                    <a:pt x="323" y="160"/>
                    <a:pt x="305" y="176"/>
                  </a:cubicBezTo>
                  <a:cubicBezTo>
                    <a:pt x="285" y="194"/>
                    <a:pt x="250" y="191"/>
                    <a:pt x="226" y="184"/>
                  </a:cubicBezTo>
                  <a:cubicBezTo>
                    <a:pt x="184" y="173"/>
                    <a:pt x="176" y="141"/>
                    <a:pt x="158" y="108"/>
                  </a:cubicBezTo>
                  <a:cubicBezTo>
                    <a:pt x="154" y="100"/>
                    <a:pt x="144" y="103"/>
                    <a:pt x="143" y="111"/>
                  </a:cubicBezTo>
                  <a:cubicBezTo>
                    <a:pt x="140" y="127"/>
                    <a:pt x="133" y="141"/>
                    <a:pt x="122" y="150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5" y="44"/>
                    <a:pt x="9" y="42"/>
                    <a:pt x="13" y="39"/>
                  </a:cubicBezTo>
                  <a:cubicBezTo>
                    <a:pt x="23" y="32"/>
                    <a:pt x="31" y="24"/>
                    <a:pt x="38" y="15"/>
                  </a:cubicBezTo>
                  <a:cubicBezTo>
                    <a:pt x="43" y="8"/>
                    <a:pt x="45" y="2"/>
                    <a:pt x="49" y="0"/>
                  </a:cubicBezTo>
                  <a:cubicBezTo>
                    <a:pt x="62" y="25"/>
                    <a:pt x="106" y="39"/>
                    <a:pt x="130" y="41"/>
                  </a:cubicBezTo>
                  <a:cubicBezTo>
                    <a:pt x="158" y="44"/>
                    <a:pt x="181" y="36"/>
                    <a:pt x="199" y="18"/>
                  </a:cubicBezTo>
                  <a:cubicBezTo>
                    <a:pt x="202" y="23"/>
                    <a:pt x="205" y="27"/>
                    <a:pt x="210" y="31"/>
                  </a:cubicBezTo>
                  <a:cubicBezTo>
                    <a:pt x="223" y="39"/>
                    <a:pt x="247" y="49"/>
                    <a:pt x="263" y="45"/>
                  </a:cubicBezTo>
                  <a:cubicBezTo>
                    <a:pt x="278" y="46"/>
                    <a:pt x="293" y="43"/>
                    <a:pt x="306" y="36"/>
                  </a:cubicBezTo>
                  <a:cubicBezTo>
                    <a:pt x="311" y="32"/>
                    <a:pt x="317" y="28"/>
                    <a:pt x="322" y="23"/>
                  </a:cubicBezTo>
                  <a:cubicBezTo>
                    <a:pt x="337" y="41"/>
                    <a:pt x="366" y="52"/>
                    <a:pt x="385" y="55"/>
                  </a:cubicBezTo>
                  <a:cubicBezTo>
                    <a:pt x="414" y="59"/>
                    <a:pt x="465" y="52"/>
                    <a:pt x="480" y="23"/>
                  </a:cubicBezTo>
                  <a:cubicBezTo>
                    <a:pt x="527" y="63"/>
                    <a:pt x="654" y="80"/>
                    <a:pt x="677" y="26"/>
                  </a:cubicBezTo>
                  <a:cubicBezTo>
                    <a:pt x="686" y="32"/>
                    <a:pt x="695" y="37"/>
                    <a:pt x="700" y="39"/>
                  </a:cubicBezTo>
                  <a:cubicBezTo>
                    <a:pt x="731" y="52"/>
                    <a:pt x="805" y="52"/>
                    <a:pt x="835" y="22"/>
                  </a:cubicBezTo>
                  <a:cubicBezTo>
                    <a:pt x="835" y="22"/>
                    <a:pt x="836" y="23"/>
                    <a:pt x="836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2" name="任意多边形: 形状 161" descr="9e259074-8a07-46e1-b535-7731674633fa"/>
            <p:cNvSpPr/>
            <p:nvPr/>
          </p:nvSpPr>
          <p:spPr bwMode="auto">
            <a:xfrm>
              <a:off x="3657600" y="2441575"/>
              <a:ext cx="100013" cy="31750"/>
            </a:xfrm>
            <a:custGeom>
              <a:avLst/>
              <a:gdLst>
                <a:gd name="T0" fmla="*/ 0 w 53"/>
                <a:gd name="T1" fmla="*/ 16 h 17"/>
                <a:gd name="T2" fmla="*/ 53 w 53"/>
                <a:gd name="T3" fmla="*/ 0 h 17"/>
                <a:gd name="T4" fmla="*/ 25 w 53"/>
                <a:gd name="T5" fmla="*/ 16 h 17"/>
                <a:gd name="T6" fmla="*/ 0 w 53"/>
                <a:gd name="T7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7">
                  <a:moveTo>
                    <a:pt x="0" y="16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47" y="8"/>
                    <a:pt x="39" y="14"/>
                    <a:pt x="25" y="16"/>
                  </a:cubicBezTo>
                  <a:cubicBezTo>
                    <a:pt x="17" y="17"/>
                    <a:pt x="8" y="17"/>
                    <a:pt x="0" y="16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3" name="任意多边形: 形状 162" descr="750dd238-9c36-4163-820d-377743399e99"/>
            <p:cNvSpPr/>
            <p:nvPr/>
          </p:nvSpPr>
          <p:spPr bwMode="auto">
            <a:xfrm>
              <a:off x="3735388" y="3619500"/>
              <a:ext cx="7938" cy="36513"/>
            </a:xfrm>
            <a:custGeom>
              <a:avLst/>
              <a:gdLst>
                <a:gd name="T0" fmla="*/ 5 w 5"/>
                <a:gd name="T1" fmla="*/ 0 h 23"/>
                <a:gd name="T2" fmla="*/ 0 w 5"/>
                <a:gd name="T3" fmla="*/ 23 h 23"/>
                <a:gd name="T4" fmla="*/ 5 w 5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3">
                  <a:moveTo>
                    <a:pt x="5" y="0"/>
                  </a:moveTo>
                  <a:lnTo>
                    <a:pt x="0" y="2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任意多边形: 形状 163" descr="610b0de7-9fa4-4c3d-82fc-0df10222cdcf"/>
            <p:cNvSpPr/>
            <p:nvPr/>
          </p:nvSpPr>
          <p:spPr bwMode="auto">
            <a:xfrm>
              <a:off x="3530600" y="2432050"/>
              <a:ext cx="446088" cy="201613"/>
            </a:xfrm>
            <a:custGeom>
              <a:avLst/>
              <a:gdLst>
                <a:gd name="T0" fmla="*/ 235 w 235"/>
                <a:gd name="T1" fmla="*/ 12 h 106"/>
                <a:gd name="T2" fmla="*/ 216 w 235"/>
                <a:gd name="T3" fmla="*/ 106 h 106"/>
                <a:gd name="T4" fmla="*/ 200 w 235"/>
                <a:gd name="T5" fmla="*/ 91 h 106"/>
                <a:gd name="T6" fmla="*/ 195 w 235"/>
                <a:gd name="T7" fmla="*/ 63 h 106"/>
                <a:gd name="T8" fmla="*/ 182 w 235"/>
                <a:gd name="T9" fmla="*/ 66 h 106"/>
                <a:gd name="T10" fmla="*/ 182 w 235"/>
                <a:gd name="T11" fmla="*/ 92 h 106"/>
                <a:gd name="T12" fmla="*/ 127 w 235"/>
                <a:gd name="T13" fmla="*/ 103 h 106"/>
                <a:gd name="T14" fmla="*/ 77 w 235"/>
                <a:gd name="T15" fmla="*/ 96 h 106"/>
                <a:gd name="T16" fmla="*/ 12 w 235"/>
                <a:gd name="T17" fmla="*/ 55 h 106"/>
                <a:gd name="T18" fmla="*/ 2 w 235"/>
                <a:gd name="T19" fmla="*/ 50 h 106"/>
                <a:gd name="T20" fmla="*/ 0 w 235"/>
                <a:gd name="T21" fmla="*/ 41 h 106"/>
                <a:gd name="T22" fmla="*/ 67 w 235"/>
                <a:gd name="T23" fmla="*/ 21 h 106"/>
                <a:gd name="T24" fmla="*/ 92 w 235"/>
                <a:gd name="T25" fmla="*/ 21 h 106"/>
                <a:gd name="T26" fmla="*/ 120 w 235"/>
                <a:gd name="T27" fmla="*/ 5 h 106"/>
                <a:gd name="T28" fmla="*/ 139 w 235"/>
                <a:gd name="T29" fmla="*/ 0 h 106"/>
                <a:gd name="T30" fmla="*/ 216 w 235"/>
                <a:gd name="T31" fmla="*/ 14 h 106"/>
                <a:gd name="T32" fmla="*/ 235 w 235"/>
                <a:gd name="T33" fmla="*/ 12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5" h="105">
                  <a:moveTo>
                    <a:pt x="235" y="12"/>
                  </a:moveTo>
                  <a:cubicBezTo>
                    <a:pt x="216" y="106"/>
                    <a:pt x="216" y="106"/>
                    <a:pt x="216" y="106"/>
                  </a:cubicBezTo>
                  <a:cubicBezTo>
                    <a:pt x="209" y="102"/>
                    <a:pt x="203" y="97"/>
                    <a:pt x="200" y="91"/>
                  </a:cubicBezTo>
                  <a:cubicBezTo>
                    <a:pt x="204" y="83"/>
                    <a:pt x="204" y="74"/>
                    <a:pt x="195" y="63"/>
                  </a:cubicBezTo>
                  <a:cubicBezTo>
                    <a:pt x="191" y="59"/>
                    <a:pt x="183" y="60"/>
                    <a:pt x="182" y="66"/>
                  </a:cubicBezTo>
                  <a:cubicBezTo>
                    <a:pt x="179" y="76"/>
                    <a:pt x="179" y="85"/>
                    <a:pt x="182" y="92"/>
                  </a:cubicBezTo>
                  <a:cubicBezTo>
                    <a:pt x="167" y="102"/>
                    <a:pt x="131" y="103"/>
                    <a:pt x="127" y="103"/>
                  </a:cubicBezTo>
                  <a:cubicBezTo>
                    <a:pt x="110" y="102"/>
                    <a:pt x="94" y="100"/>
                    <a:pt x="77" y="96"/>
                  </a:cubicBezTo>
                  <a:cubicBezTo>
                    <a:pt x="56" y="92"/>
                    <a:pt x="17" y="80"/>
                    <a:pt x="12" y="55"/>
                  </a:cubicBezTo>
                  <a:cubicBezTo>
                    <a:pt x="11" y="50"/>
                    <a:pt x="6" y="49"/>
                    <a:pt x="2" y="5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75" y="22"/>
                    <a:pt x="84" y="22"/>
                    <a:pt x="92" y="21"/>
                  </a:cubicBezTo>
                  <a:cubicBezTo>
                    <a:pt x="106" y="19"/>
                    <a:pt x="114" y="13"/>
                    <a:pt x="120" y="5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62" y="12"/>
                    <a:pt x="196" y="13"/>
                    <a:pt x="216" y="14"/>
                  </a:cubicBezTo>
                  <a:cubicBezTo>
                    <a:pt x="223" y="14"/>
                    <a:pt x="229" y="13"/>
                    <a:pt x="235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任意多边形: 形状 164" descr="6f1a4490-c758-416f-b9c6-90fd6ef7bed8"/>
            <p:cNvSpPr/>
            <p:nvPr/>
          </p:nvSpPr>
          <p:spPr bwMode="auto">
            <a:xfrm>
              <a:off x="3524250" y="4144963"/>
              <a:ext cx="98425" cy="107950"/>
            </a:xfrm>
            <a:custGeom>
              <a:avLst/>
              <a:gdLst>
                <a:gd name="T0" fmla="*/ 38 w 52"/>
                <a:gd name="T1" fmla="*/ 53 h 57"/>
                <a:gd name="T2" fmla="*/ 0 w 52"/>
                <a:gd name="T3" fmla="*/ 20 h 57"/>
                <a:gd name="T4" fmla="*/ 1 w 52"/>
                <a:gd name="T5" fmla="*/ 9 h 57"/>
                <a:gd name="T6" fmla="*/ 15 w 52"/>
                <a:gd name="T7" fmla="*/ 8 h 57"/>
                <a:gd name="T8" fmla="*/ 52 w 52"/>
                <a:gd name="T9" fmla="*/ 41 h 57"/>
                <a:gd name="T10" fmla="*/ 48 w 52"/>
                <a:gd name="T11" fmla="*/ 57 h 57"/>
                <a:gd name="T12" fmla="*/ 38 w 52"/>
                <a:gd name="T13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57">
                  <a:moveTo>
                    <a:pt x="38" y="53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7"/>
                    <a:pt x="1" y="13"/>
                    <a:pt x="1" y="9"/>
                  </a:cubicBezTo>
                  <a:cubicBezTo>
                    <a:pt x="1" y="1"/>
                    <a:pt x="13" y="0"/>
                    <a:pt x="15" y="8"/>
                  </a:cubicBezTo>
                  <a:cubicBezTo>
                    <a:pt x="18" y="24"/>
                    <a:pt x="35" y="34"/>
                    <a:pt x="52" y="41"/>
                  </a:cubicBezTo>
                  <a:cubicBezTo>
                    <a:pt x="48" y="57"/>
                    <a:pt x="48" y="57"/>
                    <a:pt x="48" y="57"/>
                  </a:cubicBezTo>
                  <a:cubicBezTo>
                    <a:pt x="45" y="56"/>
                    <a:pt x="41" y="54"/>
                    <a:pt x="38" y="53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任意多边形: 形状 165" descr="680e8270-0347-4aab-8340-4c6389914a91"/>
            <p:cNvSpPr/>
            <p:nvPr/>
          </p:nvSpPr>
          <p:spPr bwMode="auto">
            <a:xfrm>
              <a:off x="3416300" y="4003675"/>
              <a:ext cx="236538" cy="114300"/>
            </a:xfrm>
            <a:custGeom>
              <a:avLst/>
              <a:gdLst>
                <a:gd name="T0" fmla="*/ 58 w 125"/>
                <a:gd name="T1" fmla="*/ 22 h 60"/>
                <a:gd name="T2" fmla="*/ 17 w 125"/>
                <a:gd name="T3" fmla="*/ 60 h 60"/>
                <a:gd name="T4" fmla="*/ 0 w 125"/>
                <a:gd name="T5" fmla="*/ 45 h 60"/>
                <a:gd name="T6" fmla="*/ 46 w 125"/>
                <a:gd name="T7" fmla="*/ 9 h 60"/>
                <a:gd name="T8" fmla="*/ 57 w 125"/>
                <a:gd name="T9" fmla="*/ 3 h 60"/>
                <a:gd name="T10" fmla="*/ 125 w 125"/>
                <a:gd name="T11" fmla="*/ 32 h 60"/>
                <a:gd name="T12" fmla="*/ 122 w 125"/>
                <a:gd name="T13" fmla="*/ 48 h 60"/>
                <a:gd name="T14" fmla="*/ 58 w 125"/>
                <a:gd name="T15" fmla="*/ 2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5" h="60">
                  <a:moveTo>
                    <a:pt x="58" y="22"/>
                  </a:moveTo>
                  <a:cubicBezTo>
                    <a:pt x="51" y="45"/>
                    <a:pt x="37" y="56"/>
                    <a:pt x="17" y="6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24" y="41"/>
                    <a:pt x="43" y="30"/>
                    <a:pt x="46" y="9"/>
                  </a:cubicBezTo>
                  <a:cubicBezTo>
                    <a:pt x="47" y="5"/>
                    <a:pt x="52" y="0"/>
                    <a:pt x="57" y="3"/>
                  </a:cubicBezTo>
                  <a:cubicBezTo>
                    <a:pt x="73" y="16"/>
                    <a:pt x="101" y="29"/>
                    <a:pt x="125" y="32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99" y="45"/>
                    <a:pt x="77" y="35"/>
                    <a:pt x="58" y="22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" name="任意多边形: 形状 166" descr="32e97ef5-0811-44a3-8d58-d42efd2b7b53"/>
            <p:cNvSpPr/>
            <p:nvPr/>
          </p:nvSpPr>
          <p:spPr bwMode="auto">
            <a:xfrm>
              <a:off x="3448050" y="4046538"/>
              <a:ext cx="204788" cy="206375"/>
            </a:xfrm>
            <a:custGeom>
              <a:avLst/>
              <a:gdLst>
                <a:gd name="T0" fmla="*/ 41 w 108"/>
                <a:gd name="T1" fmla="*/ 61 h 109"/>
                <a:gd name="T2" fmla="*/ 40 w 108"/>
                <a:gd name="T3" fmla="*/ 72 h 109"/>
                <a:gd name="T4" fmla="*/ 0 w 108"/>
                <a:gd name="T5" fmla="*/ 38 h 109"/>
                <a:gd name="T6" fmla="*/ 41 w 108"/>
                <a:gd name="T7" fmla="*/ 0 h 109"/>
                <a:gd name="T8" fmla="*/ 105 w 108"/>
                <a:gd name="T9" fmla="*/ 26 h 109"/>
                <a:gd name="T10" fmla="*/ 108 w 108"/>
                <a:gd name="T11" fmla="*/ 10 h 109"/>
                <a:gd name="T12" fmla="*/ 108 w 108"/>
                <a:gd name="T13" fmla="*/ 10 h 109"/>
                <a:gd name="T14" fmla="*/ 88 w 108"/>
                <a:gd name="T15" fmla="*/ 109 h 109"/>
                <a:gd name="T16" fmla="*/ 92 w 108"/>
                <a:gd name="T17" fmla="*/ 93 h 109"/>
                <a:gd name="T18" fmla="*/ 55 w 108"/>
                <a:gd name="T19" fmla="*/ 60 h 109"/>
                <a:gd name="T20" fmla="*/ 41 w 108"/>
                <a:gd name="T21" fmla="*/ 6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9">
                  <a:moveTo>
                    <a:pt x="41" y="61"/>
                  </a:moveTo>
                  <a:cubicBezTo>
                    <a:pt x="41" y="65"/>
                    <a:pt x="40" y="69"/>
                    <a:pt x="40" y="7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0" y="34"/>
                    <a:pt x="34" y="23"/>
                    <a:pt x="41" y="0"/>
                  </a:cubicBezTo>
                  <a:cubicBezTo>
                    <a:pt x="60" y="13"/>
                    <a:pt x="82" y="23"/>
                    <a:pt x="105" y="26"/>
                  </a:cubicBezTo>
                  <a:cubicBezTo>
                    <a:pt x="108" y="10"/>
                    <a:pt x="108" y="10"/>
                    <a:pt x="108" y="10"/>
                  </a:cubicBezTo>
                  <a:cubicBezTo>
                    <a:pt x="108" y="10"/>
                    <a:pt x="108" y="10"/>
                    <a:pt x="108" y="10"/>
                  </a:cubicBezTo>
                  <a:cubicBezTo>
                    <a:pt x="88" y="109"/>
                    <a:pt x="88" y="109"/>
                    <a:pt x="88" y="109"/>
                  </a:cubicBezTo>
                  <a:cubicBezTo>
                    <a:pt x="92" y="93"/>
                    <a:pt x="92" y="93"/>
                    <a:pt x="92" y="93"/>
                  </a:cubicBezTo>
                  <a:cubicBezTo>
                    <a:pt x="75" y="86"/>
                    <a:pt x="58" y="76"/>
                    <a:pt x="55" y="60"/>
                  </a:cubicBezTo>
                  <a:cubicBezTo>
                    <a:pt x="53" y="52"/>
                    <a:pt x="41" y="53"/>
                    <a:pt x="41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8" name="任意多边形: 形状 167" descr="49fd8c05-78ee-4712-9096-e92991a27ab8"/>
            <p:cNvSpPr/>
            <p:nvPr/>
          </p:nvSpPr>
          <p:spPr bwMode="auto">
            <a:xfrm>
              <a:off x="3270250" y="4098925"/>
              <a:ext cx="254000" cy="136525"/>
            </a:xfrm>
            <a:custGeom>
              <a:avLst/>
              <a:gdLst>
                <a:gd name="T0" fmla="*/ 94 w 134"/>
                <a:gd name="T1" fmla="*/ 10 h 72"/>
                <a:gd name="T2" fmla="*/ 134 w 134"/>
                <a:gd name="T3" fmla="*/ 44 h 72"/>
                <a:gd name="T4" fmla="*/ 62 w 134"/>
                <a:gd name="T5" fmla="*/ 70 h 72"/>
                <a:gd name="T6" fmla="*/ 6 w 134"/>
                <a:gd name="T7" fmla="*/ 46 h 72"/>
                <a:gd name="T8" fmla="*/ 7 w 134"/>
                <a:gd name="T9" fmla="*/ 22 h 72"/>
                <a:gd name="T10" fmla="*/ 0 w 134"/>
                <a:gd name="T11" fmla="*/ 17 h 72"/>
                <a:gd name="T12" fmla="*/ 6 w 134"/>
                <a:gd name="T13" fmla="*/ 0 h 72"/>
                <a:gd name="T14" fmla="*/ 49 w 134"/>
                <a:gd name="T15" fmla="*/ 9 h 72"/>
                <a:gd name="T16" fmla="*/ 94 w 134"/>
                <a:gd name="T17" fmla="*/ 1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72">
                  <a:moveTo>
                    <a:pt x="94" y="10"/>
                  </a:moveTo>
                  <a:cubicBezTo>
                    <a:pt x="134" y="44"/>
                    <a:pt x="134" y="44"/>
                    <a:pt x="134" y="44"/>
                  </a:cubicBezTo>
                  <a:cubicBezTo>
                    <a:pt x="127" y="71"/>
                    <a:pt x="88" y="72"/>
                    <a:pt x="62" y="70"/>
                  </a:cubicBezTo>
                  <a:cubicBezTo>
                    <a:pt x="58" y="70"/>
                    <a:pt x="20" y="59"/>
                    <a:pt x="6" y="46"/>
                  </a:cubicBezTo>
                  <a:cubicBezTo>
                    <a:pt x="7" y="39"/>
                    <a:pt x="8" y="31"/>
                    <a:pt x="7" y="22"/>
                  </a:cubicBezTo>
                  <a:cubicBezTo>
                    <a:pt x="6" y="19"/>
                    <a:pt x="3" y="17"/>
                    <a:pt x="0" y="1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2" y="4"/>
                    <a:pt x="38" y="8"/>
                    <a:pt x="49" y="9"/>
                  </a:cubicBezTo>
                  <a:cubicBezTo>
                    <a:pt x="66" y="12"/>
                    <a:pt x="81" y="12"/>
                    <a:pt x="94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9" name="任意多边形: 形状 168" descr="196316f8-a7bd-464b-b9dc-8909775121e4"/>
            <p:cNvSpPr/>
            <p:nvPr/>
          </p:nvSpPr>
          <p:spPr bwMode="auto">
            <a:xfrm>
              <a:off x="3436938" y="1938338"/>
              <a:ext cx="911225" cy="276225"/>
            </a:xfrm>
            <a:custGeom>
              <a:avLst/>
              <a:gdLst>
                <a:gd name="T0" fmla="*/ 427 w 479"/>
                <a:gd name="T1" fmla="*/ 49 h 145"/>
                <a:gd name="T2" fmla="*/ 479 w 479"/>
                <a:gd name="T3" fmla="*/ 36 h 145"/>
                <a:gd name="T4" fmla="*/ 394 w 479"/>
                <a:gd name="T5" fmla="*/ 124 h 145"/>
                <a:gd name="T6" fmla="*/ 383 w 479"/>
                <a:gd name="T7" fmla="*/ 83 h 145"/>
                <a:gd name="T8" fmla="*/ 366 w 479"/>
                <a:gd name="T9" fmla="*/ 82 h 145"/>
                <a:gd name="T10" fmla="*/ 282 w 479"/>
                <a:gd name="T11" fmla="*/ 139 h 145"/>
                <a:gd name="T12" fmla="*/ 263 w 479"/>
                <a:gd name="T13" fmla="*/ 134 h 145"/>
                <a:gd name="T14" fmla="*/ 236 w 479"/>
                <a:gd name="T15" fmla="*/ 115 h 145"/>
                <a:gd name="T16" fmla="*/ 224 w 479"/>
                <a:gd name="T17" fmla="*/ 88 h 145"/>
                <a:gd name="T18" fmla="*/ 220 w 479"/>
                <a:gd name="T19" fmla="*/ 74 h 145"/>
                <a:gd name="T20" fmla="*/ 216 w 479"/>
                <a:gd name="T21" fmla="*/ 74 h 145"/>
                <a:gd name="T22" fmla="*/ 211 w 479"/>
                <a:gd name="T23" fmla="*/ 79 h 145"/>
                <a:gd name="T24" fmla="*/ 210 w 479"/>
                <a:gd name="T25" fmla="*/ 98 h 145"/>
                <a:gd name="T26" fmla="*/ 206 w 479"/>
                <a:gd name="T27" fmla="*/ 103 h 145"/>
                <a:gd name="T28" fmla="*/ 161 w 479"/>
                <a:gd name="T29" fmla="*/ 144 h 145"/>
                <a:gd name="T30" fmla="*/ 0 w 479"/>
                <a:gd name="T31" fmla="*/ 41 h 145"/>
                <a:gd name="T32" fmla="*/ 9 w 479"/>
                <a:gd name="T33" fmla="*/ 44 h 145"/>
                <a:gd name="T34" fmla="*/ 70 w 479"/>
                <a:gd name="T35" fmla="*/ 7 h 145"/>
                <a:gd name="T36" fmla="*/ 144 w 479"/>
                <a:gd name="T37" fmla="*/ 51 h 145"/>
                <a:gd name="T38" fmla="*/ 199 w 479"/>
                <a:gd name="T39" fmla="*/ 6 h 145"/>
                <a:gd name="T40" fmla="*/ 269 w 479"/>
                <a:gd name="T41" fmla="*/ 48 h 145"/>
                <a:gd name="T42" fmla="*/ 338 w 479"/>
                <a:gd name="T43" fmla="*/ 0 h 145"/>
                <a:gd name="T44" fmla="*/ 427 w 479"/>
                <a:gd name="T45" fmla="*/ 4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9" h="145">
                  <a:moveTo>
                    <a:pt x="427" y="49"/>
                  </a:moveTo>
                  <a:cubicBezTo>
                    <a:pt x="448" y="51"/>
                    <a:pt x="466" y="46"/>
                    <a:pt x="479" y="36"/>
                  </a:cubicBezTo>
                  <a:cubicBezTo>
                    <a:pt x="394" y="124"/>
                    <a:pt x="394" y="124"/>
                    <a:pt x="394" y="124"/>
                  </a:cubicBezTo>
                  <a:cubicBezTo>
                    <a:pt x="386" y="113"/>
                    <a:pt x="381" y="99"/>
                    <a:pt x="383" y="83"/>
                  </a:cubicBezTo>
                  <a:cubicBezTo>
                    <a:pt x="383" y="72"/>
                    <a:pt x="367" y="71"/>
                    <a:pt x="366" y="82"/>
                  </a:cubicBezTo>
                  <a:cubicBezTo>
                    <a:pt x="364" y="120"/>
                    <a:pt x="323" y="145"/>
                    <a:pt x="282" y="139"/>
                  </a:cubicBezTo>
                  <a:cubicBezTo>
                    <a:pt x="276" y="138"/>
                    <a:pt x="269" y="136"/>
                    <a:pt x="263" y="134"/>
                  </a:cubicBezTo>
                  <a:cubicBezTo>
                    <a:pt x="251" y="131"/>
                    <a:pt x="242" y="125"/>
                    <a:pt x="236" y="115"/>
                  </a:cubicBezTo>
                  <a:cubicBezTo>
                    <a:pt x="229" y="107"/>
                    <a:pt x="225" y="98"/>
                    <a:pt x="224" y="88"/>
                  </a:cubicBezTo>
                  <a:cubicBezTo>
                    <a:pt x="233" y="85"/>
                    <a:pt x="229" y="73"/>
                    <a:pt x="220" y="74"/>
                  </a:cubicBezTo>
                  <a:cubicBezTo>
                    <a:pt x="219" y="74"/>
                    <a:pt x="217" y="74"/>
                    <a:pt x="216" y="74"/>
                  </a:cubicBezTo>
                  <a:cubicBezTo>
                    <a:pt x="214" y="75"/>
                    <a:pt x="211" y="77"/>
                    <a:pt x="211" y="79"/>
                  </a:cubicBezTo>
                  <a:cubicBezTo>
                    <a:pt x="209" y="86"/>
                    <a:pt x="209" y="92"/>
                    <a:pt x="210" y="98"/>
                  </a:cubicBezTo>
                  <a:cubicBezTo>
                    <a:pt x="208" y="99"/>
                    <a:pt x="207" y="100"/>
                    <a:pt x="206" y="103"/>
                  </a:cubicBezTo>
                  <a:cubicBezTo>
                    <a:pt x="200" y="133"/>
                    <a:pt x="184" y="143"/>
                    <a:pt x="161" y="144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" y="42"/>
                    <a:pt x="6" y="43"/>
                    <a:pt x="9" y="44"/>
                  </a:cubicBezTo>
                  <a:cubicBezTo>
                    <a:pt x="50" y="57"/>
                    <a:pt x="59" y="34"/>
                    <a:pt x="70" y="7"/>
                  </a:cubicBezTo>
                  <a:cubicBezTo>
                    <a:pt x="82" y="34"/>
                    <a:pt x="110" y="52"/>
                    <a:pt x="144" y="51"/>
                  </a:cubicBezTo>
                  <a:cubicBezTo>
                    <a:pt x="175" y="51"/>
                    <a:pt x="191" y="31"/>
                    <a:pt x="199" y="6"/>
                  </a:cubicBezTo>
                  <a:cubicBezTo>
                    <a:pt x="214" y="29"/>
                    <a:pt x="241" y="44"/>
                    <a:pt x="269" y="48"/>
                  </a:cubicBezTo>
                  <a:cubicBezTo>
                    <a:pt x="304" y="53"/>
                    <a:pt x="327" y="29"/>
                    <a:pt x="338" y="0"/>
                  </a:cubicBezTo>
                  <a:cubicBezTo>
                    <a:pt x="355" y="29"/>
                    <a:pt x="386" y="47"/>
                    <a:pt x="427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0" name="任意多边形: 形状 169" descr="a84ea365-c49f-4a47-ba59-411f6f7067b0"/>
            <p:cNvSpPr/>
            <p:nvPr/>
          </p:nvSpPr>
          <p:spPr bwMode="auto">
            <a:xfrm>
              <a:off x="3454400" y="1676400"/>
              <a:ext cx="30163" cy="6350"/>
            </a:xfrm>
            <a:custGeom>
              <a:avLst/>
              <a:gdLst>
                <a:gd name="T0" fmla="*/ 19 w 19"/>
                <a:gd name="T1" fmla="*/ 4 h 4"/>
                <a:gd name="T2" fmla="*/ 0 w 19"/>
                <a:gd name="T3" fmla="*/ 0 h 4"/>
                <a:gd name="T4" fmla="*/ 19 w 19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4">
                  <a:moveTo>
                    <a:pt x="19" y="4"/>
                  </a:moveTo>
                  <a:lnTo>
                    <a:pt x="0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1" name="任意多边形: 形状 170" descr="6ed3fc39-abfb-4ffd-8a2a-eb17aeb8d78a"/>
            <p:cNvSpPr/>
            <p:nvPr/>
          </p:nvSpPr>
          <p:spPr bwMode="auto">
            <a:xfrm>
              <a:off x="2081213" y="1525588"/>
              <a:ext cx="1912938" cy="1420813"/>
            </a:xfrm>
            <a:custGeom>
              <a:avLst/>
              <a:gdLst>
                <a:gd name="T0" fmla="*/ 993 w 1205"/>
                <a:gd name="T1" fmla="*/ 596 h 895"/>
                <a:gd name="T2" fmla="*/ 913 w 1205"/>
                <a:gd name="T3" fmla="*/ 620 h 895"/>
                <a:gd name="T4" fmla="*/ 771 w 1205"/>
                <a:gd name="T5" fmla="*/ 663 h 895"/>
                <a:gd name="T6" fmla="*/ 750 w 1205"/>
                <a:gd name="T7" fmla="*/ 669 h 895"/>
                <a:gd name="T8" fmla="*/ 678 w 1205"/>
                <a:gd name="T9" fmla="*/ 691 h 895"/>
                <a:gd name="T10" fmla="*/ 654 w 1205"/>
                <a:gd name="T11" fmla="*/ 698 h 895"/>
                <a:gd name="T12" fmla="*/ 431 w 1205"/>
                <a:gd name="T13" fmla="*/ 765 h 895"/>
                <a:gd name="T14" fmla="*/ 286 w 1205"/>
                <a:gd name="T15" fmla="*/ 809 h 895"/>
                <a:gd name="T16" fmla="*/ 156 w 1205"/>
                <a:gd name="T17" fmla="*/ 849 h 895"/>
                <a:gd name="T18" fmla="*/ 0 w 1205"/>
                <a:gd name="T19" fmla="*/ 895 h 895"/>
                <a:gd name="T20" fmla="*/ 368 w 1205"/>
                <a:gd name="T21" fmla="*/ 0 h 895"/>
                <a:gd name="T22" fmla="*/ 503 w 1205"/>
                <a:gd name="T23" fmla="*/ 86 h 895"/>
                <a:gd name="T24" fmla="*/ 552 w 1205"/>
                <a:gd name="T25" fmla="*/ 118 h 895"/>
                <a:gd name="T26" fmla="*/ 599 w 1205"/>
                <a:gd name="T27" fmla="*/ 147 h 895"/>
                <a:gd name="T28" fmla="*/ 641 w 1205"/>
                <a:gd name="T29" fmla="*/ 174 h 895"/>
                <a:gd name="T30" fmla="*/ 783 w 1205"/>
                <a:gd name="T31" fmla="*/ 265 h 895"/>
                <a:gd name="T32" fmla="*/ 802 w 1205"/>
                <a:gd name="T33" fmla="*/ 277 h 895"/>
                <a:gd name="T34" fmla="*/ 813 w 1205"/>
                <a:gd name="T35" fmla="*/ 283 h 895"/>
                <a:gd name="T36" fmla="*/ 854 w 1205"/>
                <a:gd name="T37" fmla="*/ 309 h 895"/>
                <a:gd name="T38" fmla="*/ 1047 w 1205"/>
                <a:gd name="T39" fmla="*/ 432 h 895"/>
                <a:gd name="T40" fmla="*/ 1069 w 1205"/>
                <a:gd name="T41" fmla="*/ 447 h 895"/>
                <a:gd name="T42" fmla="*/ 1205 w 1205"/>
                <a:gd name="T43" fmla="*/ 533 h 895"/>
                <a:gd name="T44" fmla="*/ 1107 w 1205"/>
                <a:gd name="T45" fmla="*/ 563 h 895"/>
                <a:gd name="T46" fmla="*/ 1079 w 1205"/>
                <a:gd name="T47" fmla="*/ 571 h 895"/>
                <a:gd name="T48" fmla="*/ 1056 w 1205"/>
                <a:gd name="T49" fmla="*/ 577 h 895"/>
                <a:gd name="T50" fmla="*/ 993 w 1205"/>
                <a:gd name="T51" fmla="*/ 596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5" h="895">
                  <a:moveTo>
                    <a:pt x="993" y="596"/>
                  </a:moveTo>
                  <a:lnTo>
                    <a:pt x="913" y="620"/>
                  </a:lnTo>
                  <a:lnTo>
                    <a:pt x="771" y="663"/>
                  </a:lnTo>
                  <a:lnTo>
                    <a:pt x="750" y="669"/>
                  </a:lnTo>
                  <a:lnTo>
                    <a:pt x="678" y="691"/>
                  </a:lnTo>
                  <a:lnTo>
                    <a:pt x="654" y="698"/>
                  </a:lnTo>
                  <a:lnTo>
                    <a:pt x="431" y="765"/>
                  </a:lnTo>
                  <a:lnTo>
                    <a:pt x="286" y="809"/>
                  </a:lnTo>
                  <a:lnTo>
                    <a:pt x="156" y="849"/>
                  </a:lnTo>
                  <a:lnTo>
                    <a:pt x="0" y="895"/>
                  </a:lnTo>
                  <a:lnTo>
                    <a:pt x="368" y="0"/>
                  </a:lnTo>
                  <a:lnTo>
                    <a:pt x="503" y="86"/>
                  </a:lnTo>
                  <a:lnTo>
                    <a:pt x="552" y="118"/>
                  </a:lnTo>
                  <a:lnTo>
                    <a:pt x="599" y="147"/>
                  </a:lnTo>
                  <a:lnTo>
                    <a:pt x="641" y="174"/>
                  </a:lnTo>
                  <a:lnTo>
                    <a:pt x="783" y="265"/>
                  </a:lnTo>
                  <a:lnTo>
                    <a:pt x="802" y="277"/>
                  </a:lnTo>
                  <a:lnTo>
                    <a:pt x="813" y="283"/>
                  </a:lnTo>
                  <a:lnTo>
                    <a:pt x="854" y="309"/>
                  </a:lnTo>
                  <a:lnTo>
                    <a:pt x="1047" y="432"/>
                  </a:lnTo>
                  <a:lnTo>
                    <a:pt x="1069" y="447"/>
                  </a:lnTo>
                  <a:lnTo>
                    <a:pt x="1205" y="533"/>
                  </a:lnTo>
                  <a:lnTo>
                    <a:pt x="1107" y="563"/>
                  </a:lnTo>
                  <a:lnTo>
                    <a:pt x="1079" y="571"/>
                  </a:lnTo>
                  <a:lnTo>
                    <a:pt x="1056" y="577"/>
                  </a:lnTo>
                  <a:lnTo>
                    <a:pt x="993" y="596"/>
                  </a:lnTo>
                  <a:close/>
                </a:path>
              </a:pathLst>
            </a:custGeom>
            <a:solidFill>
              <a:srgbClr val="F9D4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2" name="任意多边形: 形状 171" descr="5285466f-7e50-43f5-9ed4-1ea44a5a24dd"/>
            <p:cNvSpPr/>
            <p:nvPr/>
          </p:nvSpPr>
          <p:spPr bwMode="auto">
            <a:xfrm>
              <a:off x="3224213" y="1633538"/>
              <a:ext cx="195263" cy="131763"/>
            </a:xfrm>
            <a:custGeom>
              <a:avLst/>
              <a:gdLst>
                <a:gd name="T0" fmla="*/ 1 w 103"/>
                <a:gd name="T1" fmla="*/ 0 h 70"/>
                <a:gd name="T2" fmla="*/ 103 w 103"/>
                <a:gd name="T3" fmla="*/ 19 h 70"/>
                <a:gd name="T4" fmla="*/ 84 w 103"/>
                <a:gd name="T5" fmla="*/ 59 h 70"/>
                <a:gd name="T6" fmla="*/ 17 w 103"/>
                <a:gd name="T7" fmla="*/ 44 h 70"/>
                <a:gd name="T8" fmla="*/ 1 w 10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70">
                  <a:moveTo>
                    <a:pt x="1" y="0"/>
                  </a:moveTo>
                  <a:cubicBezTo>
                    <a:pt x="103" y="19"/>
                    <a:pt x="103" y="19"/>
                    <a:pt x="103" y="19"/>
                  </a:cubicBezTo>
                  <a:cubicBezTo>
                    <a:pt x="101" y="36"/>
                    <a:pt x="97" y="52"/>
                    <a:pt x="84" y="59"/>
                  </a:cubicBezTo>
                  <a:cubicBezTo>
                    <a:pt x="66" y="70"/>
                    <a:pt x="32" y="57"/>
                    <a:pt x="17" y="44"/>
                  </a:cubicBezTo>
                  <a:cubicBezTo>
                    <a:pt x="0" y="30"/>
                    <a:pt x="0" y="19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3" name="任意多边形: 形状 172" descr="28184780-a4f1-4667-b8db-50c2770323c4"/>
            <p:cNvSpPr/>
            <p:nvPr/>
          </p:nvSpPr>
          <p:spPr bwMode="auto">
            <a:xfrm>
              <a:off x="2062163" y="3787775"/>
              <a:ext cx="1354138" cy="317500"/>
            </a:xfrm>
            <a:custGeom>
              <a:avLst/>
              <a:gdLst>
                <a:gd name="T0" fmla="*/ 575 w 712"/>
                <a:gd name="T1" fmla="*/ 41 h 167"/>
                <a:gd name="T2" fmla="*/ 712 w 712"/>
                <a:gd name="T3" fmla="*/ 159 h 167"/>
                <a:gd name="T4" fmla="*/ 592 w 712"/>
                <a:gd name="T5" fmla="*/ 109 h 167"/>
                <a:gd name="T6" fmla="*/ 577 w 712"/>
                <a:gd name="T7" fmla="*/ 109 h 167"/>
                <a:gd name="T8" fmla="*/ 501 w 712"/>
                <a:gd name="T9" fmla="*/ 137 h 167"/>
                <a:gd name="T10" fmla="*/ 431 w 712"/>
                <a:gd name="T11" fmla="*/ 92 h 167"/>
                <a:gd name="T12" fmla="*/ 419 w 712"/>
                <a:gd name="T13" fmla="*/ 96 h 167"/>
                <a:gd name="T14" fmla="*/ 312 w 712"/>
                <a:gd name="T15" fmla="*/ 128 h 167"/>
                <a:gd name="T16" fmla="*/ 272 w 712"/>
                <a:gd name="T17" fmla="*/ 89 h 167"/>
                <a:gd name="T18" fmla="*/ 263 w 712"/>
                <a:gd name="T19" fmla="*/ 94 h 167"/>
                <a:gd name="T20" fmla="*/ 265 w 712"/>
                <a:gd name="T21" fmla="*/ 98 h 167"/>
                <a:gd name="T22" fmla="*/ 177 w 712"/>
                <a:gd name="T23" fmla="*/ 130 h 167"/>
                <a:gd name="T24" fmla="*/ 104 w 712"/>
                <a:gd name="T25" fmla="*/ 97 h 167"/>
                <a:gd name="T26" fmla="*/ 88 w 712"/>
                <a:gd name="T27" fmla="*/ 96 h 167"/>
                <a:gd name="T28" fmla="*/ 86 w 712"/>
                <a:gd name="T29" fmla="*/ 110 h 167"/>
                <a:gd name="T30" fmla="*/ 85 w 712"/>
                <a:gd name="T31" fmla="*/ 115 h 167"/>
                <a:gd name="T32" fmla="*/ 82 w 712"/>
                <a:gd name="T33" fmla="*/ 121 h 167"/>
                <a:gd name="T34" fmla="*/ 30 w 712"/>
                <a:gd name="T35" fmla="*/ 125 h 167"/>
                <a:gd name="T36" fmla="*/ 0 w 712"/>
                <a:gd name="T37" fmla="*/ 119 h 167"/>
                <a:gd name="T38" fmla="*/ 1 w 712"/>
                <a:gd name="T39" fmla="*/ 36 h 167"/>
                <a:gd name="T40" fmla="*/ 37 w 712"/>
                <a:gd name="T41" fmla="*/ 11 h 167"/>
                <a:gd name="T42" fmla="*/ 110 w 712"/>
                <a:gd name="T43" fmla="*/ 49 h 167"/>
                <a:gd name="T44" fmla="*/ 178 w 712"/>
                <a:gd name="T45" fmla="*/ 9 h 167"/>
                <a:gd name="T46" fmla="*/ 379 w 712"/>
                <a:gd name="T47" fmla="*/ 5 h 167"/>
                <a:gd name="T48" fmla="*/ 459 w 712"/>
                <a:gd name="T49" fmla="*/ 40 h 167"/>
                <a:gd name="T50" fmla="*/ 515 w 712"/>
                <a:gd name="T51" fmla="*/ 0 h 167"/>
                <a:gd name="T52" fmla="*/ 575 w 712"/>
                <a:gd name="T53" fmla="*/ 4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2" h="167">
                  <a:moveTo>
                    <a:pt x="575" y="41"/>
                  </a:moveTo>
                  <a:cubicBezTo>
                    <a:pt x="712" y="159"/>
                    <a:pt x="712" y="159"/>
                    <a:pt x="712" y="159"/>
                  </a:cubicBezTo>
                  <a:cubicBezTo>
                    <a:pt x="663" y="167"/>
                    <a:pt x="593" y="146"/>
                    <a:pt x="592" y="109"/>
                  </a:cubicBezTo>
                  <a:cubicBezTo>
                    <a:pt x="591" y="100"/>
                    <a:pt x="578" y="99"/>
                    <a:pt x="577" y="109"/>
                  </a:cubicBezTo>
                  <a:cubicBezTo>
                    <a:pt x="575" y="160"/>
                    <a:pt x="529" y="148"/>
                    <a:pt x="501" y="137"/>
                  </a:cubicBezTo>
                  <a:cubicBezTo>
                    <a:pt x="472" y="126"/>
                    <a:pt x="450" y="115"/>
                    <a:pt x="431" y="92"/>
                  </a:cubicBezTo>
                  <a:cubicBezTo>
                    <a:pt x="426" y="87"/>
                    <a:pt x="420" y="91"/>
                    <a:pt x="419" y="96"/>
                  </a:cubicBezTo>
                  <a:cubicBezTo>
                    <a:pt x="410" y="151"/>
                    <a:pt x="347" y="142"/>
                    <a:pt x="312" y="128"/>
                  </a:cubicBezTo>
                  <a:cubicBezTo>
                    <a:pt x="294" y="121"/>
                    <a:pt x="283" y="105"/>
                    <a:pt x="272" y="89"/>
                  </a:cubicBezTo>
                  <a:cubicBezTo>
                    <a:pt x="268" y="84"/>
                    <a:pt x="260" y="88"/>
                    <a:pt x="263" y="94"/>
                  </a:cubicBezTo>
                  <a:cubicBezTo>
                    <a:pt x="264" y="95"/>
                    <a:pt x="264" y="96"/>
                    <a:pt x="265" y="98"/>
                  </a:cubicBezTo>
                  <a:cubicBezTo>
                    <a:pt x="257" y="131"/>
                    <a:pt x="203" y="132"/>
                    <a:pt x="177" y="130"/>
                  </a:cubicBezTo>
                  <a:cubicBezTo>
                    <a:pt x="156" y="128"/>
                    <a:pt x="103" y="126"/>
                    <a:pt x="104" y="97"/>
                  </a:cubicBezTo>
                  <a:cubicBezTo>
                    <a:pt x="104" y="86"/>
                    <a:pt x="88" y="86"/>
                    <a:pt x="88" y="96"/>
                  </a:cubicBezTo>
                  <a:cubicBezTo>
                    <a:pt x="88" y="102"/>
                    <a:pt x="87" y="106"/>
                    <a:pt x="86" y="110"/>
                  </a:cubicBezTo>
                  <a:cubicBezTo>
                    <a:pt x="85" y="112"/>
                    <a:pt x="84" y="113"/>
                    <a:pt x="85" y="115"/>
                  </a:cubicBezTo>
                  <a:cubicBezTo>
                    <a:pt x="84" y="117"/>
                    <a:pt x="83" y="119"/>
                    <a:pt x="82" y="121"/>
                  </a:cubicBezTo>
                  <a:cubicBezTo>
                    <a:pt x="73" y="129"/>
                    <a:pt x="38" y="126"/>
                    <a:pt x="30" y="125"/>
                  </a:cubicBezTo>
                  <a:cubicBezTo>
                    <a:pt x="18" y="125"/>
                    <a:pt x="9" y="122"/>
                    <a:pt x="0" y="119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17" y="32"/>
                    <a:pt x="30" y="23"/>
                    <a:pt x="37" y="11"/>
                  </a:cubicBezTo>
                  <a:cubicBezTo>
                    <a:pt x="52" y="34"/>
                    <a:pt x="82" y="46"/>
                    <a:pt x="110" y="49"/>
                  </a:cubicBezTo>
                  <a:cubicBezTo>
                    <a:pt x="142" y="52"/>
                    <a:pt x="166" y="34"/>
                    <a:pt x="178" y="9"/>
                  </a:cubicBezTo>
                  <a:cubicBezTo>
                    <a:pt x="216" y="76"/>
                    <a:pt x="348" y="80"/>
                    <a:pt x="379" y="5"/>
                  </a:cubicBezTo>
                  <a:cubicBezTo>
                    <a:pt x="395" y="29"/>
                    <a:pt x="426" y="40"/>
                    <a:pt x="459" y="40"/>
                  </a:cubicBezTo>
                  <a:cubicBezTo>
                    <a:pt x="488" y="40"/>
                    <a:pt x="507" y="23"/>
                    <a:pt x="515" y="0"/>
                  </a:cubicBezTo>
                  <a:cubicBezTo>
                    <a:pt x="528" y="21"/>
                    <a:pt x="551" y="36"/>
                    <a:pt x="575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4" name="任意多边形: 形状 173" descr="3490e0a6-fcf4-4f01-84f5-b3af6aa24279"/>
            <p:cNvSpPr/>
            <p:nvPr/>
          </p:nvSpPr>
          <p:spPr bwMode="auto">
            <a:xfrm>
              <a:off x="3324225" y="1843088"/>
              <a:ext cx="1092200" cy="203200"/>
            </a:xfrm>
            <a:custGeom>
              <a:avLst/>
              <a:gdLst>
                <a:gd name="T0" fmla="*/ 330 w 574"/>
                <a:gd name="T1" fmla="*/ 81 h 107"/>
                <a:gd name="T2" fmla="*/ 387 w 574"/>
                <a:gd name="T3" fmla="*/ 11 h 107"/>
                <a:gd name="T4" fmla="*/ 404 w 574"/>
                <a:gd name="T5" fmla="*/ 12 h 107"/>
                <a:gd name="T6" fmla="*/ 483 w 574"/>
                <a:gd name="T7" fmla="*/ 76 h 107"/>
                <a:gd name="T8" fmla="*/ 549 w 574"/>
                <a:gd name="T9" fmla="*/ 24 h 107"/>
                <a:gd name="T10" fmla="*/ 550 w 574"/>
                <a:gd name="T11" fmla="*/ 15 h 107"/>
                <a:gd name="T12" fmla="*/ 559 w 574"/>
                <a:gd name="T13" fmla="*/ 8 h 107"/>
                <a:gd name="T14" fmla="*/ 565 w 574"/>
                <a:gd name="T15" fmla="*/ 16 h 107"/>
                <a:gd name="T16" fmla="*/ 574 w 574"/>
                <a:gd name="T17" fmla="*/ 50 h 107"/>
                <a:gd name="T18" fmla="*/ 559 w 574"/>
                <a:gd name="T19" fmla="*/ 65 h 107"/>
                <a:gd name="T20" fmla="*/ 556 w 574"/>
                <a:gd name="T21" fmla="*/ 61 h 107"/>
                <a:gd name="T22" fmla="*/ 547 w 574"/>
                <a:gd name="T23" fmla="*/ 77 h 107"/>
                <a:gd name="T24" fmla="*/ 538 w 574"/>
                <a:gd name="T25" fmla="*/ 86 h 107"/>
                <a:gd name="T26" fmla="*/ 486 w 574"/>
                <a:gd name="T27" fmla="*/ 99 h 107"/>
                <a:gd name="T28" fmla="*/ 397 w 574"/>
                <a:gd name="T29" fmla="*/ 50 h 107"/>
                <a:gd name="T30" fmla="*/ 328 w 574"/>
                <a:gd name="T31" fmla="*/ 98 h 107"/>
                <a:gd name="T32" fmla="*/ 258 w 574"/>
                <a:gd name="T33" fmla="*/ 56 h 107"/>
                <a:gd name="T34" fmla="*/ 203 w 574"/>
                <a:gd name="T35" fmla="*/ 101 h 107"/>
                <a:gd name="T36" fmla="*/ 129 w 574"/>
                <a:gd name="T37" fmla="*/ 57 h 107"/>
                <a:gd name="T38" fmla="*/ 68 w 574"/>
                <a:gd name="T39" fmla="*/ 94 h 107"/>
                <a:gd name="T40" fmla="*/ 59 w 574"/>
                <a:gd name="T41" fmla="*/ 91 h 107"/>
                <a:gd name="T42" fmla="*/ 25 w 574"/>
                <a:gd name="T43" fmla="*/ 69 h 107"/>
                <a:gd name="T44" fmla="*/ 18 w 574"/>
                <a:gd name="T45" fmla="*/ 59 h 107"/>
                <a:gd name="T46" fmla="*/ 16 w 574"/>
                <a:gd name="T47" fmla="*/ 64 h 107"/>
                <a:gd name="T48" fmla="*/ 0 w 574"/>
                <a:gd name="T49" fmla="*/ 54 h 107"/>
                <a:gd name="T50" fmla="*/ 11 w 574"/>
                <a:gd name="T51" fmla="*/ 18 h 107"/>
                <a:gd name="T52" fmla="*/ 28 w 574"/>
                <a:gd name="T53" fmla="*/ 18 h 107"/>
                <a:gd name="T54" fmla="*/ 78 w 574"/>
                <a:gd name="T55" fmla="*/ 80 h 107"/>
                <a:gd name="T56" fmla="*/ 125 w 574"/>
                <a:gd name="T57" fmla="*/ 24 h 107"/>
                <a:gd name="T58" fmla="*/ 141 w 574"/>
                <a:gd name="T59" fmla="*/ 29 h 107"/>
                <a:gd name="T60" fmla="*/ 204 w 574"/>
                <a:gd name="T61" fmla="*/ 85 h 107"/>
                <a:gd name="T62" fmla="*/ 247 w 574"/>
                <a:gd name="T63" fmla="*/ 20 h 107"/>
                <a:gd name="T64" fmla="*/ 264 w 574"/>
                <a:gd name="T65" fmla="*/ 21 h 107"/>
                <a:gd name="T66" fmla="*/ 330 w 574"/>
                <a:gd name="T67" fmla="*/ 8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4" h="107">
                  <a:moveTo>
                    <a:pt x="330" y="81"/>
                  </a:moveTo>
                  <a:cubicBezTo>
                    <a:pt x="370" y="83"/>
                    <a:pt x="386" y="41"/>
                    <a:pt x="387" y="11"/>
                  </a:cubicBezTo>
                  <a:cubicBezTo>
                    <a:pt x="387" y="0"/>
                    <a:pt x="404" y="1"/>
                    <a:pt x="404" y="12"/>
                  </a:cubicBezTo>
                  <a:cubicBezTo>
                    <a:pt x="404" y="56"/>
                    <a:pt x="444" y="71"/>
                    <a:pt x="483" y="76"/>
                  </a:cubicBezTo>
                  <a:cubicBezTo>
                    <a:pt x="530" y="81"/>
                    <a:pt x="544" y="60"/>
                    <a:pt x="549" y="24"/>
                  </a:cubicBezTo>
                  <a:cubicBezTo>
                    <a:pt x="549" y="21"/>
                    <a:pt x="549" y="18"/>
                    <a:pt x="550" y="15"/>
                  </a:cubicBezTo>
                  <a:cubicBezTo>
                    <a:pt x="550" y="10"/>
                    <a:pt x="555" y="8"/>
                    <a:pt x="559" y="8"/>
                  </a:cubicBezTo>
                  <a:cubicBezTo>
                    <a:pt x="562" y="9"/>
                    <a:pt x="565" y="11"/>
                    <a:pt x="565" y="16"/>
                  </a:cubicBezTo>
                  <a:cubicBezTo>
                    <a:pt x="564" y="29"/>
                    <a:pt x="567" y="40"/>
                    <a:pt x="574" y="50"/>
                  </a:cubicBezTo>
                  <a:cubicBezTo>
                    <a:pt x="559" y="65"/>
                    <a:pt x="559" y="65"/>
                    <a:pt x="559" y="65"/>
                  </a:cubicBezTo>
                  <a:cubicBezTo>
                    <a:pt x="558" y="63"/>
                    <a:pt x="557" y="62"/>
                    <a:pt x="556" y="61"/>
                  </a:cubicBezTo>
                  <a:cubicBezTo>
                    <a:pt x="554" y="67"/>
                    <a:pt x="551" y="72"/>
                    <a:pt x="547" y="77"/>
                  </a:cubicBezTo>
                  <a:cubicBezTo>
                    <a:pt x="538" y="86"/>
                    <a:pt x="538" y="86"/>
                    <a:pt x="538" y="86"/>
                  </a:cubicBezTo>
                  <a:cubicBezTo>
                    <a:pt x="525" y="96"/>
                    <a:pt x="507" y="101"/>
                    <a:pt x="486" y="99"/>
                  </a:cubicBezTo>
                  <a:cubicBezTo>
                    <a:pt x="445" y="97"/>
                    <a:pt x="414" y="79"/>
                    <a:pt x="397" y="50"/>
                  </a:cubicBezTo>
                  <a:cubicBezTo>
                    <a:pt x="386" y="79"/>
                    <a:pt x="363" y="103"/>
                    <a:pt x="328" y="98"/>
                  </a:cubicBezTo>
                  <a:cubicBezTo>
                    <a:pt x="300" y="94"/>
                    <a:pt x="273" y="79"/>
                    <a:pt x="258" y="56"/>
                  </a:cubicBezTo>
                  <a:cubicBezTo>
                    <a:pt x="250" y="81"/>
                    <a:pt x="234" y="101"/>
                    <a:pt x="203" y="101"/>
                  </a:cubicBezTo>
                  <a:cubicBezTo>
                    <a:pt x="169" y="102"/>
                    <a:pt x="141" y="84"/>
                    <a:pt x="129" y="57"/>
                  </a:cubicBezTo>
                  <a:cubicBezTo>
                    <a:pt x="118" y="84"/>
                    <a:pt x="109" y="107"/>
                    <a:pt x="68" y="94"/>
                  </a:cubicBezTo>
                  <a:cubicBezTo>
                    <a:pt x="65" y="93"/>
                    <a:pt x="62" y="92"/>
                    <a:pt x="59" y="91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2" y="66"/>
                    <a:pt x="20" y="63"/>
                    <a:pt x="18" y="59"/>
                  </a:cubicBezTo>
                  <a:cubicBezTo>
                    <a:pt x="17" y="61"/>
                    <a:pt x="16" y="62"/>
                    <a:pt x="16" y="6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6" y="44"/>
                    <a:pt x="10" y="33"/>
                    <a:pt x="11" y="18"/>
                  </a:cubicBezTo>
                  <a:cubicBezTo>
                    <a:pt x="12" y="7"/>
                    <a:pt x="28" y="8"/>
                    <a:pt x="28" y="18"/>
                  </a:cubicBezTo>
                  <a:cubicBezTo>
                    <a:pt x="26" y="49"/>
                    <a:pt x="43" y="77"/>
                    <a:pt x="78" y="80"/>
                  </a:cubicBezTo>
                  <a:cubicBezTo>
                    <a:pt x="115" y="83"/>
                    <a:pt x="113" y="47"/>
                    <a:pt x="125" y="24"/>
                  </a:cubicBezTo>
                  <a:cubicBezTo>
                    <a:pt x="129" y="17"/>
                    <a:pt x="141" y="22"/>
                    <a:pt x="141" y="29"/>
                  </a:cubicBezTo>
                  <a:cubicBezTo>
                    <a:pt x="140" y="61"/>
                    <a:pt x="171" y="88"/>
                    <a:pt x="204" y="85"/>
                  </a:cubicBezTo>
                  <a:cubicBezTo>
                    <a:pt x="240" y="81"/>
                    <a:pt x="246" y="46"/>
                    <a:pt x="247" y="20"/>
                  </a:cubicBezTo>
                  <a:cubicBezTo>
                    <a:pt x="248" y="9"/>
                    <a:pt x="264" y="11"/>
                    <a:pt x="264" y="21"/>
                  </a:cubicBezTo>
                  <a:cubicBezTo>
                    <a:pt x="264" y="52"/>
                    <a:pt x="299" y="79"/>
                    <a:pt x="330" y="8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5" name="任意多边形: 形状 174" descr="40687eb1-bf73-4a08-9135-bbc81926e541"/>
            <p:cNvSpPr/>
            <p:nvPr/>
          </p:nvSpPr>
          <p:spPr bwMode="auto">
            <a:xfrm>
              <a:off x="3271838" y="2525713"/>
              <a:ext cx="668338" cy="138113"/>
            </a:xfrm>
            <a:custGeom>
              <a:avLst/>
              <a:gdLst>
                <a:gd name="T0" fmla="*/ 336 w 352"/>
                <a:gd name="T1" fmla="*/ 42 h 73"/>
                <a:gd name="T2" fmla="*/ 352 w 352"/>
                <a:gd name="T3" fmla="*/ 57 h 73"/>
                <a:gd name="T4" fmla="*/ 349 w 352"/>
                <a:gd name="T5" fmla="*/ 73 h 73"/>
                <a:gd name="T6" fmla="*/ 323 w 352"/>
                <a:gd name="T7" fmla="*/ 54 h 73"/>
                <a:gd name="T8" fmla="*/ 268 w 352"/>
                <a:gd name="T9" fmla="*/ 69 h 73"/>
                <a:gd name="T10" fmla="*/ 143 w 352"/>
                <a:gd name="T11" fmla="*/ 30 h 73"/>
                <a:gd name="T12" fmla="*/ 34 w 352"/>
                <a:gd name="T13" fmla="*/ 55 h 73"/>
                <a:gd name="T14" fmla="*/ 0 w 352"/>
                <a:gd name="T15" fmla="*/ 33 h 73"/>
                <a:gd name="T16" fmla="*/ 0 w 352"/>
                <a:gd name="T17" fmla="*/ 33 h 73"/>
                <a:gd name="T18" fmla="*/ 18 w 352"/>
                <a:gd name="T19" fmla="*/ 28 h 73"/>
                <a:gd name="T20" fmla="*/ 61 w 352"/>
                <a:gd name="T21" fmla="*/ 44 h 73"/>
                <a:gd name="T22" fmla="*/ 134 w 352"/>
                <a:gd name="T23" fmla="*/ 7 h 73"/>
                <a:gd name="T24" fmla="*/ 138 w 352"/>
                <a:gd name="T25" fmla="*/ 1 h 73"/>
                <a:gd name="T26" fmla="*/ 148 w 352"/>
                <a:gd name="T27" fmla="*/ 6 h 73"/>
                <a:gd name="T28" fmla="*/ 213 w 352"/>
                <a:gd name="T29" fmla="*/ 47 h 73"/>
                <a:gd name="T30" fmla="*/ 263 w 352"/>
                <a:gd name="T31" fmla="*/ 54 h 73"/>
                <a:gd name="T32" fmla="*/ 318 w 352"/>
                <a:gd name="T33" fmla="*/ 43 h 73"/>
                <a:gd name="T34" fmla="*/ 318 w 352"/>
                <a:gd name="T35" fmla="*/ 17 h 73"/>
                <a:gd name="T36" fmla="*/ 331 w 352"/>
                <a:gd name="T37" fmla="*/ 14 h 73"/>
                <a:gd name="T38" fmla="*/ 336 w 352"/>
                <a:gd name="T39" fmla="*/ 4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2" h="73">
                  <a:moveTo>
                    <a:pt x="336" y="42"/>
                  </a:moveTo>
                  <a:cubicBezTo>
                    <a:pt x="339" y="48"/>
                    <a:pt x="345" y="53"/>
                    <a:pt x="352" y="57"/>
                  </a:cubicBezTo>
                  <a:cubicBezTo>
                    <a:pt x="349" y="73"/>
                    <a:pt x="349" y="73"/>
                    <a:pt x="349" y="73"/>
                  </a:cubicBezTo>
                  <a:cubicBezTo>
                    <a:pt x="338" y="69"/>
                    <a:pt x="329" y="62"/>
                    <a:pt x="323" y="54"/>
                  </a:cubicBezTo>
                  <a:cubicBezTo>
                    <a:pt x="306" y="64"/>
                    <a:pt x="281" y="69"/>
                    <a:pt x="268" y="69"/>
                  </a:cubicBezTo>
                  <a:cubicBezTo>
                    <a:pt x="235" y="68"/>
                    <a:pt x="168" y="62"/>
                    <a:pt x="143" y="30"/>
                  </a:cubicBezTo>
                  <a:cubicBezTo>
                    <a:pt x="127" y="64"/>
                    <a:pt x="70" y="65"/>
                    <a:pt x="34" y="55"/>
                  </a:cubicBezTo>
                  <a:cubicBezTo>
                    <a:pt x="25" y="52"/>
                    <a:pt x="11" y="4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35" y="37"/>
                    <a:pt x="58" y="43"/>
                    <a:pt x="61" y="44"/>
                  </a:cubicBezTo>
                  <a:cubicBezTo>
                    <a:pt x="90" y="46"/>
                    <a:pt x="135" y="45"/>
                    <a:pt x="134" y="7"/>
                  </a:cubicBezTo>
                  <a:cubicBezTo>
                    <a:pt x="134" y="4"/>
                    <a:pt x="136" y="2"/>
                    <a:pt x="138" y="1"/>
                  </a:cubicBezTo>
                  <a:cubicBezTo>
                    <a:pt x="142" y="0"/>
                    <a:pt x="147" y="1"/>
                    <a:pt x="148" y="6"/>
                  </a:cubicBezTo>
                  <a:cubicBezTo>
                    <a:pt x="153" y="31"/>
                    <a:pt x="192" y="43"/>
                    <a:pt x="213" y="47"/>
                  </a:cubicBezTo>
                  <a:cubicBezTo>
                    <a:pt x="230" y="51"/>
                    <a:pt x="246" y="53"/>
                    <a:pt x="263" y="54"/>
                  </a:cubicBezTo>
                  <a:cubicBezTo>
                    <a:pt x="267" y="54"/>
                    <a:pt x="303" y="53"/>
                    <a:pt x="318" y="43"/>
                  </a:cubicBezTo>
                  <a:cubicBezTo>
                    <a:pt x="315" y="36"/>
                    <a:pt x="315" y="27"/>
                    <a:pt x="318" y="17"/>
                  </a:cubicBezTo>
                  <a:cubicBezTo>
                    <a:pt x="319" y="11"/>
                    <a:pt x="327" y="10"/>
                    <a:pt x="331" y="14"/>
                  </a:cubicBezTo>
                  <a:cubicBezTo>
                    <a:pt x="340" y="25"/>
                    <a:pt x="340" y="34"/>
                    <a:pt x="336" y="42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6" name="任意多边形: 形状 175" descr="eb45d432-0bf4-4f30-8e68-d4da8e83736d"/>
            <p:cNvSpPr/>
            <p:nvPr/>
          </p:nvSpPr>
          <p:spPr bwMode="auto">
            <a:xfrm>
              <a:off x="3157538" y="2587625"/>
              <a:ext cx="114300" cy="34925"/>
            </a:xfrm>
            <a:custGeom>
              <a:avLst/>
              <a:gdLst>
                <a:gd name="T0" fmla="*/ 72 w 72"/>
                <a:gd name="T1" fmla="*/ 0 h 22"/>
                <a:gd name="T2" fmla="*/ 0 w 72"/>
                <a:gd name="T3" fmla="*/ 22 h 22"/>
                <a:gd name="T4" fmla="*/ 72 w 72"/>
                <a:gd name="T5" fmla="*/ 0 h 22"/>
                <a:gd name="T6" fmla="*/ 72 w 7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22">
                  <a:moveTo>
                    <a:pt x="72" y="0"/>
                  </a:moveTo>
                  <a:lnTo>
                    <a:pt x="0" y="22"/>
                  </a:lnTo>
                  <a:lnTo>
                    <a:pt x="72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7" name="任意多边形: 形状 176" descr="9e5ce632-7b57-4e30-ad5b-b63d45004259"/>
            <p:cNvSpPr/>
            <p:nvPr/>
          </p:nvSpPr>
          <p:spPr bwMode="auto">
            <a:xfrm>
              <a:off x="2058988" y="3995738"/>
              <a:ext cx="1222375" cy="277813"/>
            </a:xfrm>
            <a:custGeom>
              <a:avLst/>
              <a:gdLst>
                <a:gd name="T0" fmla="*/ 588 w 643"/>
                <a:gd name="T1" fmla="*/ 24 h 146"/>
                <a:gd name="T2" fmla="*/ 643 w 643"/>
                <a:gd name="T3" fmla="*/ 54 h 146"/>
                <a:gd name="T4" fmla="*/ 637 w 643"/>
                <a:gd name="T5" fmla="*/ 71 h 146"/>
                <a:gd name="T6" fmla="*/ 632 w 643"/>
                <a:gd name="T7" fmla="*/ 73 h 146"/>
                <a:gd name="T8" fmla="*/ 627 w 643"/>
                <a:gd name="T9" fmla="*/ 100 h 146"/>
                <a:gd name="T10" fmla="*/ 493 w 643"/>
                <a:gd name="T11" fmla="*/ 72 h 146"/>
                <a:gd name="T12" fmla="*/ 479 w 643"/>
                <a:gd name="T13" fmla="*/ 72 h 146"/>
                <a:gd name="T14" fmla="*/ 479 w 643"/>
                <a:gd name="T15" fmla="*/ 72 h 146"/>
                <a:gd name="T16" fmla="*/ 454 w 643"/>
                <a:gd name="T17" fmla="*/ 94 h 146"/>
                <a:gd name="T18" fmla="*/ 414 w 643"/>
                <a:gd name="T19" fmla="*/ 93 h 146"/>
                <a:gd name="T20" fmla="*/ 410 w 643"/>
                <a:gd name="T21" fmla="*/ 92 h 146"/>
                <a:gd name="T22" fmla="*/ 401 w 643"/>
                <a:gd name="T23" fmla="*/ 93 h 146"/>
                <a:gd name="T24" fmla="*/ 321 w 643"/>
                <a:gd name="T25" fmla="*/ 106 h 146"/>
                <a:gd name="T26" fmla="*/ 268 w 643"/>
                <a:gd name="T27" fmla="*/ 92 h 146"/>
                <a:gd name="T28" fmla="*/ 211 w 643"/>
                <a:gd name="T29" fmla="*/ 118 h 146"/>
                <a:gd name="T30" fmla="*/ 143 w 643"/>
                <a:gd name="T31" fmla="*/ 78 h 146"/>
                <a:gd name="T32" fmla="*/ 125 w 643"/>
                <a:gd name="T33" fmla="*/ 80 h 146"/>
                <a:gd name="T34" fmla="*/ 0 w 643"/>
                <a:gd name="T35" fmla="*/ 108 h 146"/>
                <a:gd name="T36" fmla="*/ 2 w 643"/>
                <a:gd name="T37" fmla="*/ 28 h 146"/>
                <a:gd name="T38" fmla="*/ 21 w 643"/>
                <a:gd name="T39" fmla="*/ 33 h 146"/>
                <a:gd name="T40" fmla="*/ 67 w 643"/>
                <a:gd name="T41" fmla="*/ 35 h 146"/>
                <a:gd name="T42" fmla="*/ 101 w 643"/>
                <a:gd name="T43" fmla="*/ 21 h 146"/>
                <a:gd name="T44" fmla="*/ 175 w 643"/>
                <a:gd name="T45" fmla="*/ 37 h 146"/>
                <a:gd name="T46" fmla="*/ 281 w 643"/>
                <a:gd name="T47" fmla="*/ 9 h 146"/>
                <a:gd name="T48" fmla="*/ 349 w 643"/>
                <a:gd name="T49" fmla="*/ 42 h 146"/>
                <a:gd name="T50" fmla="*/ 431 w 643"/>
                <a:gd name="T51" fmla="*/ 0 h 146"/>
                <a:gd name="T52" fmla="*/ 588 w 643"/>
                <a:gd name="T53" fmla="*/ 2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43" h="146">
                  <a:moveTo>
                    <a:pt x="588" y="24"/>
                  </a:moveTo>
                  <a:cubicBezTo>
                    <a:pt x="596" y="37"/>
                    <a:pt x="620" y="47"/>
                    <a:pt x="643" y="54"/>
                  </a:cubicBezTo>
                  <a:cubicBezTo>
                    <a:pt x="637" y="71"/>
                    <a:pt x="637" y="71"/>
                    <a:pt x="637" y="71"/>
                  </a:cubicBezTo>
                  <a:cubicBezTo>
                    <a:pt x="635" y="71"/>
                    <a:pt x="633" y="72"/>
                    <a:pt x="632" y="73"/>
                  </a:cubicBezTo>
                  <a:cubicBezTo>
                    <a:pt x="622" y="81"/>
                    <a:pt x="623" y="90"/>
                    <a:pt x="627" y="100"/>
                  </a:cubicBezTo>
                  <a:cubicBezTo>
                    <a:pt x="608" y="146"/>
                    <a:pt x="495" y="116"/>
                    <a:pt x="493" y="72"/>
                  </a:cubicBezTo>
                  <a:cubicBezTo>
                    <a:pt x="492" y="64"/>
                    <a:pt x="480" y="63"/>
                    <a:pt x="479" y="72"/>
                  </a:cubicBezTo>
                  <a:cubicBezTo>
                    <a:pt x="479" y="72"/>
                    <a:pt x="479" y="72"/>
                    <a:pt x="479" y="72"/>
                  </a:cubicBezTo>
                  <a:cubicBezTo>
                    <a:pt x="471" y="79"/>
                    <a:pt x="464" y="88"/>
                    <a:pt x="454" y="94"/>
                  </a:cubicBezTo>
                  <a:cubicBezTo>
                    <a:pt x="440" y="104"/>
                    <a:pt x="427" y="103"/>
                    <a:pt x="414" y="93"/>
                  </a:cubicBezTo>
                  <a:cubicBezTo>
                    <a:pt x="413" y="92"/>
                    <a:pt x="411" y="92"/>
                    <a:pt x="410" y="92"/>
                  </a:cubicBezTo>
                  <a:cubicBezTo>
                    <a:pt x="408" y="90"/>
                    <a:pt x="404" y="90"/>
                    <a:pt x="401" y="93"/>
                  </a:cubicBezTo>
                  <a:cubicBezTo>
                    <a:pt x="391" y="106"/>
                    <a:pt x="333" y="108"/>
                    <a:pt x="321" y="106"/>
                  </a:cubicBezTo>
                  <a:cubicBezTo>
                    <a:pt x="304" y="104"/>
                    <a:pt x="286" y="88"/>
                    <a:pt x="268" y="92"/>
                  </a:cubicBezTo>
                  <a:cubicBezTo>
                    <a:pt x="245" y="98"/>
                    <a:pt x="241" y="119"/>
                    <a:pt x="211" y="118"/>
                  </a:cubicBezTo>
                  <a:cubicBezTo>
                    <a:pt x="185" y="117"/>
                    <a:pt x="148" y="106"/>
                    <a:pt x="143" y="78"/>
                  </a:cubicBezTo>
                  <a:cubicBezTo>
                    <a:pt x="141" y="69"/>
                    <a:pt x="125" y="70"/>
                    <a:pt x="125" y="80"/>
                  </a:cubicBezTo>
                  <a:cubicBezTo>
                    <a:pt x="125" y="123"/>
                    <a:pt x="40" y="129"/>
                    <a:pt x="0" y="10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8" y="31"/>
                    <a:pt x="14" y="33"/>
                    <a:pt x="21" y="33"/>
                  </a:cubicBezTo>
                  <a:cubicBezTo>
                    <a:pt x="36" y="35"/>
                    <a:pt x="52" y="36"/>
                    <a:pt x="67" y="35"/>
                  </a:cubicBezTo>
                  <a:cubicBezTo>
                    <a:pt x="81" y="34"/>
                    <a:pt x="94" y="30"/>
                    <a:pt x="101" y="21"/>
                  </a:cubicBezTo>
                  <a:cubicBezTo>
                    <a:pt x="118" y="34"/>
                    <a:pt x="154" y="35"/>
                    <a:pt x="175" y="37"/>
                  </a:cubicBezTo>
                  <a:cubicBezTo>
                    <a:pt x="207" y="40"/>
                    <a:pt x="261" y="35"/>
                    <a:pt x="281" y="9"/>
                  </a:cubicBezTo>
                  <a:cubicBezTo>
                    <a:pt x="297" y="29"/>
                    <a:pt x="317" y="39"/>
                    <a:pt x="349" y="42"/>
                  </a:cubicBezTo>
                  <a:cubicBezTo>
                    <a:pt x="390" y="45"/>
                    <a:pt x="420" y="35"/>
                    <a:pt x="431" y="0"/>
                  </a:cubicBezTo>
                  <a:cubicBezTo>
                    <a:pt x="474" y="38"/>
                    <a:pt x="560" y="81"/>
                    <a:pt x="588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8" name="任意多边形: 形状 177" descr="e32fb78b-798e-42aa-9af1-c55f6848a3ee"/>
            <p:cNvSpPr/>
            <p:nvPr/>
          </p:nvSpPr>
          <p:spPr bwMode="auto">
            <a:xfrm>
              <a:off x="3098800" y="1703388"/>
              <a:ext cx="1289050" cy="307975"/>
            </a:xfrm>
            <a:custGeom>
              <a:avLst/>
              <a:gdLst>
                <a:gd name="T0" fmla="*/ 295 w 678"/>
                <a:gd name="T1" fmla="*/ 6 h 162"/>
                <a:gd name="T2" fmla="*/ 678 w 678"/>
                <a:gd name="T3" fmla="*/ 80 h 162"/>
                <a:gd name="T4" fmla="*/ 678 w 678"/>
                <a:gd name="T5" fmla="*/ 82 h 162"/>
                <a:gd name="T6" fmla="*/ 669 w 678"/>
                <a:gd name="T7" fmla="*/ 89 h 162"/>
                <a:gd name="T8" fmla="*/ 668 w 678"/>
                <a:gd name="T9" fmla="*/ 98 h 162"/>
                <a:gd name="T10" fmla="*/ 602 w 678"/>
                <a:gd name="T11" fmla="*/ 150 h 162"/>
                <a:gd name="T12" fmla="*/ 523 w 678"/>
                <a:gd name="T13" fmla="*/ 86 h 162"/>
                <a:gd name="T14" fmla="*/ 506 w 678"/>
                <a:gd name="T15" fmla="*/ 85 h 162"/>
                <a:gd name="T16" fmla="*/ 449 w 678"/>
                <a:gd name="T17" fmla="*/ 155 h 162"/>
                <a:gd name="T18" fmla="*/ 383 w 678"/>
                <a:gd name="T19" fmla="*/ 95 h 162"/>
                <a:gd name="T20" fmla="*/ 366 w 678"/>
                <a:gd name="T21" fmla="*/ 94 h 162"/>
                <a:gd name="T22" fmla="*/ 323 w 678"/>
                <a:gd name="T23" fmla="*/ 159 h 162"/>
                <a:gd name="T24" fmla="*/ 260 w 678"/>
                <a:gd name="T25" fmla="*/ 103 h 162"/>
                <a:gd name="T26" fmla="*/ 244 w 678"/>
                <a:gd name="T27" fmla="*/ 98 h 162"/>
                <a:gd name="T28" fmla="*/ 197 w 678"/>
                <a:gd name="T29" fmla="*/ 154 h 162"/>
                <a:gd name="T30" fmla="*/ 147 w 678"/>
                <a:gd name="T31" fmla="*/ 92 h 162"/>
                <a:gd name="T32" fmla="*/ 130 w 678"/>
                <a:gd name="T33" fmla="*/ 92 h 162"/>
                <a:gd name="T34" fmla="*/ 119 w 678"/>
                <a:gd name="T35" fmla="*/ 128 h 162"/>
                <a:gd name="T36" fmla="*/ 0 w 678"/>
                <a:gd name="T37" fmla="*/ 52 h 162"/>
                <a:gd name="T38" fmla="*/ 56 w 678"/>
                <a:gd name="T39" fmla="*/ 8 h 162"/>
                <a:gd name="T40" fmla="*/ 64 w 678"/>
                <a:gd name="T41" fmla="*/ 16 h 162"/>
                <a:gd name="T42" fmla="*/ 140 w 678"/>
                <a:gd name="T43" fmla="*/ 44 h 162"/>
                <a:gd name="T44" fmla="*/ 184 w 678"/>
                <a:gd name="T45" fmla="*/ 0 h 162"/>
                <a:gd name="T46" fmla="*/ 190 w 678"/>
                <a:gd name="T47" fmla="*/ 5 h 162"/>
                <a:gd name="T48" fmla="*/ 264 w 678"/>
                <a:gd name="T49" fmla="*/ 23 h 162"/>
                <a:gd name="T50" fmla="*/ 295 w 678"/>
                <a:gd name="T51" fmla="*/ 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78" h="162">
                  <a:moveTo>
                    <a:pt x="295" y="6"/>
                  </a:moveTo>
                  <a:cubicBezTo>
                    <a:pt x="678" y="80"/>
                    <a:pt x="678" y="80"/>
                    <a:pt x="678" y="80"/>
                  </a:cubicBezTo>
                  <a:cubicBezTo>
                    <a:pt x="678" y="82"/>
                    <a:pt x="678" y="82"/>
                    <a:pt x="678" y="82"/>
                  </a:cubicBezTo>
                  <a:cubicBezTo>
                    <a:pt x="674" y="82"/>
                    <a:pt x="669" y="84"/>
                    <a:pt x="669" y="89"/>
                  </a:cubicBezTo>
                  <a:cubicBezTo>
                    <a:pt x="668" y="92"/>
                    <a:pt x="668" y="95"/>
                    <a:pt x="668" y="98"/>
                  </a:cubicBezTo>
                  <a:cubicBezTo>
                    <a:pt x="663" y="134"/>
                    <a:pt x="649" y="155"/>
                    <a:pt x="602" y="150"/>
                  </a:cubicBezTo>
                  <a:cubicBezTo>
                    <a:pt x="563" y="145"/>
                    <a:pt x="523" y="130"/>
                    <a:pt x="523" y="86"/>
                  </a:cubicBezTo>
                  <a:cubicBezTo>
                    <a:pt x="523" y="75"/>
                    <a:pt x="506" y="74"/>
                    <a:pt x="506" y="85"/>
                  </a:cubicBezTo>
                  <a:cubicBezTo>
                    <a:pt x="505" y="115"/>
                    <a:pt x="489" y="157"/>
                    <a:pt x="449" y="155"/>
                  </a:cubicBezTo>
                  <a:cubicBezTo>
                    <a:pt x="418" y="153"/>
                    <a:pt x="383" y="126"/>
                    <a:pt x="383" y="95"/>
                  </a:cubicBezTo>
                  <a:cubicBezTo>
                    <a:pt x="383" y="85"/>
                    <a:pt x="367" y="83"/>
                    <a:pt x="366" y="94"/>
                  </a:cubicBezTo>
                  <a:cubicBezTo>
                    <a:pt x="365" y="120"/>
                    <a:pt x="359" y="155"/>
                    <a:pt x="323" y="159"/>
                  </a:cubicBezTo>
                  <a:cubicBezTo>
                    <a:pt x="290" y="162"/>
                    <a:pt x="259" y="135"/>
                    <a:pt x="260" y="103"/>
                  </a:cubicBezTo>
                  <a:cubicBezTo>
                    <a:pt x="260" y="96"/>
                    <a:pt x="248" y="91"/>
                    <a:pt x="244" y="98"/>
                  </a:cubicBezTo>
                  <a:cubicBezTo>
                    <a:pt x="232" y="121"/>
                    <a:pt x="234" y="157"/>
                    <a:pt x="197" y="154"/>
                  </a:cubicBezTo>
                  <a:cubicBezTo>
                    <a:pt x="162" y="151"/>
                    <a:pt x="145" y="123"/>
                    <a:pt x="147" y="92"/>
                  </a:cubicBezTo>
                  <a:cubicBezTo>
                    <a:pt x="147" y="82"/>
                    <a:pt x="131" y="81"/>
                    <a:pt x="130" y="92"/>
                  </a:cubicBezTo>
                  <a:cubicBezTo>
                    <a:pt x="129" y="107"/>
                    <a:pt x="125" y="118"/>
                    <a:pt x="119" y="128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28" y="50"/>
                    <a:pt x="46" y="31"/>
                    <a:pt x="56" y="8"/>
                  </a:cubicBezTo>
                  <a:cubicBezTo>
                    <a:pt x="58" y="10"/>
                    <a:pt x="60" y="13"/>
                    <a:pt x="64" y="16"/>
                  </a:cubicBezTo>
                  <a:cubicBezTo>
                    <a:pt x="84" y="33"/>
                    <a:pt x="112" y="46"/>
                    <a:pt x="140" y="44"/>
                  </a:cubicBezTo>
                  <a:cubicBezTo>
                    <a:pt x="167" y="41"/>
                    <a:pt x="179" y="22"/>
                    <a:pt x="184" y="0"/>
                  </a:cubicBezTo>
                  <a:cubicBezTo>
                    <a:pt x="186" y="2"/>
                    <a:pt x="187" y="3"/>
                    <a:pt x="190" y="5"/>
                  </a:cubicBezTo>
                  <a:cubicBezTo>
                    <a:pt x="209" y="20"/>
                    <a:pt x="239" y="29"/>
                    <a:pt x="264" y="23"/>
                  </a:cubicBezTo>
                  <a:cubicBezTo>
                    <a:pt x="274" y="20"/>
                    <a:pt x="285" y="14"/>
                    <a:pt x="295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9" name="任意多边形: 形状 178" descr="983d6a5f-3411-48e7-b1de-de46ff4ff015"/>
            <p:cNvSpPr/>
            <p:nvPr/>
          </p:nvSpPr>
          <p:spPr bwMode="auto">
            <a:xfrm>
              <a:off x="3155950" y="3779838"/>
              <a:ext cx="539750" cy="309563"/>
            </a:xfrm>
            <a:custGeom>
              <a:avLst/>
              <a:gdLst>
                <a:gd name="T0" fmla="*/ 13 w 284"/>
                <a:gd name="T1" fmla="*/ 48 h 163"/>
                <a:gd name="T2" fmla="*/ 68 w 284"/>
                <a:gd name="T3" fmla="*/ 9 h 163"/>
                <a:gd name="T4" fmla="*/ 136 w 284"/>
                <a:gd name="T5" fmla="*/ 38 h 163"/>
                <a:gd name="T6" fmla="*/ 197 w 284"/>
                <a:gd name="T7" fmla="*/ 0 h 163"/>
                <a:gd name="T8" fmla="*/ 283 w 284"/>
                <a:gd name="T9" fmla="*/ 42 h 163"/>
                <a:gd name="T10" fmla="*/ 284 w 284"/>
                <a:gd name="T11" fmla="*/ 42 h 163"/>
                <a:gd name="T12" fmla="*/ 262 w 284"/>
                <a:gd name="T13" fmla="*/ 150 h 163"/>
                <a:gd name="T14" fmla="*/ 262 w 284"/>
                <a:gd name="T15" fmla="*/ 150 h 163"/>
                <a:gd name="T16" fmla="*/ 194 w 284"/>
                <a:gd name="T17" fmla="*/ 121 h 163"/>
                <a:gd name="T18" fmla="*/ 183 w 284"/>
                <a:gd name="T19" fmla="*/ 127 h 163"/>
                <a:gd name="T20" fmla="*/ 137 w 284"/>
                <a:gd name="T21" fmla="*/ 163 h 163"/>
                <a:gd name="T22" fmla="*/ 0 w 284"/>
                <a:gd name="T23" fmla="*/ 45 h 163"/>
                <a:gd name="T24" fmla="*/ 13 w 284"/>
                <a:gd name="T25" fmla="*/ 4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4" h="163">
                  <a:moveTo>
                    <a:pt x="13" y="48"/>
                  </a:moveTo>
                  <a:cubicBezTo>
                    <a:pt x="47" y="51"/>
                    <a:pt x="62" y="34"/>
                    <a:pt x="68" y="9"/>
                  </a:cubicBezTo>
                  <a:cubicBezTo>
                    <a:pt x="81" y="29"/>
                    <a:pt x="106" y="37"/>
                    <a:pt x="136" y="38"/>
                  </a:cubicBezTo>
                  <a:cubicBezTo>
                    <a:pt x="169" y="38"/>
                    <a:pt x="188" y="24"/>
                    <a:pt x="197" y="0"/>
                  </a:cubicBezTo>
                  <a:cubicBezTo>
                    <a:pt x="213" y="26"/>
                    <a:pt x="250" y="39"/>
                    <a:pt x="283" y="42"/>
                  </a:cubicBezTo>
                  <a:cubicBezTo>
                    <a:pt x="283" y="42"/>
                    <a:pt x="283" y="42"/>
                    <a:pt x="284" y="42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38" y="147"/>
                    <a:pt x="210" y="134"/>
                    <a:pt x="194" y="121"/>
                  </a:cubicBezTo>
                  <a:cubicBezTo>
                    <a:pt x="189" y="118"/>
                    <a:pt x="184" y="123"/>
                    <a:pt x="183" y="127"/>
                  </a:cubicBezTo>
                  <a:cubicBezTo>
                    <a:pt x="180" y="148"/>
                    <a:pt x="161" y="159"/>
                    <a:pt x="137" y="16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" y="46"/>
                    <a:pt x="8" y="47"/>
                    <a:pt x="13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0" name="任意多边形: 形状 179" descr="a595cb24-8307-4ff3-8b04-b6eb06c13f70"/>
            <p:cNvSpPr/>
            <p:nvPr/>
          </p:nvSpPr>
          <p:spPr bwMode="auto">
            <a:xfrm>
              <a:off x="3119438" y="2587625"/>
              <a:ext cx="152400" cy="49213"/>
            </a:xfrm>
            <a:custGeom>
              <a:avLst/>
              <a:gdLst>
                <a:gd name="T0" fmla="*/ 20 w 80"/>
                <a:gd name="T1" fmla="*/ 18 h 26"/>
                <a:gd name="T2" fmla="*/ 80 w 80"/>
                <a:gd name="T3" fmla="*/ 0 h 26"/>
                <a:gd name="T4" fmla="*/ 22 w 80"/>
                <a:gd name="T5" fmla="*/ 25 h 26"/>
                <a:gd name="T6" fmla="*/ 0 w 80"/>
                <a:gd name="T7" fmla="*/ 24 h 26"/>
                <a:gd name="T8" fmla="*/ 20 w 80"/>
                <a:gd name="T9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26">
                  <a:moveTo>
                    <a:pt x="20" y="18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0" y="19"/>
                    <a:pt x="50" y="25"/>
                    <a:pt x="22" y="25"/>
                  </a:cubicBezTo>
                  <a:cubicBezTo>
                    <a:pt x="14" y="26"/>
                    <a:pt x="7" y="25"/>
                    <a:pt x="0" y="24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1" name="任意多边形: 形状 180" descr="c8f4e0eb-edca-4d6a-8907-96f1776559ac"/>
            <p:cNvSpPr/>
            <p:nvPr/>
          </p:nvSpPr>
          <p:spPr bwMode="auto">
            <a:xfrm>
              <a:off x="3032125" y="1625600"/>
              <a:ext cx="627063" cy="176213"/>
            </a:xfrm>
            <a:custGeom>
              <a:avLst/>
              <a:gdLst>
                <a:gd name="T0" fmla="*/ 28 w 330"/>
                <a:gd name="T1" fmla="*/ 75 h 93"/>
                <a:gd name="T2" fmla="*/ 84 w 330"/>
                <a:gd name="T3" fmla="*/ 0 h 93"/>
                <a:gd name="T4" fmla="*/ 102 w 330"/>
                <a:gd name="T5" fmla="*/ 4 h 93"/>
                <a:gd name="T6" fmla="*/ 118 w 330"/>
                <a:gd name="T7" fmla="*/ 48 h 93"/>
                <a:gd name="T8" fmla="*/ 185 w 330"/>
                <a:gd name="T9" fmla="*/ 63 h 93"/>
                <a:gd name="T10" fmla="*/ 204 w 330"/>
                <a:gd name="T11" fmla="*/ 23 h 93"/>
                <a:gd name="T12" fmla="*/ 222 w 330"/>
                <a:gd name="T13" fmla="*/ 27 h 93"/>
                <a:gd name="T14" fmla="*/ 238 w 330"/>
                <a:gd name="T15" fmla="*/ 30 h 93"/>
                <a:gd name="T16" fmla="*/ 299 w 330"/>
                <a:gd name="T17" fmla="*/ 41 h 93"/>
                <a:gd name="T18" fmla="*/ 330 w 330"/>
                <a:gd name="T19" fmla="*/ 47 h 93"/>
                <a:gd name="T20" fmla="*/ 299 w 330"/>
                <a:gd name="T21" fmla="*/ 64 h 93"/>
                <a:gd name="T22" fmla="*/ 225 w 330"/>
                <a:gd name="T23" fmla="*/ 46 h 93"/>
                <a:gd name="T24" fmla="*/ 219 w 330"/>
                <a:gd name="T25" fmla="*/ 41 h 93"/>
                <a:gd name="T26" fmla="*/ 175 w 330"/>
                <a:gd name="T27" fmla="*/ 85 h 93"/>
                <a:gd name="T28" fmla="*/ 99 w 330"/>
                <a:gd name="T29" fmla="*/ 57 h 93"/>
                <a:gd name="T30" fmla="*/ 91 w 330"/>
                <a:gd name="T31" fmla="*/ 49 h 93"/>
                <a:gd name="T32" fmla="*/ 35 w 330"/>
                <a:gd name="T33" fmla="*/ 93 h 93"/>
                <a:gd name="T34" fmla="*/ 0 w 330"/>
                <a:gd name="T35" fmla="*/ 70 h 93"/>
                <a:gd name="T36" fmla="*/ 28 w 330"/>
                <a:gd name="T37" fmla="*/ 7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30" h="93">
                  <a:moveTo>
                    <a:pt x="28" y="75"/>
                  </a:moveTo>
                  <a:cubicBezTo>
                    <a:pt x="69" y="73"/>
                    <a:pt x="81" y="34"/>
                    <a:pt x="84" y="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1" y="23"/>
                    <a:pt x="101" y="34"/>
                    <a:pt x="118" y="48"/>
                  </a:cubicBezTo>
                  <a:cubicBezTo>
                    <a:pt x="133" y="61"/>
                    <a:pt x="167" y="74"/>
                    <a:pt x="185" y="63"/>
                  </a:cubicBezTo>
                  <a:cubicBezTo>
                    <a:pt x="198" y="56"/>
                    <a:pt x="202" y="40"/>
                    <a:pt x="204" y="23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38" y="30"/>
                    <a:pt x="238" y="30"/>
                    <a:pt x="238" y="30"/>
                  </a:cubicBezTo>
                  <a:cubicBezTo>
                    <a:pt x="253" y="45"/>
                    <a:pt x="276" y="49"/>
                    <a:pt x="299" y="41"/>
                  </a:cubicBezTo>
                  <a:cubicBezTo>
                    <a:pt x="330" y="47"/>
                    <a:pt x="330" y="47"/>
                    <a:pt x="330" y="47"/>
                  </a:cubicBezTo>
                  <a:cubicBezTo>
                    <a:pt x="320" y="55"/>
                    <a:pt x="309" y="61"/>
                    <a:pt x="299" y="64"/>
                  </a:cubicBezTo>
                  <a:cubicBezTo>
                    <a:pt x="274" y="70"/>
                    <a:pt x="244" y="61"/>
                    <a:pt x="225" y="46"/>
                  </a:cubicBezTo>
                  <a:cubicBezTo>
                    <a:pt x="222" y="44"/>
                    <a:pt x="221" y="43"/>
                    <a:pt x="219" y="41"/>
                  </a:cubicBezTo>
                  <a:cubicBezTo>
                    <a:pt x="214" y="63"/>
                    <a:pt x="202" y="82"/>
                    <a:pt x="175" y="85"/>
                  </a:cubicBezTo>
                  <a:cubicBezTo>
                    <a:pt x="147" y="87"/>
                    <a:pt x="119" y="74"/>
                    <a:pt x="99" y="57"/>
                  </a:cubicBezTo>
                  <a:cubicBezTo>
                    <a:pt x="95" y="54"/>
                    <a:pt x="93" y="51"/>
                    <a:pt x="91" y="49"/>
                  </a:cubicBezTo>
                  <a:cubicBezTo>
                    <a:pt x="81" y="72"/>
                    <a:pt x="63" y="91"/>
                    <a:pt x="35" y="93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9" y="73"/>
                    <a:pt x="18" y="75"/>
                    <a:pt x="28" y="7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2" name="任意多边形: 形状 181" descr="722c8dae-4205-48e0-aa9a-973e8a965cd3"/>
            <p:cNvSpPr/>
            <p:nvPr/>
          </p:nvSpPr>
          <p:spPr bwMode="auto">
            <a:xfrm>
              <a:off x="3021013" y="3698875"/>
              <a:ext cx="679450" cy="177800"/>
            </a:xfrm>
            <a:custGeom>
              <a:avLst/>
              <a:gdLst>
                <a:gd name="T0" fmla="*/ 358 w 358"/>
                <a:gd name="T1" fmla="*/ 71 h 94"/>
                <a:gd name="T2" fmla="*/ 355 w 358"/>
                <a:gd name="T3" fmla="*/ 85 h 94"/>
                <a:gd name="T4" fmla="*/ 354 w 358"/>
                <a:gd name="T5" fmla="*/ 85 h 94"/>
                <a:gd name="T6" fmla="*/ 268 w 358"/>
                <a:gd name="T7" fmla="*/ 43 h 94"/>
                <a:gd name="T8" fmla="*/ 207 w 358"/>
                <a:gd name="T9" fmla="*/ 81 h 94"/>
                <a:gd name="T10" fmla="*/ 139 w 358"/>
                <a:gd name="T11" fmla="*/ 52 h 94"/>
                <a:gd name="T12" fmla="*/ 84 w 358"/>
                <a:gd name="T13" fmla="*/ 91 h 94"/>
                <a:gd name="T14" fmla="*/ 71 w 358"/>
                <a:gd name="T15" fmla="*/ 88 h 94"/>
                <a:gd name="T16" fmla="*/ 0 w 358"/>
                <a:gd name="T17" fmla="*/ 28 h 94"/>
                <a:gd name="T18" fmla="*/ 1 w 358"/>
                <a:gd name="T19" fmla="*/ 14 h 94"/>
                <a:gd name="T20" fmla="*/ 17 w 358"/>
                <a:gd name="T21" fmla="*/ 14 h 94"/>
                <a:gd name="T22" fmla="*/ 80 w 358"/>
                <a:gd name="T23" fmla="*/ 75 h 94"/>
                <a:gd name="T24" fmla="*/ 128 w 358"/>
                <a:gd name="T25" fmla="*/ 14 h 94"/>
                <a:gd name="T26" fmla="*/ 141 w 358"/>
                <a:gd name="T27" fmla="*/ 14 h 94"/>
                <a:gd name="T28" fmla="*/ 207 w 358"/>
                <a:gd name="T29" fmla="*/ 66 h 94"/>
                <a:gd name="T30" fmla="*/ 258 w 358"/>
                <a:gd name="T31" fmla="*/ 9 h 94"/>
                <a:gd name="T32" fmla="*/ 273 w 358"/>
                <a:gd name="T33" fmla="*/ 9 h 94"/>
                <a:gd name="T34" fmla="*/ 346 w 358"/>
                <a:gd name="T35" fmla="*/ 69 h 94"/>
                <a:gd name="T36" fmla="*/ 358 w 358"/>
                <a:gd name="T37" fmla="*/ 7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8" h="94">
                  <a:moveTo>
                    <a:pt x="358" y="71"/>
                  </a:moveTo>
                  <a:cubicBezTo>
                    <a:pt x="355" y="85"/>
                    <a:pt x="355" y="85"/>
                    <a:pt x="355" y="85"/>
                  </a:cubicBezTo>
                  <a:cubicBezTo>
                    <a:pt x="354" y="85"/>
                    <a:pt x="354" y="85"/>
                    <a:pt x="354" y="85"/>
                  </a:cubicBezTo>
                  <a:cubicBezTo>
                    <a:pt x="321" y="82"/>
                    <a:pt x="284" y="69"/>
                    <a:pt x="268" y="43"/>
                  </a:cubicBezTo>
                  <a:cubicBezTo>
                    <a:pt x="259" y="67"/>
                    <a:pt x="240" y="81"/>
                    <a:pt x="207" y="81"/>
                  </a:cubicBezTo>
                  <a:cubicBezTo>
                    <a:pt x="177" y="80"/>
                    <a:pt x="152" y="72"/>
                    <a:pt x="139" y="52"/>
                  </a:cubicBezTo>
                  <a:cubicBezTo>
                    <a:pt x="133" y="77"/>
                    <a:pt x="118" y="94"/>
                    <a:pt x="84" y="91"/>
                  </a:cubicBezTo>
                  <a:cubicBezTo>
                    <a:pt x="79" y="90"/>
                    <a:pt x="75" y="89"/>
                    <a:pt x="71" y="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3"/>
                    <a:pt x="1" y="19"/>
                    <a:pt x="1" y="14"/>
                  </a:cubicBezTo>
                  <a:cubicBezTo>
                    <a:pt x="0" y="4"/>
                    <a:pt x="16" y="4"/>
                    <a:pt x="17" y="14"/>
                  </a:cubicBezTo>
                  <a:cubicBezTo>
                    <a:pt x="18" y="43"/>
                    <a:pt x="52" y="72"/>
                    <a:pt x="80" y="75"/>
                  </a:cubicBezTo>
                  <a:cubicBezTo>
                    <a:pt x="123" y="79"/>
                    <a:pt x="129" y="47"/>
                    <a:pt x="128" y="14"/>
                  </a:cubicBezTo>
                  <a:cubicBezTo>
                    <a:pt x="127" y="6"/>
                    <a:pt x="141" y="6"/>
                    <a:pt x="141" y="14"/>
                  </a:cubicBezTo>
                  <a:cubicBezTo>
                    <a:pt x="142" y="48"/>
                    <a:pt x="175" y="70"/>
                    <a:pt x="207" y="66"/>
                  </a:cubicBezTo>
                  <a:cubicBezTo>
                    <a:pt x="239" y="63"/>
                    <a:pt x="259" y="40"/>
                    <a:pt x="258" y="9"/>
                  </a:cubicBezTo>
                  <a:cubicBezTo>
                    <a:pt x="258" y="0"/>
                    <a:pt x="272" y="0"/>
                    <a:pt x="273" y="9"/>
                  </a:cubicBezTo>
                  <a:cubicBezTo>
                    <a:pt x="272" y="49"/>
                    <a:pt x="312" y="64"/>
                    <a:pt x="346" y="69"/>
                  </a:cubicBezTo>
                  <a:cubicBezTo>
                    <a:pt x="350" y="70"/>
                    <a:pt x="354" y="71"/>
                    <a:pt x="358" y="7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3" name="任意多边形: 形状 182" descr="24b4a01e-91a6-4cb7-bffe-7a81a0eabcb2"/>
            <p:cNvSpPr/>
            <p:nvPr/>
          </p:nvSpPr>
          <p:spPr bwMode="auto">
            <a:xfrm>
              <a:off x="2889250" y="3532188"/>
              <a:ext cx="846138" cy="315913"/>
            </a:xfrm>
            <a:custGeom>
              <a:avLst/>
              <a:gdLst>
                <a:gd name="T0" fmla="*/ 358 w 445"/>
                <a:gd name="T1" fmla="*/ 23 h 167"/>
                <a:gd name="T2" fmla="*/ 432 w 445"/>
                <a:gd name="T3" fmla="*/ 68 h 167"/>
                <a:gd name="T4" fmla="*/ 445 w 445"/>
                <a:gd name="T5" fmla="*/ 66 h 167"/>
                <a:gd name="T6" fmla="*/ 427 w 445"/>
                <a:gd name="T7" fmla="*/ 159 h 167"/>
                <a:gd name="T8" fmla="*/ 415 w 445"/>
                <a:gd name="T9" fmla="*/ 157 h 167"/>
                <a:gd name="T10" fmla="*/ 342 w 445"/>
                <a:gd name="T11" fmla="*/ 97 h 167"/>
                <a:gd name="T12" fmla="*/ 327 w 445"/>
                <a:gd name="T13" fmla="*/ 97 h 167"/>
                <a:gd name="T14" fmla="*/ 276 w 445"/>
                <a:gd name="T15" fmla="*/ 154 h 167"/>
                <a:gd name="T16" fmla="*/ 210 w 445"/>
                <a:gd name="T17" fmla="*/ 102 h 167"/>
                <a:gd name="T18" fmla="*/ 197 w 445"/>
                <a:gd name="T19" fmla="*/ 102 h 167"/>
                <a:gd name="T20" fmla="*/ 149 w 445"/>
                <a:gd name="T21" fmla="*/ 163 h 167"/>
                <a:gd name="T22" fmla="*/ 86 w 445"/>
                <a:gd name="T23" fmla="*/ 102 h 167"/>
                <a:gd name="T24" fmla="*/ 70 w 445"/>
                <a:gd name="T25" fmla="*/ 102 h 167"/>
                <a:gd name="T26" fmla="*/ 69 w 445"/>
                <a:gd name="T27" fmla="*/ 116 h 167"/>
                <a:gd name="T28" fmla="*/ 0 w 445"/>
                <a:gd name="T29" fmla="*/ 56 h 167"/>
                <a:gd name="T30" fmla="*/ 46 w 445"/>
                <a:gd name="T31" fmla="*/ 42 h 167"/>
                <a:gd name="T32" fmla="*/ 89 w 445"/>
                <a:gd name="T33" fmla="*/ 0 h 167"/>
                <a:gd name="T34" fmla="*/ 180 w 445"/>
                <a:gd name="T35" fmla="*/ 60 h 167"/>
                <a:gd name="T36" fmla="*/ 247 w 445"/>
                <a:gd name="T37" fmla="*/ 26 h 167"/>
                <a:gd name="T38" fmla="*/ 297 w 445"/>
                <a:gd name="T39" fmla="*/ 61 h 167"/>
                <a:gd name="T40" fmla="*/ 358 w 445"/>
                <a:gd name="T41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45" h="167">
                  <a:moveTo>
                    <a:pt x="358" y="23"/>
                  </a:moveTo>
                  <a:cubicBezTo>
                    <a:pt x="370" y="50"/>
                    <a:pt x="398" y="68"/>
                    <a:pt x="432" y="68"/>
                  </a:cubicBezTo>
                  <a:cubicBezTo>
                    <a:pt x="437" y="68"/>
                    <a:pt x="441" y="67"/>
                    <a:pt x="445" y="66"/>
                  </a:cubicBezTo>
                  <a:cubicBezTo>
                    <a:pt x="427" y="159"/>
                    <a:pt x="427" y="159"/>
                    <a:pt x="427" y="159"/>
                  </a:cubicBezTo>
                  <a:cubicBezTo>
                    <a:pt x="423" y="159"/>
                    <a:pt x="419" y="158"/>
                    <a:pt x="415" y="157"/>
                  </a:cubicBezTo>
                  <a:cubicBezTo>
                    <a:pt x="381" y="152"/>
                    <a:pt x="341" y="137"/>
                    <a:pt x="342" y="97"/>
                  </a:cubicBezTo>
                  <a:cubicBezTo>
                    <a:pt x="341" y="88"/>
                    <a:pt x="327" y="88"/>
                    <a:pt x="327" y="97"/>
                  </a:cubicBezTo>
                  <a:cubicBezTo>
                    <a:pt x="328" y="128"/>
                    <a:pt x="308" y="151"/>
                    <a:pt x="276" y="154"/>
                  </a:cubicBezTo>
                  <a:cubicBezTo>
                    <a:pt x="244" y="158"/>
                    <a:pt x="211" y="136"/>
                    <a:pt x="210" y="102"/>
                  </a:cubicBezTo>
                  <a:cubicBezTo>
                    <a:pt x="210" y="94"/>
                    <a:pt x="196" y="94"/>
                    <a:pt x="197" y="102"/>
                  </a:cubicBezTo>
                  <a:cubicBezTo>
                    <a:pt x="198" y="135"/>
                    <a:pt x="192" y="167"/>
                    <a:pt x="149" y="163"/>
                  </a:cubicBezTo>
                  <a:cubicBezTo>
                    <a:pt x="121" y="160"/>
                    <a:pt x="87" y="131"/>
                    <a:pt x="86" y="102"/>
                  </a:cubicBezTo>
                  <a:cubicBezTo>
                    <a:pt x="85" y="92"/>
                    <a:pt x="69" y="92"/>
                    <a:pt x="70" y="102"/>
                  </a:cubicBezTo>
                  <a:cubicBezTo>
                    <a:pt x="70" y="107"/>
                    <a:pt x="70" y="111"/>
                    <a:pt x="69" y="11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1" y="58"/>
                    <a:pt x="27" y="52"/>
                    <a:pt x="46" y="42"/>
                  </a:cubicBezTo>
                  <a:cubicBezTo>
                    <a:pt x="68" y="31"/>
                    <a:pt x="76" y="16"/>
                    <a:pt x="89" y="0"/>
                  </a:cubicBezTo>
                  <a:cubicBezTo>
                    <a:pt x="100" y="35"/>
                    <a:pt x="139" y="54"/>
                    <a:pt x="180" y="60"/>
                  </a:cubicBezTo>
                  <a:cubicBezTo>
                    <a:pt x="214" y="64"/>
                    <a:pt x="236" y="49"/>
                    <a:pt x="247" y="26"/>
                  </a:cubicBezTo>
                  <a:cubicBezTo>
                    <a:pt x="255" y="42"/>
                    <a:pt x="271" y="53"/>
                    <a:pt x="297" y="61"/>
                  </a:cubicBezTo>
                  <a:cubicBezTo>
                    <a:pt x="338" y="73"/>
                    <a:pt x="347" y="50"/>
                    <a:pt x="358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4" name="任意多边形: 形状 183" descr="378b1851-162c-477d-ae4d-e1789926a567"/>
            <p:cNvSpPr/>
            <p:nvPr/>
          </p:nvSpPr>
          <p:spPr bwMode="auto">
            <a:xfrm>
              <a:off x="2901950" y="1571625"/>
              <a:ext cx="290513" cy="196850"/>
            </a:xfrm>
            <a:custGeom>
              <a:avLst/>
              <a:gdLst>
                <a:gd name="T0" fmla="*/ 3 w 152"/>
                <a:gd name="T1" fmla="*/ 0 h 103"/>
                <a:gd name="T2" fmla="*/ 152 w 152"/>
                <a:gd name="T3" fmla="*/ 28 h 103"/>
                <a:gd name="T4" fmla="*/ 96 w 152"/>
                <a:gd name="T5" fmla="*/ 103 h 103"/>
                <a:gd name="T6" fmla="*/ 68 w 152"/>
                <a:gd name="T7" fmla="*/ 98 h 103"/>
                <a:gd name="T8" fmla="*/ 29 w 152"/>
                <a:gd name="T9" fmla="*/ 74 h 103"/>
                <a:gd name="T10" fmla="*/ 8 w 152"/>
                <a:gd name="T11" fmla="*/ 22 h 103"/>
                <a:gd name="T12" fmla="*/ 0 w 152"/>
                <a:gd name="T13" fmla="*/ 14 h 103"/>
                <a:gd name="T14" fmla="*/ 3 w 152"/>
                <a:gd name="T15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" h="103">
                  <a:moveTo>
                    <a:pt x="3" y="0"/>
                  </a:moveTo>
                  <a:cubicBezTo>
                    <a:pt x="152" y="28"/>
                    <a:pt x="152" y="28"/>
                    <a:pt x="152" y="28"/>
                  </a:cubicBezTo>
                  <a:cubicBezTo>
                    <a:pt x="149" y="62"/>
                    <a:pt x="137" y="101"/>
                    <a:pt x="96" y="103"/>
                  </a:cubicBezTo>
                  <a:cubicBezTo>
                    <a:pt x="86" y="103"/>
                    <a:pt x="77" y="101"/>
                    <a:pt x="68" y="98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16" y="59"/>
                    <a:pt x="8" y="42"/>
                    <a:pt x="8" y="22"/>
                  </a:cubicBezTo>
                  <a:cubicBezTo>
                    <a:pt x="8" y="18"/>
                    <a:pt x="4" y="15"/>
                    <a:pt x="0" y="14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5" name="任意多边形: 形状 184" descr="d8279d8c-8c0f-4c54-a106-e0a9add0d5c7"/>
            <p:cNvSpPr/>
            <p:nvPr/>
          </p:nvSpPr>
          <p:spPr bwMode="auto">
            <a:xfrm>
              <a:off x="2665413" y="1525588"/>
              <a:ext cx="242888" cy="136525"/>
            </a:xfrm>
            <a:custGeom>
              <a:avLst/>
              <a:gdLst>
                <a:gd name="T0" fmla="*/ 0 w 128"/>
                <a:gd name="T1" fmla="*/ 0 h 72"/>
                <a:gd name="T2" fmla="*/ 128 w 128"/>
                <a:gd name="T3" fmla="*/ 25 h 72"/>
                <a:gd name="T4" fmla="*/ 125 w 128"/>
                <a:gd name="T5" fmla="*/ 39 h 72"/>
                <a:gd name="T6" fmla="*/ 116 w 128"/>
                <a:gd name="T7" fmla="*/ 47 h 72"/>
                <a:gd name="T8" fmla="*/ 113 w 128"/>
                <a:gd name="T9" fmla="*/ 72 h 72"/>
                <a:gd name="T10" fmla="*/ 0 w 128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72">
                  <a:moveTo>
                    <a:pt x="0" y="0"/>
                  </a:moveTo>
                  <a:cubicBezTo>
                    <a:pt x="128" y="25"/>
                    <a:pt x="128" y="25"/>
                    <a:pt x="128" y="25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1" y="38"/>
                    <a:pt x="116" y="41"/>
                    <a:pt x="116" y="47"/>
                  </a:cubicBezTo>
                  <a:cubicBezTo>
                    <a:pt x="115" y="55"/>
                    <a:pt x="114" y="64"/>
                    <a:pt x="113" y="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6" name="任意多边形: 形状 185" descr="bad4275c-c9f4-4b39-8ea6-8021e81c072e"/>
            <p:cNvSpPr/>
            <p:nvPr/>
          </p:nvSpPr>
          <p:spPr bwMode="auto">
            <a:xfrm>
              <a:off x="2841625" y="3479800"/>
              <a:ext cx="901700" cy="200025"/>
            </a:xfrm>
            <a:custGeom>
              <a:avLst/>
              <a:gdLst>
                <a:gd name="T0" fmla="*/ 474 w 474"/>
                <a:gd name="T1" fmla="*/ 73 h 105"/>
                <a:gd name="T2" fmla="*/ 470 w 474"/>
                <a:gd name="T3" fmla="*/ 93 h 105"/>
                <a:gd name="T4" fmla="*/ 457 w 474"/>
                <a:gd name="T5" fmla="*/ 95 h 105"/>
                <a:gd name="T6" fmla="*/ 383 w 474"/>
                <a:gd name="T7" fmla="*/ 50 h 105"/>
                <a:gd name="T8" fmla="*/ 322 w 474"/>
                <a:gd name="T9" fmla="*/ 88 h 105"/>
                <a:gd name="T10" fmla="*/ 272 w 474"/>
                <a:gd name="T11" fmla="*/ 53 h 105"/>
                <a:gd name="T12" fmla="*/ 205 w 474"/>
                <a:gd name="T13" fmla="*/ 87 h 105"/>
                <a:gd name="T14" fmla="*/ 114 w 474"/>
                <a:gd name="T15" fmla="*/ 27 h 105"/>
                <a:gd name="T16" fmla="*/ 71 w 474"/>
                <a:gd name="T17" fmla="*/ 69 h 105"/>
                <a:gd name="T18" fmla="*/ 25 w 474"/>
                <a:gd name="T19" fmla="*/ 83 h 105"/>
                <a:gd name="T20" fmla="*/ 0 w 474"/>
                <a:gd name="T21" fmla="*/ 62 h 105"/>
                <a:gd name="T22" fmla="*/ 27 w 474"/>
                <a:gd name="T23" fmla="*/ 66 h 105"/>
                <a:gd name="T24" fmla="*/ 113 w 474"/>
                <a:gd name="T25" fmla="*/ 4 h 105"/>
                <a:gd name="T26" fmla="*/ 127 w 474"/>
                <a:gd name="T27" fmla="*/ 8 h 105"/>
                <a:gd name="T28" fmla="*/ 265 w 474"/>
                <a:gd name="T29" fmla="*/ 11 h 105"/>
                <a:gd name="T30" fmla="*/ 282 w 474"/>
                <a:gd name="T31" fmla="*/ 12 h 105"/>
                <a:gd name="T32" fmla="*/ 332 w 474"/>
                <a:gd name="T33" fmla="*/ 73 h 105"/>
                <a:gd name="T34" fmla="*/ 379 w 474"/>
                <a:gd name="T35" fmla="*/ 18 h 105"/>
                <a:gd name="T36" fmla="*/ 395 w 474"/>
                <a:gd name="T37" fmla="*/ 23 h 105"/>
                <a:gd name="T38" fmla="*/ 458 w 474"/>
                <a:gd name="T39" fmla="*/ 78 h 105"/>
                <a:gd name="T40" fmla="*/ 474 w 474"/>
                <a:gd name="T41" fmla="*/ 7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3" h="105">
                  <a:moveTo>
                    <a:pt x="474" y="73"/>
                  </a:moveTo>
                  <a:cubicBezTo>
                    <a:pt x="470" y="93"/>
                    <a:pt x="470" y="93"/>
                    <a:pt x="470" y="93"/>
                  </a:cubicBezTo>
                  <a:cubicBezTo>
                    <a:pt x="466" y="94"/>
                    <a:pt x="462" y="95"/>
                    <a:pt x="457" y="95"/>
                  </a:cubicBezTo>
                  <a:cubicBezTo>
                    <a:pt x="423" y="95"/>
                    <a:pt x="395" y="77"/>
                    <a:pt x="383" y="50"/>
                  </a:cubicBezTo>
                  <a:cubicBezTo>
                    <a:pt x="372" y="77"/>
                    <a:pt x="363" y="100"/>
                    <a:pt x="322" y="88"/>
                  </a:cubicBezTo>
                  <a:cubicBezTo>
                    <a:pt x="296" y="80"/>
                    <a:pt x="280" y="69"/>
                    <a:pt x="272" y="53"/>
                  </a:cubicBezTo>
                  <a:cubicBezTo>
                    <a:pt x="261" y="76"/>
                    <a:pt x="239" y="91"/>
                    <a:pt x="205" y="87"/>
                  </a:cubicBezTo>
                  <a:cubicBezTo>
                    <a:pt x="164" y="81"/>
                    <a:pt x="125" y="62"/>
                    <a:pt x="114" y="27"/>
                  </a:cubicBezTo>
                  <a:cubicBezTo>
                    <a:pt x="101" y="43"/>
                    <a:pt x="93" y="58"/>
                    <a:pt x="71" y="69"/>
                  </a:cubicBezTo>
                  <a:cubicBezTo>
                    <a:pt x="52" y="79"/>
                    <a:pt x="46" y="85"/>
                    <a:pt x="25" y="8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0" y="66"/>
                    <a:pt x="12" y="68"/>
                    <a:pt x="27" y="66"/>
                  </a:cubicBezTo>
                  <a:cubicBezTo>
                    <a:pt x="75" y="60"/>
                    <a:pt x="86" y="29"/>
                    <a:pt x="113" y="4"/>
                  </a:cubicBezTo>
                  <a:cubicBezTo>
                    <a:pt x="117" y="0"/>
                    <a:pt x="126" y="2"/>
                    <a:pt x="127" y="8"/>
                  </a:cubicBezTo>
                  <a:cubicBezTo>
                    <a:pt x="139" y="77"/>
                    <a:pt x="258" y="105"/>
                    <a:pt x="265" y="11"/>
                  </a:cubicBezTo>
                  <a:cubicBezTo>
                    <a:pt x="266" y="0"/>
                    <a:pt x="282" y="1"/>
                    <a:pt x="282" y="12"/>
                  </a:cubicBezTo>
                  <a:cubicBezTo>
                    <a:pt x="280" y="42"/>
                    <a:pt x="297" y="70"/>
                    <a:pt x="332" y="73"/>
                  </a:cubicBezTo>
                  <a:cubicBezTo>
                    <a:pt x="369" y="76"/>
                    <a:pt x="367" y="40"/>
                    <a:pt x="379" y="18"/>
                  </a:cubicBezTo>
                  <a:cubicBezTo>
                    <a:pt x="383" y="10"/>
                    <a:pt x="395" y="15"/>
                    <a:pt x="395" y="23"/>
                  </a:cubicBezTo>
                  <a:cubicBezTo>
                    <a:pt x="394" y="54"/>
                    <a:pt x="425" y="81"/>
                    <a:pt x="458" y="78"/>
                  </a:cubicBezTo>
                  <a:cubicBezTo>
                    <a:pt x="464" y="77"/>
                    <a:pt x="470" y="75"/>
                    <a:pt x="474" y="73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7" name="任意多边形: 形状 186" descr="666fb777-2d54-4755-aba3-97ae0983dec1"/>
            <p:cNvSpPr/>
            <p:nvPr/>
          </p:nvSpPr>
          <p:spPr bwMode="auto">
            <a:xfrm>
              <a:off x="2879725" y="1597025"/>
              <a:ext cx="77788" cy="115888"/>
            </a:xfrm>
            <a:custGeom>
              <a:avLst/>
              <a:gdLst>
                <a:gd name="T0" fmla="*/ 20 w 41"/>
                <a:gd name="T1" fmla="*/ 9 h 61"/>
                <a:gd name="T2" fmla="*/ 41 w 41"/>
                <a:gd name="T3" fmla="*/ 61 h 61"/>
                <a:gd name="T4" fmla="*/ 0 w 41"/>
                <a:gd name="T5" fmla="*/ 34 h 61"/>
                <a:gd name="T6" fmla="*/ 3 w 41"/>
                <a:gd name="T7" fmla="*/ 9 h 61"/>
                <a:gd name="T8" fmla="*/ 12 w 41"/>
                <a:gd name="T9" fmla="*/ 1 h 61"/>
                <a:gd name="T10" fmla="*/ 20 w 41"/>
                <a:gd name="T11" fmla="*/ 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61">
                  <a:moveTo>
                    <a:pt x="20" y="9"/>
                  </a:moveTo>
                  <a:cubicBezTo>
                    <a:pt x="20" y="29"/>
                    <a:pt x="28" y="46"/>
                    <a:pt x="41" y="6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26"/>
                    <a:pt x="2" y="17"/>
                    <a:pt x="3" y="9"/>
                  </a:cubicBezTo>
                  <a:cubicBezTo>
                    <a:pt x="3" y="3"/>
                    <a:pt x="8" y="0"/>
                    <a:pt x="12" y="1"/>
                  </a:cubicBezTo>
                  <a:cubicBezTo>
                    <a:pt x="16" y="2"/>
                    <a:pt x="20" y="5"/>
                    <a:pt x="20" y="9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8" name="任意多边形: 形状 187" descr="21308ba7-c43d-40cd-abfd-f1150a5b5a30"/>
            <p:cNvSpPr/>
            <p:nvPr/>
          </p:nvSpPr>
          <p:spPr bwMode="auto">
            <a:xfrm>
              <a:off x="2054225" y="4164013"/>
              <a:ext cx="1562100" cy="330200"/>
            </a:xfrm>
            <a:custGeom>
              <a:avLst/>
              <a:gdLst>
                <a:gd name="T0" fmla="*/ 371 w 821"/>
                <a:gd name="T1" fmla="*/ 153 h 174"/>
                <a:gd name="T2" fmla="*/ 280 w 821"/>
                <a:gd name="T3" fmla="*/ 174 h 174"/>
                <a:gd name="T4" fmla="*/ 303 w 821"/>
                <a:gd name="T5" fmla="*/ 168 h 174"/>
                <a:gd name="T6" fmla="*/ 248 w 821"/>
                <a:gd name="T7" fmla="*/ 140 h 174"/>
                <a:gd name="T8" fmla="*/ 249 w 821"/>
                <a:gd name="T9" fmla="*/ 122 h 174"/>
                <a:gd name="T10" fmla="*/ 240 w 821"/>
                <a:gd name="T11" fmla="*/ 118 h 174"/>
                <a:gd name="T12" fmla="*/ 234 w 821"/>
                <a:gd name="T13" fmla="*/ 120 h 174"/>
                <a:gd name="T14" fmla="*/ 228 w 821"/>
                <a:gd name="T15" fmla="*/ 125 h 174"/>
                <a:gd name="T16" fmla="*/ 229 w 821"/>
                <a:gd name="T17" fmla="*/ 139 h 174"/>
                <a:gd name="T18" fmla="*/ 225 w 821"/>
                <a:gd name="T19" fmla="*/ 140 h 174"/>
                <a:gd name="T20" fmla="*/ 195 w 821"/>
                <a:gd name="T21" fmla="*/ 156 h 174"/>
                <a:gd name="T22" fmla="*/ 144 w 821"/>
                <a:gd name="T23" fmla="*/ 160 h 174"/>
                <a:gd name="T24" fmla="*/ 100 w 821"/>
                <a:gd name="T25" fmla="*/ 128 h 174"/>
                <a:gd name="T26" fmla="*/ 106 w 821"/>
                <a:gd name="T27" fmla="*/ 117 h 174"/>
                <a:gd name="T28" fmla="*/ 96 w 821"/>
                <a:gd name="T29" fmla="*/ 105 h 174"/>
                <a:gd name="T30" fmla="*/ 94 w 821"/>
                <a:gd name="T31" fmla="*/ 105 h 174"/>
                <a:gd name="T32" fmla="*/ 89 w 821"/>
                <a:gd name="T33" fmla="*/ 106 h 174"/>
                <a:gd name="T34" fmla="*/ 85 w 821"/>
                <a:gd name="T35" fmla="*/ 110 h 174"/>
                <a:gd name="T36" fmla="*/ 84 w 821"/>
                <a:gd name="T37" fmla="*/ 114 h 174"/>
                <a:gd name="T38" fmla="*/ 75 w 821"/>
                <a:gd name="T39" fmla="*/ 124 h 174"/>
                <a:gd name="T40" fmla="*/ 16 w 821"/>
                <a:gd name="T41" fmla="*/ 148 h 174"/>
                <a:gd name="T42" fmla="*/ 0 w 821"/>
                <a:gd name="T43" fmla="*/ 145 h 174"/>
                <a:gd name="T44" fmla="*/ 2 w 821"/>
                <a:gd name="T45" fmla="*/ 40 h 174"/>
                <a:gd name="T46" fmla="*/ 139 w 821"/>
                <a:gd name="T47" fmla="*/ 16 h 174"/>
                <a:gd name="T48" fmla="*/ 245 w 821"/>
                <a:gd name="T49" fmla="*/ 43 h 174"/>
                <a:gd name="T50" fmla="*/ 259 w 821"/>
                <a:gd name="T51" fmla="*/ 34 h 174"/>
                <a:gd name="T52" fmla="*/ 293 w 821"/>
                <a:gd name="T53" fmla="*/ 30 h 174"/>
                <a:gd name="T54" fmla="*/ 342 w 821"/>
                <a:gd name="T55" fmla="*/ 37 h 174"/>
                <a:gd name="T56" fmla="*/ 405 w 821"/>
                <a:gd name="T57" fmla="*/ 22 h 174"/>
                <a:gd name="T58" fmla="*/ 406 w 821"/>
                <a:gd name="T59" fmla="*/ 23 h 174"/>
                <a:gd name="T60" fmla="*/ 456 w 821"/>
                <a:gd name="T61" fmla="*/ 23 h 174"/>
                <a:gd name="T62" fmla="*/ 485 w 821"/>
                <a:gd name="T63" fmla="*/ 0 h 174"/>
                <a:gd name="T64" fmla="*/ 582 w 821"/>
                <a:gd name="T65" fmla="*/ 51 h 174"/>
                <a:gd name="T66" fmla="*/ 640 w 821"/>
                <a:gd name="T67" fmla="*/ 26 h 174"/>
                <a:gd name="T68" fmla="*/ 674 w 821"/>
                <a:gd name="T69" fmla="*/ 47 h 174"/>
                <a:gd name="T70" fmla="*/ 783 w 821"/>
                <a:gd name="T71" fmla="*/ 22 h 174"/>
                <a:gd name="T72" fmla="*/ 811 w 821"/>
                <a:gd name="T73" fmla="*/ 43 h 174"/>
                <a:gd name="T74" fmla="*/ 821 w 821"/>
                <a:gd name="T75" fmla="*/ 51 h 174"/>
                <a:gd name="T76" fmla="*/ 395 w 821"/>
                <a:gd name="T77" fmla="*/ 147 h 174"/>
                <a:gd name="T78" fmla="*/ 391 w 821"/>
                <a:gd name="T79" fmla="*/ 133 h 174"/>
                <a:gd name="T80" fmla="*/ 375 w 821"/>
                <a:gd name="T81" fmla="*/ 133 h 174"/>
                <a:gd name="T82" fmla="*/ 371 w 821"/>
                <a:gd name="T83" fmla="*/ 153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21" h="174">
                  <a:moveTo>
                    <a:pt x="371" y="153"/>
                  </a:moveTo>
                  <a:cubicBezTo>
                    <a:pt x="280" y="174"/>
                    <a:pt x="280" y="174"/>
                    <a:pt x="280" y="174"/>
                  </a:cubicBezTo>
                  <a:cubicBezTo>
                    <a:pt x="303" y="168"/>
                    <a:pt x="303" y="168"/>
                    <a:pt x="303" y="168"/>
                  </a:cubicBezTo>
                  <a:cubicBezTo>
                    <a:pt x="283" y="163"/>
                    <a:pt x="267" y="146"/>
                    <a:pt x="248" y="140"/>
                  </a:cubicBezTo>
                  <a:cubicBezTo>
                    <a:pt x="252" y="135"/>
                    <a:pt x="253" y="129"/>
                    <a:pt x="249" y="122"/>
                  </a:cubicBezTo>
                  <a:cubicBezTo>
                    <a:pt x="247" y="119"/>
                    <a:pt x="244" y="118"/>
                    <a:pt x="240" y="118"/>
                  </a:cubicBezTo>
                  <a:cubicBezTo>
                    <a:pt x="238" y="119"/>
                    <a:pt x="236" y="119"/>
                    <a:pt x="234" y="120"/>
                  </a:cubicBezTo>
                  <a:cubicBezTo>
                    <a:pt x="231" y="120"/>
                    <a:pt x="228" y="123"/>
                    <a:pt x="228" y="125"/>
                  </a:cubicBezTo>
                  <a:cubicBezTo>
                    <a:pt x="227" y="130"/>
                    <a:pt x="227" y="135"/>
                    <a:pt x="229" y="139"/>
                  </a:cubicBezTo>
                  <a:cubicBezTo>
                    <a:pt x="227" y="140"/>
                    <a:pt x="226" y="140"/>
                    <a:pt x="225" y="140"/>
                  </a:cubicBezTo>
                  <a:cubicBezTo>
                    <a:pt x="215" y="144"/>
                    <a:pt x="205" y="152"/>
                    <a:pt x="195" y="156"/>
                  </a:cubicBezTo>
                  <a:cubicBezTo>
                    <a:pt x="178" y="162"/>
                    <a:pt x="161" y="165"/>
                    <a:pt x="144" y="160"/>
                  </a:cubicBezTo>
                  <a:cubicBezTo>
                    <a:pt x="139" y="158"/>
                    <a:pt x="112" y="140"/>
                    <a:pt x="100" y="128"/>
                  </a:cubicBezTo>
                  <a:cubicBezTo>
                    <a:pt x="103" y="124"/>
                    <a:pt x="105" y="120"/>
                    <a:pt x="106" y="117"/>
                  </a:cubicBezTo>
                  <a:cubicBezTo>
                    <a:pt x="108" y="110"/>
                    <a:pt x="102" y="105"/>
                    <a:pt x="96" y="105"/>
                  </a:cubicBezTo>
                  <a:cubicBezTo>
                    <a:pt x="95" y="105"/>
                    <a:pt x="95" y="105"/>
                    <a:pt x="94" y="105"/>
                  </a:cubicBezTo>
                  <a:cubicBezTo>
                    <a:pt x="92" y="105"/>
                    <a:pt x="91" y="106"/>
                    <a:pt x="89" y="106"/>
                  </a:cubicBezTo>
                  <a:cubicBezTo>
                    <a:pt x="87" y="106"/>
                    <a:pt x="85" y="108"/>
                    <a:pt x="85" y="110"/>
                  </a:cubicBezTo>
                  <a:cubicBezTo>
                    <a:pt x="85" y="111"/>
                    <a:pt x="85" y="113"/>
                    <a:pt x="84" y="114"/>
                  </a:cubicBezTo>
                  <a:cubicBezTo>
                    <a:pt x="81" y="117"/>
                    <a:pt x="78" y="120"/>
                    <a:pt x="75" y="124"/>
                  </a:cubicBezTo>
                  <a:cubicBezTo>
                    <a:pt x="56" y="144"/>
                    <a:pt x="47" y="154"/>
                    <a:pt x="16" y="148"/>
                  </a:cubicBezTo>
                  <a:cubicBezTo>
                    <a:pt x="11" y="147"/>
                    <a:pt x="5" y="146"/>
                    <a:pt x="0" y="145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46" y="59"/>
                    <a:pt x="118" y="54"/>
                    <a:pt x="139" y="16"/>
                  </a:cubicBezTo>
                  <a:cubicBezTo>
                    <a:pt x="162" y="45"/>
                    <a:pt x="215" y="57"/>
                    <a:pt x="245" y="43"/>
                  </a:cubicBezTo>
                  <a:cubicBezTo>
                    <a:pt x="251" y="41"/>
                    <a:pt x="255" y="37"/>
                    <a:pt x="259" y="34"/>
                  </a:cubicBezTo>
                  <a:cubicBezTo>
                    <a:pt x="274" y="25"/>
                    <a:pt x="277" y="26"/>
                    <a:pt x="293" y="30"/>
                  </a:cubicBezTo>
                  <a:cubicBezTo>
                    <a:pt x="310" y="34"/>
                    <a:pt x="324" y="38"/>
                    <a:pt x="342" y="37"/>
                  </a:cubicBezTo>
                  <a:cubicBezTo>
                    <a:pt x="359" y="36"/>
                    <a:pt x="389" y="34"/>
                    <a:pt x="405" y="22"/>
                  </a:cubicBezTo>
                  <a:cubicBezTo>
                    <a:pt x="405" y="22"/>
                    <a:pt x="405" y="22"/>
                    <a:pt x="406" y="23"/>
                  </a:cubicBezTo>
                  <a:cubicBezTo>
                    <a:pt x="421" y="32"/>
                    <a:pt x="440" y="32"/>
                    <a:pt x="456" y="23"/>
                  </a:cubicBezTo>
                  <a:cubicBezTo>
                    <a:pt x="465" y="18"/>
                    <a:pt x="477" y="10"/>
                    <a:pt x="485" y="0"/>
                  </a:cubicBezTo>
                  <a:cubicBezTo>
                    <a:pt x="498" y="33"/>
                    <a:pt x="530" y="52"/>
                    <a:pt x="582" y="51"/>
                  </a:cubicBezTo>
                  <a:cubicBezTo>
                    <a:pt x="610" y="50"/>
                    <a:pt x="630" y="44"/>
                    <a:pt x="640" y="26"/>
                  </a:cubicBezTo>
                  <a:cubicBezTo>
                    <a:pt x="651" y="36"/>
                    <a:pt x="665" y="44"/>
                    <a:pt x="674" y="47"/>
                  </a:cubicBezTo>
                  <a:cubicBezTo>
                    <a:pt x="710" y="57"/>
                    <a:pt x="767" y="56"/>
                    <a:pt x="783" y="22"/>
                  </a:cubicBezTo>
                  <a:cubicBezTo>
                    <a:pt x="790" y="31"/>
                    <a:pt x="800" y="37"/>
                    <a:pt x="811" y="43"/>
                  </a:cubicBezTo>
                  <a:cubicBezTo>
                    <a:pt x="821" y="51"/>
                    <a:pt x="821" y="51"/>
                    <a:pt x="821" y="51"/>
                  </a:cubicBezTo>
                  <a:cubicBezTo>
                    <a:pt x="395" y="147"/>
                    <a:pt x="395" y="147"/>
                    <a:pt x="395" y="147"/>
                  </a:cubicBezTo>
                  <a:cubicBezTo>
                    <a:pt x="392" y="143"/>
                    <a:pt x="391" y="139"/>
                    <a:pt x="391" y="133"/>
                  </a:cubicBezTo>
                  <a:cubicBezTo>
                    <a:pt x="391" y="123"/>
                    <a:pt x="375" y="123"/>
                    <a:pt x="375" y="133"/>
                  </a:cubicBezTo>
                  <a:cubicBezTo>
                    <a:pt x="375" y="141"/>
                    <a:pt x="373" y="148"/>
                    <a:pt x="371" y="1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9" name="任意多边形: 形状 188" descr="a69c3585-b4ba-48b7-8991-038326a593ca"/>
            <p:cNvSpPr/>
            <p:nvPr/>
          </p:nvSpPr>
          <p:spPr bwMode="auto">
            <a:xfrm>
              <a:off x="2760663" y="4397375"/>
              <a:ext cx="44450" cy="57150"/>
            </a:xfrm>
            <a:custGeom>
              <a:avLst/>
              <a:gdLst>
                <a:gd name="T0" fmla="*/ 20 w 24"/>
                <a:gd name="T1" fmla="*/ 10 h 30"/>
                <a:gd name="T2" fmla="*/ 24 w 24"/>
                <a:gd name="T3" fmla="*/ 24 h 30"/>
                <a:gd name="T4" fmla="*/ 0 w 24"/>
                <a:gd name="T5" fmla="*/ 30 h 30"/>
                <a:gd name="T6" fmla="*/ 4 w 24"/>
                <a:gd name="T7" fmla="*/ 10 h 30"/>
                <a:gd name="T8" fmla="*/ 20 w 24"/>
                <a:gd name="T9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0">
                  <a:moveTo>
                    <a:pt x="20" y="10"/>
                  </a:moveTo>
                  <a:cubicBezTo>
                    <a:pt x="20" y="16"/>
                    <a:pt x="21" y="20"/>
                    <a:pt x="24" y="24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2" y="25"/>
                    <a:pt x="4" y="18"/>
                    <a:pt x="4" y="10"/>
                  </a:cubicBezTo>
                  <a:cubicBezTo>
                    <a:pt x="4" y="0"/>
                    <a:pt x="20" y="0"/>
                    <a:pt x="20" y="10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0" name="任意多边形: 形状 189" descr="20823554-de1c-4518-92a4-47a755f8eb25"/>
            <p:cNvSpPr/>
            <p:nvPr/>
          </p:nvSpPr>
          <p:spPr bwMode="auto">
            <a:xfrm>
              <a:off x="2765425" y="2582863"/>
              <a:ext cx="1169988" cy="296863"/>
            </a:xfrm>
            <a:custGeom>
              <a:avLst/>
              <a:gdLst>
                <a:gd name="T0" fmla="*/ 17 w 615"/>
                <a:gd name="T1" fmla="*/ 111 h 157"/>
                <a:gd name="T2" fmla="*/ 6 w 615"/>
                <a:gd name="T3" fmla="*/ 104 h 157"/>
                <a:gd name="T4" fmla="*/ 0 w 615"/>
                <a:gd name="T5" fmla="*/ 83 h 157"/>
                <a:gd name="T6" fmla="*/ 186 w 615"/>
                <a:gd name="T7" fmla="*/ 27 h 157"/>
                <a:gd name="T8" fmla="*/ 208 w 615"/>
                <a:gd name="T9" fmla="*/ 28 h 157"/>
                <a:gd name="T10" fmla="*/ 266 w 615"/>
                <a:gd name="T11" fmla="*/ 3 h 157"/>
                <a:gd name="T12" fmla="*/ 300 w 615"/>
                <a:gd name="T13" fmla="*/ 25 h 157"/>
                <a:gd name="T14" fmla="*/ 409 w 615"/>
                <a:gd name="T15" fmla="*/ 0 h 157"/>
                <a:gd name="T16" fmla="*/ 534 w 615"/>
                <a:gd name="T17" fmla="*/ 39 h 157"/>
                <a:gd name="T18" fmla="*/ 589 w 615"/>
                <a:gd name="T19" fmla="*/ 24 h 157"/>
                <a:gd name="T20" fmla="*/ 615 w 615"/>
                <a:gd name="T21" fmla="*/ 43 h 157"/>
                <a:gd name="T22" fmla="*/ 597 w 615"/>
                <a:gd name="T23" fmla="*/ 133 h 157"/>
                <a:gd name="T24" fmla="*/ 551 w 615"/>
                <a:gd name="T25" fmla="*/ 140 h 157"/>
                <a:gd name="T26" fmla="*/ 480 w 615"/>
                <a:gd name="T27" fmla="*/ 93 h 157"/>
                <a:gd name="T28" fmla="*/ 462 w 615"/>
                <a:gd name="T29" fmla="*/ 93 h 157"/>
                <a:gd name="T30" fmla="*/ 405 w 615"/>
                <a:gd name="T31" fmla="*/ 132 h 157"/>
                <a:gd name="T32" fmla="*/ 332 w 615"/>
                <a:gd name="T33" fmla="*/ 112 h 157"/>
                <a:gd name="T34" fmla="*/ 336 w 615"/>
                <a:gd name="T35" fmla="*/ 89 h 157"/>
                <a:gd name="T36" fmla="*/ 321 w 615"/>
                <a:gd name="T37" fmla="*/ 87 h 157"/>
                <a:gd name="T38" fmla="*/ 316 w 615"/>
                <a:gd name="T39" fmla="*/ 106 h 157"/>
                <a:gd name="T40" fmla="*/ 288 w 615"/>
                <a:gd name="T41" fmla="*/ 127 h 157"/>
                <a:gd name="T42" fmla="*/ 247 w 615"/>
                <a:gd name="T43" fmla="*/ 134 h 157"/>
                <a:gd name="T44" fmla="*/ 189 w 615"/>
                <a:gd name="T45" fmla="*/ 109 h 157"/>
                <a:gd name="T46" fmla="*/ 173 w 615"/>
                <a:gd name="T47" fmla="*/ 111 h 157"/>
                <a:gd name="T48" fmla="*/ 104 w 615"/>
                <a:gd name="T49" fmla="*/ 154 h 157"/>
                <a:gd name="T50" fmla="*/ 17 w 615"/>
                <a:gd name="T51" fmla="*/ 111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15" h="157">
                  <a:moveTo>
                    <a:pt x="17" y="111"/>
                  </a:moveTo>
                  <a:cubicBezTo>
                    <a:pt x="17" y="105"/>
                    <a:pt x="10" y="102"/>
                    <a:pt x="6" y="104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93" y="28"/>
                    <a:pt x="200" y="29"/>
                    <a:pt x="208" y="28"/>
                  </a:cubicBezTo>
                  <a:cubicBezTo>
                    <a:pt x="236" y="28"/>
                    <a:pt x="256" y="22"/>
                    <a:pt x="266" y="3"/>
                  </a:cubicBezTo>
                  <a:cubicBezTo>
                    <a:pt x="277" y="14"/>
                    <a:pt x="291" y="22"/>
                    <a:pt x="300" y="25"/>
                  </a:cubicBezTo>
                  <a:cubicBezTo>
                    <a:pt x="336" y="35"/>
                    <a:pt x="393" y="34"/>
                    <a:pt x="409" y="0"/>
                  </a:cubicBezTo>
                  <a:cubicBezTo>
                    <a:pt x="434" y="32"/>
                    <a:pt x="501" y="38"/>
                    <a:pt x="534" y="39"/>
                  </a:cubicBezTo>
                  <a:cubicBezTo>
                    <a:pt x="547" y="39"/>
                    <a:pt x="572" y="34"/>
                    <a:pt x="589" y="24"/>
                  </a:cubicBezTo>
                  <a:cubicBezTo>
                    <a:pt x="595" y="32"/>
                    <a:pt x="604" y="39"/>
                    <a:pt x="615" y="43"/>
                  </a:cubicBezTo>
                  <a:cubicBezTo>
                    <a:pt x="597" y="133"/>
                    <a:pt x="597" y="133"/>
                    <a:pt x="597" y="133"/>
                  </a:cubicBezTo>
                  <a:cubicBezTo>
                    <a:pt x="580" y="140"/>
                    <a:pt x="562" y="142"/>
                    <a:pt x="551" y="140"/>
                  </a:cubicBezTo>
                  <a:cubicBezTo>
                    <a:pt x="526" y="137"/>
                    <a:pt x="479" y="125"/>
                    <a:pt x="480" y="93"/>
                  </a:cubicBezTo>
                  <a:cubicBezTo>
                    <a:pt x="480" y="82"/>
                    <a:pt x="462" y="81"/>
                    <a:pt x="462" y="93"/>
                  </a:cubicBezTo>
                  <a:cubicBezTo>
                    <a:pt x="462" y="123"/>
                    <a:pt x="431" y="131"/>
                    <a:pt x="405" y="132"/>
                  </a:cubicBezTo>
                  <a:cubicBezTo>
                    <a:pt x="391" y="133"/>
                    <a:pt x="340" y="131"/>
                    <a:pt x="332" y="112"/>
                  </a:cubicBezTo>
                  <a:cubicBezTo>
                    <a:pt x="336" y="105"/>
                    <a:pt x="337" y="98"/>
                    <a:pt x="336" y="89"/>
                  </a:cubicBezTo>
                  <a:cubicBezTo>
                    <a:pt x="335" y="82"/>
                    <a:pt x="325" y="81"/>
                    <a:pt x="321" y="87"/>
                  </a:cubicBezTo>
                  <a:cubicBezTo>
                    <a:pt x="317" y="93"/>
                    <a:pt x="315" y="100"/>
                    <a:pt x="316" y="106"/>
                  </a:cubicBezTo>
                  <a:cubicBezTo>
                    <a:pt x="309" y="116"/>
                    <a:pt x="295" y="124"/>
                    <a:pt x="288" y="127"/>
                  </a:cubicBezTo>
                  <a:cubicBezTo>
                    <a:pt x="275" y="132"/>
                    <a:pt x="261" y="135"/>
                    <a:pt x="247" y="134"/>
                  </a:cubicBezTo>
                  <a:cubicBezTo>
                    <a:pt x="235" y="133"/>
                    <a:pt x="192" y="126"/>
                    <a:pt x="189" y="109"/>
                  </a:cubicBezTo>
                  <a:cubicBezTo>
                    <a:pt x="188" y="100"/>
                    <a:pt x="172" y="101"/>
                    <a:pt x="173" y="111"/>
                  </a:cubicBezTo>
                  <a:cubicBezTo>
                    <a:pt x="175" y="149"/>
                    <a:pt x="136" y="157"/>
                    <a:pt x="104" y="154"/>
                  </a:cubicBezTo>
                  <a:cubicBezTo>
                    <a:pt x="80" y="152"/>
                    <a:pt x="16" y="146"/>
                    <a:pt x="17" y="1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1" name="任意多边形: 形状 190" descr="658a339e-024c-40dc-912f-c1edcc35880d"/>
            <p:cNvSpPr/>
            <p:nvPr/>
          </p:nvSpPr>
          <p:spPr bwMode="auto">
            <a:xfrm>
              <a:off x="2716213" y="3490913"/>
              <a:ext cx="17463" cy="15875"/>
            </a:xfrm>
            <a:custGeom>
              <a:avLst/>
              <a:gdLst>
                <a:gd name="T0" fmla="*/ 9 w 9"/>
                <a:gd name="T1" fmla="*/ 8 h 8"/>
                <a:gd name="T2" fmla="*/ 0 w 9"/>
                <a:gd name="T3" fmla="*/ 0 h 8"/>
                <a:gd name="T4" fmla="*/ 9 w 9"/>
                <a:gd name="T5" fmla="*/ 6 h 8"/>
                <a:gd name="T6" fmla="*/ 9 w 9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">
                  <a:moveTo>
                    <a:pt x="9" y="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2"/>
                    <a:pt x="9" y="6"/>
                  </a:cubicBezTo>
                  <a:cubicBezTo>
                    <a:pt x="9" y="7"/>
                    <a:pt x="9" y="7"/>
                    <a:pt x="9" y="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任意多边形: 形状 191" descr="eed02fef-d3fb-40a0-bb81-893291420872"/>
            <p:cNvSpPr/>
            <p:nvPr/>
          </p:nvSpPr>
          <p:spPr bwMode="auto">
            <a:xfrm>
              <a:off x="1450975" y="1525588"/>
              <a:ext cx="1214438" cy="1420813"/>
            </a:xfrm>
            <a:custGeom>
              <a:avLst/>
              <a:gdLst>
                <a:gd name="T0" fmla="*/ 765 w 765"/>
                <a:gd name="T1" fmla="*/ 0 h 895"/>
                <a:gd name="T2" fmla="*/ 397 w 765"/>
                <a:gd name="T3" fmla="*/ 895 h 895"/>
                <a:gd name="T4" fmla="*/ 213 w 765"/>
                <a:gd name="T5" fmla="*/ 881 h 895"/>
                <a:gd name="T6" fmla="*/ 0 w 765"/>
                <a:gd name="T7" fmla="*/ 864 h 895"/>
                <a:gd name="T8" fmla="*/ 765 w 765"/>
                <a:gd name="T9" fmla="*/ 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5" h="895">
                  <a:moveTo>
                    <a:pt x="765" y="0"/>
                  </a:moveTo>
                  <a:lnTo>
                    <a:pt x="397" y="895"/>
                  </a:lnTo>
                  <a:lnTo>
                    <a:pt x="213" y="881"/>
                  </a:lnTo>
                  <a:lnTo>
                    <a:pt x="0" y="864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F9D4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3" name="任意多边形: 形状 192" descr="bf8cf217-e77f-4a34-83ad-c0dc92bd01bb"/>
            <p:cNvSpPr/>
            <p:nvPr/>
          </p:nvSpPr>
          <p:spPr bwMode="auto">
            <a:xfrm>
              <a:off x="2519363" y="3273425"/>
              <a:ext cx="1277938" cy="406400"/>
            </a:xfrm>
            <a:custGeom>
              <a:avLst/>
              <a:gdLst>
                <a:gd name="T0" fmla="*/ 47 w 673"/>
                <a:gd name="T1" fmla="*/ 47 h 214"/>
                <a:gd name="T2" fmla="*/ 123 w 673"/>
                <a:gd name="T3" fmla="*/ 72 h 214"/>
                <a:gd name="T4" fmla="*/ 202 w 673"/>
                <a:gd name="T5" fmla="*/ 23 h 214"/>
                <a:gd name="T6" fmla="*/ 297 w 673"/>
                <a:gd name="T7" fmla="*/ 80 h 214"/>
                <a:gd name="T8" fmla="*/ 361 w 673"/>
                <a:gd name="T9" fmla="*/ 36 h 214"/>
                <a:gd name="T10" fmla="*/ 369 w 673"/>
                <a:gd name="T11" fmla="*/ 44 h 214"/>
                <a:gd name="T12" fmla="*/ 445 w 673"/>
                <a:gd name="T13" fmla="*/ 72 h 214"/>
                <a:gd name="T14" fmla="*/ 489 w 673"/>
                <a:gd name="T15" fmla="*/ 28 h 214"/>
                <a:gd name="T16" fmla="*/ 495 w 673"/>
                <a:gd name="T17" fmla="*/ 33 h 214"/>
                <a:gd name="T18" fmla="*/ 569 w 673"/>
                <a:gd name="T19" fmla="*/ 51 h 214"/>
                <a:gd name="T20" fmla="*/ 625 w 673"/>
                <a:gd name="T21" fmla="*/ 11 h 214"/>
                <a:gd name="T22" fmla="*/ 667 w 673"/>
                <a:gd name="T23" fmla="*/ 39 h 214"/>
                <a:gd name="T24" fmla="*/ 673 w 673"/>
                <a:gd name="T25" fmla="*/ 40 h 214"/>
                <a:gd name="T26" fmla="*/ 644 w 673"/>
                <a:gd name="T27" fmla="*/ 182 h 214"/>
                <a:gd name="T28" fmla="*/ 628 w 673"/>
                <a:gd name="T29" fmla="*/ 187 h 214"/>
                <a:gd name="T30" fmla="*/ 565 w 673"/>
                <a:gd name="T31" fmla="*/ 132 h 214"/>
                <a:gd name="T32" fmla="*/ 549 w 673"/>
                <a:gd name="T33" fmla="*/ 127 h 214"/>
                <a:gd name="T34" fmla="*/ 502 w 673"/>
                <a:gd name="T35" fmla="*/ 182 h 214"/>
                <a:gd name="T36" fmla="*/ 452 w 673"/>
                <a:gd name="T37" fmla="*/ 121 h 214"/>
                <a:gd name="T38" fmla="*/ 435 w 673"/>
                <a:gd name="T39" fmla="*/ 120 h 214"/>
                <a:gd name="T40" fmla="*/ 297 w 673"/>
                <a:gd name="T41" fmla="*/ 117 h 214"/>
                <a:gd name="T42" fmla="*/ 283 w 673"/>
                <a:gd name="T43" fmla="*/ 113 h 214"/>
                <a:gd name="T44" fmla="*/ 197 w 673"/>
                <a:gd name="T45" fmla="*/ 175 h 214"/>
                <a:gd name="T46" fmla="*/ 170 w 673"/>
                <a:gd name="T47" fmla="*/ 171 h 214"/>
                <a:gd name="T48" fmla="*/ 170 w 673"/>
                <a:gd name="T49" fmla="*/ 171 h 214"/>
                <a:gd name="T50" fmla="*/ 113 w 673"/>
                <a:gd name="T51" fmla="*/ 123 h 214"/>
                <a:gd name="T52" fmla="*/ 113 w 673"/>
                <a:gd name="T53" fmla="*/ 121 h 214"/>
                <a:gd name="T54" fmla="*/ 104 w 673"/>
                <a:gd name="T55" fmla="*/ 115 h 214"/>
                <a:gd name="T56" fmla="*/ 0 w 673"/>
                <a:gd name="T57" fmla="*/ 25 h 214"/>
                <a:gd name="T58" fmla="*/ 19 w 673"/>
                <a:gd name="T59" fmla="*/ 0 h 214"/>
                <a:gd name="T60" fmla="*/ 47 w 673"/>
                <a:gd name="T61" fmla="*/ 47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73" h="214">
                  <a:moveTo>
                    <a:pt x="47" y="47"/>
                  </a:moveTo>
                  <a:cubicBezTo>
                    <a:pt x="69" y="64"/>
                    <a:pt x="96" y="70"/>
                    <a:pt x="123" y="72"/>
                  </a:cubicBezTo>
                  <a:cubicBezTo>
                    <a:pt x="167" y="75"/>
                    <a:pt x="191" y="54"/>
                    <a:pt x="202" y="23"/>
                  </a:cubicBezTo>
                  <a:cubicBezTo>
                    <a:pt x="219" y="56"/>
                    <a:pt x="256" y="78"/>
                    <a:pt x="297" y="80"/>
                  </a:cubicBezTo>
                  <a:cubicBezTo>
                    <a:pt x="329" y="82"/>
                    <a:pt x="350" y="62"/>
                    <a:pt x="361" y="36"/>
                  </a:cubicBezTo>
                  <a:cubicBezTo>
                    <a:pt x="363" y="38"/>
                    <a:pt x="365" y="41"/>
                    <a:pt x="369" y="44"/>
                  </a:cubicBezTo>
                  <a:cubicBezTo>
                    <a:pt x="389" y="61"/>
                    <a:pt x="417" y="74"/>
                    <a:pt x="445" y="72"/>
                  </a:cubicBezTo>
                  <a:cubicBezTo>
                    <a:pt x="472" y="69"/>
                    <a:pt x="484" y="51"/>
                    <a:pt x="489" y="28"/>
                  </a:cubicBezTo>
                  <a:cubicBezTo>
                    <a:pt x="491" y="30"/>
                    <a:pt x="492" y="32"/>
                    <a:pt x="495" y="33"/>
                  </a:cubicBezTo>
                  <a:cubicBezTo>
                    <a:pt x="514" y="49"/>
                    <a:pt x="544" y="58"/>
                    <a:pt x="569" y="51"/>
                  </a:cubicBezTo>
                  <a:cubicBezTo>
                    <a:pt x="588" y="45"/>
                    <a:pt x="609" y="30"/>
                    <a:pt x="625" y="11"/>
                  </a:cubicBezTo>
                  <a:cubicBezTo>
                    <a:pt x="634" y="25"/>
                    <a:pt x="649" y="35"/>
                    <a:pt x="667" y="39"/>
                  </a:cubicBezTo>
                  <a:cubicBezTo>
                    <a:pt x="669" y="40"/>
                    <a:pt x="671" y="40"/>
                    <a:pt x="673" y="40"/>
                  </a:cubicBezTo>
                  <a:cubicBezTo>
                    <a:pt x="644" y="182"/>
                    <a:pt x="644" y="182"/>
                    <a:pt x="644" y="182"/>
                  </a:cubicBezTo>
                  <a:cubicBezTo>
                    <a:pt x="640" y="184"/>
                    <a:pt x="634" y="186"/>
                    <a:pt x="628" y="187"/>
                  </a:cubicBezTo>
                  <a:cubicBezTo>
                    <a:pt x="595" y="190"/>
                    <a:pt x="564" y="163"/>
                    <a:pt x="565" y="132"/>
                  </a:cubicBezTo>
                  <a:cubicBezTo>
                    <a:pt x="565" y="124"/>
                    <a:pt x="553" y="119"/>
                    <a:pt x="549" y="127"/>
                  </a:cubicBezTo>
                  <a:cubicBezTo>
                    <a:pt x="537" y="149"/>
                    <a:pt x="539" y="185"/>
                    <a:pt x="502" y="182"/>
                  </a:cubicBezTo>
                  <a:cubicBezTo>
                    <a:pt x="467" y="179"/>
                    <a:pt x="450" y="151"/>
                    <a:pt x="452" y="121"/>
                  </a:cubicBezTo>
                  <a:cubicBezTo>
                    <a:pt x="452" y="110"/>
                    <a:pt x="436" y="109"/>
                    <a:pt x="435" y="120"/>
                  </a:cubicBezTo>
                  <a:cubicBezTo>
                    <a:pt x="428" y="214"/>
                    <a:pt x="309" y="186"/>
                    <a:pt x="297" y="117"/>
                  </a:cubicBezTo>
                  <a:cubicBezTo>
                    <a:pt x="296" y="111"/>
                    <a:pt x="287" y="109"/>
                    <a:pt x="283" y="113"/>
                  </a:cubicBezTo>
                  <a:cubicBezTo>
                    <a:pt x="256" y="138"/>
                    <a:pt x="245" y="169"/>
                    <a:pt x="197" y="175"/>
                  </a:cubicBezTo>
                  <a:cubicBezTo>
                    <a:pt x="182" y="177"/>
                    <a:pt x="180" y="175"/>
                    <a:pt x="170" y="171"/>
                  </a:cubicBezTo>
                  <a:cubicBezTo>
                    <a:pt x="170" y="171"/>
                    <a:pt x="170" y="171"/>
                    <a:pt x="170" y="171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13" y="122"/>
                    <a:pt x="113" y="122"/>
                    <a:pt x="113" y="121"/>
                  </a:cubicBezTo>
                  <a:cubicBezTo>
                    <a:pt x="112" y="117"/>
                    <a:pt x="108" y="115"/>
                    <a:pt x="104" y="11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8" y="18"/>
                    <a:pt x="14" y="10"/>
                    <a:pt x="19" y="0"/>
                  </a:cubicBezTo>
                  <a:cubicBezTo>
                    <a:pt x="25" y="18"/>
                    <a:pt x="30" y="33"/>
                    <a:pt x="47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4" name="任意多边形: 形状 193" descr="82888088-0788-4184-b2fe-a3404fa6494e"/>
            <p:cNvSpPr/>
            <p:nvPr/>
          </p:nvSpPr>
          <p:spPr bwMode="auto">
            <a:xfrm>
              <a:off x="2497138" y="3165475"/>
              <a:ext cx="1306513" cy="263525"/>
            </a:xfrm>
            <a:custGeom>
              <a:avLst/>
              <a:gdLst>
                <a:gd name="T0" fmla="*/ 36 w 687"/>
                <a:gd name="T1" fmla="*/ 31 h 139"/>
                <a:gd name="T2" fmla="*/ 104 w 687"/>
                <a:gd name="T3" fmla="*/ 107 h 139"/>
                <a:gd name="T4" fmla="*/ 183 w 687"/>
                <a:gd name="T5" fmla="*/ 99 h 139"/>
                <a:gd name="T6" fmla="*/ 204 w 687"/>
                <a:gd name="T7" fmla="*/ 38 h 139"/>
                <a:gd name="T8" fmla="*/ 221 w 687"/>
                <a:gd name="T9" fmla="*/ 39 h 139"/>
                <a:gd name="T10" fmla="*/ 309 w 687"/>
                <a:gd name="T11" fmla="*/ 119 h 139"/>
                <a:gd name="T12" fmla="*/ 365 w 687"/>
                <a:gd name="T13" fmla="*/ 44 h 139"/>
                <a:gd name="T14" fmla="*/ 383 w 687"/>
                <a:gd name="T15" fmla="*/ 45 h 139"/>
                <a:gd name="T16" fmla="*/ 399 w 687"/>
                <a:gd name="T17" fmla="*/ 93 h 139"/>
                <a:gd name="T18" fmla="*/ 466 w 687"/>
                <a:gd name="T19" fmla="*/ 107 h 139"/>
                <a:gd name="T20" fmla="*/ 486 w 687"/>
                <a:gd name="T21" fmla="*/ 56 h 139"/>
                <a:gd name="T22" fmla="*/ 486 w 687"/>
                <a:gd name="T23" fmla="*/ 29 h 139"/>
                <a:gd name="T24" fmla="*/ 505 w 687"/>
                <a:gd name="T25" fmla="*/ 30 h 139"/>
                <a:gd name="T26" fmla="*/ 595 w 687"/>
                <a:gd name="T27" fmla="*/ 78 h 139"/>
                <a:gd name="T28" fmla="*/ 627 w 687"/>
                <a:gd name="T29" fmla="*/ 44 h 139"/>
                <a:gd name="T30" fmla="*/ 627 w 687"/>
                <a:gd name="T31" fmla="*/ 43 h 139"/>
                <a:gd name="T32" fmla="*/ 646 w 687"/>
                <a:gd name="T33" fmla="*/ 1 h 139"/>
                <a:gd name="T34" fmla="*/ 657 w 687"/>
                <a:gd name="T35" fmla="*/ 8 h 139"/>
                <a:gd name="T36" fmla="*/ 648 w 687"/>
                <a:gd name="T37" fmla="*/ 50 h 139"/>
                <a:gd name="T38" fmla="*/ 687 w 687"/>
                <a:gd name="T39" fmla="*/ 78 h 139"/>
                <a:gd name="T40" fmla="*/ 684 w 687"/>
                <a:gd name="T41" fmla="*/ 97 h 139"/>
                <a:gd name="T42" fmla="*/ 678 w 687"/>
                <a:gd name="T43" fmla="*/ 96 h 139"/>
                <a:gd name="T44" fmla="*/ 636 w 687"/>
                <a:gd name="T45" fmla="*/ 68 h 139"/>
                <a:gd name="T46" fmla="*/ 580 w 687"/>
                <a:gd name="T47" fmla="*/ 108 h 139"/>
                <a:gd name="T48" fmla="*/ 506 w 687"/>
                <a:gd name="T49" fmla="*/ 90 h 139"/>
                <a:gd name="T50" fmla="*/ 500 w 687"/>
                <a:gd name="T51" fmla="*/ 85 h 139"/>
                <a:gd name="T52" fmla="*/ 456 w 687"/>
                <a:gd name="T53" fmla="*/ 129 h 139"/>
                <a:gd name="T54" fmla="*/ 380 w 687"/>
                <a:gd name="T55" fmla="*/ 101 h 139"/>
                <a:gd name="T56" fmla="*/ 372 w 687"/>
                <a:gd name="T57" fmla="*/ 93 h 139"/>
                <a:gd name="T58" fmla="*/ 308 w 687"/>
                <a:gd name="T59" fmla="*/ 137 h 139"/>
                <a:gd name="T60" fmla="*/ 213 w 687"/>
                <a:gd name="T61" fmla="*/ 80 h 139"/>
                <a:gd name="T62" fmla="*/ 134 w 687"/>
                <a:gd name="T63" fmla="*/ 129 h 139"/>
                <a:gd name="T64" fmla="*/ 58 w 687"/>
                <a:gd name="T65" fmla="*/ 104 h 139"/>
                <a:gd name="T66" fmla="*/ 30 w 687"/>
                <a:gd name="T67" fmla="*/ 57 h 139"/>
                <a:gd name="T68" fmla="*/ 11 w 687"/>
                <a:gd name="T69" fmla="*/ 82 h 139"/>
                <a:gd name="T70" fmla="*/ 0 w 687"/>
                <a:gd name="T71" fmla="*/ 73 h 139"/>
                <a:gd name="T72" fmla="*/ 21 w 687"/>
                <a:gd name="T73" fmla="*/ 34 h 139"/>
                <a:gd name="T74" fmla="*/ 36 w 687"/>
                <a:gd name="T75" fmla="*/ 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87" h="139">
                  <a:moveTo>
                    <a:pt x="36" y="31"/>
                  </a:moveTo>
                  <a:cubicBezTo>
                    <a:pt x="54" y="64"/>
                    <a:pt x="62" y="96"/>
                    <a:pt x="104" y="107"/>
                  </a:cubicBezTo>
                  <a:cubicBezTo>
                    <a:pt x="128" y="114"/>
                    <a:pt x="163" y="117"/>
                    <a:pt x="183" y="99"/>
                  </a:cubicBezTo>
                  <a:cubicBezTo>
                    <a:pt x="201" y="83"/>
                    <a:pt x="202" y="60"/>
                    <a:pt x="204" y="38"/>
                  </a:cubicBezTo>
                  <a:cubicBezTo>
                    <a:pt x="204" y="27"/>
                    <a:pt x="221" y="28"/>
                    <a:pt x="221" y="39"/>
                  </a:cubicBezTo>
                  <a:cubicBezTo>
                    <a:pt x="221" y="83"/>
                    <a:pt x="264" y="120"/>
                    <a:pt x="309" y="119"/>
                  </a:cubicBezTo>
                  <a:cubicBezTo>
                    <a:pt x="350" y="118"/>
                    <a:pt x="362" y="78"/>
                    <a:pt x="365" y="44"/>
                  </a:cubicBezTo>
                  <a:cubicBezTo>
                    <a:pt x="366" y="33"/>
                    <a:pt x="384" y="34"/>
                    <a:pt x="383" y="45"/>
                  </a:cubicBezTo>
                  <a:cubicBezTo>
                    <a:pt x="382" y="66"/>
                    <a:pt x="382" y="78"/>
                    <a:pt x="399" y="93"/>
                  </a:cubicBezTo>
                  <a:cubicBezTo>
                    <a:pt x="414" y="105"/>
                    <a:pt x="448" y="118"/>
                    <a:pt x="466" y="107"/>
                  </a:cubicBezTo>
                  <a:cubicBezTo>
                    <a:pt x="482" y="98"/>
                    <a:pt x="485" y="76"/>
                    <a:pt x="486" y="56"/>
                  </a:cubicBezTo>
                  <a:cubicBezTo>
                    <a:pt x="485" y="48"/>
                    <a:pt x="486" y="39"/>
                    <a:pt x="486" y="29"/>
                  </a:cubicBezTo>
                  <a:cubicBezTo>
                    <a:pt x="487" y="18"/>
                    <a:pt x="505" y="18"/>
                    <a:pt x="505" y="30"/>
                  </a:cubicBezTo>
                  <a:cubicBezTo>
                    <a:pt x="501" y="84"/>
                    <a:pt x="554" y="105"/>
                    <a:pt x="595" y="78"/>
                  </a:cubicBezTo>
                  <a:cubicBezTo>
                    <a:pt x="605" y="72"/>
                    <a:pt x="618" y="58"/>
                    <a:pt x="627" y="44"/>
                  </a:cubicBezTo>
                  <a:cubicBezTo>
                    <a:pt x="627" y="44"/>
                    <a:pt x="627" y="44"/>
                    <a:pt x="627" y="43"/>
                  </a:cubicBezTo>
                  <a:cubicBezTo>
                    <a:pt x="626" y="28"/>
                    <a:pt x="626" y="3"/>
                    <a:pt x="646" y="1"/>
                  </a:cubicBezTo>
                  <a:cubicBezTo>
                    <a:pt x="650" y="0"/>
                    <a:pt x="656" y="2"/>
                    <a:pt x="657" y="8"/>
                  </a:cubicBezTo>
                  <a:cubicBezTo>
                    <a:pt x="659" y="21"/>
                    <a:pt x="655" y="36"/>
                    <a:pt x="648" y="50"/>
                  </a:cubicBezTo>
                  <a:cubicBezTo>
                    <a:pt x="655" y="70"/>
                    <a:pt x="671" y="76"/>
                    <a:pt x="687" y="78"/>
                  </a:cubicBezTo>
                  <a:cubicBezTo>
                    <a:pt x="684" y="97"/>
                    <a:pt x="684" y="97"/>
                    <a:pt x="684" y="97"/>
                  </a:cubicBezTo>
                  <a:cubicBezTo>
                    <a:pt x="682" y="97"/>
                    <a:pt x="680" y="97"/>
                    <a:pt x="678" y="96"/>
                  </a:cubicBezTo>
                  <a:cubicBezTo>
                    <a:pt x="660" y="92"/>
                    <a:pt x="645" y="82"/>
                    <a:pt x="636" y="68"/>
                  </a:cubicBezTo>
                  <a:cubicBezTo>
                    <a:pt x="620" y="87"/>
                    <a:pt x="599" y="102"/>
                    <a:pt x="580" y="108"/>
                  </a:cubicBezTo>
                  <a:cubicBezTo>
                    <a:pt x="555" y="115"/>
                    <a:pt x="525" y="106"/>
                    <a:pt x="506" y="90"/>
                  </a:cubicBezTo>
                  <a:cubicBezTo>
                    <a:pt x="503" y="89"/>
                    <a:pt x="502" y="87"/>
                    <a:pt x="500" y="85"/>
                  </a:cubicBezTo>
                  <a:cubicBezTo>
                    <a:pt x="495" y="108"/>
                    <a:pt x="483" y="126"/>
                    <a:pt x="456" y="129"/>
                  </a:cubicBezTo>
                  <a:cubicBezTo>
                    <a:pt x="428" y="131"/>
                    <a:pt x="400" y="118"/>
                    <a:pt x="380" y="101"/>
                  </a:cubicBezTo>
                  <a:cubicBezTo>
                    <a:pt x="376" y="98"/>
                    <a:pt x="374" y="95"/>
                    <a:pt x="372" y="93"/>
                  </a:cubicBezTo>
                  <a:cubicBezTo>
                    <a:pt x="361" y="119"/>
                    <a:pt x="340" y="139"/>
                    <a:pt x="308" y="137"/>
                  </a:cubicBezTo>
                  <a:cubicBezTo>
                    <a:pt x="267" y="135"/>
                    <a:pt x="230" y="113"/>
                    <a:pt x="213" y="80"/>
                  </a:cubicBezTo>
                  <a:cubicBezTo>
                    <a:pt x="202" y="111"/>
                    <a:pt x="178" y="132"/>
                    <a:pt x="134" y="129"/>
                  </a:cubicBezTo>
                  <a:cubicBezTo>
                    <a:pt x="107" y="127"/>
                    <a:pt x="80" y="121"/>
                    <a:pt x="58" y="104"/>
                  </a:cubicBezTo>
                  <a:cubicBezTo>
                    <a:pt x="41" y="90"/>
                    <a:pt x="36" y="75"/>
                    <a:pt x="30" y="57"/>
                  </a:cubicBezTo>
                  <a:cubicBezTo>
                    <a:pt x="25" y="67"/>
                    <a:pt x="19" y="75"/>
                    <a:pt x="11" y="8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1" y="64"/>
                    <a:pt x="18" y="50"/>
                    <a:pt x="21" y="34"/>
                  </a:cubicBezTo>
                  <a:cubicBezTo>
                    <a:pt x="22" y="26"/>
                    <a:pt x="32" y="23"/>
                    <a:pt x="36" y="3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5" name="任意多边形: 形状 194" descr="966e3a68-e79d-4d9e-8724-5ede6d73e511"/>
            <p:cNvSpPr/>
            <p:nvPr/>
          </p:nvSpPr>
          <p:spPr bwMode="auto">
            <a:xfrm>
              <a:off x="2066925" y="3522663"/>
              <a:ext cx="954088" cy="407988"/>
            </a:xfrm>
            <a:custGeom>
              <a:avLst/>
              <a:gdLst>
                <a:gd name="T0" fmla="*/ 206 w 502"/>
                <a:gd name="T1" fmla="*/ 0 h 215"/>
                <a:gd name="T2" fmla="*/ 346 w 502"/>
                <a:gd name="T3" fmla="*/ 28 h 215"/>
                <a:gd name="T4" fmla="*/ 430 w 502"/>
                <a:gd name="T5" fmla="*/ 61 h 215"/>
                <a:gd name="T6" fmla="*/ 433 w 502"/>
                <a:gd name="T7" fmla="*/ 61 h 215"/>
                <a:gd name="T8" fmla="*/ 502 w 502"/>
                <a:gd name="T9" fmla="*/ 121 h 215"/>
                <a:gd name="T10" fmla="*/ 457 w 502"/>
                <a:gd name="T11" fmla="*/ 164 h 215"/>
                <a:gd name="T12" fmla="*/ 383 w 502"/>
                <a:gd name="T13" fmla="*/ 111 h 215"/>
                <a:gd name="T14" fmla="*/ 366 w 502"/>
                <a:gd name="T15" fmla="*/ 111 h 215"/>
                <a:gd name="T16" fmla="*/ 184 w 502"/>
                <a:gd name="T17" fmla="*/ 111 h 215"/>
                <a:gd name="T18" fmla="*/ 167 w 502"/>
                <a:gd name="T19" fmla="*/ 111 h 215"/>
                <a:gd name="T20" fmla="*/ 102 w 502"/>
                <a:gd name="T21" fmla="*/ 171 h 215"/>
                <a:gd name="T22" fmla="*/ 82 w 502"/>
                <a:gd name="T23" fmla="*/ 167 h 215"/>
                <a:gd name="T24" fmla="*/ 55 w 502"/>
                <a:gd name="T25" fmla="*/ 149 h 215"/>
                <a:gd name="T26" fmla="*/ 41 w 502"/>
                <a:gd name="T27" fmla="*/ 122 h 215"/>
                <a:gd name="T28" fmla="*/ 41 w 502"/>
                <a:gd name="T29" fmla="*/ 122 h 215"/>
                <a:gd name="T30" fmla="*/ 40 w 502"/>
                <a:gd name="T31" fmla="*/ 108 h 215"/>
                <a:gd name="T32" fmla="*/ 30 w 502"/>
                <a:gd name="T33" fmla="*/ 111 h 215"/>
                <a:gd name="T34" fmla="*/ 30 w 502"/>
                <a:gd name="T35" fmla="*/ 111 h 215"/>
                <a:gd name="T36" fmla="*/ 28 w 502"/>
                <a:gd name="T37" fmla="*/ 114 h 215"/>
                <a:gd name="T38" fmla="*/ 28 w 502"/>
                <a:gd name="T39" fmla="*/ 129 h 215"/>
                <a:gd name="T40" fmla="*/ 0 w 502"/>
                <a:gd name="T41" fmla="*/ 158 h 215"/>
                <a:gd name="T42" fmla="*/ 2 w 502"/>
                <a:gd name="T43" fmla="*/ 39 h 215"/>
                <a:gd name="T44" fmla="*/ 55 w 502"/>
                <a:gd name="T45" fmla="*/ 51 h 215"/>
                <a:gd name="T46" fmla="*/ 93 w 502"/>
                <a:gd name="T47" fmla="*/ 29 h 215"/>
                <a:gd name="T48" fmla="*/ 140 w 502"/>
                <a:gd name="T49" fmla="*/ 45 h 215"/>
                <a:gd name="T50" fmla="*/ 190 w 502"/>
                <a:gd name="T51" fmla="*/ 31 h 215"/>
                <a:gd name="T52" fmla="*/ 206 w 502"/>
                <a:gd name="T53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2" h="215">
                  <a:moveTo>
                    <a:pt x="206" y="0"/>
                  </a:moveTo>
                  <a:cubicBezTo>
                    <a:pt x="234" y="46"/>
                    <a:pt x="322" y="65"/>
                    <a:pt x="346" y="28"/>
                  </a:cubicBezTo>
                  <a:cubicBezTo>
                    <a:pt x="367" y="49"/>
                    <a:pt x="402" y="58"/>
                    <a:pt x="430" y="61"/>
                  </a:cubicBezTo>
                  <a:cubicBezTo>
                    <a:pt x="431" y="61"/>
                    <a:pt x="432" y="61"/>
                    <a:pt x="433" y="61"/>
                  </a:cubicBezTo>
                  <a:cubicBezTo>
                    <a:pt x="502" y="121"/>
                    <a:pt x="502" y="121"/>
                    <a:pt x="502" y="121"/>
                  </a:cubicBezTo>
                  <a:cubicBezTo>
                    <a:pt x="499" y="144"/>
                    <a:pt x="484" y="162"/>
                    <a:pt x="457" y="164"/>
                  </a:cubicBezTo>
                  <a:cubicBezTo>
                    <a:pt x="423" y="166"/>
                    <a:pt x="385" y="147"/>
                    <a:pt x="383" y="111"/>
                  </a:cubicBezTo>
                  <a:cubicBezTo>
                    <a:pt x="382" y="101"/>
                    <a:pt x="366" y="101"/>
                    <a:pt x="366" y="111"/>
                  </a:cubicBezTo>
                  <a:cubicBezTo>
                    <a:pt x="371" y="215"/>
                    <a:pt x="180" y="202"/>
                    <a:pt x="184" y="111"/>
                  </a:cubicBezTo>
                  <a:cubicBezTo>
                    <a:pt x="184" y="100"/>
                    <a:pt x="168" y="100"/>
                    <a:pt x="167" y="111"/>
                  </a:cubicBezTo>
                  <a:cubicBezTo>
                    <a:pt x="167" y="149"/>
                    <a:pt x="143" y="176"/>
                    <a:pt x="102" y="171"/>
                  </a:cubicBezTo>
                  <a:cubicBezTo>
                    <a:pt x="96" y="170"/>
                    <a:pt x="88" y="169"/>
                    <a:pt x="82" y="167"/>
                  </a:cubicBezTo>
                  <a:cubicBezTo>
                    <a:pt x="70" y="164"/>
                    <a:pt x="61" y="158"/>
                    <a:pt x="55" y="149"/>
                  </a:cubicBezTo>
                  <a:cubicBezTo>
                    <a:pt x="48" y="141"/>
                    <a:pt x="43" y="133"/>
                    <a:pt x="41" y="122"/>
                  </a:cubicBezTo>
                  <a:cubicBezTo>
                    <a:pt x="41" y="122"/>
                    <a:pt x="41" y="122"/>
                    <a:pt x="41" y="122"/>
                  </a:cubicBezTo>
                  <a:cubicBezTo>
                    <a:pt x="49" y="119"/>
                    <a:pt x="47" y="109"/>
                    <a:pt x="40" y="108"/>
                  </a:cubicBezTo>
                  <a:cubicBezTo>
                    <a:pt x="37" y="103"/>
                    <a:pt x="30" y="103"/>
                    <a:pt x="30" y="111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9" y="112"/>
                    <a:pt x="28" y="113"/>
                    <a:pt x="28" y="114"/>
                  </a:cubicBezTo>
                  <a:cubicBezTo>
                    <a:pt x="27" y="119"/>
                    <a:pt x="27" y="124"/>
                    <a:pt x="28" y="129"/>
                  </a:cubicBezTo>
                  <a:cubicBezTo>
                    <a:pt x="24" y="144"/>
                    <a:pt x="15" y="154"/>
                    <a:pt x="0" y="15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8" y="47"/>
                    <a:pt x="38" y="51"/>
                    <a:pt x="55" y="51"/>
                  </a:cubicBezTo>
                  <a:cubicBezTo>
                    <a:pt x="68" y="50"/>
                    <a:pt x="83" y="41"/>
                    <a:pt x="93" y="29"/>
                  </a:cubicBezTo>
                  <a:cubicBezTo>
                    <a:pt x="104" y="38"/>
                    <a:pt x="121" y="43"/>
                    <a:pt x="140" y="45"/>
                  </a:cubicBezTo>
                  <a:cubicBezTo>
                    <a:pt x="158" y="47"/>
                    <a:pt x="179" y="47"/>
                    <a:pt x="190" y="31"/>
                  </a:cubicBezTo>
                  <a:cubicBezTo>
                    <a:pt x="200" y="17"/>
                    <a:pt x="191" y="1"/>
                    <a:pt x="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6" name="任意多边形: 形状 195" descr="8974821a-39a3-4d1a-b6db-83c0d9e6167d"/>
            <p:cNvSpPr/>
            <p:nvPr/>
          </p:nvSpPr>
          <p:spPr bwMode="auto">
            <a:xfrm>
              <a:off x="2328863" y="2736850"/>
              <a:ext cx="1571625" cy="176213"/>
            </a:xfrm>
            <a:custGeom>
              <a:avLst/>
              <a:gdLst>
                <a:gd name="T0" fmla="*/ 241 w 827"/>
                <a:gd name="T1" fmla="*/ 57 h 93"/>
                <a:gd name="T2" fmla="*/ 168 w 827"/>
                <a:gd name="T3" fmla="*/ 84 h 93"/>
                <a:gd name="T4" fmla="*/ 92 w 827"/>
                <a:gd name="T5" fmla="*/ 49 h 93"/>
                <a:gd name="T6" fmla="*/ 39 w 827"/>
                <a:gd name="T7" fmla="*/ 73 h 93"/>
                <a:gd name="T8" fmla="*/ 0 w 827"/>
                <a:gd name="T9" fmla="*/ 72 h 93"/>
                <a:gd name="T10" fmla="*/ 109 w 827"/>
                <a:gd name="T11" fmla="*/ 39 h 93"/>
                <a:gd name="T12" fmla="*/ 160 w 827"/>
                <a:gd name="T13" fmla="*/ 66 h 93"/>
                <a:gd name="T14" fmla="*/ 231 w 827"/>
                <a:gd name="T15" fmla="*/ 29 h 93"/>
                <a:gd name="T16" fmla="*/ 236 w 827"/>
                <a:gd name="T17" fmla="*/ 23 h 93"/>
                <a:gd name="T18" fmla="*/ 247 w 827"/>
                <a:gd name="T19" fmla="*/ 30 h 93"/>
                <a:gd name="T20" fmla="*/ 334 w 827"/>
                <a:gd name="T21" fmla="*/ 73 h 93"/>
                <a:gd name="T22" fmla="*/ 403 w 827"/>
                <a:gd name="T23" fmla="*/ 30 h 93"/>
                <a:gd name="T24" fmla="*/ 419 w 827"/>
                <a:gd name="T25" fmla="*/ 28 h 93"/>
                <a:gd name="T26" fmla="*/ 477 w 827"/>
                <a:gd name="T27" fmla="*/ 53 h 93"/>
                <a:gd name="T28" fmla="*/ 518 w 827"/>
                <a:gd name="T29" fmla="*/ 46 h 93"/>
                <a:gd name="T30" fmla="*/ 546 w 827"/>
                <a:gd name="T31" fmla="*/ 25 h 93"/>
                <a:gd name="T32" fmla="*/ 551 w 827"/>
                <a:gd name="T33" fmla="*/ 6 h 93"/>
                <a:gd name="T34" fmla="*/ 566 w 827"/>
                <a:gd name="T35" fmla="*/ 8 h 93"/>
                <a:gd name="T36" fmla="*/ 562 w 827"/>
                <a:gd name="T37" fmla="*/ 31 h 93"/>
                <a:gd name="T38" fmla="*/ 635 w 827"/>
                <a:gd name="T39" fmla="*/ 51 h 93"/>
                <a:gd name="T40" fmla="*/ 692 w 827"/>
                <a:gd name="T41" fmla="*/ 12 h 93"/>
                <a:gd name="T42" fmla="*/ 710 w 827"/>
                <a:gd name="T43" fmla="*/ 12 h 93"/>
                <a:gd name="T44" fmla="*/ 781 w 827"/>
                <a:gd name="T45" fmla="*/ 59 h 93"/>
                <a:gd name="T46" fmla="*/ 827 w 827"/>
                <a:gd name="T47" fmla="*/ 52 h 93"/>
                <a:gd name="T48" fmla="*/ 822 w 827"/>
                <a:gd name="T49" fmla="*/ 75 h 93"/>
                <a:gd name="T50" fmla="*/ 780 w 827"/>
                <a:gd name="T51" fmla="*/ 78 h 93"/>
                <a:gd name="T52" fmla="*/ 701 w 827"/>
                <a:gd name="T53" fmla="*/ 41 h 93"/>
                <a:gd name="T54" fmla="*/ 554 w 827"/>
                <a:gd name="T55" fmla="*/ 43 h 93"/>
                <a:gd name="T56" fmla="*/ 491 w 827"/>
                <a:gd name="T57" fmla="*/ 70 h 93"/>
                <a:gd name="T58" fmla="*/ 418 w 827"/>
                <a:gd name="T59" fmla="*/ 53 h 93"/>
                <a:gd name="T60" fmla="*/ 333 w 827"/>
                <a:gd name="T61" fmla="*/ 89 h 93"/>
                <a:gd name="T62" fmla="*/ 241 w 827"/>
                <a:gd name="T63" fmla="*/ 5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6" h="93">
                  <a:moveTo>
                    <a:pt x="241" y="57"/>
                  </a:moveTo>
                  <a:cubicBezTo>
                    <a:pt x="229" y="82"/>
                    <a:pt x="203" y="89"/>
                    <a:pt x="168" y="84"/>
                  </a:cubicBezTo>
                  <a:cubicBezTo>
                    <a:pt x="149" y="81"/>
                    <a:pt x="110" y="69"/>
                    <a:pt x="92" y="49"/>
                  </a:cubicBezTo>
                  <a:cubicBezTo>
                    <a:pt x="76" y="62"/>
                    <a:pt x="50" y="71"/>
                    <a:pt x="39" y="73"/>
                  </a:cubicBezTo>
                  <a:cubicBezTo>
                    <a:pt x="28" y="75"/>
                    <a:pt x="14" y="75"/>
                    <a:pt x="0" y="72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26" y="46"/>
                    <a:pt x="141" y="61"/>
                    <a:pt x="160" y="66"/>
                  </a:cubicBezTo>
                  <a:cubicBezTo>
                    <a:pt x="193" y="73"/>
                    <a:pt x="231" y="71"/>
                    <a:pt x="231" y="29"/>
                  </a:cubicBezTo>
                  <a:cubicBezTo>
                    <a:pt x="231" y="26"/>
                    <a:pt x="233" y="24"/>
                    <a:pt x="236" y="23"/>
                  </a:cubicBezTo>
                  <a:cubicBezTo>
                    <a:pt x="240" y="21"/>
                    <a:pt x="247" y="24"/>
                    <a:pt x="247" y="30"/>
                  </a:cubicBezTo>
                  <a:cubicBezTo>
                    <a:pt x="246" y="65"/>
                    <a:pt x="310" y="71"/>
                    <a:pt x="334" y="73"/>
                  </a:cubicBezTo>
                  <a:cubicBezTo>
                    <a:pt x="366" y="76"/>
                    <a:pt x="405" y="68"/>
                    <a:pt x="403" y="30"/>
                  </a:cubicBezTo>
                  <a:cubicBezTo>
                    <a:pt x="402" y="20"/>
                    <a:pt x="418" y="19"/>
                    <a:pt x="419" y="28"/>
                  </a:cubicBezTo>
                  <a:cubicBezTo>
                    <a:pt x="422" y="45"/>
                    <a:pt x="465" y="52"/>
                    <a:pt x="477" y="53"/>
                  </a:cubicBezTo>
                  <a:cubicBezTo>
                    <a:pt x="491" y="54"/>
                    <a:pt x="505" y="51"/>
                    <a:pt x="518" y="46"/>
                  </a:cubicBezTo>
                  <a:cubicBezTo>
                    <a:pt x="525" y="43"/>
                    <a:pt x="539" y="35"/>
                    <a:pt x="546" y="25"/>
                  </a:cubicBezTo>
                  <a:cubicBezTo>
                    <a:pt x="545" y="19"/>
                    <a:pt x="547" y="12"/>
                    <a:pt x="551" y="6"/>
                  </a:cubicBezTo>
                  <a:cubicBezTo>
                    <a:pt x="555" y="0"/>
                    <a:pt x="565" y="1"/>
                    <a:pt x="566" y="8"/>
                  </a:cubicBezTo>
                  <a:cubicBezTo>
                    <a:pt x="567" y="17"/>
                    <a:pt x="566" y="24"/>
                    <a:pt x="562" y="31"/>
                  </a:cubicBezTo>
                  <a:cubicBezTo>
                    <a:pt x="570" y="50"/>
                    <a:pt x="621" y="52"/>
                    <a:pt x="635" y="51"/>
                  </a:cubicBezTo>
                  <a:cubicBezTo>
                    <a:pt x="661" y="50"/>
                    <a:pt x="692" y="42"/>
                    <a:pt x="692" y="12"/>
                  </a:cubicBezTo>
                  <a:cubicBezTo>
                    <a:pt x="692" y="0"/>
                    <a:pt x="710" y="1"/>
                    <a:pt x="710" y="12"/>
                  </a:cubicBezTo>
                  <a:cubicBezTo>
                    <a:pt x="709" y="44"/>
                    <a:pt x="756" y="56"/>
                    <a:pt x="781" y="59"/>
                  </a:cubicBezTo>
                  <a:cubicBezTo>
                    <a:pt x="792" y="61"/>
                    <a:pt x="810" y="59"/>
                    <a:pt x="827" y="52"/>
                  </a:cubicBezTo>
                  <a:cubicBezTo>
                    <a:pt x="822" y="75"/>
                    <a:pt x="822" y="75"/>
                    <a:pt x="822" y="75"/>
                  </a:cubicBezTo>
                  <a:cubicBezTo>
                    <a:pt x="807" y="79"/>
                    <a:pt x="792" y="80"/>
                    <a:pt x="780" y="78"/>
                  </a:cubicBezTo>
                  <a:cubicBezTo>
                    <a:pt x="754" y="74"/>
                    <a:pt x="718" y="64"/>
                    <a:pt x="701" y="41"/>
                  </a:cubicBezTo>
                  <a:cubicBezTo>
                    <a:pt x="673" y="84"/>
                    <a:pt x="582" y="75"/>
                    <a:pt x="554" y="43"/>
                  </a:cubicBezTo>
                  <a:cubicBezTo>
                    <a:pt x="538" y="59"/>
                    <a:pt x="511" y="68"/>
                    <a:pt x="491" y="70"/>
                  </a:cubicBezTo>
                  <a:cubicBezTo>
                    <a:pt x="472" y="71"/>
                    <a:pt x="438" y="67"/>
                    <a:pt x="418" y="53"/>
                  </a:cubicBezTo>
                  <a:cubicBezTo>
                    <a:pt x="410" y="88"/>
                    <a:pt x="375" y="93"/>
                    <a:pt x="333" y="89"/>
                  </a:cubicBezTo>
                  <a:cubicBezTo>
                    <a:pt x="305" y="87"/>
                    <a:pt x="260" y="81"/>
                    <a:pt x="241" y="57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7" name="任意多边形: 形状 196" descr="dbf0d6dd-4d3f-4db2-8136-88acab23a162"/>
            <p:cNvSpPr/>
            <p:nvPr/>
          </p:nvSpPr>
          <p:spPr bwMode="auto">
            <a:xfrm>
              <a:off x="2070100" y="3267075"/>
              <a:ext cx="646113" cy="323850"/>
            </a:xfrm>
            <a:custGeom>
              <a:avLst/>
              <a:gdLst>
                <a:gd name="T0" fmla="*/ 236 w 340"/>
                <a:gd name="T1" fmla="*/ 28 h 170"/>
                <a:gd name="T2" fmla="*/ 340 w 340"/>
                <a:gd name="T3" fmla="*/ 118 h 170"/>
                <a:gd name="T4" fmla="*/ 335 w 340"/>
                <a:gd name="T5" fmla="*/ 120 h 170"/>
                <a:gd name="T6" fmla="*/ 330 w 340"/>
                <a:gd name="T7" fmla="*/ 123 h 170"/>
                <a:gd name="T8" fmla="*/ 327 w 340"/>
                <a:gd name="T9" fmla="*/ 131 h 170"/>
                <a:gd name="T10" fmla="*/ 329 w 340"/>
                <a:gd name="T11" fmla="*/ 136 h 170"/>
                <a:gd name="T12" fmla="*/ 319 w 340"/>
                <a:gd name="T13" fmla="*/ 160 h 170"/>
                <a:gd name="T14" fmla="*/ 288 w 340"/>
                <a:gd name="T15" fmla="*/ 168 h 170"/>
                <a:gd name="T16" fmla="*/ 249 w 340"/>
                <a:gd name="T17" fmla="*/ 153 h 170"/>
                <a:gd name="T18" fmla="*/ 209 w 340"/>
                <a:gd name="T19" fmla="*/ 112 h 170"/>
                <a:gd name="T20" fmla="*/ 197 w 340"/>
                <a:gd name="T21" fmla="*/ 115 h 170"/>
                <a:gd name="T22" fmla="*/ 189 w 340"/>
                <a:gd name="T23" fmla="*/ 113 h 170"/>
                <a:gd name="T24" fmla="*/ 180 w 340"/>
                <a:gd name="T25" fmla="*/ 119 h 170"/>
                <a:gd name="T26" fmla="*/ 148 w 340"/>
                <a:gd name="T27" fmla="*/ 162 h 170"/>
                <a:gd name="T28" fmla="*/ 100 w 340"/>
                <a:gd name="T29" fmla="*/ 146 h 170"/>
                <a:gd name="T30" fmla="*/ 93 w 340"/>
                <a:gd name="T31" fmla="*/ 113 h 170"/>
                <a:gd name="T32" fmla="*/ 79 w 340"/>
                <a:gd name="T33" fmla="*/ 116 h 170"/>
                <a:gd name="T34" fmla="*/ 80 w 340"/>
                <a:gd name="T35" fmla="*/ 148 h 170"/>
                <a:gd name="T36" fmla="*/ 48 w 340"/>
                <a:gd name="T37" fmla="*/ 168 h 170"/>
                <a:gd name="T38" fmla="*/ 0 w 340"/>
                <a:gd name="T39" fmla="*/ 155 h 170"/>
                <a:gd name="T40" fmla="*/ 2 w 340"/>
                <a:gd name="T41" fmla="*/ 35 h 170"/>
                <a:gd name="T42" fmla="*/ 7 w 340"/>
                <a:gd name="T43" fmla="*/ 32 h 170"/>
                <a:gd name="T44" fmla="*/ 27 w 340"/>
                <a:gd name="T45" fmla="*/ 27 h 170"/>
                <a:gd name="T46" fmla="*/ 30 w 340"/>
                <a:gd name="T47" fmla="*/ 24 h 170"/>
                <a:gd name="T48" fmla="*/ 76 w 340"/>
                <a:gd name="T49" fmla="*/ 38 h 170"/>
                <a:gd name="T50" fmla="*/ 114 w 340"/>
                <a:gd name="T51" fmla="*/ 0 h 170"/>
                <a:gd name="T52" fmla="*/ 151 w 340"/>
                <a:gd name="T53" fmla="*/ 46 h 170"/>
                <a:gd name="T54" fmla="*/ 236 w 340"/>
                <a:gd name="T55" fmla="*/ 28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0" h="170">
                  <a:moveTo>
                    <a:pt x="236" y="28"/>
                  </a:moveTo>
                  <a:cubicBezTo>
                    <a:pt x="340" y="118"/>
                    <a:pt x="340" y="118"/>
                    <a:pt x="340" y="118"/>
                  </a:cubicBezTo>
                  <a:cubicBezTo>
                    <a:pt x="338" y="118"/>
                    <a:pt x="336" y="118"/>
                    <a:pt x="335" y="120"/>
                  </a:cubicBezTo>
                  <a:cubicBezTo>
                    <a:pt x="333" y="121"/>
                    <a:pt x="332" y="122"/>
                    <a:pt x="330" y="123"/>
                  </a:cubicBezTo>
                  <a:cubicBezTo>
                    <a:pt x="328" y="125"/>
                    <a:pt x="327" y="129"/>
                    <a:pt x="327" y="131"/>
                  </a:cubicBezTo>
                  <a:cubicBezTo>
                    <a:pt x="328" y="133"/>
                    <a:pt x="328" y="135"/>
                    <a:pt x="329" y="136"/>
                  </a:cubicBezTo>
                  <a:cubicBezTo>
                    <a:pt x="326" y="144"/>
                    <a:pt x="322" y="152"/>
                    <a:pt x="319" y="160"/>
                  </a:cubicBezTo>
                  <a:cubicBezTo>
                    <a:pt x="309" y="166"/>
                    <a:pt x="299" y="169"/>
                    <a:pt x="288" y="168"/>
                  </a:cubicBezTo>
                  <a:cubicBezTo>
                    <a:pt x="275" y="167"/>
                    <a:pt x="261" y="161"/>
                    <a:pt x="249" y="153"/>
                  </a:cubicBezTo>
                  <a:cubicBezTo>
                    <a:pt x="238" y="146"/>
                    <a:pt x="213" y="126"/>
                    <a:pt x="209" y="112"/>
                  </a:cubicBezTo>
                  <a:cubicBezTo>
                    <a:pt x="207" y="104"/>
                    <a:pt x="195" y="107"/>
                    <a:pt x="197" y="115"/>
                  </a:cubicBezTo>
                  <a:cubicBezTo>
                    <a:pt x="195" y="114"/>
                    <a:pt x="192" y="113"/>
                    <a:pt x="189" y="113"/>
                  </a:cubicBezTo>
                  <a:cubicBezTo>
                    <a:pt x="186" y="112"/>
                    <a:pt x="181" y="115"/>
                    <a:pt x="180" y="119"/>
                  </a:cubicBezTo>
                  <a:cubicBezTo>
                    <a:pt x="175" y="138"/>
                    <a:pt x="181" y="157"/>
                    <a:pt x="148" y="162"/>
                  </a:cubicBezTo>
                  <a:cubicBezTo>
                    <a:pt x="133" y="164"/>
                    <a:pt x="111" y="159"/>
                    <a:pt x="100" y="146"/>
                  </a:cubicBezTo>
                  <a:cubicBezTo>
                    <a:pt x="104" y="135"/>
                    <a:pt x="103" y="122"/>
                    <a:pt x="93" y="113"/>
                  </a:cubicBezTo>
                  <a:cubicBezTo>
                    <a:pt x="89" y="108"/>
                    <a:pt x="81" y="110"/>
                    <a:pt x="79" y="116"/>
                  </a:cubicBezTo>
                  <a:cubicBezTo>
                    <a:pt x="75" y="129"/>
                    <a:pt x="76" y="140"/>
                    <a:pt x="80" y="148"/>
                  </a:cubicBezTo>
                  <a:cubicBezTo>
                    <a:pt x="70" y="159"/>
                    <a:pt x="53" y="168"/>
                    <a:pt x="48" y="168"/>
                  </a:cubicBezTo>
                  <a:cubicBezTo>
                    <a:pt x="36" y="170"/>
                    <a:pt x="14" y="165"/>
                    <a:pt x="0" y="15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4" y="34"/>
                    <a:pt x="6" y="33"/>
                    <a:pt x="7" y="32"/>
                  </a:cubicBezTo>
                  <a:cubicBezTo>
                    <a:pt x="14" y="34"/>
                    <a:pt x="22" y="32"/>
                    <a:pt x="27" y="27"/>
                  </a:cubicBezTo>
                  <a:cubicBezTo>
                    <a:pt x="29" y="26"/>
                    <a:pt x="30" y="25"/>
                    <a:pt x="30" y="24"/>
                  </a:cubicBezTo>
                  <a:cubicBezTo>
                    <a:pt x="43" y="36"/>
                    <a:pt x="61" y="43"/>
                    <a:pt x="76" y="38"/>
                  </a:cubicBezTo>
                  <a:cubicBezTo>
                    <a:pt x="93" y="32"/>
                    <a:pt x="106" y="15"/>
                    <a:pt x="114" y="0"/>
                  </a:cubicBezTo>
                  <a:cubicBezTo>
                    <a:pt x="121" y="20"/>
                    <a:pt x="135" y="39"/>
                    <a:pt x="151" y="46"/>
                  </a:cubicBezTo>
                  <a:cubicBezTo>
                    <a:pt x="181" y="59"/>
                    <a:pt x="214" y="49"/>
                    <a:pt x="236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" name="任意多边形: 形状 197" descr="31c847d2-157d-4949-9787-88403c66038d"/>
            <p:cNvSpPr/>
            <p:nvPr/>
          </p:nvSpPr>
          <p:spPr bwMode="auto">
            <a:xfrm>
              <a:off x="2230438" y="2965450"/>
              <a:ext cx="1641475" cy="204788"/>
            </a:xfrm>
            <a:custGeom>
              <a:avLst/>
              <a:gdLst>
                <a:gd name="T0" fmla="*/ 95 w 864"/>
                <a:gd name="T1" fmla="*/ 25 h 108"/>
                <a:gd name="T2" fmla="*/ 214 w 864"/>
                <a:gd name="T3" fmla="*/ 17 h 108"/>
                <a:gd name="T4" fmla="*/ 234 w 864"/>
                <a:gd name="T5" fmla="*/ 25 h 108"/>
                <a:gd name="T6" fmla="*/ 286 w 864"/>
                <a:gd name="T7" fmla="*/ 56 h 108"/>
                <a:gd name="T8" fmla="*/ 310 w 864"/>
                <a:gd name="T9" fmla="*/ 52 h 108"/>
                <a:gd name="T10" fmla="*/ 331 w 864"/>
                <a:gd name="T11" fmla="*/ 35 h 108"/>
                <a:gd name="T12" fmla="*/ 331 w 864"/>
                <a:gd name="T13" fmla="*/ 18 h 108"/>
                <a:gd name="T14" fmla="*/ 346 w 864"/>
                <a:gd name="T15" fmla="*/ 15 h 108"/>
                <a:gd name="T16" fmla="*/ 351 w 864"/>
                <a:gd name="T17" fmla="*/ 37 h 108"/>
                <a:gd name="T18" fmla="*/ 414 w 864"/>
                <a:gd name="T19" fmla="*/ 66 h 108"/>
                <a:gd name="T20" fmla="*/ 486 w 864"/>
                <a:gd name="T21" fmla="*/ 34 h 108"/>
                <a:gd name="T22" fmla="*/ 502 w 864"/>
                <a:gd name="T23" fmla="*/ 31 h 108"/>
                <a:gd name="T24" fmla="*/ 680 w 864"/>
                <a:gd name="T25" fmla="*/ 40 h 108"/>
                <a:gd name="T26" fmla="*/ 686 w 864"/>
                <a:gd name="T27" fmla="*/ 11 h 108"/>
                <a:gd name="T28" fmla="*/ 698 w 864"/>
                <a:gd name="T29" fmla="*/ 18 h 108"/>
                <a:gd name="T30" fmla="*/ 700 w 864"/>
                <a:gd name="T31" fmla="*/ 31 h 108"/>
                <a:gd name="T32" fmla="*/ 728 w 864"/>
                <a:gd name="T33" fmla="*/ 49 h 108"/>
                <a:gd name="T34" fmla="*/ 799 w 864"/>
                <a:gd name="T35" fmla="*/ 55 h 108"/>
                <a:gd name="T36" fmla="*/ 841 w 864"/>
                <a:gd name="T37" fmla="*/ 32 h 108"/>
                <a:gd name="T38" fmla="*/ 848 w 864"/>
                <a:gd name="T39" fmla="*/ 8 h 108"/>
                <a:gd name="T40" fmla="*/ 864 w 864"/>
                <a:gd name="T41" fmla="*/ 7 h 108"/>
                <a:gd name="T42" fmla="*/ 855 w 864"/>
                <a:gd name="T43" fmla="*/ 51 h 108"/>
                <a:gd name="T44" fmla="*/ 854 w 864"/>
                <a:gd name="T45" fmla="*/ 50 h 108"/>
                <a:gd name="T46" fmla="*/ 719 w 864"/>
                <a:gd name="T47" fmla="*/ 67 h 108"/>
                <a:gd name="T48" fmla="*/ 696 w 864"/>
                <a:gd name="T49" fmla="*/ 54 h 108"/>
                <a:gd name="T50" fmla="*/ 499 w 864"/>
                <a:gd name="T51" fmla="*/ 51 h 108"/>
                <a:gd name="T52" fmla="*/ 404 w 864"/>
                <a:gd name="T53" fmla="*/ 83 h 108"/>
                <a:gd name="T54" fmla="*/ 341 w 864"/>
                <a:gd name="T55" fmla="*/ 51 h 108"/>
                <a:gd name="T56" fmla="*/ 325 w 864"/>
                <a:gd name="T57" fmla="*/ 64 h 108"/>
                <a:gd name="T58" fmla="*/ 282 w 864"/>
                <a:gd name="T59" fmla="*/ 73 h 108"/>
                <a:gd name="T60" fmla="*/ 229 w 864"/>
                <a:gd name="T61" fmla="*/ 59 h 108"/>
                <a:gd name="T62" fmla="*/ 218 w 864"/>
                <a:gd name="T63" fmla="*/ 46 h 108"/>
                <a:gd name="T64" fmla="*/ 149 w 864"/>
                <a:gd name="T65" fmla="*/ 69 h 108"/>
                <a:gd name="T66" fmla="*/ 68 w 864"/>
                <a:gd name="T67" fmla="*/ 28 h 108"/>
                <a:gd name="T68" fmla="*/ 57 w 864"/>
                <a:gd name="T69" fmla="*/ 43 h 108"/>
                <a:gd name="T70" fmla="*/ 32 w 864"/>
                <a:gd name="T71" fmla="*/ 67 h 108"/>
                <a:gd name="T72" fmla="*/ 19 w 864"/>
                <a:gd name="T73" fmla="*/ 73 h 108"/>
                <a:gd name="T74" fmla="*/ 0 w 864"/>
                <a:gd name="T75" fmla="*/ 57 h 108"/>
                <a:gd name="T76" fmla="*/ 52 w 864"/>
                <a:gd name="T77" fmla="*/ 13 h 108"/>
                <a:gd name="T78" fmla="*/ 93 w 864"/>
                <a:gd name="T79" fmla="*/ 20 h 108"/>
                <a:gd name="T80" fmla="*/ 95 w 864"/>
                <a:gd name="T81" fmla="*/ 2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64" h="108">
                  <a:moveTo>
                    <a:pt x="95" y="25"/>
                  </a:moveTo>
                  <a:cubicBezTo>
                    <a:pt x="135" y="49"/>
                    <a:pt x="182" y="63"/>
                    <a:pt x="214" y="17"/>
                  </a:cubicBezTo>
                  <a:cubicBezTo>
                    <a:pt x="221" y="7"/>
                    <a:pt x="237" y="13"/>
                    <a:pt x="234" y="25"/>
                  </a:cubicBezTo>
                  <a:cubicBezTo>
                    <a:pt x="229" y="44"/>
                    <a:pt x="273" y="48"/>
                    <a:pt x="286" y="56"/>
                  </a:cubicBezTo>
                  <a:cubicBezTo>
                    <a:pt x="294" y="57"/>
                    <a:pt x="303" y="56"/>
                    <a:pt x="310" y="52"/>
                  </a:cubicBezTo>
                  <a:cubicBezTo>
                    <a:pt x="314" y="51"/>
                    <a:pt x="326" y="42"/>
                    <a:pt x="331" y="35"/>
                  </a:cubicBezTo>
                  <a:cubicBezTo>
                    <a:pt x="330" y="30"/>
                    <a:pt x="329" y="24"/>
                    <a:pt x="331" y="18"/>
                  </a:cubicBezTo>
                  <a:cubicBezTo>
                    <a:pt x="332" y="11"/>
                    <a:pt x="342" y="11"/>
                    <a:pt x="346" y="15"/>
                  </a:cubicBezTo>
                  <a:cubicBezTo>
                    <a:pt x="353" y="22"/>
                    <a:pt x="354" y="30"/>
                    <a:pt x="351" y="37"/>
                  </a:cubicBezTo>
                  <a:cubicBezTo>
                    <a:pt x="362" y="55"/>
                    <a:pt x="402" y="65"/>
                    <a:pt x="414" y="66"/>
                  </a:cubicBezTo>
                  <a:cubicBezTo>
                    <a:pt x="433" y="67"/>
                    <a:pt x="485" y="61"/>
                    <a:pt x="486" y="34"/>
                  </a:cubicBezTo>
                  <a:cubicBezTo>
                    <a:pt x="486" y="25"/>
                    <a:pt x="498" y="24"/>
                    <a:pt x="502" y="31"/>
                  </a:cubicBezTo>
                  <a:cubicBezTo>
                    <a:pt x="524" y="63"/>
                    <a:pt x="670" y="94"/>
                    <a:pt x="680" y="40"/>
                  </a:cubicBezTo>
                  <a:cubicBezTo>
                    <a:pt x="670" y="29"/>
                    <a:pt x="667" y="17"/>
                    <a:pt x="686" y="11"/>
                  </a:cubicBezTo>
                  <a:cubicBezTo>
                    <a:pt x="691" y="9"/>
                    <a:pt x="697" y="13"/>
                    <a:pt x="698" y="18"/>
                  </a:cubicBezTo>
                  <a:cubicBezTo>
                    <a:pt x="699" y="23"/>
                    <a:pt x="699" y="27"/>
                    <a:pt x="700" y="31"/>
                  </a:cubicBezTo>
                  <a:cubicBezTo>
                    <a:pt x="709" y="36"/>
                    <a:pt x="720" y="46"/>
                    <a:pt x="728" y="49"/>
                  </a:cubicBezTo>
                  <a:cubicBezTo>
                    <a:pt x="746" y="57"/>
                    <a:pt x="779" y="59"/>
                    <a:pt x="799" y="55"/>
                  </a:cubicBezTo>
                  <a:cubicBezTo>
                    <a:pt x="809" y="53"/>
                    <a:pt x="830" y="43"/>
                    <a:pt x="841" y="32"/>
                  </a:cubicBezTo>
                  <a:cubicBezTo>
                    <a:pt x="840" y="25"/>
                    <a:pt x="842" y="17"/>
                    <a:pt x="848" y="8"/>
                  </a:cubicBezTo>
                  <a:cubicBezTo>
                    <a:pt x="852" y="4"/>
                    <a:pt x="860" y="3"/>
                    <a:pt x="864" y="7"/>
                  </a:cubicBezTo>
                  <a:cubicBezTo>
                    <a:pt x="855" y="51"/>
                    <a:pt x="855" y="51"/>
                    <a:pt x="855" y="51"/>
                  </a:cubicBezTo>
                  <a:cubicBezTo>
                    <a:pt x="855" y="51"/>
                    <a:pt x="854" y="50"/>
                    <a:pt x="854" y="50"/>
                  </a:cubicBezTo>
                  <a:cubicBezTo>
                    <a:pt x="824" y="80"/>
                    <a:pt x="750" y="80"/>
                    <a:pt x="719" y="67"/>
                  </a:cubicBezTo>
                  <a:cubicBezTo>
                    <a:pt x="714" y="65"/>
                    <a:pt x="705" y="60"/>
                    <a:pt x="696" y="54"/>
                  </a:cubicBezTo>
                  <a:cubicBezTo>
                    <a:pt x="673" y="108"/>
                    <a:pt x="546" y="91"/>
                    <a:pt x="499" y="51"/>
                  </a:cubicBezTo>
                  <a:cubicBezTo>
                    <a:pt x="484" y="80"/>
                    <a:pt x="433" y="87"/>
                    <a:pt x="404" y="83"/>
                  </a:cubicBezTo>
                  <a:cubicBezTo>
                    <a:pt x="385" y="80"/>
                    <a:pt x="356" y="69"/>
                    <a:pt x="341" y="51"/>
                  </a:cubicBezTo>
                  <a:cubicBezTo>
                    <a:pt x="336" y="56"/>
                    <a:pt x="330" y="60"/>
                    <a:pt x="325" y="64"/>
                  </a:cubicBezTo>
                  <a:cubicBezTo>
                    <a:pt x="312" y="71"/>
                    <a:pt x="297" y="74"/>
                    <a:pt x="282" y="73"/>
                  </a:cubicBezTo>
                  <a:cubicBezTo>
                    <a:pt x="266" y="77"/>
                    <a:pt x="242" y="67"/>
                    <a:pt x="229" y="59"/>
                  </a:cubicBezTo>
                  <a:cubicBezTo>
                    <a:pt x="224" y="55"/>
                    <a:pt x="221" y="51"/>
                    <a:pt x="218" y="46"/>
                  </a:cubicBezTo>
                  <a:cubicBezTo>
                    <a:pt x="200" y="64"/>
                    <a:pt x="177" y="72"/>
                    <a:pt x="149" y="69"/>
                  </a:cubicBezTo>
                  <a:cubicBezTo>
                    <a:pt x="125" y="67"/>
                    <a:pt x="81" y="53"/>
                    <a:pt x="68" y="28"/>
                  </a:cubicBezTo>
                  <a:cubicBezTo>
                    <a:pt x="64" y="30"/>
                    <a:pt x="62" y="36"/>
                    <a:pt x="57" y="43"/>
                  </a:cubicBezTo>
                  <a:cubicBezTo>
                    <a:pt x="50" y="52"/>
                    <a:pt x="42" y="60"/>
                    <a:pt x="32" y="67"/>
                  </a:cubicBezTo>
                  <a:cubicBezTo>
                    <a:pt x="28" y="70"/>
                    <a:pt x="24" y="72"/>
                    <a:pt x="19" y="73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26" y="52"/>
                    <a:pt x="31" y="30"/>
                    <a:pt x="52" y="13"/>
                  </a:cubicBezTo>
                  <a:cubicBezTo>
                    <a:pt x="67" y="0"/>
                    <a:pt x="79" y="6"/>
                    <a:pt x="93" y="20"/>
                  </a:cubicBezTo>
                  <a:cubicBezTo>
                    <a:pt x="94" y="22"/>
                    <a:pt x="95" y="23"/>
                    <a:pt x="95" y="2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9" name="任意多边形: 形状 198" descr="01c6bf4e-864a-481f-8fee-faa993245a1e"/>
            <p:cNvSpPr/>
            <p:nvPr/>
          </p:nvSpPr>
          <p:spPr bwMode="auto">
            <a:xfrm>
              <a:off x="2306638" y="3154363"/>
              <a:ext cx="190500" cy="185738"/>
            </a:xfrm>
            <a:custGeom>
              <a:avLst/>
              <a:gdLst>
                <a:gd name="T0" fmla="*/ 9 w 101"/>
                <a:gd name="T1" fmla="*/ 0 h 98"/>
                <a:gd name="T2" fmla="*/ 101 w 101"/>
                <a:gd name="T3" fmla="*/ 79 h 98"/>
                <a:gd name="T4" fmla="*/ 34 w 101"/>
                <a:gd name="T5" fmla="*/ 88 h 98"/>
                <a:gd name="T6" fmla="*/ 0 w 101"/>
                <a:gd name="T7" fmla="*/ 39 h 98"/>
                <a:gd name="T8" fmla="*/ 8 w 101"/>
                <a:gd name="T9" fmla="*/ 9 h 98"/>
                <a:gd name="T10" fmla="*/ 6 w 101"/>
                <a:gd name="T11" fmla="*/ 4 h 98"/>
                <a:gd name="T12" fmla="*/ 9 w 101"/>
                <a:gd name="T13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98">
                  <a:moveTo>
                    <a:pt x="9" y="0"/>
                  </a:moveTo>
                  <a:cubicBezTo>
                    <a:pt x="101" y="79"/>
                    <a:pt x="101" y="79"/>
                    <a:pt x="101" y="79"/>
                  </a:cubicBezTo>
                  <a:cubicBezTo>
                    <a:pt x="83" y="94"/>
                    <a:pt x="57" y="98"/>
                    <a:pt x="34" y="88"/>
                  </a:cubicBezTo>
                  <a:cubicBezTo>
                    <a:pt x="21" y="82"/>
                    <a:pt x="4" y="60"/>
                    <a:pt x="0" y="39"/>
                  </a:cubicBezTo>
                  <a:cubicBezTo>
                    <a:pt x="4" y="28"/>
                    <a:pt x="8" y="17"/>
                    <a:pt x="8" y="9"/>
                  </a:cubicBezTo>
                  <a:cubicBezTo>
                    <a:pt x="8" y="7"/>
                    <a:pt x="7" y="5"/>
                    <a:pt x="6" y="4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0" name="任意多边形: 形状 199" descr="6b1de68e-211d-4ee0-8007-806ca6edd265"/>
            <p:cNvSpPr/>
            <p:nvPr/>
          </p:nvSpPr>
          <p:spPr bwMode="auto">
            <a:xfrm>
              <a:off x="2079625" y="2946400"/>
              <a:ext cx="150813" cy="131763"/>
            </a:xfrm>
            <a:custGeom>
              <a:avLst/>
              <a:gdLst>
                <a:gd name="T0" fmla="*/ 1 w 79"/>
                <a:gd name="T1" fmla="*/ 0 h 69"/>
                <a:gd name="T2" fmla="*/ 79 w 79"/>
                <a:gd name="T3" fmla="*/ 67 h 69"/>
                <a:gd name="T4" fmla="*/ 65 w 79"/>
                <a:gd name="T5" fmla="*/ 69 h 69"/>
                <a:gd name="T6" fmla="*/ 0 w 79"/>
                <a:gd name="T7" fmla="*/ 41 h 69"/>
                <a:gd name="T8" fmla="*/ 1 w 79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69">
                  <a:moveTo>
                    <a:pt x="1" y="0"/>
                  </a:moveTo>
                  <a:cubicBezTo>
                    <a:pt x="79" y="67"/>
                    <a:pt x="79" y="67"/>
                    <a:pt x="79" y="67"/>
                  </a:cubicBezTo>
                  <a:cubicBezTo>
                    <a:pt x="75" y="68"/>
                    <a:pt x="71" y="69"/>
                    <a:pt x="65" y="69"/>
                  </a:cubicBezTo>
                  <a:cubicBezTo>
                    <a:pt x="41" y="69"/>
                    <a:pt x="8" y="64"/>
                    <a:pt x="0" y="4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1" name="任意多边形: 形状 200" descr="938e8237-da82-4cb5-9e36-2e43db330b68"/>
            <p:cNvSpPr/>
            <p:nvPr/>
          </p:nvSpPr>
          <p:spPr bwMode="auto">
            <a:xfrm>
              <a:off x="2058988" y="4116388"/>
              <a:ext cx="1538288" cy="158750"/>
            </a:xfrm>
            <a:custGeom>
              <a:avLst/>
              <a:gdLst>
                <a:gd name="T0" fmla="*/ 340 w 809"/>
                <a:gd name="T1" fmla="*/ 62 h 84"/>
                <a:gd name="T2" fmla="*/ 291 w 809"/>
                <a:gd name="T3" fmla="*/ 55 h 84"/>
                <a:gd name="T4" fmla="*/ 257 w 809"/>
                <a:gd name="T5" fmla="*/ 59 h 84"/>
                <a:gd name="T6" fmla="*/ 243 w 809"/>
                <a:gd name="T7" fmla="*/ 68 h 84"/>
                <a:gd name="T8" fmla="*/ 137 w 809"/>
                <a:gd name="T9" fmla="*/ 41 h 84"/>
                <a:gd name="T10" fmla="*/ 0 w 809"/>
                <a:gd name="T11" fmla="*/ 65 h 84"/>
                <a:gd name="T12" fmla="*/ 0 w 809"/>
                <a:gd name="T13" fmla="*/ 45 h 84"/>
                <a:gd name="T14" fmla="*/ 125 w 809"/>
                <a:gd name="T15" fmla="*/ 17 h 84"/>
                <a:gd name="T16" fmla="*/ 143 w 809"/>
                <a:gd name="T17" fmla="*/ 15 h 84"/>
                <a:gd name="T18" fmla="*/ 211 w 809"/>
                <a:gd name="T19" fmla="*/ 55 h 84"/>
                <a:gd name="T20" fmla="*/ 268 w 809"/>
                <a:gd name="T21" fmla="*/ 29 h 84"/>
                <a:gd name="T22" fmla="*/ 321 w 809"/>
                <a:gd name="T23" fmla="*/ 43 h 84"/>
                <a:gd name="T24" fmla="*/ 401 w 809"/>
                <a:gd name="T25" fmla="*/ 30 h 84"/>
                <a:gd name="T26" fmla="*/ 410 w 809"/>
                <a:gd name="T27" fmla="*/ 29 h 84"/>
                <a:gd name="T28" fmla="*/ 414 w 809"/>
                <a:gd name="T29" fmla="*/ 30 h 84"/>
                <a:gd name="T30" fmla="*/ 454 w 809"/>
                <a:gd name="T31" fmla="*/ 31 h 84"/>
                <a:gd name="T32" fmla="*/ 479 w 809"/>
                <a:gd name="T33" fmla="*/ 9 h 84"/>
                <a:gd name="T34" fmla="*/ 479 w 809"/>
                <a:gd name="T35" fmla="*/ 9 h 84"/>
                <a:gd name="T36" fmla="*/ 493 w 809"/>
                <a:gd name="T37" fmla="*/ 9 h 84"/>
                <a:gd name="T38" fmla="*/ 627 w 809"/>
                <a:gd name="T39" fmla="*/ 37 h 84"/>
                <a:gd name="T40" fmla="*/ 632 w 809"/>
                <a:gd name="T41" fmla="*/ 10 h 84"/>
                <a:gd name="T42" fmla="*/ 637 w 809"/>
                <a:gd name="T43" fmla="*/ 8 h 84"/>
                <a:gd name="T44" fmla="*/ 644 w 809"/>
                <a:gd name="T45" fmla="*/ 13 h 84"/>
                <a:gd name="T46" fmla="*/ 643 w 809"/>
                <a:gd name="T47" fmla="*/ 37 h 84"/>
                <a:gd name="T48" fmla="*/ 699 w 809"/>
                <a:gd name="T49" fmla="*/ 61 h 84"/>
                <a:gd name="T50" fmla="*/ 771 w 809"/>
                <a:gd name="T51" fmla="*/ 35 h 84"/>
                <a:gd name="T52" fmla="*/ 809 w 809"/>
                <a:gd name="T53" fmla="*/ 68 h 84"/>
                <a:gd name="T54" fmla="*/ 781 w 809"/>
                <a:gd name="T55" fmla="*/ 47 h 84"/>
                <a:gd name="T56" fmla="*/ 672 w 809"/>
                <a:gd name="T57" fmla="*/ 72 h 84"/>
                <a:gd name="T58" fmla="*/ 638 w 809"/>
                <a:gd name="T59" fmla="*/ 51 h 84"/>
                <a:gd name="T60" fmla="*/ 580 w 809"/>
                <a:gd name="T61" fmla="*/ 76 h 84"/>
                <a:gd name="T62" fmla="*/ 483 w 809"/>
                <a:gd name="T63" fmla="*/ 25 h 84"/>
                <a:gd name="T64" fmla="*/ 454 w 809"/>
                <a:gd name="T65" fmla="*/ 48 h 84"/>
                <a:gd name="T66" fmla="*/ 404 w 809"/>
                <a:gd name="T67" fmla="*/ 48 h 84"/>
                <a:gd name="T68" fmla="*/ 403 w 809"/>
                <a:gd name="T69" fmla="*/ 47 h 84"/>
                <a:gd name="T70" fmla="*/ 340 w 809"/>
                <a:gd name="T71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09" h="84">
                  <a:moveTo>
                    <a:pt x="340" y="62"/>
                  </a:moveTo>
                  <a:cubicBezTo>
                    <a:pt x="322" y="63"/>
                    <a:pt x="308" y="59"/>
                    <a:pt x="291" y="55"/>
                  </a:cubicBezTo>
                  <a:cubicBezTo>
                    <a:pt x="275" y="51"/>
                    <a:pt x="272" y="50"/>
                    <a:pt x="257" y="59"/>
                  </a:cubicBezTo>
                  <a:cubicBezTo>
                    <a:pt x="253" y="62"/>
                    <a:pt x="249" y="66"/>
                    <a:pt x="243" y="68"/>
                  </a:cubicBezTo>
                  <a:cubicBezTo>
                    <a:pt x="213" y="82"/>
                    <a:pt x="160" y="70"/>
                    <a:pt x="137" y="41"/>
                  </a:cubicBezTo>
                  <a:cubicBezTo>
                    <a:pt x="116" y="79"/>
                    <a:pt x="44" y="84"/>
                    <a:pt x="0" y="6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0" y="66"/>
                    <a:pt x="125" y="60"/>
                    <a:pt x="125" y="17"/>
                  </a:cubicBezTo>
                  <a:cubicBezTo>
                    <a:pt x="125" y="7"/>
                    <a:pt x="141" y="6"/>
                    <a:pt x="143" y="15"/>
                  </a:cubicBezTo>
                  <a:cubicBezTo>
                    <a:pt x="148" y="43"/>
                    <a:pt x="185" y="54"/>
                    <a:pt x="211" y="55"/>
                  </a:cubicBezTo>
                  <a:cubicBezTo>
                    <a:pt x="241" y="56"/>
                    <a:pt x="245" y="35"/>
                    <a:pt x="268" y="29"/>
                  </a:cubicBezTo>
                  <a:cubicBezTo>
                    <a:pt x="286" y="25"/>
                    <a:pt x="304" y="41"/>
                    <a:pt x="321" y="43"/>
                  </a:cubicBezTo>
                  <a:cubicBezTo>
                    <a:pt x="333" y="45"/>
                    <a:pt x="391" y="43"/>
                    <a:pt x="401" y="30"/>
                  </a:cubicBezTo>
                  <a:cubicBezTo>
                    <a:pt x="404" y="27"/>
                    <a:pt x="408" y="27"/>
                    <a:pt x="410" y="29"/>
                  </a:cubicBezTo>
                  <a:cubicBezTo>
                    <a:pt x="411" y="29"/>
                    <a:pt x="413" y="29"/>
                    <a:pt x="414" y="30"/>
                  </a:cubicBezTo>
                  <a:cubicBezTo>
                    <a:pt x="427" y="40"/>
                    <a:pt x="440" y="41"/>
                    <a:pt x="454" y="31"/>
                  </a:cubicBezTo>
                  <a:cubicBezTo>
                    <a:pt x="464" y="25"/>
                    <a:pt x="471" y="16"/>
                    <a:pt x="479" y="9"/>
                  </a:cubicBezTo>
                  <a:cubicBezTo>
                    <a:pt x="479" y="9"/>
                    <a:pt x="479" y="9"/>
                    <a:pt x="479" y="9"/>
                  </a:cubicBezTo>
                  <a:cubicBezTo>
                    <a:pt x="480" y="0"/>
                    <a:pt x="492" y="1"/>
                    <a:pt x="493" y="9"/>
                  </a:cubicBezTo>
                  <a:cubicBezTo>
                    <a:pt x="495" y="53"/>
                    <a:pt x="608" y="83"/>
                    <a:pt x="627" y="37"/>
                  </a:cubicBezTo>
                  <a:cubicBezTo>
                    <a:pt x="623" y="27"/>
                    <a:pt x="622" y="18"/>
                    <a:pt x="632" y="10"/>
                  </a:cubicBezTo>
                  <a:cubicBezTo>
                    <a:pt x="633" y="9"/>
                    <a:pt x="635" y="8"/>
                    <a:pt x="637" y="8"/>
                  </a:cubicBezTo>
                  <a:cubicBezTo>
                    <a:pt x="640" y="8"/>
                    <a:pt x="643" y="10"/>
                    <a:pt x="644" y="13"/>
                  </a:cubicBezTo>
                  <a:cubicBezTo>
                    <a:pt x="645" y="22"/>
                    <a:pt x="644" y="30"/>
                    <a:pt x="643" y="37"/>
                  </a:cubicBezTo>
                  <a:cubicBezTo>
                    <a:pt x="657" y="50"/>
                    <a:pt x="695" y="61"/>
                    <a:pt x="699" y="61"/>
                  </a:cubicBezTo>
                  <a:cubicBezTo>
                    <a:pt x="725" y="63"/>
                    <a:pt x="764" y="62"/>
                    <a:pt x="771" y="35"/>
                  </a:cubicBezTo>
                  <a:cubicBezTo>
                    <a:pt x="809" y="68"/>
                    <a:pt x="809" y="68"/>
                    <a:pt x="809" y="68"/>
                  </a:cubicBezTo>
                  <a:cubicBezTo>
                    <a:pt x="798" y="62"/>
                    <a:pt x="788" y="56"/>
                    <a:pt x="781" y="47"/>
                  </a:cubicBezTo>
                  <a:cubicBezTo>
                    <a:pt x="765" y="81"/>
                    <a:pt x="708" y="82"/>
                    <a:pt x="672" y="72"/>
                  </a:cubicBezTo>
                  <a:cubicBezTo>
                    <a:pt x="663" y="69"/>
                    <a:pt x="649" y="61"/>
                    <a:pt x="638" y="51"/>
                  </a:cubicBezTo>
                  <a:cubicBezTo>
                    <a:pt x="628" y="69"/>
                    <a:pt x="608" y="75"/>
                    <a:pt x="580" y="76"/>
                  </a:cubicBezTo>
                  <a:cubicBezTo>
                    <a:pt x="528" y="77"/>
                    <a:pt x="496" y="58"/>
                    <a:pt x="483" y="25"/>
                  </a:cubicBezTo>
                  <a:cubicBezTo>
                    <a:pt x="475" y="35"/>
                    <a:pt x="463" y="43"/>
                    <a:pt x="454" y="48"/>
                  </a:cubicBezTo>
                  <a:cubicBezTo>
                    <a:pt x="438" y="57"/>
                    <a:pt x="419" y="57"/>
                    <a:pt x="404" y="48"/>
                  </a:cubicBezTo>
                  <a:cubicBezTo>
                    <a:pt x="403" y="47"/>
                    <a:pt x="403" y="47"/>
                    <a:pt x="403" y="47"/>
                  </a:cubicBezTo>
                  <a:cubicBezTo>
                    <a:pt x="387" y="59"/>
                    <a:pt x="357" y="61"/>
                    <a:pt x="340" y="62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2" name="任意多边形: 形状 201" descr="92ae2035-6444-4bc2-b6a3-84a667f40bc9"/>
            <p:cNvSpPr/>
            <p:nvPr/>
          </p:nvSpPr>
          <p:spPr bwMode="auto">
            <a:xfrm>
              <a:off x="2063750" y="3711575"/>
              <a:ext cx="1092200" cy="228600"/>
            </a:xfrm>
            <a:custGeom>
              <a:avLst/>
              <a:gdLst>
                <a:gd name="T0" fmla="*/ 378 w 574"/>
                <a:gd name="T1" fmla="*/ 45 h 120"/>
                <a:gd name="T2" fmla="*/ 177 w 574"/>
                <a:gd name="T3" fmla="*/ 49 h 120"/>
                <a:gd name="T4" fmla="*/ 109 w 574"/>
                <a:gd name="T5" fmla="*/ 89 h 120"/>
                <a:gd name="T6" fmla="*/ 36 w 574"/>
                <a:gd name="T7" fmla="*/ 51 h 120"/>
                <a:gd name="T8" fmla="*/ 0 w 574"/>
                <a:gd name="T9" fmla="*/ 76 h 120"/>
                <a:gd name="T10" fmla="*/ 1 w 574"/>
                <a:gd name="T11" fmla="*/ 58 h 120"/>
                <a:gd name="T12" fmla="*/ 29 w 574"/>
                <a:gd name="T13" fmla="*/ 29 h 120"/>
                <a:gd name="T14" fmla="*/ 29 w 574"/>
                <a:gd name="T15" fmla="*/ 14 h 120"/>
                <a:gd name="T16" fmla="*/ 31 w 574"/>
                <a:gd name="T17" fmla="*/ 11 h 120"/>
                <a:gd name="T18" fmla="*/ 31 w 574"/>
                <a:gd name="T19" fmla="*/ 11 h 120"/>
                <a:gd name="T20" fmla="*/ 41 w 574"/>
                <a:gd name="T21" fmla="*/ 8 h 120"/>
                <a:gd name="T22" fmla="*/ 42 w 574"/>
                <a:gd name="T23" fmla="*/ 22 h 120"/>
                <a:gd name="T24" fmla="*/ 42 w 574"/>
                <a:gd name="T25" fmla="*/ 22 h 120"/>
                <a:gd name="T26" fmla="*/ 56 w 574"/>
                <a:gd name="T27" fmla="*/ 49 h 120"/>
                <a:gd name="T28" fmla="*/ 83 w 574"/>
                <a:gd name="T29" fmla="*/ 67 h 120"/>
                <a:gd name="T30" fmla="*/ 103 w 574"/>
                <a:gd name="T31" fmla="*/ 71 h 120"/>
                <a:gd name="T32" fmla="*/ 168 w 574"/>
                <a:gd name="T33" fmla="*/ 11 h 120"/>
                <a:gd name="T34" fmla="*/ 185 w 574"/>
                <a:gd name="T35" fmla="*/ 11 h 120"/>
                <a:gd name="T36" fmla="*/ 367 w 574"/>
                <a:gd name="T37" fmla="*/ 11 h 120"/>
                <a:gd name="T38" fmla="*/ 384 w 574"/>
                <a:gd name="T39" fmla="*/ 11 h 120"/>
                <a:gd name="T40" fmla="*/ 458 w 574"/>
                <a:gd name="T41" fmla="*/ 64 h 120"/>
                <a:gd name="T42" fmla="*/ 503 w 574"/>
                <a:gd name="T43" fmla="*/ 21 h 120"/>
                <a:gd name="T44" fmla="*/ 574 w 574"/>
                <a:gd name="T45" fmla="*/ 81 h 120"/>
                <a:gd name="T46" fmla="*/ 514 w 574"/>
                <a:gd name="T47" fmla="*/ 40 h 120"/>
                <a:gd name="T48" fmla="*/ 458 w 574"/>
                <a:gd name="T49" fmla="*/ 80 h 120"/>
                <a:gd name="T50" fmla="*/ 378 w 574"/>
                <a:gd name="T51" fmla="*/ 4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74" h="120">
                  <a:moveTo>
                    <a:pt x="378" y="45"/>
                  </a:moveTo>
                  <a:cubicBezTo>
                    <a:pt x="347" y="120"/>
                    <a:pt x="215" y="116"/>
                    <a:pt x="177" y="49"/>
                  </a:cubicBezTo>
                  <a:cubicBezTo>
                    <a:pt x="165" y="74"/>
                    <a:pt x="141" y="92"/>
                    <a:pt x="109" y="89"/>
                  </a:cubicBezTo>
                  <a:cubicBezTo>
                    <a:pt x="81" y="86"/>
                    <a:pt x="51" y="74"/>
                    <a:pt x="36" y="51"/>
                  </a:cubicBezTo>
                  <a:cubicBezTo>
                    <a:pt x="29" y="63"/>
                    <a:pt x="16" y="72"/>
                    <a:pt x="0" y="76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6" y="54"/>
                    <a:pt x="25" y="44"/>
                    <a:pt x="29" y="29"/>
                  </a:cubicBezTo>
                  <a:cubicBezTo>
                    <a:pt x="28" y="24"/>
                    <a:pt x="28" y="19"/>
                    <a:pt x="29" y="14"/>
                  </a:cubicBezTo>
                  <a:cubicBezTo>
                    <a:pt x="29" y="13"/>
                    <a:pt x="30" y="12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3"/>
                    <a:pt x="38" y="3"/>
                    <a:pt x="41" y="8"/>
                  </a:cubicBezTo>
                  <a:cubicBezTo>
                    <a:pt x="48" y="9"/>
                    <a:pt x="50" y="19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4" y="33"/>
                    <a:pt x="49" y="41"/>
                    <a:pt x="56" y="49"/>
                  </a:cubicBezTo>
                  <a:cubicBezTo>
                    <a:pt x="62" y="58"/>
                    <a:pt x="71" y="64"/>
                    <a:pt x="83" y="67"/>
                  </a:cubicBezTo>
                  <a:cubicBezTo>
                    <a:pt x="89" y="69"/>
                    <a:pt x="97" y="70"/>
                    <a:pt x="103" y="71"/>
                  </a:cubicBezTo>
                  <a:cubicBezTo>
                    <a:pt x="144" y="76"/>
                    <a:pt x="168" y="49"/>
                    <a:pt x="168" y="11"/>
                  </a:cubicBezTo>
                  <a:cubicBezTo>
                    <a:pt x="169" y="0"/>
                    <a:pt x="185" y="0"/>
                    <a:pt x="185" y="11"/>
                  </a:cubicBezTo>
                  <a:cubicBezTo>
                    <a:pt x="181" y="102"/>
                    <a:pt x="372" y="115"/>
                    <a:pt x="367" y="11"/>
                  </a:cubicBezTo>
                  <a:cubicBezTo>
                    <a:pt x="367" y="1"/>
                    <a:pt x="383" y="1"/>
                    <a:pt x="384" y="11"/>
                  </a:cubicBezTo>
                  <a:cubicBezTo>
                    <a:pt x="386" y="47"/>
                    <a:pt x="424" y="66"/>
                    <a:pt x="458" y="64"/>
                  </a:cubicBezTo>
                  <a:cubicBezTo>
                    <a:pt x="485" y="62"/>
                    <a:pt x="500" y="44"/>
                    <a:pt x="503" y="21"/>
                  </a:cubicBezTo>
                  <a:cubicBezTo>
                    <a:pt x="574" y="81"/>
                    <a:pt x="574" y="81"/>
                    <a:pt x="574" y="81"/>
                  </a:cubicBezTo>
                  <a:cubicBezTo>
                    <a:pt x="550" y="76"/>
                    <a:pt x="527" y="61"/>
                    <a:pt x="514" y="40"/>
                  </a:cubicBezTo>
                  <a:cubicBezTo>
                    <a:pt x="506" y="63"/>
                    <a:pt x="487" y="80"/>
                    <a:pt x="458" y="80"/>
                  </a:cubicBezTo>
                  <a:cubicBezTo>
                    <a:pt x="425" y="80"/>
                    <a:pt x="394" y="69"/>
                    <a:pt x="378" y="4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3" name="任意多边形: 形状 202" descr="6b8698c7-55c9-4ba5-8841-83d661abd6d7"/>
            <p:cNvSpPr/>
            <p:nvPr/>
          </p:nvSpPr>
          <p:spPr bwMode="auto">
            <a:xfrm>
              <a:off x="2073275" y="3157538"/>
              <a:ext cx="446088" cy="222250"/>
            </a:xfrm>
            <a:custGeom>
              <a:avLst/>
              <a:gdLst>
                <a:gd name="T0" fmla="*/ 0 w 234"/>
                <a:gd name="T1" fmla="*/ 93 h 117"/>
                <a:gd name="T2" fmla="*/ 1 w 234"/>
                <a:gd name="T3" fmla="*/ 70 h 117"/>
                <a:gd name="T4" fmla="*/ 14 w 234"/>
                <a:gd name="T5" fmla="*/ 65 h 117"/>
                <a:gd name="T6" fmla="*/ 14 w 234"/>
                <a:gd name="T7" fmla="*/ 62 h 117"/>
                <a:gd name="T8" fmla="*/ 14 w 234"/>
                <a:gd name="T9" fmla="*/ 22 h 117"/>
                <a:gd name="T10" fmla="*/ 36 w 234"/>
                <a:gd name="T11" fmla="*/ 28 h 117"/>
                <a:gd name="T12" fmla="*/ 37 w 234"/>
                <a:gd name="T13" fmla="*/ 55 h 117"/>
                <a:gd name="T14" fmla="*/ 49 w 234"/>
                <a:gd name="T15" fmla="*/ 72 h 117"/>
                <a:gd name="T16" fmla="*/ 92 w 234"/>
                <a:gd name="T17" fmla="*/ 57 h 117"/>
                <a:gd name="T18" fmla="*/ 107 w 234"/>
                <a:gd name="T19" fmla="*/ 23 h 117"/>
                <a:gd name="T20" fmla="*/ 111 w 234"/>
                <a:gd name="T21" fmla="*/ 14 h 117"/>
                <a:gd name="T22" fmla="*/ 116 w 234"/>
                <a:gd name="T23" fmla="*/ 5 h 117"/>
                <a:gd name="T24" fmla="*/ 118 w 234"/>
                <a:gd name="T25" fmla="*/ 3 h 117"/>
                <a:gd name="T26" fmla="*/ 118 w 234"/>
                <a:gd name="T27" fmla="*/ 3 h 117"/>
                <a:gd name="T28" fmla="*/ 119 w 234"/>
                <a:gd name="T29" fmla="*/ 1 h 117"/>
                <a:gd name="T30" fmla="*/ 124 w 234"/>
                <a:gd name="T31" fmla="*/ 0 h 117"/>
                <a:gd name="T32" fmla="*/ 128 w 234"/>
                <a:gd name="T33" fmla="*/ 2 h 117"/>
                <a:gd name="T34" fmla="*/ 130 w 234"/>
                <a:gd name="T35" fmla="*/ 7 h 117"/>
                <a:gd name="T36" fmla="*/ 122 w 234"/>
                <a:gd name="T37" fmla="*/ 37 h 117"/>
                <a:gd name="T38" fmla="*/ 156 w 234"/>
                <a:gd name="T39" fmla="*/ 86 h 117"/>
                <a:gd name="T40" fmla="*/ 223 w 234"/>
                <a:gd name="T41" fmla="*/ 77 h 117"/>
                <a:gd name="T42" fmla="*/ 234 w 234"/>
                <a:gd name="T43" fmla="*/ 86 h 117"/>
                <a:gd name="T44" fmla="*/ 149 w 234"/>
                <a:gd name="T45" fmla="*/ 104 h 117"/>
                <a:gd name="T46" fmla="*/ 112 w 234"/>
                <a:gd name="T47" fmla="*/ 58 h 117"/>
                <a:gd name="T48" fmla="*/ 74 w 234"/>
                <a:gd name="T49" fmla="*/ 96 h 117"/>
                <a:gd name="T50" fmla="*/ 28 w 234"/>
                <a:gd name="T51" fmla="*/ 82 h 117"/>
                <a:gd name="T52" fmla="*/ 25 w 234"/>
                <a:gd name="T53" fmla="*/ 85 h 117"/>
                <a:gd name="T54" fmla="*/ 5 w 234"/>
                <a:gd name="T55" fmla="*/ 90 h 117"/>
                <a:gd name="T56" fmla="*/ 0 w 234"/>
                <a:gd name="T57" fmla="*/ 93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4" h="117">
                  <a:moveTo>
                    <a:pt x="0" y="93"/>
                  </a:moveTo>
                  <a:cubicBezTo>
                    <a:pt x="1" y="70"/>
                    <a:pt x="1" y="70"/>
                    <a:pt x="1" y="70"/>
                  </a:cubicBezTo>
                  <a:cubicBezTo>
                    <a:pt x="5" y="69"/>
                    <a:pt x="9" y="67"/>
                    <a:pt x="14" y="65"/>
                  </a:cubicBezTo>
                  <a:cubicBezTo>
                    <a:pt x="14" y="64"/>
                    <a:pt x="14" y="63"/>
                    <a:pt x="14" y="62"/>
                  </a:cubicBezTo>
                  <a:cubicBezTo>
                    <a:pt x="8" y="49"/>
                    <a:pt x="7" y="34"/>
                    <a:pt x="14" y="22"/>
                  </a:cubicBezTo>
                  <a:cubicBezTo>
                    <a:pt x="21" y="12"/>
                    <a:pt x="34" y="17"/>
                    <a:pt x="36" y="28"/>
                  </a:cubicBezTo>
                  <a:cubicBezTo>
                    <a:pt x="37" y="36"/>
                    <a:pt x="38" y="46"/>
                    <a:pt x="37" y="55"/>
                  </a:cubicBezTo>
                  <a:cubicBezTo>
                    <a:pt x="41" y="62"/>
                    <a:pt x="46" y="69"/>
                    <a:pt x="49" y="72"/>
                  </a:cubicBezTo>
                  <a:cubicBezTo>
                    <a:pt x="66" y="85"/>
                    <a:pt x="82" y="70"/>
                    <a:pt x="92" y="57"/>
                  </a:cubicBezTo>
                  <a:cubicBezTo>
                    <a:pt x="99" y="47"/>
                    <a:pt x="103" y="35"/>
                    <a:pt x="107" y="23"/>
                  </a:cubicBezTo>
                  <a:cubicBezTo>
                    <a:pt x="109" y="20"/>
                    <a:pt x="110" y="17"/>
                    <a:pt x="111" y="14"/>
                  </a:cubicBezTo>
                  <a:cubicBezTo>
                    <a:pt x="112" y="11"/>
                    <a:pt x="114" y="8"/>
                    <a:pt x="116" y="5"/>
                  </a:cubicBezTo>
                  <a:cubicBezTo>
                    <a:pt x="117" y="4"/>
                    <a:pt x="118" y="2"/>
                    <a:pt x="118" y="3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8" y="2"/>
                    <a:pt x="118" y="2"/>
                    <a:pt x="119" y="1"/>
                  </a:cubicBezTo>
                  <a:cubicBezTo>
                    <a:pt x="120" y="0"/>
                    <a:pt x="122" y="0"/>
                    <a:pt x="124" y="0"/>
                  </a:cubicBezTo>
                  <a:cubicBezTo>
                    <a:pt x="125" y="0"/>
                    <a:pt x="127" y="1"/>
                    <a:pt x="128" y="2"/>
                  </a:cubicBezTo>
                  <a:cubicBezTo>
                    <a:pt x="129" y="3"/>
                    <a:pt x="130" y="5"/>
                    <a:pt x="130" y="7"/>
                  </a:cubicBezTo>
                  <a:cubicBezTo>
                    <a:pt x="130" y="15"/>
                    <a:pt x="126" y="26"/>
                    <a:pt x="122" y="37"/>
                  </a:cubicBezTo>
                  <a:cubicBezTo>
                    <a:pt x="126" y="58"/>
                    <a:pt x="143" y="80"/>
                    <a:pt x="156" y="86"/>
                  </a:cubicBezTo>
                  <a:cubicBezTo>
                    <a:pt x="179" y="96"/>
                    <a:pt x="205" y="92"/>
                    <a:pt x="223" y="77"/>
                  </a:cubicBezTo>
                  <a:cubicBezTo>
                    <a:pt x="234" y="86"/>
                    <a:pt x="234" y="86"/>
                    <a:pt x="234" y="86"/>
                  </a:cubicBezTo>
                  <a:cubicBezTo>
                    <a:pt x="212" y="107"/>
                    <a:pt x="179" y="117"/>
                    <a:pt x="149" y="104"/>
                  </a:cubicBezTo>
                  <a:cubicBezTo>
                    <a:pt x="133" y="97"/>
                    <a:pt x="119" y="78"/>
                    <a:pt x="112" y="58"/>
                  </a:cubicBezTo>
                  <a:cubicBezTo>
                    <a:pt x="104" y="73"/>
                    <a:pt x="91" y="90"/>
                    <a:pt x="74" y="96"/>
                  </a:cubicBezTo>
                  <a:cubicBezTo>
                    <a:pt x="59" y="101"/>
                    <a:pt x="41" y="94"/>
                    <a:pt x="28" y="82"/>
                  </a:cubicBezTo>
                  <a:cubicBezTo>
                    <a:pt x="28" y="83"/>
                    <a:pt x="27" y="84"/>
                    <a:pt x="25" y="85"/>
                  </a:cubicBezTo>
                  <a:cubicBezTo>
                    <a:pt x="20" y="90"/>
                    <a:pt x="12" y="92"/>
                    <a:pt x="5" y="90"/>
                  </a:cubicBezTo>
                  <a:cubicBezTo>
                    <a:pt x="4" y="91"/>
                    <a:pt x="2" y="92"/>
                    <a:pt x="0" y="93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4" name="任意多边形: 形状 203" descr="d5d78e1f-d8af-4d71-b6d7-37911c73b099"/>
            <p:cNvSpPr/>
            <p:nvPr/>
          </p:nvSpPr>
          <p:spPr bwMode="auto">
            <a:xfrm>
              <a:off x="2070100" y="3465513"/>
              <a:ext cx="819150" cy="179388"/>
            </a:xfrm>
            <a:custGeom>
              <a:avLst/>
              <a:gdLst>
                <a:gd name="T0" fmla="*/ 344 w 431"/>
                <a:gd name="T1" fmla="*/ 58 h 95"/>
                <a:gd name="T2" fmla="*/ 204 w 431"/>
                <a:gd name="T3" fmla="*/ 30 h 95"/>
                <a:gd name="T4" fmla="*/ 188 w 431"/>
                <a:gd name="T5" fmla="*/ 61 h 95"/>
                <a:gd name="T6" fmla="*/ 138 w 431"/>
                <a:gd name="T7" fmla="*/ 75 h 95"/>
                <a:gd name="T8" fmla="*/ 91 w 431"/>
                <a:gd name="T9" fmla="*/ 59 h 95"/>
                <a:gd name="T10" fmla="*/ 53 w 431"/>
                <a:gd name="T11" fmla="*/ 81 h 95"/>
                <a:gd name="T12" fmla="*/ 0 w 431"/>
                <a:gd name="T13" fmla="*/ 69 h 95"/>
                <a:gd name="T14" fmla="*/ 0 w 431"/>
                <a:gd name="T15" fmla="*/ 51 h 95"/>
                <a:gd name="T16" fmla="*/ 48 w 431"/>
                <a:gd name="T17" fmla="*/ 64 h 95"/>
                <a:gd name="T18" fmla="*/ 80 w 431"/>
                <a:gd name="T19" fmla="*/ 44 h 95"/>
                <a:gd name="T20" fmla="*/ 79 w 431"/>
                <a:gd name="T21" fmla="*/ 12 h 95"/>
                <a:gd name="T22" fmla="*/ 93 w 431"/>
                <a:gd name="T23" fmla="*/ 9 h 95"/>
                <a:gd name="T24" fmla="*/ 100 w 431"/>
                <a:gd name="T25" fmla="*/ 42 h 95"/>
                <a:gd name="T26" fmla="*/ 148 w 431"/>
                <a:gd name="T27" fmla="*/ 58 h 95"/>
                <a:gd name="T28" fmla="*/ 180 w 431"/>
                <a:gd name="T29" fmla="*/ 15 h 95"/>
                <a:gd name="T30" fmla="*/ 189 w 431"/>
                <a:gd name="T31" fmla="*/ 9 h 95"/>
                <a:gd name="T32" fmla="*/ 197 w 431"/>
                <a:gd name="T33" fmla="*/ 11 h 95"/>
                <a:gd name="T34" fmla="*/ 209 w 431"/>
                <a:gd name="T35" fmla="*/ 8 h 95"/>
                <a:gd name="T36" fmla="*/ 249 w 431"/>
                <a:gd name="T37" fmla="*/ 49 h 95"/>
                <a:gd name="T38" fmla="*/ 288 w 431"/>
                <a:gd name="T39" fmla="*/ 64 h 95"/>
                <a:gd name="T40" fmla="*/ 319 w 431"/>
                <a:gd name="T41" fmla="*/ 56 h 95"/>
                <a:gd name="T42" fmla="*/ 329 w 431"/>
                <a:gd name="T43" fmla="*/ 32 h 95"/>
                <a:gd name="T44" fmla="*/ 327 w 431"/>
                <a:gd name="T45" fmla="*/ 27 h 95"/>
                <a:gd name="T46" fmla="*/ 330 w 431"/>
                <a:gd name="T47" fmla="*/ 19 h 95"/>
                <a:gd name="T48" fmla="*/ 335 w 431"/>
                <a:gd name="T49" fmla="*/ 16 h 95"/>
                <a:gd name="T50" fmla="*/ 340 w 431"/>
                <a:gd name="T51" fmla="*/ 14 h 95"/>
                <a:gd name="T52" fmla="*/ 349 w 431"/>
                <a:gd name="T53" fmla="*/ 22 h 95"/>
                <a:gd name="T54" fmla="*/ 350 w 431"/>
                <a:gd name="T55" fmla="*/ 41 h 95"/>
                <a:gd name="T56" fmla="*/ 399 w 431"/>
                <a:gd name="T57" fmla="*/ 68 h 95"/>
                <a:gd name="T58" fmla="*/ 406 w 431"/>
                <a:gd name="T59" fmla="*/ 70 h 95"/>
                <a:gd name="T60" fmla="*/ 406 w 431"/>
                <a:gd name="T61" fmla="*/ 70 h 95"/>
                <a:gd name="T62" fmla="*/ 431 w 431"/>
                <a:gd name="T63" fmla="*/ 91 h 95"/>
                <a:gd name="T64" fmla="*/ 428 w 431"/>
                <a:gd name="T65" fmla="*/ 91 h 95"/>
                <a:gd name="T66" fmla="*/ 344 w 431"/>
                <a:gd name="T67" fmla="*/ 5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31" h="95">
                  <a:moveTo>
                    <a:pt x="344" y="58"/>
                  </a:moveTo>
                  <a:cubicBezTo>
                    <a:pt x="320" y="95"/>
                    <a:pt x="232" y="76"/>
                    <a:pt x="204" y="30"/>
                  </a:cubicBezTo>
                  <a:cubicBezTo>
                    <a:pt x="189" y="31"/>
                    <a:pt x="198" y="47"/>
                    <a:pt x="188" y="61"/>
                  </a:cubicBezTo>
                  <a:cubicBezTo>
                    <a:pt x="177" y="77"/>
                    <a:pt x="156" y="77"/>
                    <a:pt x="138" y="75"/>
                  </a:cubicBezTo>
                  <a:cubicBezTo>
                    <a:pt x="119" y="73"/>
                    <a:pt x="102" y="68"/>
                    <a:pt x="91" y="59"/>
                  </a:cubicBezTo>
                  <a:cubicBezTo>
                    <a:pt x="81" y="71"/>
                    <a:pt x="66" y="80"/>
                    <a:pt x="53" y="81"/>
                  </a:cubicBezTo>
                  <a:cubicBezTo>
                    <a:pt x="36" y="81"/>
                    <a:pt x="16" y="77"/>
                    <a:pt x="0" y="6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4" y="61"/>
                    <a:pt x="36" y="66"/>
                    <a:pt x="48" y="64"/>
                  </a:cubicBezTo>
                  <a:cubicBezTo>
                    <a:pt x="53" y="64"/>
                    <a:pt x="70" y="55"/>
                    <a:pt x="80" y="44"/>
                  </a:cubicBezTo>
                  <a:cubicBezTo>
                    <a:pt x="76" y="36"/>
                    <a:pt x="75" y="25"/>
                    <a:pt x="79" y="12"/>
                  </a:cubicBezTo>
                  <a:cubicBezTo>
                    <a:pt x="81" y="6"/>
                    <a:pt x="89" y="4"/>
                    <a:pt x="93" y="9"/>
                  </a:cubicBezTo>
                  <a:cubicBezTo>
                    <a:pt x="103" y="18"/>
                    <a:pt x="104" y="31"/>
                    <a:pt x="100" y="42"/>
                  </a:cubicBezTo>
                  <a:cubicBezTo>
                    <a:pt x="111" y="55"/>
                    <a:pt x="133" y="60"/>
                    <a:pt x="148" y="58"/>
                  </a:cubicBezTo>
                  <a:cubicBezTo>
                    <a:pt x="181" y="53"/>
                    <a:pt x="175" y="34"/>
                    <a:pt x="180" y="15"/>
                  </a:cubicBezTo>
                  <a:cubicBezTo>
                    <a:pt x="181" y="11"/>
                    <a:pt x="186" y="8"/>
                    <a:pt x="189" y="9"/>
                  </a:cubicBezTo>
                  <a:cubicBezTo>
                    <a:pt x="192" y="9"/>
                    <a:pt x="195" y="10"/>
                    <a:pt x="197" y="11"/>
                  </a:cubicBezTo>
                  <a:cubicBezTo>
                    <a:pt x="195" y="3"/>
                    <a:pt x="207" y="0"/>
                    <a:pt x="209" y="8"/>
                  </a:cubicBezTo>
                  <a:cubicBezTo>
                    <a:pt x="213" y="22"/>
                    <a:pt x="238" y="42"/>
                    <a:pt x="249" y="49"/>
                  </a:cubicBezTo>
                  <a:cubicBezTo>
                    <a:pt x="261" y="57"/>
                    <a:pt x="275" y="63"/>
                    <a:pt x="288" y="64"/>
                  </a:cubicBezTo>
                  <a:cubicBezTo>
                    <a:pt x="299" y="65"/>
                    <a:pt x="309" y="62"/>
                    <a:pt x="319" y="56"/>
                  </a:cubicBezTo>
                  <a:cubicBezTo>
                    <a:pt x="322" y="48"/>
                    <a:pt x="326" y="40"/>
                    <a:pt x="329" y="32"/>
                  </a:cubicBezTo>
                  <a:cubicBezTo>
                    <a:pt x="328" y="31"/>
                    <a:pt x="328" y="29"/>
                    <a:pt x="327" y="27"/>
                  </a:cubicBezTo>
                  <a:cubicBezTo>
                    <a:pt x="327" y="25"/>
                    <a:pt x="328" y="21"/>
                    <a:pt x="330" y="19"/>
                  </a:cubicBezTo>
                  <a:cubicBezTo>
                    <a:pt x="332" y="18"/>
                    <a:pt x="333" y="17"/>
                    <a:pt x="335" y="16"/>
                  </a:cubicBezTo>
                  <a:cubicBezTo>
                    <a:pt x="336" y="14"/>
                    <a:pt x="338" y="14"/>
                    <a:pt x="340" y="14"/>
                  </a:cubicBezTo>
                  <a:cubicBezTo>
                    <a:pt x="349" y="22"/>
                    <a:pt x="349" y="22"/>
                    <a:pt x="349" y="22"/>
                  </a:cubicBezTo>
                  <a:cubicBezTo>
                    <a:pt x="351" y="29"/>
                    <a:pt x="351" y="35"/>
                    <a:pt x="350" y="41"/>
                  </a:cubicBezTo>
                  <a:cubicBezTo>
                    <a:pt x="363" y="53"/>
                    <a:pt x="394" y="66"/>
                    <a:pt x="399" y="68"/>
                  </a:cubicBezTo>
                  <a:cubicBezTo>
                    <a:pt x="402" y="68"/>
                    <a:pt x="404" y="69"/>
                    <a:pt x="406" y="70"/>
                  </a:cubicBezTo>
                  <a:cubicBezTo>
                    <a:pt x="406" y="70"/>
                    <a:pt x="406" y="70"/>
                    <a:pt x="406" y="70"/>
                  </a:cubicBezTo>
                  <a:cubicBezTo>
                    <a:pt x="431" y="91"/>
                    <a:pt x="431" y="91"/>
                    <a:pt x="431" y="91"/>
                  </a:cubicBezTo>
                  <a:cubicBezTo>
                    <a:pt x="430" y="91"/>
                    <a:pt x="429" y="91"/>
                    <a:pt x="428" y="91"/>
                  </a:cubicBezTo>
                  <a:cubicBezTo>
                    <a:pt x="400" y="88"/>
                    <a:pt x="365" y="79"/>
                    <a:pt x="344" y="5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5" name="任意多边形: 形状 204" descr="aeec3e1a-52e6-4b83-bd9e-40f71e81bd8c"/>
            <p:cNvSpPr/>
            <p:nvPr/>
          </p:nvSpPr>
          <p:spPr bwMode="auto">
            <a:xfrm>
              <a:off x="2076450" y="3087688"/>
              <a:ext cx="246063" cy="231775"/>
            </a:xfrm>
            <a:custGeom>
              <a:avLst/>
              <a:gdLst>
                <a:gd name="T0" fmla="*/ 100 w 130"/>
                <a:gd name="T1" fmla="*/ 9 h 122"/>
                <a:gd name="T2" fmla="*/ 130 w 130"/>
                <a:gd name="T3" fmla="*/ 35 h 122"/>
                <a:gd name="T4" fmla="*/ 127 w 130"/>
                <a:gd name="T5" fmla="*/ 39 h 122"/>
                <a:gd name="T6" fmla="*/ 123 w 130"/>
                <a:gd name="T7" fmla="*/ 37 h 122"/>
                <a:gd name="T8" fmla="*/ 118 w 130"/>
                <a:gd name="T9" fmla="*/ 38 h 122"/>
                <a:gd name="T10" fmla="*/ 117 w 130"/>
                <a:gd name="T11" fmla="*/ 40 h 122"/>
                <a:gd name="T12" fmla="*/ 117 w 130"/>
                <a:gd name="T13" fmla="*/ 40 h 122"/>
                <a:gd name="T14" fmla="*/ 115 w 130"/>
                <a:gd name="T15" fmla="*/ 42 h 122"/>
                <a:gd name="T16" fmla="*/ 110 w 130"/>
                <a:gd name="T17" fmla="*/ 51 h 122"/>
                <a:gd name="T18" fmla="*/ 106 w 130"/>
                <a:gd name="T19" fmla="*/ 60 h 122"/>
                <a:gd name="T20" fmla="*/ 91 w 130"/>
                <a:gd name="T21" fmla="*/ 94 h 122"/>
                <a:gd name="T22" fmla="*/ 48 w 130"/>
                <a:gd name="T23" fmla="*/ 109 h 122"/>
                <a:gd name="T24" fmla="*/ 36 w 130"/>
                <a:gd name="T25" fmla="*/ 92 h 122"/>
                <a:gd name="T26" fmla="*/ 35 w 130"/>
                <a:gd name="T27" fmla="*/ 65 h 122"/>
                <a:gd name="T28" fmla="*/ 13 w 130"/>
                <a:gd name="T29" fmla="*/ 59 h 122"/>
                <a:gd name="T30" fmla="*/ 13 w 130"/>
                <a:gd name="T31" fmla="*/ 99 h 122"/>
                <a:gd name="T32" fmla="*/ 13 w 130"/>
                <a:gd name="T33" fmla="*/ 102 h 122"/>
                <a:gd name="T34" fmla="*/ 0 w 130"/>
                <a:gd name="T35" fmla="*/ 107 h 122"/>
                <a:gd name="T36" fmla="*/ 1 w 130"/>
                <a:gd name="T37" fmla="*/ 0 h 122"/>
                <a:gd name="T38" fmla="*/ 55 w 130"/>
                <a:gd name="T39" fmla="*/ 15 h 122"/>
                <a:gd name="T40" fmla="*/ 100 w 130"/>
                <a:gd name="T41" fmla="*/ 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0" h="122">
                  <a:moveTo>
                    <a:pt x="100" y="9"/>
                  </a:moveTo>
                  <a:cubicBezTo>
                    <a:pt x="130" y="35"/>
                    <a:pt x="130" y="35"/>
                    <a:pt x="130" y="35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6" y="38"/>
                    <a:pt x="124" y="37"/>
                    <a:pt x="123" y="37"/>
                  </a:cubicBezTo>
                  <a:cubicBezTo>
                    <a:pt x="121" y="37"/>
                    <a:pt x="119" y="37"/>
                    <a:pt x="118" y="38"/>
                  </a:cubicBezTo>
                  <a:cubicBezTo>
                    <a:pt x="117" y="39"/>
                    <a:pt x="117" y="39"/>
                    <a:pt x="117" y="40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7" y="39"/>
                    <a:pt x="116" y="41"/>
                    <a:pt x="115" y="42"/>
                  </a:cubicBezTo>
                  <a:cubicBezTo>
                    <a:pt x="113" y="45"/>
                    <a:pt x="111" y="48"/>
                    <a:pt x="110" y="51"/>
                  </a:cubicBezTo>
                  <a:cubicBezTo>
                    <a:pt x="109" y="54"/>
                    <a:pt x="108" y="57"/>
                    <a:pt x="106" y="60"/>
                  </a:cubicBezTo>
                  <a:cubicBezTo>
                    <a:pt x="102" y="72"/>
                    <a:pt x="98" y="84"/>
                    <a:pt x="91" y="94"/>
                  </a:cubicBezTo>
                  <a:cubicBezTo>
                    <a:pt x="81" y="107"/>
                    <a:pt x="65" y="122"/>
                    <a:pt x="48" y="109"/>
                  </a:cubicBezTo>
                  <a:cubicBezTo>
                    <a:pt x="45" y="106"/>
                    <a:pt x="40" y="99"/>
                    <a:pt x="36" y="92"/>
                  </a:cubicBezTo>
                  <a:cubicBezTo>
                    <a:pt x="37" y="83"/>
                    <a:pt x="36" y="73"/>
                    <a:pt x="35" y="65"/>
                  </a:cubicBezTo>
                  <a:cubicBezTo>
                    <a:pt x="33" y="54"/>
                    <a:pt x="20" y="49"/>
                    <a:pt x="13" y="59"/>
                  </a:cubicBezTo>
                  <a:cubicBezTo>
                    <a:pt x="6" y="71"/>
                    <a:pt x="7" y="86"/>
                    <a:pt x="13" y="99"/>
                  </a:cubicBezTo>
                  <a:cubicBezTo>
                    <a:pt x="13" y="100"/>
                    <a:pt x="13" y="101"/>
                    <a:pt x="13" y="102"/>
                  </a:cubicBezTo>
                  <a:cubicBezTo>
                    <a:pt x="8" y="104"/>
                    <a:pt x="4" y="106"/>
                    <a:pt x="0" y="107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7" y="9"/>
                    <a:pt x="38" y="13"/>
                    <a:pt x="55" y="15"/>
                  </a:cubicBezTo>
                  <a:cubicBezTo>
                    <a:pt x="71" y="16"/>
                    <a:pt x="86" y="15"/>
                    <a:pt x="10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6" name="任意多边形: 形状 205" descr="ece3fa06-8920-4a75-8db9-0f5a43b3b062"/>
            <p:cNvSpPr/>
            <p:nvPr/>
          </p:nvSpPr>
          <p:spPr bwMode="auto">
            <a:xfrm>
              <a:off x="2054225" y="4362450"/>
              <a:ext cx="576263" cy="146050"/>
            </a:xfrm>
            <a:custGeom>
              <a:avLst/>
              <a:gdLst>
                <a:gd name="T0" fmla="*/ 280 w 303"/>
                <a:gd name="T1" fmla="*/ 69 h 77"/>
                <a:gd name="T2" fmla="*/ 272 w 303"/>
                <a:gd name="T3" fmla="*/ 70 h 77"/>
                <a:gd name="T4" fmla="*/ 236 w 303"/>
                <a:gd name="T5" fmla="*/ 47 h 77"/>
                <a:gd name="T6" fmla="*/ 183 w 303"/>
                <a:gd name="T7" fmla="*/ 71 h 77"/>
                <a:gd name="T8" fmla="*/ 89 w 303"/>
                <a:gd name="T9" fmla="*/ 34 h 77"/>
                <a:gd name="T10" fmla="*/ 80 w 303"/>
                <a:gd name="T11" fmla="*/ 43 h 77"/>
                <a:gd name="T12" fmla="*/ 29 w 303"/>
                <a:gd name="T13" fmla="*/ 66 h 77"/>
                <a:gd name="T14" fmla="*/ 0 w 303"/>
                <a:gd name="T15" fmla="*/ 61 h 77"/>
                <a:gd name="T16" fmla="*/ 0 w 303"/>
                <a:gd name="T17" fmla="*/ 40 h 77"/>
                <a:gd name="T18" fmla="*/ 16 w 303"/>
                <a:gd name="T19" fmla="*/ 43 h 77"/>
                <a:gd name="T20" fmla="*/ 75 w 303"/>
                <a:gd name="T21" fmla="*/ 19 h 77"/>
                <a:gd name="T22" fmla="*/ 84 w 303"/>
                <a:gd name="T23" fmla="*/ 9 h 77"/>
                <a:gd name="T24" fmla="*/ 85 w 303"/>
                <a:gd name="T25" fmla="*/ 5 h 77"/>
                <a:gd name="T26" fmla="*/ 89 w 303"/>
                <a:gd name="T27" fmla="*/ 1 h 77"/>
                <a:gd name="T28" fmla="*/ 94 w 303"/>
                <a:gd name="T29" fmla="*/ 0 h 77"/>
                <a:gd name="T30" fmla="*/ 96 w 303"/>
                <a:gd name="T31" fmla="*/ 0 h 77"/>
                <a:gd name="T32" fmla="*/ 106 w 303"/>
                <a:gd name="T33" fmla="*/ 12 h 77"/>
                <a:gd name="T34" fmla="*/ 100 w 303"/>
                <a:gd name="T35" fmla="*/ 23 h 77"/>
                <a:gd name="T36" fmla="*/ 144 w 303"/>
                <a:gd name="T37" fmla="*/ 55 h 77"/>
                <a:gd name="T38" fmla="*/ 195 w 303"/>
                <a:gd name="T39" fmla="*/ 51 h 77"/>
                <a:gd name="T40" fmla="*/ 225 w 303"/>
                <a:gd name="T41" fmla="*/ 35 h 77"/>
                <a:gd name="T42" fmla="*/ 229 w 303"/>
                <a:gd name="T43" fmla="*/ 34 h 77"/>
                <a:gd name="T44" fmla="*/ 228 w 303"/>
                <a:gd name="T45" fmla="*/ 20 h 77"/>
                <a:gd name="T46" fmla="*/ 234 w 303"/>
                <a:gd name="T47" fmla="*/ 15 h 77"/>
                <a:gd name="T48" fmla="*/ 240 w 303"/>
                <a:gd name="T49" fmla="*/ 13 h 77"/>
                <a:gd name="T50" fmla="*/ 249 w 303"/>
                <a:gd name="T51" fmla="*/ 17 h 77"/>
                <a:gd name="T52" fmla="*/ 248 w 303"/>
                <a:gd name="T53" fmla="*/ 35 h 77"/>
                <a:gd name="T54" fmla="*/ 303 w 303"/>
                <a:gd name="T55" fmla="*/ 63 h 77"/>
                <a:gd name="T56" fmla="*/ 280 w 303"/>
                <a:gd name="T57" fmla="*/ 6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03" h="77">
                  <a:moveTo>
                    <a:pt x="280" y="69"/>
                  </a:moveTo>
                  <a:cubicBezTo>
                    <a:pt x="272" y="70"/>
                    <a:pt x="272" y="70"/>
                    <a:pt x="272" y="70"/>
                  </a:cubicBezTo>
                  <a:cubicBezTo>
                    <a:pt x="258" y="65"/>
                    <a:pt x="245" y="57"/>
                    <a:pt x="236" y="47"/>
                  </a:cubicBezTo>
                  <a:cubicBezTo>
                    <a:pt x="220" y="60"/>
                    <a:pt x="194" y="69"/>
                    <a:pt x="183" y="71"/>
                  </a:cubicBezTo>
                  <a:cubicBezTo>
                    <a:pt x="152" y="77"/>
                    <a:pt x="105" y="63"/>
                    <a:pt x="89" y="34"/>
                  </a:cubicBezTo>
                  <a:cubicBezTo>
                    <a:pt x="86" y="37"/>
                    <a:pt x="82" y="40"/>
                    <a:pt x="80" y="43"/>
                  </a:cubicBezTo>
                  <a:cubicBezTo>
                    <a:pt x="66" y="58"/>
                    <a:pt x="50" y="67"/>
                    <a:pt x="29" y="66"/>
                  </a:cubicBezTo>
                  <a:cubicBezTo>
                    <a:pt x="20" y="65"/>
                    <a:pt x="10" y="64"/>
                    <a:pt x="0" y="6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1"/>
                    <a:pt x="11" y="42"/>
                    <a:pt x="16" y="43"/>
                  </a:cubicBezTo>
                  <a:cubicBezTo>
                    <a:pt x="47" y="49"/>
                    <a:pt x="56" y="39"/>
                    <a:pt x="75" y="19"/>
                  </a:cubicBezTo>
                  <a:cubicBezTo>
                    <a:pt x="78" y="15"/>
                    <a:pt x="81" y="12"/>
                    <a:pt x="84" y="9"/>
                  </a:cubicBezTo>
                  <a:cubicBezTo>
                    <a:pt x="85" y="8"/>
                    <a:pt x="85" y="6"/>
                    <a:pt x="85" y="5"/>
                  </a:cubicBezTo>
                  <a:cubicBezTo>
                    <a:pt x="85" y="3"/>
                    <a:pt x="87" y="1"/>
                    <a:pt x="89" y="1"/>
                  </a:cubicBezTo>
                  <a:cubicBezTo>
                    <a:pt x="91" y="1"/>
                    <a:pt x="92" y="0"/>
                    <a:pt x="94" y="0"/>
                  </a:cubicBezTo>
                  <a:cubicBezTo>
                    <a:pt x="95" y="0"/>
                    <a:pt x="95" y="0"/>
                    <a:pt x="96" y="0"/>
                  </a:cubicBezTo>
                  <a:cubicBezTo>
                    <a:pt x="102" y="0"/>
                    <a:pt x="108" y="5"/>
                    <a:pt x="106" y="12"/>
                  </a:cubicBezTo>
                  <a:cubicBezTo>
                    <a:pt x="105" y="15"/>
                    <a:pt x="103" y="19"/>
                    <a:pt x="100" y="23"/>
                  </a:cubicBezTo>
                  <a:cubicBezTo>
                    <a:pt x="112" y="35"/>
                    <a:pt x="139" y="53"/>
                    <a:pt x="144" y="55"/>
                  </a:cubicBezTo>
                  <a:cubicBezTo>
                    <a:pt x="161" y="60"/>
                    <a:pt x="178" y="57"/>
                    <a:pt x="195" y="51"/>
                  </a:cubicBezTo>
                  <a:cubicBezTo>
                    <a:pt x="205" y="47"/>
                    <a:pt x="215" y="39"/>
                    <a:pt x="225" y="35"/>
                  </a:cubicBezTo>
                  <a:cubicBezTo>
                    <a:pt x="226" y="35"/>
                    <a:pt x="227" y="35"/>
                    <a:pt x="229" y="34"/>
                  </a:cubicBezTo>
                  <a:cubicBezTo>
                    <a:pt x="227" y="30"/>
                    <a:pt x="227" y="25"/>
                    <a:pt x="228" y="20"/>
                  </a:cubicBezTo>
                  <a:cubicBezTo>
                    <a:pt x="228" y="18"/>
                    <a:pt x="231" y="15"/>
                    <a:pt x="234" y="15"/>
                  </a:cubicBezTo>
                  <a:cubicBezTo>
                    <a:pt x="236" y="14"/>
                    <a:pt x="238" y="14"/>
                    <a:pt x="240" y="13"/>
                  </a:cubicBezTo>
                  <a:cubicBezTo>
                    <a:pt x="244" y="13"/>
                    <a:pt x="247" y="14"/>
                    <a:pt x="249" y="17"/>
                  </a:cubicBezTo>
                  <a:cubicBezTo>
                    <a:pt x="253" y="24"/>
                    <a:pt x="252" y="30"/>
                    <a:pt x="248" y="35"/>
                  </a:cubicBezTo>
                  <a:cubicBezTo>
                    <a:pt x="267" y="41"/>
                    <a:pt x="283" y="58"/>
                    <a:pt x="303" y="63"/>
                  </a:cubicBezTo>
                  <a:lnTo>
                    <a:pt x="280" y="69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7" name="任意多边形: 形状 206" descr="abf78191-ca7e-48fa-9b5d-d085e501baac"/>
            <p:cNvSpPr/>
            <p:nvPr/>
          </p:nvSpPr>
          <p:spPr bwMode="auto">
            <a:xfrm>
              <a:off x="2078038" y="3024188"/>
              <a:ext cx="187325" cy="93663"/>
            </a:xfrm>
            <a:custGeom>
              <a:avLst/>
              <a:gdLst>
                <a:gd name="T0" fmla="*/ 66 w 99"/>
                <a:gd name="T1" fmla="*/ 28 h 49"/>
                <a:gd name="T2" fmla="*/ 80 w 99"/>
                <a:gd name="T3" fmla="*/ 26 h 49"/>
                <a:gd name="T4" fmla="*/ 99 w 99"/>
                <a:gd name="T5" fmla="*/ 42 h 49"/>
                <a:gd name="T6" fmla="*/ 54 w 99"/>
                <a:gd name="T7" fmla="*/ 48 h 49"/>
                <a:gd name="T8" fmla="*/ 0 w 99"/>
                <a:gd name="T9" fmla="*/ 33 h 49"/>
                <a:gd name="T10" fmla="*/ 1 w 99"/>
                <a:gd name="T11" fmla="*/ 0 h 49"/>
                <a:gd name="T12" fmla="*/ 66 w 99"/>
                <a:gd name="T13" fmla="*/ 2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49">
                  <a:moveTo>
                    <a:pt x="66" y="28"/>
                  </a:moveTo>
                  <a:cubicBezTo>
                    <a:pt x="72" y="28"/>
                    <a:pt x="76" y="27"/>
                    <a:pt x="80" y="2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85" y="48"/>
                    <a:pt x="70" y="49"/>
                    <a:pt x="54" y="48"/>
                  </a:cubicBezTo>
                  <a:cubicBezTo>
                    <a:pt x="37" y="46"/>
                    <a:pt x="16" y="42"/>
                    <a:pt x="0" y="3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9" y="23"/>
                    <a:pt x="42" y="28"/>
                    <a:pt x="66" y="2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8" name="任意多边形: 形状 207" descr="3aa13331-0d00-453b-8242-7ac98df5cda9"/>
            <p:cNvSpPr/>
            <p:nvPr/>
          </p:nvSpPr>
          <p:spPr bwMode="auto">
            <a:xfrm>
              <a:off x="2062163" y="3946525"/>
              <a:ext cx="1385888" cy="203200"/>
            </a:xfrm>
            <a:custGeom>
              <a:avLst/>
              <a:gdLst>
                <a:gd name="T0" fmla="*/ 272 w 729"/>
                <a:gd name="T1" fmla="*/ 5 h 107"/>
                <a:gd name="T2" fmla="*/ 312 w 729"/>
                <a:gd name="T3" fmla="*/ 44 h 107"/>
                <a:gd name="T4" fmla="*/ 419 w 729"/>
                <a:gd name="T5" fmla="*/ 12 h 107"/>
                <a:gd name="T6" fmla="*/ 431 w 729"/>
                <a:gd name="T7" fmla="*/ 8 h 107"/>
                <a:gd name="T8" fmla="*/ 501 w 729"/>
                <a:gd name="T9" fmla="*/ 53 h 107"/>
                <a:gd name="T10" fmla="*/ 577 w 729"/>
                <a:gd name="T11" fmla="*/ 25 h 107"/>
                <a:gd name="T12" fmla="*/ 592 w 729"/>
                <a:gd name="T13" fmla="*/ 25 h 107"/>
                <a:gd name="T14" fmla="*/ 712 w 729"/>
                <a:gd name="T15" fmla="*/ 75 h 107"/>
                <a:gd name="T16" fmla="*/ 729 w 729"/>
                <a:gd name="T17" fmla="*/ 90 h 107"/>
                <a:gd name="T18" fmla="*/ 684 w 729"/>
                <a:gd name="T19" fmla="*/ 89 h 107"/>
                <a:gd name="T20" fmla="*/ 641 w 729"/>
                <a:gd name="T21" fmla="*/ 80 h 107"/>
                <a:gd name="T22" fmla="*/ 586 w 729"/>
                <a:gd name="T23" fmla="*/ 50 h 107"/>
                <a:gd name="T24" fmla="*/ 429 w 729"/>
                <a:gd name="T25" fmla="*/ 26 h 107"/>
                <a:gd name="T26" fmla="*/ 347 w 729"/>
                <a:gd name="T27" fmla="*/ 68 h 107"/>
                <a:gd name="T28" fmla="*/ 279 w 729"/>
                <a:gd name="T29" fmla="*/ 35 h 107"/>
                <a:gd name="T30" fmla="*/ 173 w 729"/>
                <a:gd name="T31" fmla="*/ 63 h 107"/>
                <a:gd name="T32" fmla="*/ 99 w 729"/>
                <a:gd name="T33" fmla="*/ 47 h 107"/>
                <a:gd name="T34" fmla="*/ 65 w 729"/>
                <a:gd name="T35" fmla="*/ 61 h 107"/>
                <a:gd name="T36" fmla="*/ 19 w 729"/>
                <a:gd name="T37" fmla="*/ 59 h 107"/>
                <a:gd name="T38" fmla="*/ 0 w 729"/>
                <a:gd name="T39" fmla="*/ 54 h 107"/>
                <a:gd name="T40" fmla="*/ 0 w 729"/>
                <a:gd name="T41" fmla="*/ 35 h 107"/>
                <a:gd name="T42" fmla="*/ 30 w 729"/>
                <a:gd name="T43" fmla="*/ 41 h 107"/>
                <a:gd name="T44" fmla="*/ 82 w 729"/>
                <a:gd name="T45" fmla="*/ 37 h 107"/>
                <a:gd name="T46" fmla="*/ 85 w 729"/>
                <a:gd name="T47" fmla="*/ 31 h 107"/>
                <a:gd name="T48" fmla="*/ 86 w 729"/>
                <a:gd name="T49" fmla="*/ 26 h 107"/>
                <a:gd name="T50" fmla="*/ 88 w 729"/>
                <a:gd name="T51" fmla="*/ 12 h 107"/>
                <a:gd name="T52" fmla="*/ 104 w 729"/>
                <a:gd name="T53" fmla="*/ 13 h 107"/>
                <a:gd name="T54" fmla="*/ 177 w 729"/>
                <a:gd name="T55" fmla="*/ 46 h 107"/>
                <a:gd name="T56" fmla="*/ 265 w 729"/>
                <a:gd name="T57" fmla="*/ 14 h 107"/>
                <a:gd name="T58" fmla="*/ 263 w 729"/>
                <a:gd name="T59" fmla="*/ 10 h 107"/>
                <a:gd name="T60" fmla="*/ 272 w 729"/>
                <a:gd name="T61" fmla="*/ 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29" h="107">
                  <a:moveTo>
                    <a:pt x="272" y="5"/>
                  </a:moveTo>
                  <a:cubicBezTo>
                    <a:pt x="283" y="21"/>
                    <a:pt x="294" y="37"/>
                    <a:pt x="312" y="44"/>
                  </a:cubicBezTo>
                  <a:cubicBezTo>
                    <a:pt x="347" y="58"/>
                    <a:pt x="410" y="67"/>
                    <a:pt x="419" y="12"/>
                  </a:cubicBezTo>
                  <a:cubicBezTo>
                    <a:pt x="420" y="7"/>
                    <a:pt x="426" y="3"/>
                    <a:pt x="431" y="8"/>
                  </a:cubicBezTo>
                  <a:cubicBezTo>
                    <a:pt x="450" y="31"/>
                    <a:pt x="472" y="42"/>
                    <a:pt x="501" y="53"/>
                  </a:cubicBezTo>
                  <a:cubicBezTo>
                    <a:pt x="529" y="64"/>
                    <a:pt x="575" y="76"/>
                    <a:pt x="577" y="25"/>
                  </a:cubicBezTo>
                  <a:cubicBezTo>
                    <a:pt x="578" y="15"/>
                    <a:pt x="591" y="16"/>
                    <a:pt x="592" y="25"/>
                  </a:cubicBezTo>
                  <a:cubicBezTo>
                    <a:pt x="593" y="62"/>
                    <a:pt x="663" y="83"/>
                    <a:pt x="712" y="75"/>
                  </a:cubicBezTo>
                  <a:cubicBezTo>
                    <a:pt x="729" y="90"/>
                    <a:pt x="729" y="90"/>
                    <a:pt x="729" y="90"/>
                  </a:cubicBezTo>
                  <a:cubicBezTo>
                    <a:pt x="716" y="92"/>
                    <a:pt x="701" y="92"/>
                    <a:pt x="684" y="89"/>
                  </a:cubicBezTo>
                  <a:cubicBezTo>
                    <a:pt x="673" y="88"/>
                    <a:pt x="657" y="84"/>
                    <a:pt x="641" y="80"/>
                  </a:cubicBezTo>
                  <a:cubicBezTo>
                    <a:pt x="618" y="73"/>
                    <a:pt x="594" y="63"/>
                    <a:pt x="586" y="50"/>
                  </a:cubicBezTo>
                  <a:cubicBezTo>
                    <a:pt x="558" y="107"/>
                    <a:pt x="472" y="64"/>
                    <a:pt x="429" y="26"/>
                  </a:cubicBezTo>
                  <a:cubicBezTo>
                    <a:pt x="418" y="61"/>
                    <a:pt x="388" y="71"/>
                    <a:pt x="347" y="68"/>
                  </a:cubicBezTo>
                  <a:cubicBezTo>
                    <a:pt x="315" y="65"/>
                    <a:pt x="295" y="55"/>
                    <a:pt x="279" y="35"/>
                  </a:cubicBezTo>
                  <a:cubicBezTo>
                    <a:pt x="259" y="61"/>
                    <a:pt x="205" y="66"/>
                    <a:pt x="173" y="63"/>
                  </a:cubicBezTo>
                  <a:cubicBezTo>
                    <a:pt x="152" y="61"/>
                    <a:pt x="116" y="60"/>
                    <a:pt x="99" y="47"/>
                  </a:cubicBezTo>
                  <a:cubicBezTo>
                    <a:pt x="92" y="56"/>
                    <a:pt x="79" y="60"/>
                    <a:pt x="65" y="61"/>
                  </a:cubicBezTo>
                  <a:cubicBezTo>
                    <a:pt x="50" y="62"/>
                    <a:pt x="34" y="61"/>
                    <a:pt x="19" y="59"/>
                  </a:cubicBezTo>
                  <a:cubicBezTo>
                    <a:pt x="12" y="59"/>
                    <a:pt x="6" y="57"/>
                    <a:pt x="0" y="5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9" y="38"/>
                    <a:pt x="18" y="41"/>
                    <a:pt x="30" y="41"/>
                  </a:cubicBezTo>
                  <a:cubicBezTo>
                    <a:pt x="38" y="42"/>
                    <a:pt x="73" y="45"/>
                    <a:pt x="82" y="37"/>
                  </a:cubicBezTo>
                  <a:cubicBezTo>
                    <a:pt x="83" y="35"/>
                    <a:pt x="84" y="33"/>
                    <a:pt x="85" y="31"/>
                  </a:cubicBezTo>
                  <a:cubicBezTo>
                    <a:pt x="84" y="29"/>
                    <a:pt x="85" y="28"/>
                    <a:pt x="86" y="26"/>
                  </a:cubicBezTo>
                  <a:cubicBezTo>
                    <a:pt x="87" y="22"/>
                    <a:pt x="88" y="18"/>
                    <a:pt x="88" y="12"/>
                  </a:cubicBezTo>
                  <a:cubicBezTo>
                    <a:pt x="88" y="2"/>
                    <a:pt x="104" y="2"/>
                    <a:pt x="104" y="13"/>
                  </a:cubicBezTo>
                  <a:cubicBezTo>
                    <a:pt x="103" y="42"/>
                    <a:pt x="156" y="44"/>
                    <a:pt x="177" y="46"/>
                  </a:cubicBezTo>
                  <a:cubicBezTo>
                    <a:pt x="203" y="48"/>
                    <a:pt x="257" y="47"/>
                    <a:pt x="265" y="14"/>
                  </a:cubicBezTo>
                  <a:cubicBezTo>
                    <a:pt x="264" y="12"/>
                    <a:pt x="264" y="11"/>
                    <a:pt x="263" y="10"/>
                  </a:cubicBezTo>
                  <a:cubicBezTo>
                    <a:pt x="260" y="4"/>
                    <a:pt x="268" y="0"/>
                    <a:pt x="272" y="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9" name="任意多边形: 形状 208" descr="b5149b1e-d009-4982-a7d9-469046735758"/>
            <p:cNvSpPr/>
            <p:nvPr/>
          </p:nvSpPr>
          <p:spPr bwMode="auto">
            <a:xfrm>
              <a:off x="1522413" y="3057525"/>
              <a:ext cx="555625" cy="257175"/>
            </a:xfrm>
            <a:custGeom>
              <a:avLst/>
              <a:gdLst>
                <a:gd name="T0" fmla="*/ 292 w 292"/>
                <a:gd name="T1" fmla="*/ 16 h 136"/>
                <a:gd name="T2" fmla="*/ 291 w 292"/>
                <a:gd name="T3" fmla="*/ 123 h 136"/>
                <a:gd name="T4" fmla="*/ 268 w 292"/>
                <a:gd name="T5" fmla="*/ 129 h 136"/>
                <a:gd name="T6" fmla="*/ 213 w 292"/>
                <a:gd name="T7" fmla="*/ 79 h 136"/>
                <a:gd name="T8" fmla="*/ 193 w 292"/>
                <a:gd name="T9" fmla="*/ 75 h 136"/>
                <a:gd name="T10" fmla="*/ 115 w 292"/>
                <a:gd name="T11" fmla="*/ 128 h 136"/>
                <a:gd name="T12" fmla="*/ 85 w 292"/>
                <a:gd name="T13" fmla="*/ 119 h 136"/>
                <a:gd name="T14" fmla="*/ 74 w 292"/>
                <a:gd name="T15" fmla="*/ 92 h 136"/>
                <a:gd name="T16" fmla="*/ 75 w 292"/>
                <a:gd name="T17" fmla="*/ 77 h 136"/>
                <a:gd name="T18" fmla="*/ 56 w 292"/>
                <a:gd name="T19" fmla="*/ 76 h 136"/>
                <a:gd name="T20" fmla="*/ 35 w 292"/>
                <a:gd name="T21" fmla="*/ 123 h 136"/>
                <a:gd name="T22" fmla="*/ 0 w 292"/>
                <a:gd name="T23" fmla="*/ 23 h 136"/>
                <a:gd name="T24" fmla="*/ 31 w 292"/>
                <a:gd name="T25" fmla="*/ 29 h 136"/>
                <a:gd name="T26" fmla="*/ 142 w 292"/>
                <a:gd name="T27" fmla="*/ 1 h 136"/>
                <a:gd name="T28" fmla="*/ 274 w 292"/>
                <a:gd name="T29" fmla="*/ 0 h 136"/>
                <a:gd name="T30" fmla="*/ 282 w 292"/>
                <a:gd name="T31" fmla="*/ 9 h 136"/>
                <a:gd name="T32" fmla="*/ 292 w 292"/>
                <a:gd name="T33" fmla="*/ 1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2" h="136">
                  <a:moveTo>
                    <a:pt x="292" y="16"/>
                  </a:moveTo>
                  <a:cubicBezTo>
                    <a:pt x="291" y="123"/>
                    <a:pt x="291" y="123"/>
                    <a:pt x="291" y="123"/>
                  </a:cubicBezTo>
                  <a:cubicBezTo>
                    <a:pt x="283" y="126"/>
                    <a:pt x="276" y="128"/>
                    <a:pt x="268" y="129"/>
                  </a:cubicBezTo>
                  <a:cubicBezTo>
                    <a:pt x="238" y="132"/>
                    <a:pt x="209" y="112"/>
                    <a:pt x="213" y="79"/>
                  </a:cubicBezTo>
                  <a:cubicBezTo>
                    <a:pt x="214" y="67"/>
                    <a:pt x="196" y="64"/>
                    <a:pt x="193" y="75"/>
                  </a:cubicBezTo>
                  <a:cubicBezTo>
                    <a:pt x="181" y="113"/>
                    <a:pt x="158" y="136"/>
                    <a:pt x="115" y="128"/>
                  </a:cubicBezTo>
                  <a:cubicBezTo>
                    <a:pt x="106" y="126"/>
                    <a:pt x="94" y="125"/>
                    <a:pt x="85" y="119"/>
                  </a:cubicBezTo>
                  <a:cubicBezTo>
                    <a:pt x="74" y="112"/>
                    <a:pt x="73" y="103"/>
                    <a:pt x="74" y="92"/>
                  </a:cubicBezTo>
                  <a:cubicBezTo>
                    <a:pt x="74" y="87"/>
                    <a:pt x="75" y="82"/>
                    <a:pt x="75" y="77"/>
                  </a:cubicBezTo>
                  <a:cubicBezTo>
                    <a:pt x="76" y="65"/>
                    <a:pt x="58" y="64"/>
                    <a:pt x="56" y="76"/>
                  </a:cubicBezTo>
                  <a:cubicBezTo>
                    <a:pt x="55" y="97"/>
                    <a:pt x="47" y="113"/>
                    <a:pt x="35" y="1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0" y="26"/>
                    <a:pt x="21" y="28"/>
                    <a:pt x="31" y="29"/>
                  </a:cubicBezTo>
                  <a:cubicBezTo>
                    <a:pt x="67" y="33"/>
                    <a:pt x="122" y="32"/>
                    <a:pt x="142" y="1"/>
                  </a:cubicBezTo>
                  <a:cubicBezTo>
                    <a:pt x="174" y="23"/>
                    <a:pt x="242" y="26"/>
                    <a:pt x="274" y="0"/>
                  </a:cubicBezTo>
                  <a:cubicBezTo>
                    <a:pt x="276" y="3"/>
                    <a:pt x="278" y="6"/>
                    <a:pt x="282" y="9"/>
                  </a:cubicBezTo>
                  <a:cubicBezTo>
                    <a:pt x="285" y="11"/>
                    <a:pt x="288" y="14"/>
                    <a:pt x="29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0" name="任意多边形: 形状 209" descr="088b9357-cc28-4c6d-8bf7-e43ed5c721e1"/>
            <p:cNvSpPr/>
            <p:nvPr/>
          </p:nvSpPr>
          <p:spPr bwMode="auto">
            <a:xfrm>
              <a:off x="2052638" y="4427538"/>
              <a:ext cx="534988" cy="185738"/>
            </a:xfrm>
            <a:custGeom>
              <a:avLst/>
              <a:gdLst>
                <a:gd name="T0" fmla="*/ 273 w 281"/>
                <a:gd name="T1" fmla="*/ 36 h 98"/>
                <a:gd name="T2" fmla="*/ 281 w 281"/>
                <a:gd name="T3" fmla="*/ 35 h 98"/>
                <a:gd name="T4" fmla="*/ 0 w 281"/>
                <a:gd name="T5" fmla="*/ 98 h 98"/>
                <a:gd name="T6" fmla="*/ 12 w 281"/>
                <a:gd name="T7" fmla="*/ 96 h 98"/>
                <a:gd name="T8" fmla="*/ 0 w 281"/>
                <a:gd name="T9" fmla="*/ 89 h 98"/>
                <a:gd name="T10" fmla="*/ 1 w 281"/>
                <a:gd name="T11" fmla="*/ 27 h 98"/>
                <a:gd name="T12" fmla="*/ 30 w 281"/>
                <a:gd name="T13" fmla="*/ 32 h 98"/>
                <a:gd name="T14" fmla="*/ 81 w 281"/>
                <a:gd name="T15" fmla="*/ 9 h 98"/>
                <a:gd name="T16" fmla="*/ 90 w 281"/>
                <a:gd name="T17" fmla="*/ 0 h 98"/>
                <a:gd name="T18" fmla="*/ 184 w 281"/>
                <a:gd name="T19" fmla="*/ 37 h 98"/>
                <a:gd name="T20" fmla="*/ 237 w 281"/>
                <a:gd name="T21" fmla="*/ 13 h 98"/>
                <a:gd name="T22" fmla="*/ 273 w 281"/>
                <a:gd name="T23" fmla="*/ 3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98">
                  <a:moveTo>
                    <a:pt x="273" y="36"/>
                  </a:moveTo>
                  <a:cubicBezTo>
                    <a:pt x="281" y="35"/>
                    <a:pt x="281" y="35"/>
                    <a:pt x="281" y="35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0" y="90"/>
                    <a:pt x="5" y="88"/>
                    <a:pt x="0" y="89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1" y="30"/>
                    <a:pt x="21" y="31"/>
                    <a:pt x="30" y="32"/>
                  </a:cubicBezTo>
                  <a:cubicBezTo>
                    <a:pt x="51" y="33"/>
                    <a:pt x="67" y="24"/>
                    <a:pt x="81" y="9"/>
                  </a:cubicBezTo>
                  <a:cubicBezTo>
                    <a:pt x="83" y="6"/>
                    <a:pt x="87" y="3"/>
                    <a:pt x="90" y="0"/>
                  </a:cubicBezTo>
                  <a:cubicBezTo>
                    <a:pt x="106" y="29"/>
                    <a:pt x="153" y="43"/>
                    <a:pt x="184" y="37"/>
                  </a:cubicBezTo>
                  <a:cubicBezTo>
                    <a:pt x="195" y="35"/>
                    <a:pt x="221" y="26"/>
                    <a:pt x="237" y="13"/>
                  </a:cubicBezTo>
                  <a:cubicBezTo>
                    <a:pt x="246" y="23"/>
                    <a:pt x="259" y="31"/>
                    <a:pt x="273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1" name="任意多边形: 形状 210" descr="847e371c-8f4e-4b72-b41b-5b80139dd7ee"/>
            <p:cNvSpPr/>
            <p:nvPr/>
          </p:nvSpPr>
          <p:spPr bwMode="auto">
            <a:xfrm>
              <a:off x="2052638" y="4594225"/>
              <a:ext cx="23813" cy="19050"/>
            </a:xfrm>
            <a:custGeom>
              <a:avLst/>
              <a:gdLst>
                <a:gd name="T0" fmla="*/ 0 w 12"/>
                <a:gd name="T1" fmla="*/ 10 h 10"/>
                <a:gd name="T2" fmla="*/ 0 w 12"/>
                <a:gd name="T3" fmla="*/ 1 h 10"/>
                <a:gd name="T4" fmla="*/ 12 w 12"/>
                <a:gd name="T5" fmla="*/ 8 h 10"/>
                <a:gd name="T6" fmla="*/ 0 w 12"/>
                <a:gd name="T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0">
                  <a:moveTo>
                    <a:pt x="0" y="1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0" y="2"/>
                    <a:pt x="12" y="8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2" name="任意多边形: 形状 211" descr="b1b41933-09c1-47f4-87f1-c01aaabf00ce"/>
            <p:cNvSpPr/>
            <p:nvPr/>
          </p:nvSpPr>
          <p:spPr bwMode="auto">
            <a:xfrm>
              <a:off x="1604963" y="3276600"/>
              <a:ext cx="468313" cy="369888"/>
            </a:xfrm>
            <a:custGeom>
              <a:avLst/>
              <a:gdLst>
                <a:gd name="T0" fmla="*/ 236 w 247"/>
                <a:gd name="T1" fmla="*/ 110 h 195"/>
                <a:gd name="T2" fmla="*/ 221 w 247"/>
                <a:gd name="T3" fmla="*/ 108 h 195"/>
                <a:gd name="T4" fmla="*/ 217 w 247"/>
                <a:gd name="T5" fmla="*/ 141 h 195"/>
                <a:gd name="T6" fmla="*/ 81 w 247"/>
                <a:gd name="T7" fmla="*/ 116 h 195"/>
                <a:gd name="T8" fmla="*/ 66 w 247"/>
                <a:gd name="T9" fmla="*/ 115 h 195"/>
                <a:gd name="T10" fmla="*/ 65 w 247"/>
                <a:gd name="T11" fmla="*/ 124 h 195"/>
                <a:gd name="T12" fmla="*/ 47 w 247"/>
                <a:gd name="T13" fmla="*/ 166 h 195"/>
                <a:gd name="T14" fmla="*/ 0 w 247"/>
                <a:gd name="T15" fmla="*/ 30 h 195"/>
                <a:gd name="T16" fmla="*/ 18 w 247"/>
                <a:gd name="T17" fmla="*/ 11 h 195"/>
                <a:gd name="T18" fmla="*/ 19 w 247"/>
                <a:gd name="T19" fmla="*/ 12 h 195"/>
                <a:gd name="T20" fmla="*/ 71 w 247"/>
                <a:gd name="T21" fmla="*/ 32 h 195"/>
                <a:gd name="T22" fmla="*/ 153 w 247"/>
                <a:gd name="T23" fmla="*/ 0 h 195"/>
                <a:gd name="T24" fmla="*/ 192 w 247"/>
                <a:gd name="T25" fmla="*/ 32 h 195"/>
                <a:gd name="T26" fmla="*/ 247 w 247"/>
                <a:gd name="T27" fmla="*/ 30 h 195"/>
                <a:gd name="T28" fmla="*/ 245 w 247"/>
                <a:gd name="T29" fmla="*/ 150 h 195"/>
                <a:gd name="T30" fmla="*/ 234 w 247"/>
                <a:gd name="T31" fmla="*/ 139 h 195"/>
                <a:gd name="T32" fmla="*/ 236 w 247"/>
                <a:gd name="T33" fmla="*/ 11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6" h="195">
                  <a:moveTo>
                    <a:pt x="236" y="110"/>
                  </a:moveTo>
                  <a:cubicBezTo>
                    <a:pt x="235" y="104"/>
                    <a:pt x="225" y="102"/>
                    <a:pt x="221" y="108"/>
                  </a:cubicBezTo>
                  <a:cubicBezTo>
                    <a:pt x="214" y="121"/>
                    <a:pt x="213" y="132"/>
                    <a:pt x="217" y="141"/>
                  </a:cubicBezTo>
                  <a:cubicBezTo>
                    <a:pt x="194" y="195"/>
                    <a:pt x="75" y="187"/>
                    <a:pt x="81" y="116"/>
                  </a:cubicBezTo>
                  <a:cubicBezTo>
                    <a:pt x="82" y="106"/>
                    <a:pt x="67" y="106"/>
                    <a:pt x="66" y="115"/>
                  </a:cubicBezTo>
                  <a:cubicBezTo>
                    <a:pt x="65" y="118"/>
                    <a:pt x="65" y="121"/>
                    <a:pt x="65" y="124"/>
                  </a:cubicBezTo>
                  <a:cubicBezTo>
                    <a:pt x="63" y="142"/>
                    <a:pt x="58" y="157"/>
                    <a:pt x="47" y="16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7" y="24"/>
                    <a:pt x="13" y="18"/>
                    <a:pt x="18" y="11"/>
                  </a:cubicBezTo>
                  <a:cubicBezTo>
                    <a:pt x="18" y="11"/>
                    <a:pt x="18" y="12"/>
                    <a:pt x="19" y="12"/>
                  </a:cubicBezTo>
                  <a:cubicBezTo>
                    <a:pt x="30" y="25"/>
                    <a:pt x="55" y="29"/>
                    <a:pt x="71" y="32"/>
                  </a:cubicBezTo>
                  <a:cubicBezTo>
                    <a:pt x="111" y="39"/>
                    <a:pt x="136" y="27"/>
                    <a:pt x="153" y="0"/>
                  </a:cubicBezTo>
                  <a:cubicBezTo>
                    <a:pt x="160" y="14"/>
                    <a:pt x="173" y="25"/>
                    <a:pt x="192" y="32"/>
                  </a:cubicBezTo>
                  <a:cubicBezTo>
                    <a:pt x="212" y="39"/>
                    <a:pt x="231" y="37"/>
                    <a:pt x="247" y="30"/>
                  </a:cubicBezTo>
                  <a:cubicBezTo>
                    <a:pt x="245" y="150"/>
                    <a:pt x="245" y="150"/>
                    <a:pt x="245" y="150"/>
                  </a:cubicBezTo>
                  <a:cubicBezTo>
                    <a:pt x="240" y="147"/>
                    <a:pt x="236" y="143"/>
                    <a:pt x="234" y="139"/>
                  </a:cubicBezTo>
                  <a:cubicBezTo>
                    <a:pt x="236" y="130"/>
                    <a:pt x="237" y="121"/>
                    <a:pt x="236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3" name="任意多边形: 形状 212" descr="8e3006ed-123d-4d57-8cdf-3fe4fc6646ee"/>
            <p:cNvSpPr/>
            <p:nvPr/>
          </p:nvSpPr>
          <p:spPr bwMode="auto">
            <a:xfrm>
              <a:off x="1709738" y="3573463"/>
              <a:ext cx="360363" cy="261938"/>
            </a:xfrm>
            <a:custGeom>
              <a:avLst/>
              <a:gdLst>
                <a:gd name="T0" fmla="*/ 190 w 190"/>
                <a:gd name="T1" fmla="*/ 12 h 138"/>
                <a:gd name="T2" fmla="*/ 188 w 190"/>
                <a:gd name="T3" fmla="*/ 131 h 138"/>
                <a:gd name="T4" fmla="*/ 172 w 190"/>
                <a:gd name="T5" fmla="*/ 134 h 138"/>
                <a:gd name="T6" fmla="*/ 85 w 190"/>
                <a:gd name="T7" fmla="*/ 79 h 138"/>
                <a:gd name="T8" fmla="*/ 69 w 190"/>
                <a:gd name="T9" fmla="*/ 79 h 138"/>
                <a:gd name="T10" fmla="*/ 37 w 190"/>
                <a:gd name="T11" fmla="*/ 138 h 138"/>
                <a:gd name="T12" fmla="*/ 0 w 190"/>
                <a:gd name="T13" fmla="*/ 30 h 138"/>
                <a:gd name="T14" fmla="*/ 17 w 190"/>
                <a:gd name="T15" fmla="*/ 5 h 138"/>
                <a:gd name="T16" fmla="*/ 21 w 190"/>
                <a:gd name="T17" fmla="*/ 10 h 138"/>
                <a:gd name="T18" fmla="*/ 106 w 190"/>
                <a:gd name="T19" fmla="*/ 37 h 138"/>
                <a:gd name="T20" fmla="*/ 172 w 190"/>
                <a:gd name="T21" fmla="*/ 0 h 138"/>
                <a:gd name="T22" fmla="*/ 190 w 190"/>
                <a:gd name="T23" fmla="*/ 1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0" h="138">
                  <a:moveTo>
                    <a:pt x="190" y="12"/>
                  </a:moveTo>
                  <a:cubicBezTo>
                    <a:pt x="188" y="131"/>
                    <a:pt x="188" y="131"/>
                    <a:pt x="188" y="131"/>
                  </a:cubicBezTo>
                  <a:cubicBezTo>
                    <a:pt x="183" y="133"/>
                    <a:pt x="178" y="133"/>
                    <a:pt x="172" y="134"/>
                  </a:cubicBezTo>
                  <a:cubicBezTo>
                    <a:pt x="138" y="135"/>
                    <a:pt x="86" y="115"/>
                    <a:pt x="85" y="79"/>
                  </a:cubicBezTo>
                  <a:cubicBezTo>
                    <a:pt x="85" y="69"/>
                    <a:pt x="69" y="68"/>
                    <a:pt x="69" y="79"/>
                  </a:cubicBezTo>
                  <a:cubicBezTo>
                    <a:pt x="69" y="107"/>
                    <a:pt x="56" y="127"/>
                    <a:pt x="37" y="1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7" y="24"/>
                    <a:pt x="13" y="16"/>
                    <a:pt x="17" y="5"/>
                  </a:cubicBezTo>
                  <a:cubicBezTo>
                    <a:pt x="18" y="7"/>
                    <a:pt x="20" y="8"/>
                    <a:pt x="21" y="10"/>
                  </a:cubicBezTo>
                  <a:cubicBezTo>
                    <a:pt x="41" y="30"/>
                    <a:pt x="78" y="38"/>
                    <a:pt x="106" y="37"/>
                  </a:cubicBezTo>
                  <a:cubicBezTo>
                    <a:pt x="135" y="35"/>
                    <a:pt x="159" y="21"/>
                    <a:pt x="172" y="0"/>
                  </a:cubicBezTo>
                  <a:cubicBezTo>
                    <a:pt x="177" y="5"/>
                    <a:pt x="183" y="9"/>
                    <a:pt x="19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4" name="任意多边形: 形状 213" descr="224318ec-56a4-47f1-aa34-2d494e33e4bd"/>
            <p:cNvSpPr/>
            <p:nvPr/>
          </p:nvSpPr>
          <p:spPr bwMode="auto">
            <a:xfrm>
              <a:off x="1789113" y="3787775"/>
              <a:ext cx="274638" cy="261938"/>
            </a:xfrm>
            <a:custGeom>
              <a:avLst/>
              <a:gdLst>
                <a:gd name="T0" fmla="*/ 145 w 145"/>
                <a:gd name="T1" fmla="*/ 36 h 138"/>
                <a:gd name="T2" fmla="*/ 144 w 145"/>
                <a:gd name="T3" fmla="*/ 119 h 138"/>
                <a:gd name="T4" fmla="*/ 123 w 145"/>
                <a:gd name="T5" fmla="*/ 109 h 138"/>
                <a:gd name="T6" fmla="*/ 102 w 145"/>
                <a:gd name="T7" fmla="*/ 101 h 138"/>
                <a:gd name="T8" fmla="*/ 65 w 145"/>
                <a:gd name="T9" fmla="*/ 131 h 138"/>
                <a:gd name="T10" fmla="*/ 34 w 145"/>
                <a:gd name="T11" fmla="*/ 137 h 138"/>
                <a:gd name="T12" fmla="*/ 0 w 145"/>
                <a:gd name="T13" fmla="*/ 39 h 138"/>
                <a:gd name="T14" fmla="*/ 36 w 145"/>
                <a:gd name="T15" fmla="*/ 0 h 138"/>
                <a:gd name="T16" fmla="*/ 127 w 145"/>
                <a:gd name="T17" fmla="*/ 37 h 138"/>
                <a:gd name="T18" fmla="*/ 145 w 145"/>
                <a:gd name="T19" fmla="*/ 36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38">
                  <a:moveTo>
                    <a:pt x="145" y="36"/>
                  </a:moveTo>
                  <a:cubicBezTo>
                    <a:pt x="144" y="119"/>
                    <a:pt x="144" y="119"/>
                    <a:pt x="144" y="119"/>
                  </a:cubicBezTo>
                  <a:cubicBezTo>
                    <a:pt x="137" y="116"/>
                    <a:pt x="131" y="113"/>
                    <a:pt x="123" y="109"/>
                  </a:cubicBezTo>
                  <a:cubicBezTo>
                    <a:pt x="117" y="106"/>
                    <a:pt x="110" y="100"/>
                    <a:pt x="102" y="101"/>
                  </a:cubicBezTo>
                  <a:cubicBezTo>
                    <a:pt x="84" y="102"/>
                    <a:pt x="78" y="123"/>
                    <a:pt x="65" y="131"/>
                  </a:cubicBezTo>
                  <a:cubicBezTo>
                    <a:pt x="57" y="136"/>
                    <a:pt x="46" y="138"/>
                    <a:pt x="34" y="137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5" y="30"/>
                    <a:pt x="28" y="17"/>
                    <a:pt x="36" y="0"/>
                  </a:cubicBezTo>
                  <a:cubicBezTo>
                    <a:pt x="51" y="24"/>
                    <a:pt x="94" y="36"/>
                    <a:pt x="127" y="37"/>
                  </a:cubicBezTo>
                  <a:cubicBezTo>
                    <a:pt x="134" y="38"/>
                    <a:pt x="140" y="37"/>
                    <a:pt x="145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5" name="任意多边形: 形状 214" descr="8dc9bab3-1a5d-43b0-a64a-89591ccd2932"/>
            <p:cNvSpPr/>
            <p:nvPr/>
          </p:nvSpPr>
          <p:spPr bwMode="auto">
            <a:xfrm>
              <a:off x="1866900" y="4013200"/>
              <a:ext cx="195263" cy="227013"/>
            </a:xfrm>
            <a:custGeom>
              <a:avLst/>
              <a:gdLst>
                <a:gd name="T0" fmla="*/ 103 w 103"/>
                <a:gd name="T1" fmla="*/ 19 h 119"/>
                <a:gd name="T2" fmla="*/ 101 w 103"/>
                <a:gd name="T3" fmla="*/ 99 h 119"/>
                <a:gd name="T4" fmla="*/ 81 w 103"/>
                <a:gd name="T5" fmla="*/ 72 h 119"/>
                <a:gd name="T6" fmla="*/ 65 w 103"/>
                <a:gd name="T7" fmla="*/ 71 h 119"/>
                <a:gd name="T8" fmla="*/ 29 w 103"/>
                <a:gd name="T9" fmla="*/ 119 h 119"/>
                <a:gd name="T10" fmla="*/ 0 w 103"/>
                <a:gd name="T11" fmla="*/ 37 h 119"/>
                <a:gd name="T12" fmla="*/ 40 w 103"/>
                <a:gd name="T13" fmla="*/ 32 h 119"/>
                <a:gd name="T14" fmla="*/ 76 w 103"/>
                <a:gd name="T15" fmla="*/ 8 h 119"/>
                <a:gd name="T16" fmla="*/ 103 w 103"/>
                <a:gd name="T1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19">
                  <a:moveTo>
                    <a:pt x="103" y="19"/>
                  </a:moveTo>
                  <a:cubicBezTo>
                    <a:pt x="101" y="99"/>
                    <a:pt x="101" y="99"/>
                    <a:pt x="101" y="99"/>
                  </a:cubicBezTo>
                  <a:cubicBezTo>
                    <a:pt x="89" y="93"/>
                    <a:pt x="81" y="83"/>
                    <a:pt x="81" y="72"/>
                  </a:cubicBezTo>
                  <a:cubicBezTo>
                    <a:pt x="81" y="61"/>
                    <a:pt x="65" y="61"/>
                    <a:pt x="65" y="71"/>
                  </a:cubicBezTo>
                  <a:cubicBezTo>
                    <a:pt x="66" y="101"/>
                    <a:pt x="50" y="115"/>
                    <a:pt x="29" y="11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4" y="39"/>
                    <a:pt x="29" y="39"/>
                    <a:pt x="40" y="32"/>
                  </a:cubicBezTo>
                  <a:cubicBezTo>
                    <a:pt x="57" y="22"/>
                    <a:pt x="51" y="0"/>
                    <a:pt x="76" y="8"/>
                  </a:cubicBezTo>
                  <a:cubicBezTo>
                    <a:pt x="86" y="11"/>
                    <a:pt x="94" y="15"/>
                    <a:pt x="10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6" name="任意多边形: 形状 215" descr="f563d918-b24f-4eb7-aab9-0ee3c2ef665f"/>
            <p:cNvSpPr/>
            <p:nvPr/>
          </p:nvSpPr>
          <p:spPr bwMode="auto">
            <a:xfrm>
              <a:off x="1933575" y="4211638"/>
              <a:ext cx="125413" cy="227013"/>
            </a:xfrm>
            <a:custGeom>
              <a:avLst/>
              <a:gdLst>
                <a:gd name="T0" fmla="*/ 66 w 66"/>
                <a:gd name="T1" fmla="*/ 15 h 120"/>
                <a:gd name="T2" fmla="*/ 64 w 66"/>
                <a:gd name="T3" fmla="*/ 120 h 120"/>
                <a:gd name="T4" fmla="*/ 29 w 66"/>
                <a:gd name="T5" fmla="*/ 102 h 120"/>
                <a:gd name="T6" fmla="*/ 21 w 66"/>
                <a:gd name="T7" fmla="*/ 94 h 120"/>
                <a:gd name="T8" fmla="*/ 0 w 66"/>
                <a:gd name="T9" fmla="*/ 32 h 120"/>
                <a:gd name="T10" fmla="*/ 21 w 66"/>
                <a:gd name="T11" fmla="*/ 24 h 120"/>
                <a:gd name="T12" fmla="*/ 44 w 66"/>
                <a:gd name="T13" fmla="*/ 0 h 120"/>
                <a:gd name="T14" fmla="*/ 66 w 66"/>
                <a:gd name="T15" fmla="*/ 1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120">
                  <a:moveTo>
                    <a:pt x="66" y="15"/>
                  </a:moveTo>
                  <a:cubicBezTo>
                    <a:pt x="64" y="120"/>
                    <a:pt x="64" y="120"/>
                    <a:pt x="64" y="120"/>
                  </a:cubicBezTo>
                  <a:cubicBezTo>
                    <a:pt x="51" y="117"/>
                    <a:pt x="39" y="112"/>
                    <a:pt x="29" y="102"/>
                  </a:cubicBezTo>
                  <a:cubicBezTo>
                    <a:pt x="26" y="99"/>
                    <a:pt x="24" y="96"/>
                    <a:pt x="21" y="9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7" y="30"/>
                    <a:pt x="14" y="28"/>
                    <a:pt x="21" y="24"/>
                  </a:cubicBezTo>
                  <a:cubicBezTo>
                    <a:pt x="34" y="18"/>
                    <a:pt x="40" y="10"/>
                    <a:pt x="44" y="0"/>
                  </a:cubicBezTo>
                  <a:cubicBezTo>
                    <a:pt x="50" y="6"/>
                    <a:pt x="57" y="11"/>
                    <a:pt x="6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7" name="任意多边形: 形状 216" descr="1d4fc7d3-d367-4c80-b134-cd715bfaf857"/>
            <p:cNvSpPr/>
            <p:nvPr/>
          </p:nvSpPr>
          <p:spPr bwMode="auto">
            <a:xfrm>
              <a:off x="2047875" y="4595813"/>
              <a:ext cx="4763" cy="17463"/>
            </a:xfrm>
            <a:custGeom>
              <a:avLst/>
              <a:gdLst>
                <a:gd name="T0" fmla="*/ 3 w 3"/>
                <a:gd name="T1" fmla="*/ 0 h 9"/>
                <a:gd name="T2" fmla="*/ 3 w 3"/>
                <a:gd name="T3" fmla="*/ 9 h 9"/>
                <a:gd name="T4" fmla="*/ 0 w 3"/>
                <a:gd name="T5" fmla="*/ 2 h 9"/>
                <a:gd name="T6" fmla="*/ 3 w 3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9">
                  <a:moveTo>
                    <a:pt x="3" y="0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1"/>
                    <a:pt x="2" y="1"/>
                    <a:pt x="3" y="0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8" name="任意多边形: 形状 217" descr="811cfe86-17e5-4cae-8ca8-1d218a4f7a58"/>
            <p:cNvSpPr/>
            <p:nvPr/>
          </p:nvSpPr>
          <p:spPr bwMode="auto">
            <a:xfrm>
              <a:off x="1922463" y="4129088"/>
              <a:ext cx="136525" cy="142875"/>
            </a:xfrm>
            <a:custGeom>
              <a:avLst/>
              <a:gdLst>
                <a:gd name="T0" fmla="*/ 52 w 72"/>
                <a:gd name="T1" fmla="*/ 11 h 75"/>
                <a:gd name="T2" fmla="*/ 72 w 72"/>
                <a:gd name="T3" fmla="*/ 38 h 75"/>
                <a:gd name="T4" fmla="*/ 72 w 72"/>
                <a:gd name="T5" fmla="*/ 58 h 75"/>
                <a:gd name="T6" fmla="*/ 50 w 72"/>
                <a:gd name="T7" fmla="*/ 43 h 75"/>
                <a:gd name="T8" fmla="*/ 27 w 72"/>
                <a:gd name="T9" fmla="*/ 67 h 75"/>
                <a:gd name="T10" fmla="*/ 6 w 72"/>
                <a:gd name="T11" fmla="*/ 75 h 75"/>
                <a:gd name="T12" fmla="*/ 0 w 72"/>
                <a:gd name="T13" fmla="*/ 58 h 75"/>
                <a:gd name="T14" fmla="*/ 36 w 72"/>
                <a:gd name="T15" fmla="*/ 10 h 75"/>
                <a:gd name="T16" fmla="*/ 52 w 72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5">
                  <a:moveTo>
                    <a:pt x="52" y="11"/>
                  </a:moveTo>
                  <a:cubicBezTo>
                    <a:pt x="52" y="22"/>
                    <a:pt x="60" y="32"/>
                    <a:pt x="72" y="3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63" y="54"/>
                    <a:pt x="56" y="49"/>
                    <a:pt x="50" y="43"/>
                  </a:cubicBezTo>
                  <a:cubicBezTo>
                    <a:pt x="46" y="53"/>
                    <a:pt x="40" y="61"/>
                    <a:pt x="27" y="67"/>
                  </a:cubicBezTo>
                  <a:cubicBezTo>
                    <a:pt x="20" y="71"/>
                    <a:pt x="13" y="73"/>
                    <a:pt x="6" y="7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4"/>
                    <a:pt x="37" y="40"/>
                    <a:pt x="36" y="10"/>
                  </a:cubicBezTo>
                  <a:cubicBezTo>
                    <a:pt x="36" y="0"/>
                    <a:pt x="52" y="0"/>
                    <a:pt x="52" y="1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9" name="任意多边形: 形状 218" descr="4808be16-5b9b-4db5-a29b-6b7bbd0291d2"/>
            <p:cNvSpPr/>
            <p:nvPr/>
          </p:nvSpPr>
          <p:spPr bwMode="auto">
            <a:xfrm>
              <a:off x="1973263" y="4389438"/>
              <a:ext cx="80963" cy="88900"/>
            </a:xfrm>
            <a:custGeom>
              <a:avLst/>
              <a:gdLst>
                <a:gd name="T0" fmla="*/ 8 w 43"/>
                <a:gd name="T1" fmla="*/ 8 h 47"/>
                <a:gd name="T2" fmla="*/ 43 w 43"/>
                <a:gd name="T3" fmla="*/ 26 h 47"/>
                <a:gd name="T4" fmla="*/ 43 w 43"/>
                <a:gd name="T5" fmla="*/ 47 h 47"/>
                <a:gd name="T6" fmla="*/ 12 w 43"/>
                <a:gd name="T7" fmla="*/ 35 h 47"/>
                <a:gd name="T8" fmla="*/ 0 w 43"/>
                <a:gd name="T9" fmla="*/ 0 h 47"/>
                <a:gd name="T10" fmla="*/ 8 w 43"/>
                <a:gd name="T11" fmla="*/ 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" h="47">
                  <a:moveTo>
                    <a:pt x="8" y="8"/>
                  </a:moveTo>
                  <a:cubicBezTo>
                    <a:pt x="18" y="18"/>
                    <a:pt x="30" y="23"/>
                    <a:pt x="43" y="26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32" y="44"/>
                    <a:pt x="22" y="40"/>
                    <a:pt x="12" y="3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2"/>
                    <a:pt x="5" y="5"/>
                    <a:pt x="8" y="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0" name="任意多边形: 形状 219" descr="1b395c1f-1328-47f0-8c62-dad01df32bff"/>
            <p:cNvSpPr/>
            <p:nvPr/>
          </p:nvSpPr>
          <p:spPr bwMode="auto">
            <a:xfrm>
              <a:off x="1779588" y="3702050"/>
              <a:ext cx="287338" cy="160338"/>
            </a:xfrm>
            <a:custGeom>
              <a:avLst/>
              <a:gdLst>
                <a:gd name="T0" fmla="*/ 135 w 151"/>
                <a:gd name="T1" fmla="*/ 66 h 84"/>
                <a:gd name="T2" fmla="*/ 151 w 151"/>
                <a:gd name="T3" fmla="*/ 63 h 84"/>
                <a:gd name="T4" fmla="*/ 150 w 151"/>
                <a:gd name="T5" fmla="*/ 81 h 84"/>
                <a:gd name="T6" fmla="*/ 132 w 151"/>
                <a:gd name="T7" fmla="*/ 82 h 84"/>
                <a:gd name="T8" fmla="*/ 41 w 151"/>
                <a:gd name="T9" fmla="*/ 45 h 84"/>
                <a:gd name="T10" fmla="*/ 5 w 151"/>
                <a:gd name="T11" fmla="*/ 84 h 84"/>
                <a:gd name="T12" fmla="*/ 0 w 151"/>
                <a:gd name="T13" fmla="*/ 70 h 84"/>
                <a:gd name="T14" fmla="*/ 32 w 151"/>
                <a:gd name="T15" fmla="*/ 11 h 84"/>
                <a:gd name="T16" fmla="*/ 48 w 151"/>
                <a:gd name="T17" fmla="*/ 11 h 84"/>
                <a:gd name="T18" fmla="*/ 135 w 151"/>
                <a:gd name="T19" fmla="*/ 6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" h="84">
                  <a:moveTo>
                    <a:pt x="135" y="66"/>
                  </a:moveTo>
                  <a:cubicBezTo>
                    <a:pt x="141" y="65"/>
                    <a:pt x="146" y="65"/>
                    <a:pt x="151" y="63"/>
                  </a:cubicBezTo>
                  <a:cubicBezTo>
                    <a:pt x="150" y="81"/>
                    <a:pt x="150" y="81"/>
                    <a:pt x="150" y="81"/>
                  </a:cubicBezTo>
                  <a:cubicBezTo>
                    <a:pt x="145" y="82"/>
                    <a:pt x="139" y="83"/>
                    <a:pt x="132" y="82"/>
                  </a:cubicBezTo>
                  <a:cubicBezTo>
                    <a:pt x="99" y="81"/>
                    <a:pt x="56" y="69"/>
                    <a:pt x="41" y="45"/>
                  </a:cubicBezTo>
                  <a:cubicBezTo>
                    <a:pt x="33" y="62"/>
                    <a:pt x="20" y="75"/>
                    <a:pt x="5" y="84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9" y="59"/>
                    <a:pt x="32" y="39"/>
                    <a:pt x="32" y="11"/>
                  </a:cubicBezTo>
                  <a:cubicBezTo>
                    <a:pt x="32" y="0"/>
                    <a:pt x="48" y="1"/>
                    <a:pt x="48" y="11"/>
                  </a:cubicBezTo>
                  <a:cubicBezTo>
                    <a:pt x="49" y="47"/>
                    <a:pt x="101" y="67"/>
                    <a:pt x="135" y="66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1" name="任意多边形: 形状 220" descr="b3e13a7c-b4ef-4c36-a10e-7d271672c5f0"/>
            <p:cNvSpPr/>
            <p:nvPr/>
          </p:nvSpPr>
          <p:spPr bwMode="auto">
            <a:xfrm>
              <a:off x="1854200" y="3978275"/>
              <a:ext cx="207963" cy="109538"/>
            </a:xfrm>
            <a:custGeom>
              <a:avLst/>
              <a:gdLst>
                <a:gd name="T0" fmla="*/ 110 w 110"/>
                <a:gd name="T1" fmla="*/ 19 h 58"/>
                <a:gd name="T2" fmla="*/ 110 w 110"/>
                <a:gd name="T3" fmla="*/ 38 h 58"/>
                <a:gd name="T4" fmla="*/ 83 w 110"/>
                <a:gd name="T5" fmla="*/ 27 h 58"/>
                <a:gd name="T6" fmla="*/ 47 w 110"/>
                <a:gd name="T7" fmla="*/ 51 h 58"/>
                <a:gd name="T8" fmla="*/ 7 w 110"/>
                <a:gd name="T9" fmla="*/ 56 h 58"/>
                <a:gd name="T10" fmla="*/ 0 w 110"/>
                <a:gd name="T11" fmla="*/ 37 h 58"/>
                <a:gd name="T12" fmla="*/ 31 w 110"/>
                <a:gd name="T13" fmla="*/ 31 h 58"/>
                <a:gd name="T14" fmla="*/ 68 w 110"/>
                <a:gd name="T15" fmla="*/ 1 h 58"/>
                <a:gd name="T16" fmla="*/ 89 w 110"/>
                <a:gd name="T17" fmla="*/ 9 h 58"/>
                <a:gd name="T18" fmla="*/ 110 w 110"/>
                <a:gd name="T19" fmla="*/ 1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" h="57">
                  <a:moveTo>
                    <a:pt x="110" y="19"/>
                  </a:moveTo>
                  <a:cubicBezTo>
                    <a:pt x="110" y="38"/>
                    <a:pt x="110" y="38"/>
                    <a:pt x="110" y="38"/>
                  </a:cubicBezTo>
                  <a:cubicBezTo>
                    <a:pt x="101" y="34"/>
                    <a:pt x="93" y="30"/>
                    <a:pt x="83" y="27"/>
                  </a:cubicBezTo>
                  <a:cubicBezTo>
                    <a:pt x="58" y="19"/>
                    <a:pt x="64" y="41"/>
                    <a:pt x="47" y="51"/>
                  </a:cubicBezTo>
                  <a:cubicBezTo>
                    <a:pt x="36" y="58"/>
                    <a:pt x="21" y="58"/>
                    <a:pt x="7" y="5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2" y="38"/>
                    <a:pt x="23" y="36"/>
                    <a:pt x="31" y="31"/>
                  </a:cubicBezTo>
                  <a:cubicBezTo>
                    <a:pt x="44" y="23"/>
                    <a:pt x="50" y="2"/>
                    <a:pt x="68" y="1"/>
                  </a:cubicBezTo>
                  <a:cubicBezTo>
                    <a:pt x="76" y="0"/>
                    <a:pt x="83" y="6"/>
                    <a:pt x="89" y="9"/>
                  </a:cubicBezTo>
                  <a:cubicBezTo>
                    <a:pt x="97" y="13"/>
                    <a:pt x="103" y="16"/>
                    <a:pt x="110" y="19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2" name="任意多边形: 形状 221" descr="a60b0f2b-1933-4d05-8510-67f6942a29b1"/>
            <p:cNvSpPr/>
            <p:nvPr/>
          </p:nvSpPr>
          <p:spPr bwMode="auto">
            <a:xfrm>
              <a:off x="1450975" y="2897188"/>
              <a:ext cx="338138" cy="212725"/>
            </a:xfrm>
            <a:custGeom>
              <a:avLst/>
              <a:gdLst>
                <a:gd name="T0" fmla="*/ 178 w 178"/>
                <a:gd name="T1" fmla="*/ 14 h 112"/>
                <a:gd name="T2" fmla="*/ 176 w 178"/>
                <a:gd name="T3" fmla="*/ 36 h 112"/>
                <a:gd name="T4" fmla="*/ 168 w 178"/>
                <a:gd name="T5" fmla="*/ 40 h 112"/>
                <a:gd name="T6" fmla="*/ 166 w 178"/>
                <a:gd name="T7" fmla="*/ 68 h 112"/>
                <a:gd name="T8" fmla="*/ 27 w 178"/>
                <a:gd name="T9" fmla="*/ 77 h 112"/>
                <a:gd name="T10" fmla="*/ 23 w 178"/>
                <a:gd name="T11" fmla="*/ 64 h 112"/>
                <a:gd name="T12" fmla="*/ 16 w 178"/>
                <a:gd name="T13" fmla="*/ 42 h 112"/>
                <a:gd name="T14" fmla="*/ 15 w 178"/>
                <a:gd name="T15" fmla="*/ 42 h 112"/>
                <a:gd name="T16" fmla="*/ 0 w 178"/>
                <a:gd name="T17" fmla="*/ 0 h 112"/>
                <a:gd name="T18" fmla="*/ 178 w 178"/>
                <a:gd name="T19" fmla="*/ 1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" h="112">
                  <a:moveTo>
                    <a:pt x="178" y="14"/>
                  </a:moveTo>
                  <a:cubicBezTo>
                    <a:pt x="176" y="36"/>
                    <a:pt x="176" y="36"/>
                    <a:pt x="176" y="36"/>
                  </a:cubicBezTo>
                  <a:cubicBezTo>
                    <a:pt x="173" y="36"/>
                    <a:pt x="170" y="37"/>
                    <a:pt x="168" y="40"/>
                  </a:cubicBezTo>
                  <a:cubicBezTo>
                    <a:pt x="163" y="50"/>
                    <a:pt x="163" y="60"/>
                    <a:pt x="166" y="68"/>
                  </a:cubicBezTo>
                  <a:cubicBezTo>
                    <a:pt x="152" y="112"/>
                    <a:pt x="53" y="97"/>
                    <a:pt x="27" y="77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7" y="57"/>
                    <a:pt x="26" y="49"/>
                    <a:pt x="16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78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3" name="任意多边形: 形状 222" descr="7750f6d4-9e73-408e-87c2-b510f7b739c1"/>
            <p:cNvSpPr/>
            <p:nvPr/>
          </p:nvSpPr>
          <p:spPr bwMode="auto">
            <a:xfrm>
              <a:off x="1693863" y="3470275"/>
              <a:ext cx="376238" cy="176213"/>
            </a:xfrm>
            <a:custGeom>
              <a:avLst/>
              <a:gdLst>
                <a:gd name="T0" fmla="*/ 170 w 198"/>
                <a:gd name="T1" fmla="*/ 39 h 93"/>
                <a:gd name="T2" fmla="*/ 174 w 198"/>
                <a:gd name="T3" fmla="*/ 6 h 93"/>
                <a:gd name="T4" fmla="*/ 189 w 198"/>
                <a:gd name="T5" fmla="*/ 8 h 93"/>
                <a:gd name="T6" fmla="*/ 187 w 198"/>
                <a:gd name="T7" fmla="*/ 37 h 93"/>
                <a:gd name="T8" fmla="*/ 198 w 198"/>
                <a:gd name="T9" fmla="*/ 48 h 93"/>
                <a:gd name="T10" fmla="*/ 198 w 198"/>
                <a:gd name="T11" fmla="*/ 66 h 93"/>
                <a:gd name="T12" fmla="*/ 180 w 198"/>
                <a:gd name="T13" fmla="*/ 54 h 93"/>
                <a:gd name="T14" fmla="*/ 114 w 198"/>
                <a:gd name="T15" fmla="*/ 91 h 93"/>
                <a:gd name="T16" fmla="*/ 29 w 198"/>
                <a:gd name="T17" fmla="*/ 64 h 93"/>
                <a:gd name="T18" fmla="*/ 25 w 198"/>
                <a:gd name="T19" fmla="*/ 59 h 93"/>
                <a:gd name="T20" fmla="*/ 8 w 198"/>
                <a:gd name="T21" fmla="*/ 84 h 93"/>
                <a:gd name="T22" fmla="*/ 0 w 198"/>
                <a:gd name="T23" fmla="*/ 64 h 93"/>
                <a:gd name="T24" fmla="*/ 18 w 198"/>
                <a:gd name="T25" fmla="*/ 22 h 93"/>
                <a:gd name="T26" fmla="*/ 19 w 198"/>
                <a:gd name="T27" fmla="*/ 13 h 93"/>
                <a:gd name="T28" fmla="*/ 34 w 198"/>
                <a:gd name="T29" fmla="*/ 14 h 93"/>
                <a:gd name="T30" fmla="*/ 170 w 198"/>
                <a:gd name="T31" fmla="*/ 3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8" h="93">
                  <a:moveTo>
                    <a:pt x="170" y="39"/>
                  </a:moveTo>
                  <a:cubicBezTo>
                    <a:pt x="166" y="30"/>
                    <a:pt x="167" y="19"/>
                    <a:pt x="174" y="6"/>
                  </a:cubicBezTo>
                  <a:cubicBezTo>
                    <a:pt x="178" y="0"/>
                    <a:pt x="188" y="2"/>
                    <a:pt x="189" y="8"/>
                  </a:cubicBezTo>
                  <a:cubicBezTo>
                    <a:pt x="190" y="19"/>
                    <a:pt x="189" y="28"/>
                    <a:pt x="187" y="37"/>
                  </a:cubicBezTo>
                  <a:cubicBezTo>
                    <a:pt x="189" y="41"/>
                    <a:pt x="193" y="45"/>
                    <a:pt x="198" y="48"/>
                  </a:cubicBezTo>
                  <a:cubicBezTo>
                    <a:pt x="198" y="66"/>
                    <a:pt x="198" y="66"/>
                    <a:pt x="198" y="66"/>
                  </a:cubicBezTo>
                  <a:cubicBezTo>
                    <a:pt x="191" y="63"/>
                    <a:pt x="185" y="59"/>
                    <a:pt x="180" y="54"/>
                  </a:cubicBezTo>
                  <a:cubicBezTo>
                    <a:pt x="167" y="75"/>
                    <a:pt x="143" y="89"/>
                    <a:pt x="114" y="91"/>
                  </a:cubicBezTo>
                  <a:cubicBezTo>
                    <a:pt x="86" y="92"/>
                    <a:pt x="49" y="84"/>
                    <a:pt x="29" y="64"/>
                  </a:cubicBezTo>
                  <a:cubicBezTo>
                    <a:pt x="28" y="62"/>
                    <a:pt x="26" y="61"/>
                    <a:pt x="25" y="59"/>
                  </a:cubicBezTo>
                  <a:cubicBezTo>
                    <a:pt x="21" y="70"/>
                    <a:pt x="15" y="78"/>
                    <a:pt x="8" y="8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1" y="55"/>
                    <a:pt x="16" y="40"/>
                    <a:pt x="18" y="22"/>
                  </a:cubicBezTo>
                  <a:cubicBezTo>
                    <a:pt x="18" y="19"/>
                    <a:pt x="18" y="16"/>
                    <a:pt x="19" y="13"/>
                  </a:cubicBezTo>
                  <a:cubicBezTo>
                    <a:pt x="20" y="4"/>
                    <a:pt x="35" y="4"/>
                    <a:pt x="34" y="14"/>
                  </a:cubicBezTo>
                  <a:cubicBezTo>
                    <a:pt x="28" y="85"/>
                    <a:pt x="147" y="93"/>
                    <a:pt x="170" y="39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4" name="任意多边形: 形状 223" descr="d9e80d16-4991-47e8-b28c-287959180992"/>
            <p:cNvSpPr/>
            <p:nvPr/>
          </p:nvSpPr>
          <p:spPr bwMode="auto">
            <a:xfrm>
              <a:off x="1589088" y="3178175"/>
              <a:ext cx="487363" cy="173038"/>
            </a:xfrm>
            <a:custGeom>
              <a:avLst/>
              <a:gdLst>
                <a:gd name="T0" fmla="*/ 178 w 256"/>
                <a:gd name="T1" fmla="*/ 15 h 91"/>
                <a:gd name="T2" fmla="*/ 233 w 256"/>
                <a:gd name="T3" fmla="*/ 65 h 91"/>
                <a:gd name="T4" fmla="*/ 256 w 256"/>
                <a:gd name="T5" fmla="*/ 59 h 91"/>
                <a:gd name="T6" fmla="*/ 255 w 256"/>
                <a:gd name="T7" fmla="*/ 82 h 91"/>
                <a:gd name="T8" fmla="*/ 200 w 256"/>
                <a:gd name="T9" fmla="*/ 84 h 91"/>
                <a:gd name="T10" fmla="*/ 161 w 256"/>
                <a:gd name="T11" fmla="*/ 52 h 91"/>
                <a:gd name="T12" fmla="*/ 79 w 256"/>
                <a:gd name="T13" fmla="*/ 84 h 91"/>
                <a:gd name="T14" fmla="*/ 27 w 256"/>
                <a:gd name="T15" fmla="*/ 64 h 91"/>
                <a:gd name="T16" fmla="*/ 26 w 256"/>
                <a:gd name="T17" fmla="*/ 63 h 91"/>
                <a:gd name="T18" fmla="*/ 8 w 256"/>
                <a:gd name="T19" fmla="*/ 82 h 91"/>
                <a:gd name="T20" fmla="*/ 0 w 256"/>
                <a:gd name="T21" fmla="*/ 59 h 91"/>
                <a:gd name="T22" fmla="*/ 21 w 256"/>
                <a:gd name="T23" fmla="*/ 12 h 91"/>
                <a:gd name="T24" fmla="*/ 40 w 256"/>
                <a:gd name="T25" fmla="*/ 13 h 91"/>
                <a:gd name="T26" fmla="*/ 39 w 256"/>
                <a:gd name="T27" fmla="*/ 28 h 91"/>
                <a:gd name="T28" fmla="*/ 50 w 256"/>
                <a:gd name="T29" fmla="*/ 55 h 91"/>
                <a:gd name="T30" fmla="*/ 80 w 256"/>
                <a:gd name="T31" fmla="*/ 64 h 91"/>
                <a:gd name="T32" fmla="*/ 158 w 256"/>
                <a:gd name="T33" fmla="*/ 11 h 91"/>
                <a:gd name="T34" fmla="*/ 178 w 256"/>
                <a:gd name="T35" fmla="*/ 1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91">
                  <a:moveTo>
                    <a:pt x="178" y="15"/>
                  </a:moveTo>
                  <a:cubicBezTo>
                    <a:pt x="174" y="48"/>
                    <a:pt x="203" y="68"/>
                    <a:pt x="233" y="65"/>
                  </a:cubicBezTo>
                  <a:cubicBezTo>
                    <a:pt x="241" y="64"/>
                    <a:pt x="248" y="62"/>
                    <a:pt x="256" y="59"/>
                  </a:cubicBezTo>
                  <a:cubicBezTo>
                    <a:pt x="255" y="82"/>
                    <a:pt x="255" y="82"/>
                    <a:pt x="255" y="82"/>
                  </a:cubicBezTo>
                  <a:cubicBezTo>
                    <a:pt x="239" y="89"/>
                    <a:pt x="220" y="91"/>
                    <a:pt x="200" y="84"/>
                  </a:cubicBezTo>
                  <a:cubicBezTo>
                    <a:pt x="181" y="77"/>
                    <a:pt x="168" y="66"/>
                    <a:pt x="161" y="52"/>
                  </a:cubicBezTo>
                  <a:cubicBezTo>
                    <a:pt x="144" y="79"/>
                    <a:pt x="119" y="91"/>
                    <a:pt x="79" y="84"/>
                  </a:cubicBezTo>
                  <a:cubicBezTo>
                    <a:pt x="63" y="81"/>
                    <a:pt x="38" y="77"/>
                    <a:pt x="27" y="64"/>
                  </a:cubicBezTo>
                  <a:cubicBezTo>
                    <a:pt x="26" y="64"/>
                    <a:pt x="26" y="63"/>
                    <a:pt x="26" y="63"/>
                  </a:cubicBezTo>
                  <a:cubicBezTo>
                    <a:pt x="21" y="70"/>
                    <a:pt x="15" y="76"/>
                    <a:pt x="8" y="82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2" y="49"/>
                    <a:pt x="20" y="33"/>
                    <a:pt x="21" y="12"/>
                  </a:cubicBezTo>
                  <a:cubicBezTo>
                    <a:pt x="23" y="0"/>
                    <a:pt x="41" y="1"/>
                    <a:pt x="40" y="13"/>
                  </a:cubicBezTo>
                  <a:cubicBezTo>
                    <a:pt x="40" y="18"/>
                    <a:pt x="39" y="23"/>
                    <a:pt x="39" y="28"/>
                  </a:cubicBezTo>
                  <a:cubicBezTo>
                    <a:pt x="38" y="39"/>
                    <a:pt x="39" y="48"/>
                    <a:pt x="50" y="55"/>
                  </a:cubicBezTo>
                  <a:cubicBezTo>
                    <a:pt x="59" y="61"/>
                    <a:pt x="71" y="62"/>
                    <a:pt x="80" y="64"/>
                  </a:cubicBezTo>
                  <a:cubicBezTo>
                    <a:pt x="123" y="72"/>
                    <a:pt x="146" y="49"/>
                    <a:pt x="158" y="11"/>
                  </a:cubicBezTo>
                  <a:cubicBezTo>
                    <a:pt x="161" y="0"/>
                    <a:pt x="179" y="3"/>
                    <a:pt x="178" y="1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5" name="任意多边形: 形状 224" descr="e3634133-816f-4719-862f-e895f0b5de2a"/>
            <p:cNvSpPr/>
            <p:nvPr/>
          </p:nvSpPr>
          <p:spPr bwMode="auto">
            <a:xfrm>
              <a:off x="1501775" y="2965450"/>
              <a:ext cx="577850" cy="153988"/>
            </a:xfrm>
            <a:custGeom>
              <a:avLst/>
              <a:gdLst>
                <a:gd name="T0" fmla="*/ 0 w 304"/>
                <a:gd name="T1" fmla="*/ 41 h 81"/>
                <a:gd name="T2" fmla="*/ 139 w 304"/>
                <a:gd name="T3" fmla="*/ 32 h 81"/>
                <a:gd name="T4" fmla="*/ 141 w 304"/>
                <a:gd name="T5" fmla="*/ 4 h 81"/>
                <a:gd name="T6" fmla="*/ 149 w 304"/>
                <a:gd name="T7" fmla="*/ 0 h 81"/>
                <a:gd name="T8" fmla="*/ 160 w 304"/>
                <a:gd name="T9" fmla="*/ 7 h 81"/>
                <a:gd name="T10" fmla="*/ 160 w 304"/>
                <a:gd name="T11" fmla="*/ 32 h 81"/>
                <a:gd name="T12" fmla="*/ 233 w 304"/>
                <a:gd name="T13" fmla="*/ 44 h 81"/>
                <a:gd name="T14" fmla="*/ 282 w 304"/>
                <a:gd name="T15" fmla="*/ 13 h 81"/>
                <a:gd name="T16" fmla="*/ 303 w 304"/>
                <a:gd name="T17" fmla="*/ 14 h 81"/>
                <a:gd name="T18" fmla="*/ 304 w 304"/>
                <a:gd name="T19" fmla="*/ 31 h 81"/>
                <a:gd name="T20" fmla="*/ 303 w 304"/>
                <a:gd name="T21" fmla="*/ 64 h 81"/>
                <a:gd name="T22" fmla="*/ 293 w 304"/>
                <a:gd name="T23" fmla="*/ 57 h 81"/>
                <a:gd name="T24" fmla="*/ 285 w 304"/>
                <a:gd name="T25" fmla="*/ 48 h 81"/>
                <a:gd name="T26" fmla="*/ 153 w 304"/>
                <a:gd name="T27" fmla="*/ 49 h 81"/>
                <a:gd name="T28" fmla="*/ 42 w 304"/>
                <a:gd name="T29" fmla="*/ 77 h 81"/>
                <a:gd name="T30" fmla="*/ 11 w 304"/>
                <a:gd name="T31" fmla="*/ 71 h 81"/>
                <a:gd name="T32" fmla="*/ 0 w 304"/>
                <a:gd name="T33" fmla="*/ 4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4" h="81">
                  <a:moveTo>
                    <a:pt x="0" y="41"/>
                  </a:moveTo>
                  <a:cubicBezTo>
                    <a:pt x="26" y="61"/>
                    <a:pt x="125" y="76"/>
                    <a:pt x="139" y="32"/>
                  </a:cubicBezTo>
                  <a:cubicBezTo>
                    <a:pt x="136" y="24"/>
                    <a:pt x="136" y="14"/>
                    <a:pt x="141" y="4"/>
                  </a:cubicBezTo>
                  <a:cubicBezTo>
                    <a:pt x="143" y="1"/>
                    <a:pt x="146" y="0"/>
                    <a:pt x="149" y="0"/>
                  </a:cubicBezTo>
                  <a:cubicBezTo>
                    <a:pt x="154" y="0"/>
                    <a:pt x="159" y="2"/>
                    <a:pt x="160" y="7"/>
                  </a:cubicBezTo>
                  <a:cubicBezTo>
                    <a:pt x="161" y="16"/>
                    <a:pt x="161" y="25"/>
                    <a:pt x="160" y="32"/>
                  </a:cubicBezTo>
                  <a:cubicBezTo>
                    <a:pt x="174" y="46"/>
                    <a:pt x="222" y="45"/>
                    <a:pt x="233" y="44"/>
                  </a:cubicBezTo>
                  <a:cubicBezTo>
                    <a:pt x="250" y="42"/>
                    <a:pt x="282" y="35"/>
                    <a:pt x="282" y="13"/>
                  </a:cubicBezTo>
                  <a:cubicBezTo>
                    <a:pt x="284" y="0"/>
                    <a:pt x="303" y="1"/>
                    <a:pt x="303" y="14"/>
                  </a:cubicBezTo>
                  <a:cubicBezTo>
                    <a:pt x="302" y="20"/>
                    <a:pt x="302" y="26"/>
                    <a:pt x="304" y="31"/>
                  </a:cubicBezTo>
                  <a:cubicBezTo>
                    <a:pt x="303" y="64"/>
                    <a:pt x="303" y="64"/>
                    <a:pt x="303" y="64"/>
                  </a:cubicBezTo>
                  <a:cubicBezTo>
                    <a:pt x="299" y="62"/>
                    <a:pt x="296" y="59"/>
                    <a:pt x="293" y="57"/>
                  </a:cubicBezTo>
                  <a:cubicBezTo>
                    <a:pt x="289" y="54"/>
                    <a:pt x="287" y="51"/>
                    <a:pt x="285" y="48"/>
                  </a:cubicBezTo>
                  <a:cubicBezTo>
                    <a:pt x="253" y="74"/>
                    <a:pt x="185" y="71"/>
                    <a:pt x="153" y="49"/>
                  </a:cubicBezTo>
                  <a:cubicBezTo>
                    <a:pt x="133" y="80"/>
                    <a:pt x="78" y="81"/>
                    <a:pt x="42" y="77"/>
                  </a:cubicBezTo>
                  <a:cubicBezTo>
                    <a:pt x="32" y="76"/>
                    <a:pt x="21" y="74"/>
                    <a:pt x="11" y="71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6" name="任意多边形: 形状 225" descr="b97f6f15-ff3c-498f-bb91-96e6dc3a9cb6"/>
            <p:cNvSpPr/>
            <p:nvPr/>
          </p:nvSpPr>
          <p:spPr bwMode="auto">
            <a:xfrm>
              <a:off x="1479550" y="2976563"/>
              <a:ext cx="22225" cy="42863"/>
            </a:xfrm>
            <a:custGeom>
              <a:avLst/>
              <a:gdLst>
                <a:gd name="T0" fmla="*/ 1 w 12"/>
                <a:gd name="T1" fmla="*/ 0 h 22"/>
                <a:gd name="T2" fmla="*/ 8 w 12"/>
                <a:gd name="T3" fmla="*/ 22 h 22"/>
                <a:gd name="T4" fmla="*/ 0 w 12"/>
                <a:gd name="T5" fmla="*/ 0 h 22"/>
                <a:gd name="T6" fmla="*/ 1 w 1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2">
                  <a:moveTo>
                    <a:pt x="1" y="0"/>
                  </a:moveTo>
                  <a:cubicBezTo>
                    <a:pt x="11" y="7"/>
                    <a:pt x="12" y="15"/>
                    <a:pt x="8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7" name="任意多边形: 形状 226" descr="0cbe9854-5826-43d5-91dd-830e3e17cfc9"/>
            <p:cNvSpPr/>
            <p:nvPr/>
          </p:nvSpPr>
          <p:spPr bwMode="auto">
            <a:xfrm>
              <a:off x="3446463" y="1636713"/>
              <a:ext cx="46038" cy="84138"/>
            </a:xfrm>
            <a:custGeom>
              <a:avLst/>
              <a:gdLst>
                <a:gd name="T0" fmla="*/ 19 w 29"/>
                <a:gd name="T1" fmla="*/ 53 h 53"/>
                <a:gd name="T2" fmla="*/ 0 w 29"/>
                <a:gd name="T3" fmla="*/ 49 h 53"/>
                <a:gd name="T4" fmla="*/ 10 w 29"/>
                <a:gd name="T5" fmla="*/ 0 h 53"/>
                <a:gd name="T6" fmla="*/ 29 w 29"/>
                <a:gd name="T7" fmla="*/ 5 h 53"/>
                <a:gd name="T8" fmla="*/ 19 w 29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52">
                  <a:moveTo>
                    <a:pt x="19" y="53"/>
                  </a:moveTo>
                  <a:lnTo>
                    <a:pt x="0" y="49"/>
                  </a:lnTo>
                  <a:lnTo>
                    <a:pt x="10" y="0"/>
                  </a:lnTo>
                  <a:lnTo>
                    <a:pt x="29" y="5"/>
                  </a:lnTo>
                  <a:lnTo>
                    <a:pt x="19" y="53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8" name="任意多边形: 形状 227" descr="9dc44272-f509-4209-b525-5890170327d6"/>
            <p:cNvSpPr/>
            <p:nvPr/>
          </p:nvSpPr>
          <p:spPr bwMode="auto">
            <a:xfrm>
              <a:off x="3279775" y="1900238"/>
              <a:ext cx="119063" cy="103188"/>
            </a:xfrm>
            <a:custGeom>
              <a:avLst/>
              <a:gdLst>
                <a:gd name="T0" fmla="*/ 40 w 63"/>
                <a:gd name="T1" fmla="*/ 54 h 54"/>
                <a:gd name="T2" fmla="*/ 28 w 63"/>
                <a:gd name="T3" fmla="*/ 51 h 54"/>
                <a:gd name="T4" fmla="*/ 12 w 63"/>
                <a:gd name="T5" fmla="*/ 41 h 54"/>
                <a:gd name="T6" fmla="*/ 6 w 63"/>
                <a:gd name="T7" fmla="*/ 12 h 54"/>
                <a:gd name="T8" fmla="*/ 35 w 63"/>
                <a:gd name="T9" fmla="*/ 6 h 54"/>
                <a:gd name="T10" fmla="*/ 51 w 63"/>
                <a:gd name="T11" fmla="*/ 16 h 54"/>
                <a:gd name="T12" fmla="*/ 57 w 63"/>
                <a:gd name="T13" fmla="*/ 45 h 54"/>
                <a:gd name="T14" fmla="*/ 40 w 63"/>
                <a:gd name="T1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54">
                  <a:moveTo>
                    <a:pt x="40" y="54"/>
                  </a:moveTo>
                  <a:cubicBezTo>
                    <a:pt x="36" y="54"/>
                    <a:pt x="32" y="53"/>
                    <a:pt x="28" y="51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3" y="35"/>
                    <a:pt x="0" y="22"/>
                    <a:pt x="6" y="12"/>
                  </a:cubicBezTo>
                  <a:cubicBezTo>
                    <a:pt x="13" y="3"/>
                    <a:pt x="25" y="0"/>
                    <a:pt x="35" y="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61" y="23"/>
                    <a:pt x="63" y="35"/>
                    <a:pt x="57" y="45"/>
                  </a:cubicBezTo>
                  <a:cubicBezTo>
                    <a:pt x="53" y="51"/>
                    <a:pt x="47" y="54"/>
                    <a:pt x="40" y="54"/>
                  </a:cubicBez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9" name="任意多边形: 形状 228" descr="b5d5568c-6fa7-4f0e-9125-7297ac184ae6"/>
            <p:cNvSpPr/>
            <p:nvPr/>
          </p:nvSpPr>
          <p:spPr bwMode="auto">
            <a:xfrm>
              <a:off x="3697288" y="3611563"/>
              <a:ext cx="85725" cy="52388"/>
            </a:xfrm>
            <a:custGeom>
              <a:avLst/>
              <a:gdLst>
                <a:gd name="T0" fmla="*/ 49 w 54"/>
                <a:gd name="T1" fmla="*/ 33 h 33"/>
                <a:gd name="T2" fmla="*/ 0 w 54"/>
                <a:gd name="T3" fmla="*/ 24 h 33"/>
                <a:gd name="T4" fmla="*/ 5 w 54"/>
                <a:gd name="T5" fmla="*/ 0 h 33"/>
                <a:gd name="T6" fmla="*/ 54 w 54"/>
                <a:gd name="T7" fmla="*/ 9 h 33"/>
                <a:gd name="T8" fmla="*/ 49 w 54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33">
                  <a:moveTo>
                    <a:pt x="49" y="33"/>
                  </a:moveTo>
                  <a:lnTo>
                    <a:pt x="0" y="24"/>
                  </a:lnTo>
                  <a:lnTo>
                    <a:pt x="5" y="0"/>
                  </a:lnTo>
                  <a:lnTo>
                    <a:pt x="54" y="9"/>
                  </a:lnTo>
                  <a:lnTo>
                    <a:pt x="49" y="33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0" name="任意多边形: 形状 229" descr="ff111756-85fd-4936-af0c-014aade06fab"/>
            <p:cNvSpPr/>
            <p:nvPr/>
          </p:nvSpPr>
          <p:spPr bwMode="auto">
            <a:xfrm>
              <a:off x="1406525" y="1482725"/>
              <a:ext cx="3717925" cy="3519488"/>
            </a:xfrm>
            <a:custGeom>
              <a:avLst/>
              <a:gdLst>
                <a:gd name="T0" fmla="*/ 1559 w 2342"/>
                <a:gd name="T1" fmla="*/ 2217 h 2217"/>
                <a:gd name="T2" fmla="*/ 388 w 2342"/>
                <a:gd name="T3" fmla="*/ 1994 h 2217"/>
                <a:gd name="T4" fmla="*/ 0 w 2342"/>
                <a:gd name="T5" fmla="*/ 885 h 2217"/>
                <a:gd name="T6" fmla="*/ 783 w 2342"/>
                <a:gd name="T7" fmla="*/ 0 h 2217"/>
                <a:gd name="T8" fmla="*/ 1295 w 2342"/>
                <a:gd name="T9" fmla="*/ 97 h 2217"/>
                <a:gd name="T10" fmla="*/ 1285 w 2342"/>
                <a:gd name="T11" fmla="*/ 146 h 2217"/>
                <a:gd name="T12" fmla="*/ 802 w 2342"/>
                <a:gd name="T13" fmla="*/ 54 h 2217"/>
                <a:gd name="T14" fmla="*/ 56 w 2342"/>
                <a:gd name="T15" fmla="*/ 896 h 2217"/>
                <a:gd name="T16" fmla="*/ 425 w 2342"/>
                <a:gd name="T17" fmla="*/ 1951 h 2217"/>
                <a:gd name="T18" fmla="*/ 1540 w 2342"/>
                <a:gd name="T19" fmla="*/ 2163 h 2217"/>
                <a:gd name="T20" fmla="*/ 2286 w 2342"/>
                <a:gd name="T21" fmla="*/ 1322 h 2217"/>
                <a:gd name="T22" fmla="*/ 1917 w 2342"/>
                <a:gd name="T23" fmla="*/ 267 h 2217"/>
                <a:gd name="T24" fmla="*/ 1304 w 2342"/>
                <a:gd name="T25" fmla="*/ 150 h 2217"/>
                <a:gd name="T26" fmla="*/ 1314 w 2342"/>
                <a:gd name="T27" fmla="*/ 102 h 2217"/>
                <a:gd name="T28" fmla="*/ 1954 w 2342"/>
                <a:gd name="T29" fmla="*/ 224 h 2217"/>
                <a:gd name="T30" fmla="*/ 1959 w 2342"/>
                <a:gd name="T31" fmla="*/ 237 h 2217"/>
                <a:gd name="T32" fmla="*/ 2342 w 2342"/>
                <a:gd name="T33" fmla="*/ 1332 h 2217"/>
                <a:gd name="T34" fmla="*/ 1559 w 2342"/>
                <a:gd name="T35" fmla="*/ 2217 h 2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42" h="2217">
                  <a:moveTo>
                    <a:pt x="1559" y="2217"/>
                  </a:moveTo>
                  <a:lnTo>
                    <a:pt x="388" y="1994"/>
                  </a:lnTo>
                  <a:lnTo>
                    <a:pt x="0" y="885"/>
                  </a:lnTo>
                  <a:lnTo>
                    <a:pt x="783" y="0"/>
                  </a:lnTo>
                  <a:lnTo>
                    <a:pt x="1295" y="97"/>
                  </a:lnTo>
                  <a:lnTo>
                    <a:pt x="1285" y="146"/>
                  </a:lnTo>
                  <a:lnTo>
                    <a:pt x="802" y="54"/>
                  </a:lnTo>
                  <a:lnTo>
                    <a:pt x="56" y="896"/>
                  </a:lnTo>
                  <a:lnTo>
                    <a:pt x="425" y="1951"/>
                  </a:lnTo>
                  <a:lnTo>
                    <a:pt x="1540" y="2163"/>
                  </a:lnTo>
                  <a:lnTo>
                    <a:pt x="2286" y="1322"/>
                  </a:lnTo>
                  <a:lnTo>
                    <a:pt x="1917" y="267"/>
                  </a:lnTo>
                  <a:lnTo>
                    <a:pt x="1304" y="150"/>
                  </a:lnTo>
                  <a:lnTo>
                    <a:pt x="1314" y="102"/>
                  </a:lnTo>
                  <a:lnTo>
                    <a:pt x="1954" y="224"/>
                  </a:lnTo>
                  <a:lnTo>
                    <a:pt x="1959" y="237"/>
                  </a:lnTo>
                  <a:lnTo>
                    <a:pt x="2342" y="1332"/>
                  </a:lnTo>
                  <a:lnTo>
                    <a:pt x="1559" y="2217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1" name="任意多边形: 形状 230" descr="c7768263-6ede-4620-85b5-891f5de22ded"/>
            <p:cNvSpPr/>
            <p:nvPr/>
          </p:nvSpPr>
          <p:spPr bwMode="auto">
            <a:xfrm>
              <a:off x="3573463" y="1846263"/>
              <a:ext cx="933450" cy="3127375"/>
            </a:xfrm>
            <a:custGeom>
              <a:avLst/>
              <a:gdLst>
                <a:gd name="T0" fmla="*/ 162 w 588"/>
                <a:gd name="T1" fmla="*/ 1970 h 1970"/>
                <a:gd name="T2" fmla="*/ 0 w 588"/>
                <a:gd name="T3" fmla="*/ 1523 h 1970"/>
                <a:gd name="T4" fmla="*/ 3 w 588"/>
                <a:gd name="T5" fmla="*/ 1511 h 1970"/>
                <a:gd name="T6" fmla="*/ 241 w 588"/>
                <a:gd name="T7" fmla="*/ 319 h 1970"/>
                <a:gd name="T8" fmla="*/ 552 w 588"/>
                <a:gd name="T9" fmla="*/ 0 h 1970"/>
                <a:gd name="T10" fmla="*/ 588 w 588"/>
                <a:gd name="T11" fmla="*/ 33 h 1970"/>
                <a:gd name="T12" fmla="*/ 288 w 588"/>
                <a:gd name="T13" fmla="*/ 343 h 1970"/>
                <a:gd name="T14" fmla="*/ 52 w 588"/>
                <a:gd name="T15" fmla="*/ 1518 h 1970"/>
                <a:gd name="T16" fmla="*/ 209 w 588"/>
                <a:gd name="T17" fmla="*/ 1954 h 1970"/>
                <a:gd name="T18" fmla="*/ 162 w 588"/>
                <a:gd name="T19" fmla="*/ 197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8" h="1969">
                  <a:moveTo>
                    <a:pt x="162" y="1970"/>
                  </a:moveTo>
                  <a:lnTo>
                    <a:pt x="0" y="1523"/>
                  </a:lnTo>
                  <a:lnTo>
                    <a:pt x="3" y="1511"/>
                  </a:lnTo>
                  <a:lnTo>
                    <a:pt x="241" y="319"/>
                  </a:lnTo>
                  <a:lnTo>
                    <a:pt x="552" y="0"/>
                  </a:lnTo>
                  <a:lnTo>
                    <a:pt x="588" y="33"/>
                  </a:lnTo>
                  <a:lnTo>
                    <a:pt x="288" y="343"/>
                  </a:lnTo>
                  <a:lnTo>
                    <a:pt x="52" y="1518"/>
                  </a:lnTo>
                  <a:lnTo>
                    <a:pt x="209" y="1954"/>
                  </a:lnTo>
                  <a:lnTo>
                    <a:pt x="162" y="1970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2" name="任意多边形: 形状 231" descr="0bd0306b-ec07-498f-b1a7-996cdf0270ac"/>
            <p:cNvSpPr>
              <a:spLocks noEditPoints="1"/>
            </p:cNvSpPr>
            <p:nvPr/>
          </p:nvSpPr>
          <p:spPr bwMode="auto">
            <a:xfrm>
              <a:off x="2012950" y="1484313"/>
              <a:ext cx="3108325" cy="3168650"/>
            </a:xfrm>
            <a:custGeom>
              <a:avLst/>
              <a:gdLst>
                <a:gd name="T0" fmla="*/ 21 w 1635"/>
                <a:gd name="T1" fmla="*/ 1669 h 1669"/>
                <a:gd name="T2" fmla="*/ 7 w 1635"/>
                <a:gd name="T3" fmla="*/ 1664 h 1669"/>
                <a:gd name="T4" fmla="*/ 0 w 1635"/>
                <a:gd name="T5" fmla="*/ 1648 h 1669"/>
                <a:gd name="T6" fmla="*/ 15 w 1635"/>
                <a:gd name="T7" fmla="*/ 769 h 1669"/>
                <a:gd name="T8" fmla="*/ 16 w 1635"/>
                <a:gd name="T9" fmla="*/ 762 h 1669"/>
                <a:gd name="T10" fmla="*/ 323 w 1635"/>
                <a:gd name="T11" fmla="*/ 14 h 1669"/>
                <a:gd name="T12" fmla="*/ 336 w 1635"/>
                <a:gd name="T13" fmla="*/ 2 h 1669"/>
                <a:gd name="T14" fmla="*/ 354 w 1635"/>
                <a:gd name="T15" fmla="*/ 4 h 1669"/>
                <a:gd name="T16" fmla="*/ 1053 w 1635"/>
                <a:gd name="T17" fmla="*/ 450 h 1669"/>
                <a:gd name="T18" fmla="*/ 1057 w 1635"/>
                <a:gd name="T19" fmla="*/ 453 h 1669"/>
                <a:gd name="T20" fmla="*/ 1629 w 1635"/>
                <a:gd name="T21" fmla="*/ 1095 h 1669"/>
                <a:gd name="T22" fmla="*/ 1634 w 1635"/>
                <a:gd name="T23" fmla="*/ 1113 h 1669"/>
                <a:gd name="T24" fmla="*/ 1622 w 1635"/>
                <a:gd name="T25" fmla="*/ 1127 h 1669"/>
                <a:gd name="T26" fmla="*/ 852 w 1635"/>
                <a:gd name="T27" fmla="*/ 1481 h 1669"/>
                <a:gd name="T28" fmla="*/ 847 w 1635"/>
                <a:gd name="T29" fmla="*/ 1482 h 1669"/>
                <a:gd name="T30" fmla="*/ 25 w 1635"/>
                <a:gd name="T31" fmla="*/ 1668 h 1669"/>
                <a:gd name="T32" fmla="*/ 21 w 1635"/>
                <a:gd name="T33" fmla="*/ 1669 h 1669"/>
                <a:gd name="T34" fmla="*/ 56 w 1635"/>
                <a:gd name="T35" fmla="*/ 774 h 1669"/>
                <a:gd name="T36" fmla="*/ 42 w 1635"/>
                <a:gd name="T37" fmla="*/ 1622 h 1669"/>
                <a:gd name="T38" fmla="*/ 836 w 1635"/>
                <a:gd name="T39" fmla="*/ 1442 h 1669"/>
                <a:gd name="T40" fmla="*/ 1580 w 1635"/>
                <a:gd name="T41" fmla="*/ 1102 h 1669"/>
                <a:gd name="T42" fmla="*/ 1028 w 1635"/>
                <a:gd name="T43" fmla="*/ 483 h 1669"/>
                <a:gd name="T44" fmla="*/ 353 w 1635"/>
                <a:gd name="T45" fmla="*/ 52 h 1669"/>
                <a:gd name="T46" fmla="*/ 56 w 1635"/>
                <a:gd name="T47" fmla="*/ 774 h 1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34" h="1669">
                  <a:moveTo>
                    <a:pt x="21" y="1669"/>
                  </a:moveTo>
                  <a:cubicBezTo>
                    <a:pt x="16" y="1669"/>
                    <a:pt x="11" y="1667"/>
                    <a:pt x="7" y="1664"/>
                  </a:cubicBezTo>
                  <a:cubicBezTo>
                    <a:pt x="2" y="1660"/>
                    <a:pt x="0" y="1654"/>
                    <a:pt x="0" y="1648"/>
                  </a:cubicBezTo>
                  <a:cubicBezTo>
                    <a:pt x="15" y="769"/>
                    <a:pt x="15" y="769"/>
                    <a:pt x="15" y="769"/>
                  </a:cubicBezTo>
                  <a:cubicBezTo>
                    <a:pt x="15" y="767"/>
                    <a:pt x="15" y="764"/>
                    <a:pt x="16" y="762"/>
                  </a:cubicBezTo>
                  <a:cubicBezTo>
                    <a:pt x="323" y="14"/>
                    <a:pt x="323" y="14"/>
                    <a:pt x="323" y="14"/>
                  </a:cubicBezTo>
                  <a:cubicBezTo>
                    <a:pt x="326" y="8"/>
                    <a:pt x="330" y="3"/>
                    <a:pt x="336" y="2"/>
                  </a:cubicBezTo>
                  <a:cubicBezTo>
                    <a:pt x="342" y="0"/>
                    <a:pt x="349" y="1"/>
                    <a:pt x="354" y="4"/>
                  </a:cubicBezTo>
                  <a:cubicBezTo>
                    <a:pt x="1053" y="450"/>
                    <a:pt x="1053" y="450"/>
                    <a:pt x="1053" y="450"/>
                  </a:cubicBezTo>
                  <a:cubicBezTo>
                    <a:pt x="1055" y="451"/>
                    <a:pt x="1056" y="452"/>
                    <a:pt x="1057" y="453"/>
                  </a:cubicBezTo>
                  <a:cubicBezTo>
                    <a:pt x="1629" y="1095"/>
                    <a:pt x="1629" y="1095"/>
                    <a:pt x="1629" y="1095"/>
                  </a:cubicBezTo>
                  <a:cubicBezTo>
                    <a:pt x="1634" y="1100"/>
                    <a:pt x="1635" y="1107"/>
                    <a:pt x="1634" y="1113"/>
                  </a:cubicBezTo>
                  <a:cubicBezTo>
                    <a:pt x="1633" y="1119"/>
                    <a:pt x="1628" y="1125"/>
                    <a:pt x="1622" y="1127"/>
                  </a:cubicBezTo>
                  <a:cubicBezTo>
                    <a:pt x="852" y="1481"/>
                    <a:pt x="852" y="1481"/>
                    <a:pt x="852" y="1481"/>
                  </a:cubicBezTo>
                  <a:cubicBezTo>
                    <a:pt x="850" y="1481"/>
                    <a:pt x="849" y="1482"/>
                    <a:pt x="847" y="1482"/>
                  </a:cubicBezTo>
                  <a:cubicBezTo>
                    <a:pt x="25" y="1668"/>
                    <a:pt x="25" y="1668"/>
                    <a:pt x="25" y="1668"/>
                  </a:cubicBezTo>
                  <a:cubicBezTo>
                    <a:pt x="24" y="1669"/>
                    <a:pt x="22" y="1669"/>
                    <a:pt x="21" y="1669"/>
                  </a:cubicBezTo>
                  <a:close/>
                  <a:moveTo>
                    <a:pt x="56" y="774"/>
                  </a:moveTo>
                  <a:cubicBezTo>
                    <a:pt x="42" y="1622"/>
                    <a:pt x="42" y="1622"/>
                    <a:pt x="42" y="1622"/>
                  </a:cubicBezTo>
                  <a:cubicBezTo>
                    <a:pt x="836" y="1442"/>
                    <a:pt x="836" y="1442"/>
                    <a:pt x="836" y="1442"/>
                  </a:cubicBezTo>
                  <a:cubicBezTo>
                    <a:pt x="1580" y="1102"/>
                    <a:pt x="1580" y="1102"/>
                    <a:pt x="1580" y="1102"/>
                  </a:cubicBezTo>
                  <a:cubicBezTo>
                    <a:pt x="1028" y="483"/>
                    <a:pt x="1028" y="483"/>
                    <a:pt x="1028" y="483"/>
                  </a:cubicBezTo>
                  <a:cubicBezTo>
                    <a:pt x="353" y="52"/>
                    <a:pt x="353" y="52"/>
                    <a:pt x="353" y="52"/>
                  </a:cubicBezTo>
                  <a:lnTo>
                    <a:pt x="56" y="774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3" name="任意多边形: 形状 232" descr="68813873-d7cb-42e5-a8cb-c25bb1068cd3"/>
            <p:cNvSpPr/>
            <p:nvPr/>
          </p:nvSpPr>
          <p:spPr bwMode="auto">
            <a:xfrm>
              <a:off x="1449388" y="2857500"/>
              <a:ext cx="1419225" cy="768350"/>
            </a:xfrm>
            <a:custGeom>
              <a:avLst/>
              <a:gdLst>
                <a:gd name="T0" fmla="*/ 860 w 894"/>
                <a:gd name="T1" fmla="*/ 484 h 484"/>
                <a:gd name="T2" fmla="*/ 387 w 894"/>
                <a:gd name="T3" fmla="*/ 80 h 484"/>
                <a:gd name="T4" fmla="*/ 0 w 894"/>
                <a:gd name="T5" fmla="*/ 49 h 484"/>
                <a:gd name="T6" fmla="*/ 3 w 894"/>
                <a:gd name="T7" fmla="*/ 0 h 484"/>
                <a:gd name="T8" fmla="*/ 408 w 894"/>
                <a:gd name="T9" fmla="*/ 32 h 484"/>
                <a:gd name="T10" fmla="*/ 894 w 894"/>
                <a:gd name="T11" fmla="*/ 447 h 484"/>
                <a:gd name="T12" fmla="*/ 860 w 894"/>
                <a:gd name="T13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4" h="483">
                  <a:moveTo>
                    <a:pt x="860" y="484"/>
                  </a:moveTo>
                  <a:lnTo>
                    <a:pt x="387" y="80"/>
                  </a:lnTo>
                  <a:lnTo>
                    <a:pt x="0" y="49"/>
                  </a:lnTo>
                  <a:lnTo>
                    <a:pt x="3" y="0"/>
                  </a:lnTo>
                  <a:lnTo>
                    <a:pt x="408" y="32"/>
                  </a:lnTo>
                  <a:lnTo>
                    <a:pt x="894" y="447"/>
                  </a:lnTo>
                  <a:lnTo>
                    <a:pt x="860" y="484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4" name="任意多边形: 形状 233" descr="13c1f037-2950-4a87-a6b6-be48fd356b8f"/>
            <p:cNvSpPr/>
            <p:nvPr/>
          </p:nvSpPr>
          <p:spPr bwMode="auto">
            <a:xfrm>
              <a:off x="2814638" y="3567113"/>
              <a:ext cx="825500" cy="722313"/>
            </a:xfrm>
            <a:custGeom>
              <a:avLst/>
              <a:gdLst>
                <a:gd name="T0" fmla="*/ 488 w 520"/>
                <a:gd name="T1" fmla="*/ 455 h 455"/>
                <a:gd name="T2" fmla="*/ 0 w 520"/>
                <a:gd name="T3" fmla="*/ 37 h 455"/>
                <a:gd name="T4" fmla="*/ 34 w 520"/>
                <a:gd name="T5" fmla="*/ 0 h 455"/>
                <a:gd name="T6" fmla="*/ 520 w 520"/>
                <a:gd name="T7" fmla="*/ 418 h 455"/>
                <a:gd name="T8" fmla="*/ 488 w 520"/>
                <a:gd name="T9" fmla="*/ 45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455">
                  <a:moveTo>
                    <a:pt x="488" y="455"/>
                  </a:moveTo>
                  <a:lnTo>
                    <a:pt x="0" y="37"/>
                  </a:lnTo>
                  <a:lnTo>
                    <a:pt x="34" y="0"/>
                  </a:lnTo>
                  <a:lnTo>
                    <a:pt x="520" y="418"/>
                  </a:lnTo>
                  <a:lnTo>
                    <a:pt x="488" y="455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5" name="任意多边形: 形状 234" descr="bd23cd3e-96fd-416f-9db1-b6104ea90acd"/>
            <p:cNvSpPr/>
            <p:nvPr/>
          </p:nvSpPr>
          <p:spPr bwMode="auto">
            <a:xfrm>
              <a:off x="2070100" y="2333625"/>
              <a:ext cx="1935163" cy="649288"/>
            </a:xfrm>
            <a:custGeom>
              <a:avLst/>
              <a:gdLst>
                <a:gd name="T0" fmla="*/ 14 w 1219"/>
                <a:gd name="T1" fmla="*/ 409 h 409"/>
                <a:gd name="T2" fmla="*/ 0 w 1219"/>
                <a:gd name="T3" fmla="*/ 362 h 409"/>
                <a:gd name="T4" fmla="*/ 1205 w 1219"/>
                <a:gd name="T5" fmla="*/ 0 h 409"/>
                <a:gd name="T6" fmla="*/ 1219 w 1219"/>
                <a:gd name="T7" fmla="*/ 48 h 409"/>
                <a:gd name="T8" fmla="*/ 14 w 1219"/>
                <a:gd name="T9" fmla="*/ 409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9" h="409">
                  <a:moveTo>
                    <a:pt x="14" y="409"/>
                  </a:moveTo>
                  <a:lnTo>
                    <a:pt x="0" y="362"/>
                  </a:lnTo>
                  <a:lnTo>
                    <a:pt x="1205" y="0"/>
                  </a:lnTo>
                  <a:lnTo>
                    <a:pt x="1219" y="48"/>
                  </a:lnTo>
                  <a:lnTo>
                    <a:pt x="14" y="409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标题 1" descr="220646bb-544b-417e-805c-c15fc0d06254"/>
          <p:cNvSpPr>
            <a:spLocks noGrp="1"/>
          </p:cNvSpPr>
          <p:nvPr>
            <p:ph type="ctrTitle" hasCustomPrompt="1"/>
          </p:nvPr>
        </p:nvSpPr>
        <p:spPr>
          <a:xfrm>
            <a:off x="5081588" y="1127126"/>
            <a:ext cx="6437312" cy="2220292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 descr="2aa38f3c-eafe-462a-ac58-024ff1aab12d"/>
          <p:cNvSpPr>
            <a:spLocks noGrp="1"/>
          </p:cNvSpPr>
          <p:nvPr>
            <p:ph type="subTitle" idx="1" hasCustomPrompt="1"/>
          </p:nvPr>
        </p:nvSpPr>
        <p:spPr>
          <a:xfrm>
            <a:off x="5081588" y="3347417"/>
            <a:ext cx="6437312" cy="1514167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 descr="5cadb3e6-ffb3-443b-8b4e-940cd7394c4e"/>
          <p:cNvSpPr>
            <a:spLocks noGrp="1"/>
          </p:cNvSpPr>
          <p:nvPr>
            <p:ph type="body" sz="quarter" idx="13" hasCustomPrompt="1"/>
          </p:nvPr>
        </p:nvSpPr>
        <p:spPr>
          <a:xfrm>
            <a:off x="7972426" y="5585460"/>
            <a:ext cx="3546474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3e7de3e6-1b38-4c50-b1f2-60fea4f060a9"/>
          <p:cNvSpPr>
            <a:spLocks noGrp="1"/>
          </p:cNvSpPr>
          <p:nvPr>
            <p:ph type="body" sz="quarter" idx="14" hasCustomPrompt="1"/>
          </p:nvPr>
        </p:nvSpPr>
        <p:spPr>
          <a:xfrm>
            <a:off x="7972426" y="5859780"/>
            <a:ext cx="3546474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62cb281-d2c0-40b1-8a64-cfcc062f3fdf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 descr="738e41c6-101f-460a-a5f9-ca0486fbaf5a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a43177aa-4413-4834-bff4-a3eb4c8aef8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49e6fcc9-53ea-4687-a3a5-5c83f4bb1cc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3f9652a4-5933-48d7-ab88-ab081b5c73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c4f1d8d-3e4d-4011-93d9-dbf399d6ade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 descr="0b4b5c57-a8d4-40a5-8cdd-44551270cefa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db1d3c6c-4ec3-46e2-8dda-d989f75926a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1bbaa661-1499-4901-b2b6-a73bb2892ba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b95a1e37-873e-4088-b8dc-4137dc9ce3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 descr="66316e8b-120d-4ca2-80aa-144b8259d7b8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261671b4-ad59-4c43-a395-cd058c70eb0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组合 112" descr="cffaeae0-42c2-4720-862e-2b2a54c1a0f1"/>
          <p:cNvGrpSpPr/>
          <p:nvPr/>
        </p:nvGrpSpPr>
        <p:grpSpPr>
          <a:xfrm>
            <a:off x="7005677" y="4075509"/>
            <a:ext cx="2074188" cy="1971264"/>
            <a:chOff x="6499227" y="3972735"/>
            <a:chExt cx="1514053" cy="1438923"/>
          </a:xfrm>
        </p:grpSpPr>
        <p:sp>
          <p:nvSpPr>
            <p:cNvPr id="8" name="任意多边形: 形状 7" descr="4310a386-9027-44d1-b40d-0d1c60324fb9"/>
            <p:cNvSpPr/>
            <p:nvPr/>
          </p:nvSpPr>
          <p:spPr bwMode="auto">
            <a:xfrm flipH="1">
              <a:off x="7530668" y="5365816"/>
              <a:ext cx="30561" cy="34382"/>
            </a:xfrm>
            <a:custGeom>
              <a:avLst/>
              <a:gdLst>
                <a:gd name="T0" fmla="*/ 4 w 20"/>
                <a:gd name="T1" fmla="*/ 22 h 22"/>
                <a:gd name="T2" fmla="*/ 2 w 20"/>
                <a:gd name="T3" fmla="*/ 21 h 22"/>
                <a:gd name="T4" fmla="*/ 0 w 20"/>
                <a:gd name="T5" fmla="*/ 18 h 22"/>
                <a:gd name="T6" fmla="*/ 0 w 20"/>
                <a:gd name="T7" fmla="*/ 4 h 22"/>
                <a:gd name="T8" fmla="*/ 4 w 20"/>
                <a:gd name="T9" fmla="*/ 0 h 22"/>
                <a:gd name="T10" fmla="*/ 8 w 20"/>
                <a:gd name="T11" fmla="*/ 4 h 22"/>
                <a:gd name="T12" fmla="*/ 8 w 20"/>
                <a:gd name="T13" fmla="*/ 11 h 22"/>
                <a:gd name="T14" fmla="*/ 14 w 20"/>
                <a:gd name="T15" fmla="*/ 8 h 22"/>
                <a:gd name="T16" fmla="*/ 20 w 20"/>
                <a:gd name="T17" fmla="*/ 9 h 22"/>
                <a:gd name="T18" fmla="*/ 18 w 20"/>
                <a:gd name="T19" fmla="*/ 15 h 22"/>
                <a:gd name="T20" fmla="*/ 6 w 20"/>
                <a:gd name="T21" fmla="*/ 21 h 22"/>
                <a:gd name="T22" fmla="*/ 4 w 20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22">
                  <a:moveTo>
                    <a:pt x="4" y="22"/>
                  </a:moveTo>
                  <a:cubicBezTo>
                    <a:pt x="3" y="22"/>
                    <a:pt x="3" y="21"/>
                    <a:pt x="2" y="21"/>
                  </a:cubicBezTo>
                  <a:cubicBezTo>
                    <a:pt x="1" y="20"/>
                    <a:pt x="0" y="19"/>
                    <a:pt x="0" y="1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6" y="7"/>
                    <a:pt x="19" y="7"/>
                    <a:pt x="20" y="9"/>
                  </a:cubicBezTo>
                  <a:cubicBezTo>
                    <a:pt x="20" y="11"/>
                    <a:pt x="20" y="14"/>
                    <a:pt x="18" y="15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1"/>
                    <a:pt x="5" y="22"/>
                    <a:pt x="4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任意多边形: 形状 8" descr="0046521b-b569-46e2-9d64-0591893a1ab6"/>
            <p:cNvSpPr>
              <a:spLocks noEditPoints="1"/>
            </p:cNvSpPr>
            <p:nvPr/>
          </p:nvSpPr>
          <p:spPr bwMode="auto">
            <a:xfrm flipH="1">
              <a:off x="7549769" y="4130634"/>
              <a:ext cx="140072" cy="1205895"/>
            </a:xfrm>
            <a:custGeom>
              <a:avLst/>
              <a:gdLst>
                <a:gd name="T0" fmla="*/ 84 w 92"/>
                <a:gd name="T1" fmla="*/ 788 h 792"/>
                <a:gd name="T2" fmla="*/ 87 w 92"/>
                <a:gd name="T3" fmla="*/ 756 h 792"/>
                <a:gd name="T4" fmla="*/ 92 w 92"/>
                <a:gd name="T5" fmla="*/ 787 h 792"/>
                <a:gd name="T6" fmla="*/ 88 w 92"/>
                <a:gd name="T7" fmla="*/ 792 h 792"/>
                <a:gd name="T8" fmla="*/ 82 w 92"/>
                <a:gd name="T9" fmla="*/ 733 h 792"/>
                <a:gd name="T10" fmla="*/ 85 w 92"/>
                <a:gd name="T11" fmla="*/ 702 h 792"/>
                <a:gd name="T12" fmla="*/ 90 w 92"/>
                <a:gd name="T13" fmla="*/ 733 h 792"/>
                <a:gd name="T14" fmla="*/ 86 w 92"/>
                <a:gd name="T15" fmla="*/ 737 h 792"/>
                <a:gd name="T16" fmla="*/ 81 w 92"/>
                <a:gd name="T17" fmla="*/ 679 h 792"/>
                <a:gd name="T18" fmla="*/ 83 w 92"/>
                <a:gd name="T19" fmla="*/ 647 h 792"/>
                <a:gd name="T20" fmla="*/ 88 w 92"/>
                <a:gd name="T21" fmla="*/ 651 h 792"/>
                <a:gd name="T22" fmla="*/ 85 w 92"/>
                <a:gd name="T23" fmla="*/ 683 h 792"/>
                <a:gd name="T24" fmla="*/ 83 w 92"/>
                <a:gd name="T25" fmla="*/ 628 h 792"/>
                <a:gd name="T26" fmla="*/ 78 w 92"/>
                <a:gd name="T27" fmla="*/ 597 h 792"/>
                <a:gd name="T28" fmla="*/ 82 w 92"/>
                <a:gd name="T29" fmla="*/ 593 h 792"/>
                <a:gd name="T30" fmla="*/ 87 w 92"/>
                <a:gd name="T31" fmla="*/ 624 h 792"/>
                <a:gd name="T32" fmla="*/ 83 w 92"/>
                <a:gd name="T33" fmla="*/ 628 h 792"/>
                <a:gd name="T34" fmla="*/ 77 w 92"/>
                <a:gd name="T35" fmla="*/ 570 h 792"/>
                <a:gd name="T36" fmla="*/ 80 w 92"/>
                <a:gd name="T37" fmla="*/ 538 h 792"/>
                <a:gd name="T38" fmla="*/ 85 w 92"/>
                <a:gd name="T39" fmla="*/ 570 h 792"/>
                <a:gd name="T40" fmla="*/ 81 w 92"/>
                <a:gd name="T41" fmla="*/ 574 h 792"/>
                <a:gd name="T42" fmla="*/ 75 w 92"/>
                <a:gd name="T43" fmla="*/ 515 h 792"/>
                <a:gd name="T44" fmla="*/ 78 w 92"/>
                <a:gd name="T45" fmla="*/ 484 h 792"/>
                <a:gd name="T46" fmla="*/ 83 w 92"/>
                <a:gd name="T47" fmla="*/ 515 h 792"/>
                <a:gd name="T48" fmla="*/ 79 w 92"/>
                <a:gd name="T49" fmla="*/ 519 h 792"/>
                <a:gd name="T50" fmla="*/ 74 w 92"/>
                <a:gd name="T51" fmla="*/ 461 h 792"/>
                <a:gd name="T52" fmla="*/ 77 w 92"/>
                <a:gd name="T53" fmla="*/ 429 h 792"/>
                <a:gd name="T54" fmla="*/ 82 w 92"/>
                <a:gd name="T55" fmla="*/ 461 h 792"/>
                <a:gd name="T56" fmla="*/ 78 w 92"/>
                <a:gd name="T57" fmla="*/ 465 h 792"/>
                <a:gd name="T58" fmla="*/ 72 w 92"/>
                <a:gd name="T59" fmla="*/ 406 h 792"/>
                <a:gd name="T60" fmla="*/ 70 w 92"/>
                <a:gd name="T61" fmla="*/ 380 h 792"/>
                <a:gd name="T62" fmla="*/ 77 w 92"/>
                <a:gd name="T63" fmla="*/ 378 h 792"/>
                <a:gd name="T64" fmla="*/ 79 w 92"/>
                <a:gd name="T65" fmla="*/ 390 h 792"/>
                <a:gd name="T66" fmla="*/ 76 w 92"/>
                <a:gd name="T67" fmla="*/ 410 h 792"/>
                <a:gd name="T68" fmla="*/ 69 w 92"/>
                <a:gd name="T69" fmla="*/ 357 h 792"/>
                <a:gd name="T70" fmla="*/ 60 w 92"/>
                <a:gd name="T71" fmla="*/ 326 h 792"/>
                <a:gd name="T72" fmla="*/ 67 w 92"/>
                <a:gd name="T73" fmla="*/ 325 h 792"/>
                <a:gd name="T74" fmla="*/ 69 w 92"/>
                <a:gd name="T75" fmla="*/ 356 h 792"/>
                <a:gd name="T76" fmla="*/ 59 w 92"/>
                <a:gd name="T77" fmla="*/ 303 h 792"/>
                <a:gd name="T78" fmla="*/ 50 w 92"/>
                <a:gd name="T79" fmla="*/ 273 h 792"/>
                <a:gd name="T80" fmla="*/ 58 w 92"/>
                <a:gd name="T81" fmla="*/ 271 h 792"/>
                <a:gd name="T82" fmla="*/ 59 w 92"/>
                <a:gd name="T83" fmla="*/ 303 h 792"/>
                <a:gd name="T84" fmla="*/ 49 w 92"/>
                <a:gd name="T85" fmla="*/ 249 h 792"/>
                <a:gd name="T86" fmla="*/ 40 w 92"/>
                <a:gd name="T87" fmla="*/ 219 h 792"/>
                <a:gd name="T88" fmla="*/ 48 w 92"/>
                <a:gd name="T89" fmla="*/ 218 h 792"/>
                <a:gd name="T90" fmla="*/ 50 w 92"/>
                <a:gd name="T91" fmla="*/ 249 h 792"/>
                <a:gd name="T92" fmla="*/ 39 w 92"/>
                <a:gd name="T93" fmla="*/ 196 h 792"/>
                <a:gd name="T94" fmla="*/ 30 w 92"/>
                <a:gd name="T95" fmla="*/ 166 h 792"/>
                <a:gd name="T96" fmla="*/ 38 w 92"/>
                <a:gd name="T97" fmla="*/ 164 h 792"/>
                <a:gd name="T98" fmla="*/ 40 w 92"/>
                <a:gd name="T99" fmla="*/ 196 h 792"/>
                <a:gd name="T100" fmla="*/ 29 w 92"/>
                <a:gd name="T101" fmla="*/ 142 h 792"/>
                <a:gd name="T102" fmla="*/ 20 w 92"/>
                <a:gd name="T103" fmla="*/ 112 h 792"/>
                <a:gd name="T104" fmla="*/ 28 w 92"/>
                <a:gd name="T105" fmla="*/ 111 h 792"/>
                <a:gd name="T106" fmla="*/ 30 w 92"/>
                <a:gd name="T107" fmla="*/ 142 h 792"/>
                <a:gd name="T108" fmla="*/ 19 w 92"/>
                <a:gd name="T109" fmla="*/ 89 h 792"/>
                <a:gd name="T110" fmla="*/ 11 w 92"/>
                <a:gd name="T111" fmla="*/ 59 h 792"/>
                <a:gd name="T112" fmla="*/ 18 w 92"/>
                <a:gd name="T113" fmla="*/ 57 h 792"/>
                <a:gd name="T114" fmla="*/ 20 w 92"/>
                <a:gd name="T115" fmla="*/ 89 h 792"/>
                <a:gd name="T116" fmla="*/ 9 w 92"/>
                <a:gd name="T117" fmla="*/ 35 h 792"/>
                <a:gd name="T118" fmla="*/ 1 w 92"/>
                <a:gd name="T119" fmla="*/ 5 h 792"/>
                <a:gd name="T120" fmla="*/ 8 w 92"/>
                <a:gd name="T121" fmla="*/ 4 h 792"/>
                <a:gd name="T122" fmla="*/ 10 w 92"/>
                <a:gd name="T123" fmla="*/ 35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" h="792">
                  <a:moveTo>
                    <a:pt x="88" y="792"/>
                  </a:moveTo>
                  <a:cubicBezTo>
                    <a:pt x="86" y="792"/>
                    <a:pt x="84" y="790"/>
                    <a:pt x="84" y="788"/>
                  </a:cubicBezTo>
                  <a:cubicBezTo>
                    <a:pt x="83" y="760"/>
                    <a:pt x="83" y="760"/>
                    <a:pt x="83" y="760"/>
                  </a:cubicBezTo>
                  <a:cubicBezTo>
                    <a:pt x="83" y="758"/>
                    <a:pt x="85" y="756"/>
                    <a:pt x="87" y="756"/>
                  </a:cubicBezTo>
                  <a:cubicBezTo>
                    <a:pt x="89" y="756"/>
                    <a:pt x="91" y="758"/>
                    <a:pt x="91" y="760"/>
                  </a:cubicBezTo>
                  <a:cubicBezTo>
                    <a:pt x="92" y="787"/>
                    <a:pt x="92" y="787"/>
                    <a:pt x="92" y="787"/>
                  </a:cubicBezTo>
                  <a:cubicBezTo>
                    <a:pt x="92" y="790"/>
                    <a:pt x="90" y="791"/>
                    <a:pt x="88" y="792"/>
                  </a:cubicBezTo>
                  <a:cubicBezTo>
                    <a:pt x="88" y="792"/>
                    <a:pt x="88" y="792"/>
                    <a:pt x="88" y="792"/>
                  </a:cubicBezTo>
                  <a:close/>
                  <a:moveTo>
                    <a:pt x="86" y="737"/>
                  </a:moveTo>
                  <a:cubicBezTo>
                    <a:pt x="84" y="737"/>
                    <a:pt x="82" y="735"/>
                    <a:pt x="82" y="733"/>
                  </a:cubicBezTo>
                  <a:cubicBezTo>
                    <a:pt x="81" y="706"/>
                    <a:pt x="81" y="706"/>
                    <a:pt x="81" y="706"/>
                  </a:cubicBezTo>
                  <a:cubicBezTo>
                    <a:pt x="81" y="704"/>
                    <a:pt x="83" y="702"/>
                    <a:pt x="85" y="702"/>
                  </a:cubicBezTo>
                  <a:cubicBezTo>
                    <a:pt x="87" y="702"/>
                    <a:pt x="89" y="703"/>
                    <a:pt x="89" y="706"/>
                  </a:cubicBezTo>
                  <a:cubicBezTo>
                    <a:pt x="90" y="733"/>
                    <a:pt x="90" y="733"/>
                    <a:pt x="90" y="733"/>
                  </a:cubicBezTo>
                  <a:cubicBezTo>
                    <a:pt x="90" y="735"/>
                    <a:pt x="88" y="737"/>
                    <a:pt x="86" y="737"/>
                  </a:cubicBezTo>
                  <a:cubicBezTo>
                    <a:pt x="86" y="737"/>
                    <a:pt x="86" y="737"/>
                    <a:pt x="86" y="737"/>
                  </a:cubicBezTo>
                  <a:close/>
                  <a:moveTo>
                    <a:pt x="84" y="683"/>
                  </a:moveTo>
                  <a:cubicBezTo>
                    <a:pt x="82" y="683"/>
                    <a:pt x="81" y="681"/>
                    <a:pt x="81" y="679"/>
                  </a:cubicBezTo>
                  <a:cubicBezTo>
                    <a:pt x="80" y="651"/>
                    <a:pt x="80" y="651"/>
                    <a:pt x="80" y="651"/>
                  </a:cubicBezTo>
                  <a:cubicBezTo>
                    <a:pt x="80" y="649"/>
                    <a:pt x="81" y="647"/>
                    <a:pt x="83" y="647"/>
                  </a:cubicBezTo>
                  <a:cubicBezTo>
                    <a:pt x="84" y="647"/>
                    <a:pt x="84" y="647"/>
                    <a:pt x="84" y="647"/>
                  </a:cubicBezTo>
                  <a:cubicBezTo>
                    <a:pt x="86" y="647"/>
                    <a:pt x="87" y="649"/>
                    <a:pt x="88" y="651"/>
                  </a:cubicBezTo>
                  <a:cubicBezTo>
                    <a:pt x="88" y="678"/>
                    <a:pt x="88" y="678"/>
                    <a:pt x="88" y="678"/>
                  </a:cubicBezTo>
                  <a:cubicBezTo>
                    <a:pt x="88" y="681"/>
                    <a:pt x="87" y="683"/>
                    <a:pt x="85" y="683"/>
                  </a:cubicBezTo>
                  <a:cubicBezTo>
                    <a:pt x="85" y="683"/>
                    <a:pt x="84" y="683"/>
                    <a:pt x="84" y="683"/>
                  </a:cubicBezTo>
                  <a:close/>
                  <a:moveTo>
                    <a:pt x="83" y="628"/>
                  </a:moveTo>
                  <a:cubicBezTo>
                    <a:pt x="81" y="628"/>
                    <a:pt x="79" y="626"/>
                    <a:pt x="79" y="624"/>
                  </a:cubicBezTo>
                  <a:cubicBezTo>
                    <a:pt x="78" y="597"/>
                    <a:pt x="78" y="597"/>
                    <a:pt x="78" y="597"/>
                  </a:cubicBezTo>
                  <a:cubicBezTo>
                    <a:pt x="78" y="595"/>
                    <a:pt x="80" y="593"/>
                    <a:pt x="82" y="593"/>
                  </a:cubicBezTo>
                  <a:cubicBezTo>
                    <a:pt x="82" y="593"/>
                    <a:pt x="82" y="593"/>
                    <a:pt x="82" y="593"/>
                  </a:cubicBezTo>
                  <a:cubicBezTo>
                    <a:pt x="84" y="593"/>
                    <a:pt x="86" y="595"/>
                    <a:pt x="86" y="597"/>
                  </a:cubicBezTo>
                  <a:cubicBezTo>
                    <a:pt x="87" y="624"/>
                    <a:pt x="87" y="624"/>
                    <a:pt x="87" y="624"/>
                  </a:cubicBezTo>
                  <a:cubicBezTo>
                    <a:pt x="87" y="626"/>
                    <a:pt x="85" y="628"/>
                    <a:pt x="83" y="628"/>
                  </a:cubicBezTo>
                  <a:cubicBezTo>
                    <a:pt x="83" y="628"/>
                    <a:pt x="83" y="628"/>
                    <a:pt x="83" y="628"/>
                  </a:cubicBezTo>
                  <a:close/>
                  <a:moveTo>
                    <a:pt x="81" y="574"/>
                  </a:moveTo>
                  <a:cubicBezTo>
                    <a:pt x="79" y="574"/>
                    <a:pt x="77" y="572"/>
                    <a:pt x="77" y="570"/>
                  </a:cubicBezTo>
                  <a:cubicBezTo>
                    <a:pt x="76" y="543"/>
                    <a:pt x="76" y="543"/>
                    <a:pt x="76" y="543"/>
                  </a:cubicBezTo>
                  <a:cubicBezTo>
                    <a:pt x="76" y="540"/>
                    <a:pt x="78" y="538"/>
                    <a:pt x="80" y="538"/>
                  </a:cubicBezTo>
                  <a:cubicBezTo>
                    <a:pt x="82" y="538"/>
                    <a:pt x="84" y="540"/>
                    <a:pt x="84" y="542"/>
                  </a:cubicBezTo>
                  <a:cubicBezTo>
                    <a:pt x="85" y="570"/>
                    <a:pt x="85" y="570"/>
                    <a:pt x="85" y="570"/>
                  </a:cubicBezTo>
                  <a:cubicBezTo>
                    <a:pt x="85" y="572"/>
                    <a:pt x="83" y="574"/>
                    <a:pt x="81" y="574"/>
                  </a:cubicBezTo>
                  <a:cubicBezTo>
                    <a:pt x="81" y="574"/>
                    <a:pt x="81" y="574"/>
                    <a:pt x="81" y="574"/>
                  </a:cubicBezTo>
                  <a:close/>
                  <a:moveTo>
                    <a:pt x="79" y="519"/>
                  </a:moveTo>
                  <a:cubicBezTo>
                    <a:pt x="77" y="519"/>
                    <a:pt x="75" y="518"/>
                    <a:pt x="75" y="515"/>
                  </a:cubicBezTo>
                  <a:cubicBezTo>
                    <a:pt x="75" y="488"/>
                    <a:pt x="75" y="488"/>
                    <a:pt x="75" y="488"/>
                  </a:cubicBezTo>
                  <a:cubicBezTo>
                    <a:pt x="74" y="486"/>
                    <a:pt x="76" y="484"/>
                    <a:pt x="78" y="484"/>
                  </a:cubicBezTo>
                  <a:cubicBezTo>
                    <a:pt x="80" y="484"/>
                    <a:pt x="82" y="486"/>
                    <a:pt x="82" y="488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83" y="517"/>
                    <a:pt x="82" y="519"/>
                    <a:pt x="79" y="519"/>
                  </a:cubicBezTo>
                  <a:cubicBezTo>
                    <a:pt x="79" y="519"/>
                    <a:pt x="79" y="519"/>
                    <a:pt x="79" y="519"/>
                  </a:cubicBezTo>
                  <a:close/>
                  <a:moveTo>
                    <a:pt x="78" y="465"/>
                  </a:moveTo>
                  <a:cubicBezTo>
                    <a:pt x="76" y="465"/>
                    <a:pt x="74" y="463"/>
                    <a:pt x="74" y="461"/>
                  </a:cubicBezTo>
                  <a:cubicBezTo>
                    <a:pt x="73" y="434"/>
                    <a:pt x="73" y="434"/>
                    <a:pt x="73" y="434"/>
                  </a:cubicBezTo>
                  <a:cubicBezTo>
                    <a:pt x="73" y="431"/>
                    <a:pt x="74" y="430"/>
                    <a:pt x="77" y="429"/>
                  </a:cubicBezTo>
                  <a:cubicBezTo>
                    <a:pt x="79" y="429"/>
                    <a:pt x="81" y="431"/>
                    <a:pt x="81" y="433"/>
                  </a:cubicBezTo>
                  <a:cubicBezTo>
                    <a:pt x="82" y="461"/>
                    <a:pt x="82" y="461"/>
                    <a:pt x="82" y="461"/>
                  </a:cubicBezTo>
                  <a:cubicBezTo>
                    <a:pt x="82" y="463"/>
                    <a:pt x="80" y="465"/>
                    <a:pt x="78" y="465"/>
                  </a:cubicBezTo>
                  <a:cubicBezTo>
                    <a:pt x="78" y="465"/>
                    <a:pt x="78" y="465"/>
                    <a:pt x="78" y="465"/>
                  </a:cubicBezTo>
                  <a:close/>
                  <a:moveTo>
                    <a:pt x="76" y="410"/>
                  </a:moveTo>
                  <a:cubicBezTo>
                    <a:pt x="74" y="410"/>
                    <a:pt x="72" y="409"/>
                    <a:pt x="72" y="406"/>
                  </a:cubicBezTo>
                  <a:cubicBezTo>
                    <a:pt x="71" y="390"/>
                    <a:pt x="71" y="390"/>
                    <a:pt x="71" y="390"/>
                  </a:cubicBezTo>
                  <a:cubicBezTo>
                    <a:pt x="70" y="380"/>
                    <a:pt x="70" y="380"/>
                    <a:pt x="70" y="380"/>
                  </a:cubicBezTo>
                  <a:cubicBezTo>
                    <a:pt x="69" y="378"/>
                    <a:pt x="71" y="376"/>
                    <a:pt x="73" y="375"/>
                  </a:cubicBezTo>
                  <a:cubicBezTo>
                    <a:pt x="75" y="375"/>
                    <a:pt x="77" y="376"/>
                    <a:pt x="77" y="378"/>
                  </a:cubicBezTo>
                  <a:cubicBezTo>
                    <a:pt x="79" y="389"/>
                    <a:pt x="79" y="389"/>
                    <a:pt x="79" y="389"/>
                  </a:cubicBezTo>
                  <a:cubicBezTo>
                    <a:pt x="79" y="389"/>
                    <a:pt x="79" y="390"/>
                    <a:pt x="79" y="390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80" y="408"/>
                    <a:pt x="78" y="410"/>
                    <a:pt x="76" y="410"/>
                  </a:cubicBezTo>
                  <a:cubicBezTo>
                    <a:pt x="76" y="410"/>
                    <a:pt x="76" y="410"/>
                    <a:pt x="76" y="410"/>
                  </a:cubicBezTo>
                  <a:close/>
                  <a:moveTo>
                    <a:pt x="69" y="357"/>
                  </a:moveTo>
                  <a:cubicBezTo>
                    <a:pt x="67" y="357"/>
                    <a:pt x="65" y="355"/>
                    <a:pt x="65" y="353"/>
                  </a:cubicBezTo>
                  <a:cubicBezTo>
                    <a:pt x="60" y="326"/>
                    <a:pt x="60" y="326"/>
                    <a:pt x="60" y="326"/>
                  </a:cubicBezTo>
                  <a:cubicBezTo>
                    <a:pt x="59" y="324"/>
                    <a:pt x="61" y="322"/>
                    <a:pt x="63" y="322"/>
                  </a:cubicBezTo>
                  <a:cubicBezTo>
                    <a:pt x="65" y="321"/>
                    <a:pt x="67" y="323"/>
                    <a:pt x="67" y="325"/>
                  </a:cubicBezTo>
                  <a:cubicBezTo>
                    <a:pt x="72" y="352"/>
                    <a:pt x="72" y="352"/>
                    <a:pt x="72" y="352"/>
                  </a:cubicBezTo>
                  <a:cubicBezTo>
                    <a:pt x="73" y="354"/>
                    <a:pt x="71" y="356"/>
                    <a:pt x="69" y="356"/>
                  </a:cubicBezTo>
                  <a:cubicBezTo>
                    <a:pt x="69" y="357"/>
                    <a:pt x="69" y="357"/>
                    <a:pt x="69" y="357"/>
                  </a:cubicBezTo>
                  <a:close/>
                  <a:moveTo>
                    <a:pt x="59" y="303"/>
                  </a:moveTo>
                  <a:cubicBezTo>
                    <a:pt x="57" y="303"/>
                    <a:pt x="55" y="302"/>
                    <a:pt x="55" y="300"/>
                  </a:cubicBezTo>
                  <a:cubicBezTo>
                    <a:pt x="50" y="273"/>
                    <a:pt x="50" y="273"/>
                    <a:pt x="50" y="273"/>
                  </a:cubicBezTo>
                  <a:cubicBezTo>
                    <a:pt x="50" y="271"/>
                    <a:pt x="51" y="269"/>
                    <a:pt x="53" y="268"/>
                  </a:cubicBezTo>
                  <a:cubicBezTo>
                    <a:pt x="55" y="268"/>
                    <a:pt x="57" y="269"/>
                    <a:pt x="58" y="271"/>
                  </a:cubicBezTo>
                  <a:cubicBezTo>
                    <a:pt x="63" y="298"/>
                    <a:pt x="63" y="298"/>
                    <a:pt x="63" y="298"/>
                  </a:cubicBezTo>
                  <a:cubicBezTo>
                    <a:pt x="63" y="300"/>
                    <a:pt x="62" y="303"/>
                    <a:pt x="59" y="303"/>
                  </a:cubicBezTo>
                  <a:cubicBezTo>
                    <a:pt x="59" y="303"/>
                    <a:pt x="59" y="303"/>
                    <a:pt x="59" y="303"/>
                  </a:cubicBezTo>
                  <a:close/>
                  <a:moveTo>
                    <a:pt x="49" y="249"/>
                  </a:moveTo>
                  <a:cubicBezTo>
                    <a:pt x="47" y="249"/>
                    <a:pt x="45" y="248"/>
                    <a:pt x="45" y="246"/>
                  </a:cubicBezTo>
                  <a:cubicBezTo>
                    <a:pt x="40" y="219"/>
                    <a:pt x="40" y="219"/>
                    <a:pt x="40" y="219"/>
                  </a:cubicBezTo>
                  <a:cubicBezTo>
                    <a:pt x="40" y="217"/>
                    <a:pt x="41" y="215"/>
                    <a:pt x="43" y="215"/>
                  </a:cubicBezTo>
                  <a:cubicBezTo>
                    <a:pt x="45" y="214"/>
                    <a:pt x="47" y="216"/>
                    <a:pt x="48" y="218"/>
                  </a:cubicBezTo>
                  <a:cubicBezTo>
                    <a:pt x="53" y="245"/>
                    <a:pt x="53" y="245"/>
                    <a:pt x="53" y="245"/>
                  </a:cubicBezTo>
                  <a:cubicBezTo>
                    <a:pt x="53" y="247"/>
                    <a:pt x="52" y="249"/>
                    <a:pt x="50" y="249"/>
                  </a:cubicBezTo>
                  <a:cubicBezTo>
                    <a:pt x="49" y="249"/>
                    <a:pt x="49" y="249"/>
                    <a:pt x="49" y="249"/>
                  </a:cubicBezTo>
                  <a:close/>
                  <a:moveTo>
                    <a:pt x="39" y="196"/>
                  </a:moveTo>
                  <a:cubicBezTo>
                    <a:pt x="37" y="196"/>
                    <a:pt x="36" y="195"/>
                    <a:pt x="35" y="193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4"/>
                    <a:pt x="31" y="162"/>
                    <a:pt x="33" y="161"/>
                  </a:cubicBezTo>
                  <a:cubicBezTo>
                    <a:pt x="35" y="161"/>
                    <a:pt x="38" y="162"/>
                    <a:pt x="38" y="164"/>
                  </a:cubicBezTo>
                  <a:cubicBezTo>
                    <a:pt x="43" y="191"/>
                    <a:pt x="43" y="191"/>
                    <a:pt x="43" y="191"/>
                  </a:cubicBezTo>
                  <a:cubicBezTo>
                    <a:pt x="43" y="193"/>
                    <a:pt x="42" y="195"/>
                    <a:pt x="40" y="196"/>
                  </a:cubicBezTo>
                  <a:cubicBezTo>
                    <a:pt x="39" y="196"/>
                    <a:pt x="39" y="196"/>
                    <a:pt x="39" y="196"/>
                  </a:cubicBezTo>
                  <a:close/>
                  <a:moveTo>
                    <a:pt x="29" y="142"/>
                  </a:moveTo>
                  <a:cubicBezTo>
                    <a:pt x="27" y="142"/>
                    <a:pt x="26" y="141"/>
                    <a:pt x="25" y="139"/>
                  </a:cubicBezTo>
                  <a:cubicBezTo>
                    <a:pt x="20" y="112"/>
                    <a:pt x="20" y="112"/>
                    <a:pt x="20" y="112"/>
                  </a:cubicBezTo>
                  <a:cubicBezTo>
                    <a:pt x="20" y="110"/>
                    <a:pt x="21" y="108"/>
                    <a:pt x="24" y="108"/>
                  </a:cubicBezTo>
                  <a:cubicBezTo>
                    <a:pt x="26" y="107"/>
                    <a:pt x="28" y="109"/>
                    <a:pt x="28" y="111"/>
                  </a:cubicBezTo>
                  <a:cubicBezTo>
                    <a:pt x="33" y="138"/>
                    <a:pt x="33" y="138"/>
                    <a:pt x="33" y="138"/>
                  </a:cubicBezTo>
                  <a:cubicBezTo>
                    <a:pt x="33" y="140"/>
                    <a:pt x="32" y="142"/>
                    <a:pt x="30" y="142"/>
                  </a:cubicBezTo>
                  <a:cubicBezTo>
                    <a:pt x="30" y="142"/>
                    <a:pt x="29" y="142"/>
                    <a:pt x="29" y="142"/>
                  </a:cubicBezTo>
                  <a:close/>
                  <a:moveTo>
                    <a:pt x="19" y="89"/>
                  </a:moveTo>
                  <a:cubicBezTo>
                    <a:pt x="17" y="89"/>
                    <a:pt x="16" y="88"/>
                    <a:pt x="15" y="86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0" y="57"/>
                    <a:pt x="12" y="55"/>
                    <a:pt x="14" y="54"/>
                  </a:cubicBezTo>
                  <a:cubicBezTo>
                    <a:pt x="16" y="54"/>
                    <a:pt x="18" y="55"/>
                    <a:pt x="18" y="57"/>
                  </a:cubicBezTo>
                  <a:cubicBezTo>
                    <a:pt x="23" y="84"/>
                    <a:pt x="23" y="84"/>
                    <a:pt x="23" y="84"/>
                  </a:cubicBezTo>
                  <a:cubicBezTo>
                    <a:pt x="24" y="86"/>
                    <a:pt x="22" y="88"/>
                    <a:pt x="20" y="89"/>
                  </a:cubicBezTo>
                  <a:cubicBezTo>
                    <a:pt x="20" y="89"/>
                    <a:pt x="20" y="89"/>
                    <a:pt x="19" y="89"/>
                  </a:cubicBezTo>
                  <a:close/>
                  <a:moveTo>
                    <a:pt x="9" y="35"/>
                  </a:moveTo>
                  <a:cubicBezTo>
                    <a:pt x="8" y="35"/>
                    <a:pt x="6" y="34"/>
                    <a:pt x="6" y="32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4" y="33"/>
                    <a:pt x="12" y="35"/>
                    <a:pt x="10" y="35"/>
                  </a:cubicBezTo>
                  <a:cubicBezTo>
                    <a:pt x="10" y="35"/>
                    <a:pt x="10" y="35"/>
                    <a:pt x="9" y="35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任意多边形: 形状 9" descr="21681c89-1a82-4c02-b6c6-8778f752f166"/>
            <p:cNvSpPr/>
            <p:nvPr/>
          </p:nvSpPr>
          <p:spPr bwMode="auto">
            <a:xfrm flipH="1">
              <a:off x="7670741" y="4070786"/>
              <a:ext cx="30561" cy="33108"/>
            </a:xfrm>
            <a:custGeom>
              <a:avLst/>
              <a:gdLst>
                <a:gd name="T0" fmla="*/ 7 w 20"/>
                <a:gd name="T1" fmla="*/ 22 h 22"/>
                <a:gd name="T2" fmla="*/ 3 w 20"/>
                <a:gd name="T3" fmla="*/ 19 h 22"/>
                <a:gd name="T4" fmla="*/ 0 w 20"/>
                <a:gd name="T5" fmla="*/ 5 h 22"/>
                <a:gd name="T6" fmla="*/ 2 w 20"/>
                <a:gd name="T7" fmla="*/ 1 h 22"/>
                <a:gd name="T8" fmla="*/ 6 w 20"/>
                <a:gd name="T9" fmla="*/ 1 h 22"/>
                <a:gd name="T10" fmla="*/ 18 w 20"/>
                <a:gd name="T11" fmla="*/ 7 h 22"/>
                <a:gd name="T12" fmla="*/ 19 w 20"/>
                <a:gd name="T13" fmla="*/ 13 h 22"/>
                <a:gd name="T14" fmla="*/ 14 w 20"/>
                <a:gd name="T15" fmla="*/ 14 h 22"/>
                <a:gd name="T16" fmla="*/ 10 w 20"/>
                <a:gd name="T17" fmla="*/ 12 h 22"/>
                <a:gd name="T18" fmla="*/ 10 w 20"/>
                <a:gd name="T19" fmla="*/ 17 h 22"/>
                <a:gd name="T20" fmla="*/ 7 w 20"/>
                <a:gd name="T21" fmla="*/ 22 h 22"/>
                <a:gd name="T22" fmla="*/ 7 w 20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22">
                  <a:moveTo>
                    <a:pt x="7" y="22"/>
                  </a:moveTo>
                  <a:cubicBezTo>
                    <a:pt x="5" y="22"/>
                    <a:pt x="3" y="20"/>
                    <a:pt x="3" y="1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20" y="8"/>
                    <a:pt x="20" y="11"/>
                    <a:pt x="19" y="13"/>
                  </a:cubicBezTo>
                  <a:cubicBezTo>
                    <a:pt x="18" y="15"/>
                    <a:pt x="16" y="15"/>
                    <a:pt x="14" y="1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19"/>
                    <a:pt x="9" y="21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任意多边形: 形状 10" descr="c6d22ad1-1d75-4929-8549-16c2729615b0"/>
            <p:cNvSpPr>
              <a:spLocks noEditPoints="1"/>
            </p:cNvSpPr>
            <p:nvPr/>
          </p:nvSpPr>
          <p:spPr bwMode="auto">
            <a:xfrm flipH="1">
              <a:off x="6569263" y="4098800"/>
              <a:ext cx="1078556" cy="495347"/>
            </a:xfrm>
            <a:custGeom>
              <a:avLst/>
              <a:gdLst>
                <a:gd name="T0" fmla="*/ 701 w 707"/>
                <a:gd name="T1" fmla="*/ 325 h 325"/>
                <a:gd name="T2" fmla="*/ 674 w 707"/>
                <a:gd name="T3" fmla="*/ 311 h 325"/>
                <a:gd name="T4" fmla="*/ 704 w 707"/>
                <a:gd name="T5" fmla="*/ 317 h 325"/>
                <a:gd name="T6" fmla="*/ 702 w 707"/>
                <a:gd name="T7" fmla="*/ 325 h 325"/>
                <a:gd name="T8" fmla="*/ 651 w 707"/>
                <a:gd name="T9" fmla="*/ 307 h 325"/>
                <a:gd name="T10" fmla="*/ 624 w 707"/>
                <a:gd name="T11" fmla="*/ 294 h 325"/>
                <a:gd name="T12" fmla="*/ 654 w 707"/>
                <a:gd name="T13" fmla="*/ 300 h 325"/>
                <a:gd name="T14" fmla="*/ 652 w 707"/>
                <a:gd name="T15" fmla="*/ 308 h 325"/>
                <a:gd name="T16" fmla="*/ 601 w 707"/>
                <a:gd name="T17" fmla="*/ 290 h 325"/>
                <a:gd name="T18" fmla="*/ 574 w 707"/>
                <a:gd name="T19" fmla="*/ 276 h 325"/>
                <a:gd name="T20" fmla="*/ 604 w 707"/>
                <a:gd name="T21" fmla="*/ 282 h 325"/>
                <a:gd name="T22" fmla="*/ 602 w 707"/>
                <a:gd name="T23" fmla="*/ 290 h 325"/>
                <a:gd name="T24" fmla="*/ 551 w 707"/>
                <a:gd name="T25" fmla="*/ 272 h 325"/>
                <a:gd name="T26" fmla="*/ 524 w 707"/>
                <a:gd name="T27" fmla="*/ 258 h 325"/>
                <a:gd name="T28" fmla="*/ 554 w 707"/>
                <a:gd name="T29" fmla="*/ 265 h 325"/>
                <a:gd name="T30" fmla="*/ 553 w 707"/>
                <a:gd name="T31" fmla="*/ 272 h 325"/>
                <a:gd name="T32" fmla="*/ 501 w 707"/>
                <a:gd name="T33" fmla="*/ 255 h 325"/>
                <a:gd name="T34" fmla="*/ 474 w 707"/>
                <a:gd name="T35" fmla="*/ 241 h 325"/>
                <a:gd name="T36" fmla="*/ 504 w 707"/>
                <a:gd name="T37" fmla="*/ 247 h 325"/>
                <a:gd name="T38" fmla="*/ 503 w 707"/>
                <a:gd name="T39" fmla="*/ 255 h 325"/>
                <a:gd name="T40" fmla="*/ 451 w 707"/>
                <a:gd name="T41" fmla="*/ 237 h 325"/>
                <a:gd name="T42" fmla="*/ 424 w 707"/>
                <a:gd name="T43" fmla="*/ 223 h 325"/>
                <a:gd name="T44" fmla="*/ 454 w 707"/>
                <a:gd name="T45" fmla="*/ 229 h 325"/>
                <a:gd name="T46" fmla="*/ 453 w 707"/>
                <a:gd name="T47" fmla="*/ 237 h 325"/>
                <a:gd name="T48" fmla="*/ 401 w 707"/>
                <a:gd name="T49" fmla="*/ 219 h 325"/>
                <a:gd name="T50" fmla="*/ 374 w 707"/>
                <a:gd name="T51" fmla="*/ 205 h 325"/>
                <a:gd name="T52" fmla="*/ 404 w 707"/>
                <a:gd name="T53" fmla="*/ 212 h 325"/>
                <a:gd name="T54" fmla="*/ 403 w 707"/>
                <a:gd name="T55" fmla="*/ 219 h 325"/>
                <a:gd name="T56" fmla="*/ 352 w 707"/>
                <a:gd name="T57" fmla="*/ 202 h 325"/>
                <a:gd name="T58" fmla="*/ 341 w 707"/>
                <a:gd name="T59" fmla="*/ 198 h 325"/>
                <a:gd name="T60" fmla="*/ 325 w 707"/>
                <a:gd name="T61" fmla="*/ 184 h 325"/>
                <a:gd name="T62" fmla="*/ 345 w 707"/>
                <a:gd name="T63" fmla="*/ 191 h 325"/>
                <a:gd name="T64" fmla="*/ 357 w 707"/>
                <a:gd name="T65" fmla="*/ 199 h 325"/>
                <a:gd name="T66" fmla="*/ 306 w 707"/>
                <a:gd name="T67" fmla="*/ 177 h 325"/>
                <a:gd name="T68" fmla="*/ 281 w 707"/>
                <a:gd name="T69" fmla="*/ 164 h 325"/>
                <a:gd name="T70" fmla="*/ 284 w 707"/>
                <a:gd name="T71" fmla="*/ 157 h 325"/>
                <a:gd name="T72" fmla="*/ 309 w 707"/>
                <a:gd name="T73" fmla="*/ 175 h 325"/>
                <a:gd name="T74" fmla="*/ 259 w 707"/>
                <a:gd name="T75" fmla="*/ 152 h 325"/>
                <a:gd name="T76" fmla="*/ 234 w 707"/>
                <a:gd name="T77" fmla="*/ 138 h 325"/>
                <a:gd name="T78" fmla="*/ 238 w 707"/>
                <a:gd name="T79" fmla="*/ 131 h 325"/>
                <a:gd name="T80" fmla="*/ 263 w 707"/>
                <a:gd name="T81" fmla="*/ 149 h 325"/>
                <a:gd name="T82" fmla="*/ 213 w 707"/>
                <a:gd name="T83" fmla="*/ 126 h 325"/>
                <a:gd name="T84" fmla="*/ 188 w 707"/>
                <a:gd name="T85" fmla="*/ 112 h 325"/>
                <a:gd name="T86" fmla="*/ 192 w 707"/>
                <a:gd name="T87" fmla="*/ 105 h 325"/>
                <a:gd name="T88" fmla="*/ 216 w 707"/>
                <a:gd name="T89" fmla="*/ 123 h 325"/>
                <a:gd name="T90" fmla="*/ 166 w 707"/>
                <a:gd name="T91" fmla="*/ 100 h 325"/>
                <a:gd name="T92" fmla="*/ 141 w 707"/>
                <a:gd name="T93" fmla="*/ 86 h 325"/>
                <a:gd name="T94" fmla="*/ 145 w 707"/>
                <a:gd name="T95" fmla="*/ 79 h 325"/>
                <a:gd name="T96" fmla="*/ 170 w 707"/>
                <a:gd name="T97" fmla="*/ 98 h 325"/>
                <a:gd name="T98" fmla="*/ 120 w 707"/>
                <a:gd name="T99" fmla="*/ 74 h 325"/>
                <a:gd name="T100" fmla="*/ 95 w 707"/>
                <a:gd name="T101" fmla="*/ 60 h 325"/>
                <a:gd name="T102" fmla="*/ 99 w 707"/>
                <a:gd name="T103" fmla="*/ 53 h 325"/>
                <a:gd name="T104" fmla="*/ 124 w 707"/>
                <a:gd name="T105" fmla="*/ 72 h 325"/>
                <a:gd name="T106" fmla="*/ 74 w 707"/>
                <a:gd name="T107" fmla="*/ 48 h 325"/>
                <a:gd name="T108" fmla="*/ 49 w 707"/>
                <a:gd name="T109" fmla="*/ 34 h 325"/>
                <a:gd name="T110" fmla="*/ 52 w 707"/>
                <a:gd name="T111" fmla="*/ 27 h 325"/>
                <a:gd name="T112" fmla="*/ 77 w 707"/>
                <a:gd name="T113" fmla="*/ 46 h 325"/>
                <a:gd name="T114" fmla="*/ 27 w 707"/>
                <a:gd name="T115" fmla="*/ 22 h 325"/>
                <a:gd name="T116" fmla="*/ 2 w 707"/>
                <a:gd name="T117" fmla="*/ 8 h 325"/>
                <a:gd name="T118" fmla="*/ 6 w 707"/>
                <a:gd name="T119" fmla="*/ 1 h 325"/>
                <a:gd name="T120" fmla="*/ 31 w 707"/>
                <a:gd name="T121" fmla="*/ 2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07" h="325">
                  <a:moveTo>
                    <a:pt x="702" y="325"/>
                  </a:moveTo>
                  <a:cubicBezTo>
                    <a:pt x="702" y="325"/>
                    <a:pt x="701" y="325"/>
                    <a:pt x="701" y="325"/>
                  </a:cubicBezTo>
                  <a:cubicBezTo>
                    <a:pt x="676" y="316"/>
                    <a:pt x="676" y="316"/>
                    <a:pt x="676" y="316"/>
                  </a:cubicBezTo>
                  <a:cubicBezTo>
                    <a:pt x="674" y="316"/>
                    <a:pt x="673" y="313"/>
                    <a:pt x="674" y="311"/>
                  </a:cubicBezTo>
                  <a:cubicBezTo>
                    <a:pt x="674" y="309"/>
                    <a:pt x="677" y="308"/>
                    <a:pt x="679" y="309"/>
                  </a:cubicBezTo>
                  <a:cubicBezTo>
                    <a:pt x="704" y="317"/>
                    <a:pt x="704" y="317"/>
                    <a:pt x="704" y="317"/>
                  </a:cubicBezTo>
                  <a:cubicBezTo>
                    <a:pt x="706" y="318"/>
                    <a:pt x="707" y="320"/>
                    <a:pt x="706" y="323"/>
                  </a:cubicBezTo>
                  <a:cubicBezTo>
                    <a:pt x="705" y="324"/>
                    <a:pt x="704" y="325"/>
                    <a:pt x="702" y="325"/>
                  </a:cubicBezTo>
                  <a:close/>
                  <a:moveTo>
                    <a:pt x="652" y="308"/>
                  </a:moveTo>
                  <a:cubicBezTo>
                    <a:pt x="652" y="308"/>
                    <a:pt x="652" y="308"/>
                    <a:pt x="651" y="307"/>
                  </a:cubicBezTo>
                  <a:cubicBezTo>
                    <a:pt x="626" y="299"/>
                    <a:pt x="626" y="299"/>
                    <a:pt x="626" y="299"/>
                  </a:cubicBezTo>
                  <a:cubicBezTo>
                    <a:pt x="624" y="298"/>
                    <a:pt x="623" y="296"/>
                    <a:pt x="624" y="294"/>
                  </a:cubicBezTo>
                  <a:cubicBezTo>
                    <a:pt x="624" y="291"/>
                    <a:pt x="627" y="290"/>
                    <a:pt x="629" y="291"/>
                  </a:cubicBezTo>
                  <a:cubicBezTo>
                    <a:pt x="654" y="300"/>
                    <a:pt x="654" y="300"/>
                    <a:pt x="654" y="300"/>
                  </a:cubicBezTo>
                  <a:cubicBezTo>
                    <a:pt x="656" y="301"/>
                    <a:pt x="657" y="303"/>
                    <a:pt x="656" y="305"/>
                  </a:cubicBezTo>
                  <a:cubicBezTo>
                    <a:pt x="656" y="307"/>
                    <a:pt x="654" y="308"/>
                    <a:pt x="652" y="308"/>
                  </a:cubicBezTo>
                  <a:close/>
                  <a:moveTo>
                    <a:pt x="602" y="290"/>
                  </a:moveTo>
                  <a:cubicBezTo>
                    <a:pt x="602" y="290"/>
                    <a:pt x="602" y="290"/>
                    <a:pt x="601" y="290"/>
                  </a:cubicBezTo>
                  <a:cubicBezTo>
                    <a:pt x="576" y="281"/>
                    <a:pt x="576" y="281"/>
                    <a:pt x="576" y="281"/>
                  </a:cubicBezTo>
                  <a:cubicBezTo>
                    <a:pt x="574" y="280"/>
                    <a:pt x="573" y="278"/>
                    <a:pt x="574" y="276"/>
                  </a:cubicBezTo>
                  <a:cubicBezTo>
                    <a:pt x="574" y="274"/>
                    <a:pt x="577" y="273"/>
                    <a:pt x="579" y="273"/>
                  </a:cubicBezTo>
                  <a:cubicBezTo>
                    <a:pt x="604" y="282"/>
                    <a:pt x="604" y="282"/>
                    <a:pt x="604" y="282"/>
                  </a:cubicBezTo>
                  <a:cubicBezTo>
                    <a:pt x="606" y="283"/>
                    <a:pt x="607" y="285"/>
                    <a:pt x="606" y="287"/>
                  </a:cubicBezTo>
                  <a:cubicBezTo>
                    <a:pt x="606" y="289"/>
                    <a:pt x="604" y="290"/>
                    <a:pt x="602" y="290"/>
                  </a:cubicBezTo>
                  <a:close/>
                  <a:moveTo>
                    <a:pt x="553" y="272"/>
                  </a:moveTo>
                  <a:cubicBezTo>
                    <a:pt x="552" y="272"/>
                    <a:pt x="552" y="272"/>
                    <a:pt x="551" y="272"/>
                  </a:cubicBezTo>
                  <a:cubicBezTo>
                    <a:pt x="526" y="263"/>
                    <a:pt x="526" y="263"/>
                    <a:pt x="526" y="263"/>
                  </a:cubicBezTo>
                  <a:cubicBezTo>
                    <a:pt x="524" y="263"/>
                    <a:pt x="523" y="260"/>
                    <a:pt x="524" y="258"/>
                  </a:cubicBezTo>
                  <a:cubicBezTo>
                    <a:pt x="525" y="256"/>
                    <a:pt x="527" y="255"/>
                    <a:pt x="529" y="256"/>
                  </a:cubicBezTo>
                  <a:cubicBezTo>
                    <a:pt x="554" y="265"/>
                    <a:pt x="554" y="265"/>
                    <a:pt x="554" y="265"/>
                  </a:cubicBezTo>
                  <a:cubicBezTo>
                    <a:pt x="556" y="265"/>
                    <a:pt x="557" y="268"/>
                    <a:pt x="556" y="270"/>
                  </a:cubicBezTo>
                  <a:cubicBezTo>
                    <a:pt x="556" y="271"/>
                    <a:pt x="554" y="272"/>
                    <a:pt x="553" y="272"/>
                  </a:cubicBezTo>
                  <a:close/>
                  <a:moveTo>
                    <a:pt x="503" y="255"/>
                  </a:moveTo>
                  <a:cubicBezTo>
                    <a:pt x="502" y="255"/>
                    <a:pt x="502" y="255"/>
                    <a:pt x="501" y="255"/>
                  </a:cubicBezTo>
                  <a:cubicBezTo>
                    <a:pt x="476" y="246"/>
                    <a:pt x="476" y="246"/>
                    <a:pt x="476" y="246"/>
                  </a:cubicBezTo>
                  <a:cubicBezTo>
                    <a:pt x="474" y="245"/>
                    <a:pt x="473" y="243"/>
                    <a:pt x="474" y="241"/>
                  </a:cubicBezTo>
                  <a:cubicBezTo>
                    <a:pt x="475" y="238"/>
                    <a:pt x="477" y="237"/>
                    <a:pt x="479" y="238"/>
                  </a:cubicBezTo>
                  <a:cubicBezTo>
                    <a:pt x="504" y="247"/>
                    <a:pt x="504" y="247"/>
                    <a:pt x="504" y="247"/>
                  </a:cubicBezTo>
                  <a:cubicBezTo>
                    <a:pt x="506" y="248"/>
                    <a:pt x="507" y="250"/>
                    <a:pt x="506" y="252"/>
                  </a:cubicBezTo>
                  <a:cubicBezTo>
                    <a:pt x="506" y="254"/>
                    <a:pt x="504" y="255"/>
                    <a:pt x="503" y="255"/>
                  </a:cubicBezTo>
                  <a:close/>
                  <a:moveTo>
                    <a:pt x="453" y="237"/>
                  </a:moveTo>
                  <a:cubicBezTo>
                    <a:pt x="452" y="237"/>
                    <a:pt x="452" y="237"/>
                    <a:pt x="451" y="237"/>
                  </a:cubicBezTo>
                  <a:cubicBezTo>
                    <a:pt x="426" y="228"/>
                    <a:pt x="426" y="228"/>
                    <a:pt x="426" y="228"/>
                  </a:cubicBezTo>
                  <a:cubicBezTo>
                    <a:pt x="424" y="227"/>
                    <a:pt x="423" y="225"/>
                    <a:pt x="424" y="223"/>
                  </a:cubicBezTo>
                  <a:cubicBezTo>
                    <a:pt x="425" y="221"/>
                    <a:pt x="427" y="220"/>
                    <a:pt x="429" y="220"/>
                  </a:cubicBezTo>
                  <a:cubicBezTo>
                    <a:pt x="454" y="229"/>
                    <a:pt x="454" y="229"/>
                    <a:pt x="454" y="229"/>
                  </a:cubicBezTo>
                  <a:cubicBezTo>
                    <a:pt x="456" y="230"/>
                    <a:pt x="457" y="232"/>
                    <a:pt x="456" y="234"/>
                  </a:cubicBezTo>
                  <a:cubicBezTo>
                    <a:pt x="456" y="236"/>
                    <a:pt x="454" y="237"/>
                    <a:pt x="453" y="237"/>
                  </a:cubicBezTo>
                  <a:close/>
                  <a:moveTo>
                    <a:pt x="403" y="219"/>
                  </a:moveTo>
                  <a:cubicBezTo>
                    <a:pt x="402" y="219"/>
                    <a:pt x="402" y="219"/>
                    <a:pt x="401" y="219"/>
                  </a:cubicBezTo>
                  <a:cubicBezTo>
                    <a:pt x="377" y="210"/>
                    <a:pt x="377" y="210"/>
                    <a:pt x="377" y="210"/>
                  </a:cubicBezTo>
                  <a:cubicBezTo>
                    <a:pt x="374" y="210"/>
                    <a:pt x="373" y="207"/>
                    <a:pt x="374" y="205"/>
                  </a:cubicBezTo>
                  <a:cubicBezTo>
                    <a:pt x="375" y="203"/>
                    <a:pt x="377" y="202"/>
                    <a:pt x="379" y="203"/>
                  </a:cubicBezTo>
                  <a:cubicBezTo>
                    <a:pt x="404" y="212"/>
                    <a:pt x="404" y="212"/>
                    <a:pt x="404" y="212"/>
                  </a:cubicBezTo>
                  <a:cubicBezTo>
                    <a:pt x="406" y="212"/>
                    <a:pt x="407" y="215"/>
                    <a:pt x="406" y="217"/>
                  </a:cubicBezTo>
                  <a:cubicBezTo>
                    <a:pt x="406" y="218"/>
                    <a:pt x="404" y="219"/>
                    <a:pt x="403" y="219"/>
                  </a:cubicBezTo>
                  <a:close/>
                  <a:moveTo>
                    <a:pt x="353" y="202"/>
                  </a:moveTo>
                  <a:cubicBezTo>
                    <a:pt x="352" y="202"/>
                    <a:pt x="352" y="202"/>
                    <a:pt x="352" y="202"/>
                  </a:cubicBezTo>
                  <a:cubicBezTo>
                    <a:pt x="342" y="198"/>
                    <a:pt x="342" y="198"/>
                    <a:pt x="342" y="198"/>
                  </a:cubicBezTo>
                  <a:cubicBezTo>
                    <a:pt x="342" y="198"/>
                    <a:pt x="342" y="198"/>
                    <a:pt x="341" y="198"/>
                  </a:cubicBezTo>
                  <a:cubicBezTo>
                    <a:pt x="327" y="190"/>
                    <a:pt x="327" y="190"/>
                    <a:pt x="327" y="190"/>
                  </a:cubicBezTo>
                  <a:cubicBezTo>
                    <a:pt x="325" y="189"/>
                    <a:pt x="324" y="186"/>
                    <a:pt x="325" y="184"/>
                  </a:cubicBezTo>
                  <a:cubicBezTo>
                    <a:pt x="327" y="182"/>
                    <a:pt x="329" y="182"/>
                    <a:pt x="331" y="183"/>
                  </a:cubicBezTo>
                  <a:cubicBezTo>
                    <a:pt x="345" y="191"/>
                    <a:pt x="345" y="191"/>
                    <a:pt x="345" y="191"/>
                  </a:cubicBezTo>
                  <a:cubicBezTo>
                    <a:pt x="354" y="194"/>
                    <a:pt x="354" y="194"/>
                    <a:pt x="354" y="194"/>
                  </a:cubicBezTo>
                  <a:cubicBezTo>
                    <a:pt x="356" y="195"/>
                    <a:pt x="357" y="197"/>
                    <a:pt x="357" y="199"/>
                  </a:cubicBezTo>
                  <a:cubicBezTo>
                    <a:pt x="356" y="201"/>
                    <a:pt x="354" y="202"/>
                    <a:pt x="353" y="202"/>
                  </a:cubicBezTo>
                  <a:close/>
                  <a:moveTo>
                    <a:pt x="306" y="177"/>
                  </a:moveTo>
                  <a:cubicBezTo>
                    <a:pt x="305" y="177"/>
                    <a:pt x="304" y="177"/>
                    <a:pt x="304" y="177"/>
                  </a:cubicBezTo>
                  <a:cubicBezTo>
                    <a:pt x="281" y="164"/>
                    <a:pt x="281" y="164"/>
                    <a:pt x="281" y="164"/>
                  </a:cubicBezTo>
                  <a:cubicBezTo>
                    <a:pt x="279" y="163"/>
                    <a:pt x="278" y="160"/>
                    <a:pt x="279" y="159"/>
                  </a:cubicBezTo>
                  <a:cubicBezTo>
                    <a:pt x="280" y="157"/>
                    <a:pt x="282" y="156"/>
                    <a:pt x="284" y="157"/>
                  </a:cubicBezTo>
                  <a:cubicBezTo>
                    <a:pt x="308" y="170"/>
                    <a:pt x="308" y="170"/>
                    <a:pt x="308" y="170"/>
                  </a:cubicBezTo>
                  <a:cubicBezTo>
                    <a:pt x="310" y="171"/>
                    <a:pt x="310" y="173"/>
                    <a:pt x="309" y="175"/>
                  </a:cubicBezTo>
                  <a:cubicBezTo>
                    <a:pt x="308" y="177"/>
                    <a:pt x="307" y="177"/>
                    <a:pt x="306" y="177"/>
                  </a:cubicBezTo>
                  <a:close/>
                  <a:moveTo>
                    <a:pt x="259" y="152"/>
                  </a:moveTo>
                  <a:cubicBezTo>
                    <a:pt x="259" y="152"/>
                    <a:pt x="258" y="151"/>
                    <a:pt x="257" y="151"/>
                  </a:cubicBezTo>
                  <a:cubicBezTo>
                    <a:pt x="234" y="138"/>
                    <a:pt x="234" y="138"/>
                    <a:pt x="234" y="138"/>
                  </a:cubicBezTo>
                  <a:cubicBezTo>
                    <a:pt x="232" y="137"/>
                    <a:pt x="232" y="135"/>
                    <a:pt x="233" y="133"/>
                  </a:cubicBezTo>
                  <a:cubicBezTo>
                    <a:pt x="234" y="131"/>
                    <a:pt x="236" y="130"/>
                    <a:pt x="238" y="131"/>
                  </a:cubicBezTo>
                  <a:cubicBezTo>
                    <a:pt x="261" y="144"/>
                    <a:pt x="261" y="144"/>
                    <a:pt x="261" y="144"/>
                  </a:cubicBezTo>
                  <a:cubicBezTo>
                    <a:pt x="263" y="145"/>
                    <a:pt x="264" y="147"/>
                    <a:pt x="263" y="149"/>
                  </a:cubicBezTo>
                  <a:cubicBezTo>
                    <a:pt x="262" y="151"/>
                    <a:pt x="261" y="152"/>
                    <a:pt x="259" y="152"/>
                  </a:cubicBezTo>
                  <a:close/>
                  <a:moveTo>
                    <a:pt x="213" y="126"/>
                  </a:moveTo>
                  <a:cubicBezTo>
                    <a:pt x="212" y="126"/>
                    <a:pt x="212" y="125"/>
                    <a:pt x="211" y="125"/>
                  </a:cubicBezTo>
                  <a:cubicBezTo>
                    <a:pt x="188" y="112"/>
                    <a:pt x="188" y="112"/>
                    <a:pt x="188" y="112"/>
                  </a:cubicBezTo>
                  <a:cubicBezTo>
                    <a:pt x="186" y="111"/>
                    <a:pt x="185" y="109"/>
                    <a:pt x="186" y="107"/>
                  </a:cubicBezTo>
                  <a:cubicBezTo>
                    <a:pt x="187" y="105"/>
                    <a:pt x="190" y="104"/>
                    <a:pt x="192" y="105"/>
                  </a:cubicBezTo>
                  <a:cubicBezTo>
                    <a:pt x="215" y="118"/>
                    <a:pt x="215" y="118"/>
                    <a:pt x="215" y="118"/>
                  </a:cubicBezTo>
                  <a:cubicBezTo>
                    <a:pt x="217" y="119"/>
                    <a:pt x="217" y="121"/>
                    <a:pt x="216" y="123"/>
                  </a:cubicBezTo>
                  <a:cubicBezTo>
                    <a:pt x="216" y="125"/>
                    <a:pt x="214" y="126"/>
                    <a:pt x="213" y="126"/>
                  </a:cubicBezTo>
                  <a:close/>
                  <a:moveTo>
                    <a:pt x="166" y="100"/>
                  </a:moveTo>
                  <a:cubicBezTo>
                    <a:pt x="166" y="100"/>
                    <a:pt x="165" y="99"/>
                    <a:pt x="165" y="99"/>
                  </a:cubicBezTo>
                  <a:cubicBezTo>
                    <a:pt x="141" y="86"/>
                    <a:pt x="141" y="86"/>
                    <a:pt x="141" y="86"/>
                  </a:cubicBezTo>
                  <a:cubicBezTo>
                    <a:pt x="140" y="85"/>
                    <a:pt x="139" y="83"/>
                    <a:pt x="140" y="81"/>
                  </a:cubicBezTo>
                  <a:cubicBezTo>
                    <a:pt x="141" y="79"/>
                    <a:pt x="143" y="78"/>
                    <a:pt x="145" y="79"/>
                  </a:cubicBezTo>
                  <a:cubicBezTo>
                    <a:pt x="168" y="92"/>
                    <a:pt x="168" y="92"/>
                    <a:pt x="168" y="92"/>
                  </a:cubicBezTo>
                  <a:cubicBezTo>
                    <a:pt x="170" y="93"/>
                    <a:pt x="171" y="96"/>
                    <a:pt x="170" y="98"/>
                  </a:cubicBezTo>
                  <a:cubicBezTo>
                    <a:pt x="169" y="99"/>
                    <a:pt x="168" y="100"/>
                    <a:pt x="166" y="100"/>
                  </a:cubicBezTo>
                  <a:close/>
                  <a:moveTo>
                    <a:pt x="120" y="74"/>
                  </a:moveTo>
                  <a:cubicBezTo>
                    <a:pt x="119" y="74"/>
                    <a:pt x="119" y="74"/>
                    <a:pt x="118" y="73"/>
                  </a:cubicBezTo>
                  <a:cubicBezTo>
                    <a:pt x="95" y="60"/>
                    <a:pt x="95" y="60"/>
                    <a:pt x="95" y="60"/>
                  </a:cubicBezTo>
                  <a:cubicBezTo>
                    <a:pt x="93" y="59"/>
                    <a:pt x="92" y="57"/>
                    <a:pt x="93" y="55"/>
                  </a:cubicBezTo>
                  <a:cubicBezTo>
                    <a:pt x="94" y="53"/>
                    <a:pt x="97" y="52"/>
                    <a:pt x="99" y="53"/>
                  </a:cubicBezTo>
                  <a:cubicBezTo>
                    <a:pt x="122" y="66"/>
                    <a:pt x="122" y="66"/>
                    <a:pt x="122" y="66"/>
                  </a:cubicBezTo>
                  <a:cubicBezTo>
                    <a:pt x="124" y="67"/>
                    <a:pt x="125" y="70"/>
                    <a:pt x="124" y="72"/>
                  </a:cubicBezTo>
                  <a:cubicBezTo>
                    <a:pt x="123" y="73"/>
                    <a:pt x="121" y="74"/>
                    <a:pt x="120" y="74"/>
                  </a:cubicBezTo>
                  <a:close/>
                  <a:moveTo>
                    <a:pt x="74" y="48"/>
                  </a:moveTo>
                  <a:cubicBezTo>
                    <a:pt x="73" y="48"/>
                    <a:pt x="72" y="48"/>
                    <a:pt x="72" y="47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7" y="33"/>
                    <a:pt x="46" y="31"/>
                    <a:pt x="47" y="29"/>
                  </a:cubicBezTo>
                  <a:cubicBezTo>
                    <a:pt x="48" y="27"/>
                    <a:pt x="50" y="26"/>
                    <a:pt x="52" y="27"/>
                  </a:cubicBezTo>
                  <a:cubicBezTo>
                    <a:pt x="76" y="40"/>
                    <a:pt x="76" y="40"/>
                    <a:pt x="76" y="40"/>
                  </a:cubicBezTo>
                  <a:cubicBezTo>
                    <a:pt x="77" y="41"/>
                    <a:pt x="78" y="44"/>
                    <a:pt x="77" y="46"/>
                  </a:cubicBezTo>
                  <a:cubicBezTo>
                    <a:pt x="76" y="47"/>
                    <a:pt x="75" y="48"/>
                    <a:pt x="74" y="48"/>
                  </a:cubicBezTo>
                  <a:close/>
                  <a:moveTo>
                    <a:pt x="27" y="22"/>
                  </a:moveTo>
                  <a:cubicBezTo>
                    <a:pt x="27" y="22"/>
                    <a:pt x="26" y="22"/>
                    <a:pt x="25" y="21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1" y="15"/>
                    <a:pt x="32" y="18"/>
                    <a:pt x="31" y="20"/>
                  </a:cubicBezTo>
                  <a:cubicBezTo>
                    <a:pt x="30" y="21"/>
                    <a:pt x="29" y="22"/>
                    <a:pt x="27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任意多边形: 形状 11" descr="e454a902-d894-4b4f-bb38-33d1e2ccee61"/>
            <p:cNvSpPr/>
            <p:nvPr/>
          </p:nvSpPr>
          <p:spPr bwMode="auto">
            <a:xfrm flipH="1">
              <a:off x="6513235" y="4595420"/>
              <a:ext cx="31835" cy="33108"/>
            </a:xfrm>
            <a:custGeom>
              <a:avLst/>
              <a:gdLst>
                <a:gd name="T0" fmla="*/ 8 w 21"/>
                <a:gd name="T1" fmla="*/ 22 h 22"/>
                <a:gd name="T2" fmla="*/ 5 w 21"/>
                <a:gd name="T3" fmla="*/ 21 h 22"/>
                <a:gd name="T4" fmla="*/ 5 w 21"/>
                <a:gd name="T5" fmla="*/ 16 h 22"/>
                <a:gd name="T6" fmla="*/ 10 w 21"/>
                <a:gd name="T7" fmla="*/ 10 h 22"/>
                <a:gd name="T8" fmla="*/ 3 w 21"/>
                <a:gd name="T9" fmla="*/ 8 h 22"/>
                <a:gd name="T10" fmla="*/ 1 w 21"/>
                <a:gd name="T11" fmla="*/ 3 h 22"/>
                <a:gd name="T12" fmla="*/ 6 w 21"/>
                <a:gd name="T13" fmla="*/ 0 h 22"/>
                <a:gd name="T14" fmla="*/ 18 w 21"/>
                <a:gd name="T15" fmla="*/ 5 h 22"/>
                <a:gd name="T16" fmla="*/ 21 w 21"/>
                <a:gd name="T17" fmla="*/ 8 h 22"/>
                <a:gd name="T18" fmla="*/ 20 w 21"/>
                <a:gd name="T19" fmla="*/ 11 h 22"/>
                <a:gd name="T20" fmla="*/ 10 w 21"/>
                <a:gd name="T21" fmla="*/ 21 h 22"/>
                <a:gd name="T22" fmla="*/ 8 w 21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" h="22">
                  <a:moveTo>
                    <a:pt x="8" y="22"/>
                  </a:moveTo>
                  <a:cubicBezTo>
                    <a:pt x="7" y="22"/>
                    <a:pt x="6" y="22"/>
                    <a:pt x="5" y="21"/>
                  </a:cubicBezTo>
                  <a:cubicBezTo>
                    <a:pt x="3" y="20"/>
                    <a:pt x="3" y="17"/>
                    <a:pt x="5" y="16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1" y="1"/>
                    <a:pt x="4" y="0"/>
                    <a:pt x="6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5"/>
                    <a:pt x="20" y="6"/>
                    <a:pt x="21" y="8"/>
                  </a:cubicBezTo>
                  <a:cubicBezTo>
                    <a:pt x="21" y="9"/>
                    <a:pt x="21" y="10"/>
                    <a:pt x="20" y="1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9" y="22"/>
                    <a:pt x="8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任意多边形: 形状 12" descr="97e7fbe2-def8-4089-bece-1695033079b7"/>
            <p:cNvSpPr>
              <a:spLocks noEditPoints="1"/>
            </p:cNvSpPr>
            <p:nvPr/>
          </p:nvSpPr>
          <p:spPr bwMode="auto">
            <a:xfrm flipH="1">
              <a:off x="6555257" y="4647628"/>
              <a:ext cx="952491" cy="723282"/>
            </a:xfrm>
            <a:custGeom>
              <a:avLst/>
              <a:gdLst>
                <a:gd name="T0" fmla="*/ 1 w 624"/>
                <a:gd name="T1" fmla="*/ 473 h 475"/>
                <a:gd name="T2" fmla="*/ 27 w 624"/>
                <a:gd name="T3" fmla="*/ 455 h 475"/>
                <a:gd name="T4" fmla="*/ 30 w 624"/>
                <a:gd name="T5" fmla="*/ 462 h 475"/>
                <a:gd name="T6" fmla="*/ 5 w 624"/>
                <a:gd name="T7" fmla="*/ 475 h 475"/>
                <a:gd name="T8" fmla="*/ 49 w 624"/>
                <a:gd name="T9" fmla="*/ 448 h 475"/>
                <a:gd name="T10" fmla="*/ 74 w 624"/>
                <a:gd name="T11" fmla="*/ 430 h 475"/>
                <a:gd name="T12" fmla="*/ 78 w 624"/>
                <a:gd name="T13" fmla="*/ 437 h 475"/>
                <a:gd name="T14" fmla="*/ 52 w 624"/>
                <a:gd name="T15" fmla="*/ 450 h 475"/>
                <a:gd name="T16" fmla="*/ 96 w 624"/>
                <a:gd name="T17" fmla="*/ 423 h 475"/>
                <a:gd name="T18" fmla="*/ 122 w 624"/>
                <a:gd name="T19" fmla="*/ 405 h 475"/>
                <a:gd name="T20" fmla="*/ 125 w 624"/>
                <a:gd name="T21" fmla="*/ 412 h 475"/>
                <a:gd name="T22" fmla="*/ 100 w 624"/>
                <a:gd name="T23" fmla="*/ 425 h 475"/>
                <a:gd name="T24" fmla="*/ 144 w 624"/>
                <a:gd name="T25" fmla="*/ 398 h 475"/>
                <a:gd name="T26" fmla="*/ 169 w 624"/>
                <a:gd name="T27" fmla="*/ 380 h 475"/>
                <a:gd name="T28" fmla="*/ 173 w 624"/>
                <a:gd name="T29" fmla="*/ 387 h 475"/>
                <a:gd name="T30" fmla="*/ 147 w 624"/>
                <a:gd name="T31" fmla="*/ 400 h 475"/>
                <a:gd name="T32" fmla="*/ 191 w 624"/>
                <a:gd name="T33" fmla="*/ 373 h 475"/>
                <a:gd name="T34" fmla="*/ 217 w 624"/>
                <a:gd name="T35" fmla="*/ 355 h 475"/>
                <a:gd name="T36" fmla="*/ 220 w 624"/>
                <a:gd name="T37" fmla="*/ 362 h 475"/>
                <a:gd name="T38" fmla="*/ 195 w 624"/>
                <a:gd name="T39" fmla="*/ 375 h 475"/>
                <a:gd name="T40" fmla="*/ 239 w 624"/>
                <a:gd name="T41" fmla="*/ 348 h 475"/>
                <a:gd name="T42" fmla="*/ 264 w 624"/>
                <a:gd name="T43" fmla="*/ 330 h 475"/>
                <a:gd name="T44" fmla="*/ 268 w 624"/>
                <a:gd name="T45" fmla="*/ 337 h 475"/>
                <a:gd name="T46" fmla="*/ 242 w 624"/>
                <a:gd name="T47" fmla="*/ 350 h 475"/>
                <a:gd name="T48" fmla="*/ 286 w 624"/>
                <a:gd name="T49" fmla="*/ 323 h 475"/>
                <a:gd name="T50" fmla="*/ 312 w 624"/>
                <a:gd name="T51" fmla="*/ 305 h 475"/>
                <a:gd name="T52" fmla="*/ 315 w 624"/>
                <a:gd name="T53" fmla="*/ 312 h 475"/>
                <a:gd name="T54" fmla="*/ 290 w 624"/>
                <a:gd name="T55" fmla="*/ 325 h 475"/>
                <a:gd name="T56" fmla="*/ 334 w 624"/>
                <a:gd name="T57" fmla="*/ 298 h 475"/>
                <a:gd name="T58" fmla="*/ 347 w 624"/>
                <a:gd name="T59" fmla="*/ 286 h 475"/>
                <a:gd name="T60" fmla="*/ 362 w 624"/>
                <a:gd name="T61" fmla="*/ 277 h 475"/>
                <a:gd name="T62" fmla="*/ 353 w 624"/>
                <a:gd name="T63" fmla="*/ 292 h 475"/>
                <a:gd name="T64" fmla="*/ 339 w 624"/>
                <a:gd name="T65" fmla="*/ 299 h 475"/>
                <a:gd name="T66" fmla="*/ 377 w 624"/>
                <a:gd name="T67" fmla="*/ 264 h 475"/>
                <a:gd name="T68" fmla="*/ 375 w 624"/>
                <a:gd name="T69" fmla="*/ 257 h 475"/>
                <a:gd name="T70" fmla="*/ 399 w 624"/>
                <a:gd name="T71" fmla="*/ 237 h 475"/>
                <a:gd name="T72" fmla="*/ 380 w 624"/>
                <a:gd name="T73" fmla="*/ 263 h 475"/>
                <a:gd name="T74" fmla="*/ 415 w 624"/>
                <a:gd name="T75" fmla="*/ 225 h 475"/>
                <a:gd name="T76" fmla="*/ 412 w 624"/>
                <a:gd name="T77" fmla="*/ 218 h 475"/>
                <a:gd name="T78" fmla="*/ 436 w 624"/>
                <a:gd name="T79" fmla="*/ 198 h 475"/>
                <a:gd name="T80" fmla="*/ 418 w 624"/>
                <a:gd name="T81" fmla="*/ 223 h 475"/>
                <a:gd name="T82" fmla="*/ 452 w 624"/>
                <a:gd name="T83" fmla="*/ 185 h 475"/>
                <a:gd name="T84" fmla="*/ 449 w 624"/>
                <a:gd name="T85" fmla="*/ 178 h 475"/>
                <a:gd name="T86" fmla="*/ 473 w 624"/>
                <a:gd name="T87" fmla="*/ 159 h 475"/>
                <a:gd name="T88" fmla="*/ 455 w 624"/>
                <a:gd name="T89" fmla="*/ 184 h 475"/>
                <a:gd name="T90" fmla="*/ 489 w 624"/>
                <a:gd name="T91" fmla="*/ 146 h 475"/>
                <a:gd name="T92" fmla="*/ 487 w 624"/>
                <a:gd name="T93" fmla="*/ 139 h 475"/>
                <a:gd name="T94" fmla="*/ 511 w 624"/>
                <a:gd name="T95" fmla="*/ 119 h 475"/>
                <a:gd name="T96" fmla="*/ 492 w 624"/>
                <a:gd name="T97" fmla="*/ 145 h 475"/>
                <a:gd name="T98" fmla="*/ 527 w 624"/>
                <a:gd name="T99" fmla="*/ 107 h 475"/>
                <a:gd name="T100" fmla="*/ 524 w 624"/>
                <a:gd name="T101" fmla="*/ 100 h 475"/>
                <a:gd name="T102" fmla="*/ 548 w 624"/>
                <a:gd name="T103" fmla="*/ 80 h 475"/>
                <a:gd name="T104" fmla="*/ 529 w 624"/>
                <a:gd name="T105" fmla="*/ 105 h 475"/>
                <a:gd name="T106" fmla="*/ 564 w 624"/>
                <a:gd name="T107" fmla="*/ 67 h 475"/>
                <a:gd name="T108" fmla="*/ 561 w 624"/>
                <a:gd name="T109" fmla="*/ 60 h 475"/>
                <a:gd name="T110" fmla="*/ 585 w 624"/>
                <a:gd name="T111" fmla="*/ 41 h 475"/>
                <a:gd name="T112" fmla="*/ 567 w 624"/>
                <a:gd name="T113" fmla="*/ 66 h 475"/>
                <a:gd name="T114" fmla="*/ 601 w 624"/>
                <a:gd name="T115" fmla="*/ 28 h 475"/>
                <a:gd name="T116" fmla="*/ 598 w 624"/>
                <a:gd name="T117" fmla="*/ 21 h 475"/>
                <a:gd name="T118" fmla="*/ 623 w 624"/>
                <a:gd name="T119" fmla="*/ 1 h 475"/>
                <a:gd name="T120" fmla="*/ 604 w 624"/>
                <a:gd name="T121" fmla="*/ 27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24" h="475">
                  <a:moveTo>
                    <a:pt x="5" y="475"/>
                  </a:moveTo>
                  <a:cubicBezTo>
                    <a:pt x="3" y="475"/>
                    <a:pt x="2" y="474"/>
                    <a:pt x="1" y="473"/>
                  </a:cubicBezTo>
                  <a:cubicBezTo>
                    <a:pt x="0" y="471"/>
                    <a:pt x="1" y="468"/>
                    <a:pt x="3" y="467"/>
                  </a:cubicBezTo>
                  <a:cubicBezTo>
                    <a:pt x="27" y="455"/>
                    <a:pt x="27" y="455"/>
                    <a:pt x="27" y="455"/>
                  </a:cubicBezTo>
                  <a:cubicBezTo>
                    <a:pt x="29" y="454"/>
                    <a:pt x="31" y="454"/>
                    <a:pt x="32" y="456"/>
                  </a:cubicBezTo>
                  <a:cubicBezTo>
                    <a:pt x="33" y="458"/>
                    <a:pt x="32" y="461"/>
                    <a:pt x="30" y="462"/>
                  </a:cubicBezTo>
                  <a:cubicBezTo>
                    <a:pt x="7" y="474"/>
                    <a:pt x="7" y="474"/>
                    <a:pt x="7" y="474"/>
                  </a:cubicBezTo>
                  <a:cubicBezTo>
                    <a:pt x="6" y="475"/>
                    <a:pt x="5" y="475"/>
                    <a:pt x="5" y="475"/>
                  </a:cubicBezTo>
                  <a:close/>
                  <a:moveTo>
                    <a:pt x="52" y="450"/>
                  </a:moveTo>
                  <a:cubicBezTo>
                    <a:pt x="51" y="450"/>
                    <a:pt x="50" y="449"/>
                    <a:pt x="49" y="448"/>
                  </a:cubicBezTo>
                  <a:cubicBezTo>
                    <a:pt x="48" y="446"/>
                    <a:pt x="49" y="443"/>
                    <a:pt x="51" y="442"/>
                  </a:cubicBezTo>
                  <a:cubicBezTo>
                    <a:pt x="74" y="430"/>
                    <a:pt x="74" y="430"/>
                    <a:pt x="74" y="430"/>
                  </a:cubicBezTo>
                  <a:cubicBezTo>
                    <a:pt x="76" y="429"/>
                    <a:pt x="79" y="429"/>
                    <a:pt x="80" y="431"/>
                  </a:cubicBezTo>
                  <a:cubicBezTo>
                    <a:pt x="81" y="433"/>
                    <a:pt x="80" y="436"/>
                    <a:pt x="78" y="437"/>
                  </a:cubicBezTo>
                  <a:cubicBezTo>
                    <a:pt x="54" y="449"/>
                    <a:pt x="54" y="449"/>
                    <a:pt x="54" y="449"/>
                  </a:cubicBezTo>
                  <a:cubicBezTo>
                    <a:pt x="54" y="450"/>
                    <a:pt x="53" y="450"/>
                    <a:pt x="52" y="450"/>
                  </a:cubicBezTo>
                  <a:close/>
                  <a:moveTo>
                    <a:pt x="100" y="425"/>
                  </a:moveTo>
                  <a:cubicBezTo>
                    <a:pt x="98" y="425"/>
                    <a:pt x="97" y="424"/>
                    <a:pt x="96" y="423"/>
                  </a:cubicBezTo>
                  <a:cubicBezTo>
                    <a:pt x="95" y="421"/>
                    <a:pt x="96" y="418"/>
                    <a:pt x="98" y="417"/>
                  </a:cubicBezTo>
                  <a:cubicBezTo>
                    <a:pt x="122" y="405"/>
                    <a:pt x="122" y="405"/>
                    <a:pt x="122" y="405"/>
                  </a:cubicBezTo>
                  <a:cubicBezTo>
                    <a:pt x="124" y="404"/>
                    <a:pt x="126" y="404"/>
                    <a:pt x="127" y="406"/>
                  </a:cubicBezTo>
                  <a:cubicBezTo>
                    <a:pt x="128" y="408"/>
                    <a:pt x="127" y="411"/>
                    <a:pt x="125" y="412"/>
                  </a:cubicBezTo>
                  <a:cubicBezTo>
                    <a:pt x="102" y="424"/>
                    <a:pt x="102" y="424"/>
                    <a:pt x="102" y="424"/>
                  </a:cubicBezTo>
                  <a:cubicBezTo>
                    <a:pt x="101" y="425"/>
                    <a:pt x="100" y="425"/>
                    <a:pt x="100" y="425"/>
                  </a:cubicBezTo>
                  <a:close/>
                  <a:moveTo>
                    <a:pt x="147" y="400"/>
                  </a:moveTo>
                  <a:cubicBezTo>
                    <a:pt x="146" y="400"/>
                    <a:pt x="145" y="399"/>
                    <a:pt x="144" y="398"/>
                  </a:cubicBezTo>
                  <a:cubicBezTo>
                    <a:pt x="143" y="396"/>
                    <a:pt x="144" y="393"/>
                    <a:pt x="146" y="392"/>
                  </a:cubicBezTo>
                  <a:cubicBezTo>
                    <a:pt x="169" y="380"/>
                    <a:pt x="169" y="380"/>
                    <a:pt x="169" y="380"/>
                  </a:cubicBezTo>
                  <a:cubicBezTo>
                    <a:pt x="171" y="379"/>
                    <a:pt x="174" y="379"/>
                    <a:pt x="175" y="381"/>
                  </a:cubicBezTo>
                  <a:cubicBezTo>
                    <a:pt x="176" y="383"/>
                    <a:pt x="175" y="386"/>
                    <a:pt x="173" y="387"/>
                  </a:cubicBezTo>
                  <a:cubicBezTo>
                    <a:pt x="149" y="399"/>
                    <a:pt x="149" y="399"/>
                    <a:pt x="149" y="399"/>
                  </a:cubicBezTo>
                  <a:cubicBezTo>
                    <a:pt x="149" y="400"/>
                    <a:pt x="148" y="400"/>
                    <a:pt x="147" y="400"/>
                  </a:cubicBezTo>
                  <a:close/>
                  <a:moveTo>
                    <a:pt x="195" y="375"/>
                  </a:moveTo>
                  <a:cubicBezTo>
                    <a:pt x="193" y="375"/>
                    <a:pt x="192" y="374"/>
                    <a:pt x="191" y="373"/>
                  </a:cubicBezTo>
                  <a:cubicBezTo>
                    <a:pt x="190" y="371"/>
                    <a:pt x="191" y="368"/>
                    <a:pt x="193" y="367"/>
                  </a:cubicBezTo>
                  <a:cubicBezTo>
                    <a:pt x="217" y="355"/>
                    <a:pt x="217" y="355"/>
                    <a:pt x="217" y="355"/>
                  </a:cubicBezTo>
                  <a:cubicBezTo>
                    <a:pt x="219" y="354"/>
                    <a:pt x="221" y="354"/>
                    <a:pt x="222" y="356"/>
                  </a:cubicBezTo>
                  <a:cubicBezTo>
                    <a:pt x="223" y="358"/>
                    <a:pt x="222" y="361"/>
                    <a:pt x="220" y="362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6" y="375"/>
                    <a:pt x="195" y="375"/>
                    <a:pt x="195" y="375"/>
                  </a:cubicBezTo>
                  <a:close/>
                  <a:moveTo>
                    <a:pt x="242" y="350"/>
                  </a:moveTo>
                  <a:cubicBezTo>
                    <a:pt x="241" y="350"/>
                    <a:pt x="240" y="349"/>
                    <a:pt x="239" y="348"/>
                  </a:cubicBezTo>
                  <a:cubicBezTo>
                    <a:pt x="238" y="346"/>
                    <a:pt x="239" y="343"/>
                    <a:pt x="241" y="342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6" y="329"/>
                    <a:pt x="269" y="329"/>
                    <a:pt x="270" y="331"/>
                  </a:cubicBezTo>
                  <a:cubicBezTo>
                    <a:pt x="271" y="333"/>
                    <a:pt x="270" y="336"/>
                    <a:pt x="268" y="337"/>
                  </a:cubicBezTo>
                  <a:cubicBezTo>
                    <a:pt x="244" y="349"/>
                    <a:pt x="244" y="349"/>
                    <a:pt x="244" y="349"/>
                  </a:cubicBezTo>
                  <a:cubicBezTo>
                    <a:pt x="244" y="350"/>
                    <a:pt x="243" y="350"/>
                    <a:pt x="242" y="350"/>
                  </a:cubicBezTo>
                  <a:close/>
                  <a:moveTo>
                    <a:pt x="290" y="325"/>
                  </a:moveTo>
                  <a:cubicBezTo>
                    <a:pt x="289" y="325"/>
                    <a:pt x="287" y="324"/>
                    <a:pt x="286" y="323"/>
                  </a:cubicBezTo>
                  <a:cubicBezTo>
                    <a:pt x="285" y="321"/>
                    <a:pt x="286" y="318"/>
                    <a:pt x="288" y="317"/>
                  </a:cubicBezTo>
                  <a:cubicBezTo>
                    <a:pt x="312" y="305"/>
                    <a:pt x="312" y="305"/>
                    <a:pt x="312" y="305"/>
                  </a:cubicBezTo>
                  <a:cubicBezTo>
                    <a:pt x="314" y="304"/>
                    <a:pt x="316" y="304"/>
                    <a:pt x="317" y="306"/>
                  </a:cubicBezTo>
                  <a:cubicBezTo>
                    <a:pt x="318" y="308"/>
                    <a:pt x="317" y="311"/>
                    <a:pt x="315" y="312"/>
                  </a:cubicBezTo>
                  <a:cubicBezTo>
                    <a:pt x="292" y="324"/>
                    <a:pt x="292" y="324"/>
                    <a:pt x="292" y="324"/>
                  </a:cubicBezTo>
                  <a:cubicBezTo>
                    <a:pt x="291" y="325"/>
                    <a:pt x="291" y="325"/>
                    <a:pt x="290" y="325"/>
                  </a:cubicBezTo>
                  <a:close/>
                  <a:moveTo>
                    <a:pt x="337" y="300"/>
                  </a:moveTo>
                  <a:cubicBezTo>
                    <a:pt x="336" y="300"/>
                    <a:pt x="335" y="299"/>
                    <a:pt x="334" y="298"/>
                  </a:cubicBezTo>
                  <a:cubicBezTo>
                    <a:pt x="333" y="296"/>
                    <a:pt x="334" y="293"/>
                    <a:pt x="336" y="292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56" y="277"/>
                    <a:pt x="356" y="277"/>
                    <a:pt x="356" y="277"/>
                  </a:cubicBezTo>
                  <a:cubicBezTo>
                    <a:pt x="357" y="275"/>
                    <a:pt x="360" y="275"/>
                    <a:pt x="362" y="277"/>
                  </a:cubicBezTo>
                  <a:cubicBezTo>
                    <a:pt x="363" y="278"/>
                    <a:pt x="363" y="281"/>
                    <a:pt x="362" y="283"/>
                  </a:cubicBezTo>
                  <a:cubicBezTo>
                    <a:pt x="353" y="292"/>
                    <a:pt x="353" y="292"/>
                    <a:pt x="353" y="292"/>
                  </a:cubicBezTo>
                  <a:cubicBezTo>
                    <a:pt x="352" y="292"/>
                    <a:pt x="352" y="293"/>
                    <a:pt x="352" y="293"/>
                  </a:cubicBezTo>
                  <a:cubicBezTo>
                    <a:pt x="339" y="299"/>
                    <a:pt x="339" y="299"/>
                    <a:pt x="339" y="299"/>
                  </a:cubicBezTo>
                  <a:cubicBezTo>
                    <a:pt x="339" y="300"/>
                    <a:pt x="338" y="300"/>
                    <a:pt x="337" y="300"/>
                  </a:cubicBezTo>
                  <a:close/>
                  <a:moveTo>
                    <a:pt x="377" y="264"/>
                  </a:moveTo>
                  <a:cubicBezTo>
                    <a:pt x="376" y="264"/>
                    <a:pt x="375" y="264"/>
                    <a:pt x="375" y="263"/>
                  </a:cubicBezTo>
                  <a:cubicBezTo>
                    <a:pt x="373" y="261"/>
                    <a:pt x="373" y="259"/>
                    <a:pt x="375" y="257"/>
                  </a:cubicBezTo>
                  <a:cubicBezTo>
                    <a:pt x="393" y="238"/>
                    <a:pt x="393" y="238"/>
                    <a:pt x="393" y="238"/>
                  </a:cubicBezTo>
                  <a:cubicBezTo>
                    <a:pt x="395" y="236"/>
                    <a:pt x="397" y="236"/>
                    <a:pt x="399" y="237"/>
                  </a:cubicBezTo>
                  <a:cubicBezTo>
                    <a:pt x="400" y="239"/>
                    <a:pt x="400" y="242"/>
                    <a:pt x="399" y="243"/>
                  </a:cubicBezTo>
                  <a:cubicBezTo>
                    <a:pt x="380" y="263"/>
                    <a:pt x="380" y="263"/>
                    <a:pt x="380" y="263"/>
                  </a:cubicBezTo>
                  <a:cubicBezTo>
                    <a:pt x="379" y="264"/>
                    <a:pt x="378" y="264"/>
                    <a:pt x="377" y="264"/>
                  </a:cubicBezTo>
                  <a:close/>
                  <a:moveTo>
                    <a:pt x="415" y="225"/>
                  </a:moveTo>
                  <a:cubicBezTo>
                    <a:pt x="414" y="225"/>
                    <a:pt x="413" y="224"/>
                    <a:pt x="412" y="224"/>
                  </a:cubicBezTo>
                  <a:cubicBezTo>
                    <a:pt x="410" y="222"/>
                    <a:pt x="410" y="219"/>
                    <a:pt x="412" y="218"/>
                  </a:cubicBezTo>
                  <a:cubicBezTo>
                    <a:pt x="431" y="198"/>
                    <a:pt x="431" y="198"/>
                    <a:pt x="431" y="198"/>
                  </a:cubicBezTo>
                  <a:cubicBezTo>
                    <a:pt x="432" y="197"/>
                    <a:pt x="435" y="197"/>
                    <a:pt x="436" y="198"/>
                  </a:cubicBezTo>
                  <a:cubicBezTo>
                    <a:pt x="438" y="200"/>
                    <a:pt x="438" y="202"/>
                    <a:pt x="436" y="204"/>
                  </a:cubicBezTo>
                  <a:cubicBezTo>
                    <a:pt x="418" y="223"/>
                    <a:pt x="418" y="223"/>
                    <a:pt x="418" y="223"/>
                  </a:cubicBezTo>
                  <a:cubicBezTo>
                    <a:pt x="417" y="224"/>
                    <a:pt x="416" y="225"/>
                    <a:pt x="415" y="225"/>
                  </a:cubicBezTo>
                  <a:close/>
                  <a:moveTo>
                    <a:pt x="452" y="185"/>
                  </a:moveTo>
                  <a:cubicBezTo>
                    <a:pt x="451" y="185"/>
                    <a:pt x="450" y="185"/>
                    <a:pt x="449" y="184"/>
                  </a:cubicBezTo>
                  <a:cubicBezTo>
                    <a:pt x="448" y="183"/>
                    <a:pt x="448" y="180"/>
                    <a:pt x="449" y="178"/>
                  </a:cubicBezTo>
                  <a:cubicBezTo>
                    <a:pt x="468" y="159"/>
                    <a:pt x="468" y="159"/>
                    <a:pt x="468" y="159"/>
                  </a:cubicBezTo>
                  <a:cubicBezTo>
                    <a:pt x="469" y="157"/>
                    <a:pt x="472" y="157"/>
                    <a:pt x="473" y="159"/>
                  </a:cubicBezTo>
                  <a:cubicBezTo>
                    <a:pt x="475" y="160"/>
                    <a:pt x="475" y="163"/>
                    <a:pt x="473" y="164"/>
                  </a:cubicBezTo>
                  <a:cubicBezTo>
                    <a:pt x="455" y="184"/>
                    <a:pt x="455" y="184"/>
                    <a:pt x="455" y="184"/>
                  </a:cubicBezTo>
                  <a:cubicBezTo>
                    <a:pt x="454" y="185"/>
                    <a:pt x="453" y="185"/>
                    <a:pt x="452" y="185"/>
                  </a:cubicBezTo>
                  <a:close/>
                  <a:moveTo>
                    <a:pt x="489" y="146"/>
                  </a:moveTo>
                  <a:cubicBezTo>
                    <a:pt x="488" y="146"/>
                    <a:pt x="487" y="146"/>
                    <a:pt x="487" y="145"/>
                  </a:cubicBezTo>
                  <a:cubicBezTo>
                    <a:pt x="485" y="143"/>
                    <a:pt x="485" y="141"/>
                    <a:pt x="487" y="139"/>
                  </a:cubicBezTo>
                  <a:cubicBezTo>
                    <a:pt x="505" y="119"/>
                    <a:pt x="505" y="119"/>
                    <a:pt x="505" y="119"/>
                  </a:cubicBezTo>
                  <a:cubicBezTo>
                    <a:pt x="507" y="118"/>
                    <a:pt x="509" y="118"/>
                    <a:pt x="511" y="119"/>
                  </a:cubicBezTo>
                  <a:cubicBezTo>
                    <a:pt x="512" y="121"/>
                    <a:pt x="512" y="123"/>
                    <a:pt x="511" y="125"/>
                  </a:cubicBezTo>
                  <a:cubicBezTo>
                    <a:pt x="492" y="145"/>
                    <a:pt x="492" y="145"/>
                    <a:pt x="492" y="145"/>
                  </a:cubicBezTo>
                  <a:cubicBezTo>
                    <a:pt x="491" y="146"/>
                    <a:pt x="490" y="146"/>
                    <a:pt x="489" y="146"/>
                  </a:cubicBezTo>
                  <a:close/>
                  <a:moveTo>
                    <a:pt x="527" y="107"/>
                  </a:moveTo>
                  <a:cubicBezTo>
                    <a:pt x="526" y="107"/>
                    <a:pt x="525" y="106"/>
                    <a:pt x="524" y="105"/>
                  </a:cubicBezTo>
                  <a:cubicBezTo>
                    <a:pt x="522" y="104"/>
                    <a:pt x="522" y="101"/>
                    <a:pt x="524" y="100"/>
                  </a:cubicBezTo>
                  <a:cubicBezTo>
                    <a:pt x="543" y="80"/>
                    <a:pt x="543" y="80"/>
                    <a:pt x="543" y="80"/>
                  </a:cubicBezTo>
                  <a:cubicBezTo>
                    <a:pt x="544" y="78"/>
                    <a:pt x="547" y="78"/>
                    <a:pt x="548" y="80"/>
                  </a:cubicBezTo>
                  <a:cubicBezTo>
                    <a:pt x="550" y="82"/>
                    <a:pt x="550" y="84"/>
                    <a:pt x="548" y="86"/>
                  </a:cubicBezTo>
                  <a:cubicBezTo>
                    <a:pt x="529" y="105"/>
                    <a:pt x="529" y="105"/>
                    <a:pt x="529" y="105"/>
                  </a:cubicBezTo>
                  <a:cubicBezTo>
                    <a:pt x="529" y="106"/>
                    <a:pt x="528" y="107"/>
                    <a:pt x="527" y="107"/>
                  </a:cubicBezTo>
                  <a:close/>
                  <a:moveTo>
                    <a:pt x="564" y="67"/>
                  </a:moveTo>
                  <a:cubicBezTo>
                    <a:pt x="563" y="67"/>
                    <a:pt x="562" y="67"/>
                    <a:pt x="561" y="66"/>
                  </a:cubicBezTo>
                  <a:cubicBezTo>
                    <a:pt x="560" y="64"/>
                    <a:pt x="560" y="62"/>
                    <a:pt x="561" y="6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1" y="39"/>
                    <a:pt x="584" y="39"/>
                    <a:pt x="585" y="41"/>
                  </a:cubicBezTo>
                  <a:cubicBezTo>
                    <a:pt x="587" y="42"/>
                    <a:pt x="587" y="45"/>
                    <a:pt x="585" y="46"/>
                  </a:cubicBezTo>
                  <a:cubicBezTo>
                    <a:pt x="567" y="66"/>
                    <a:pt x="567" y="66"/>
                    <a:pt x="567" y="66"/>
                  </a:cubicBezTo>
                  <a:cubicBezTo>
                    <a:pt x="566" y="67"/>
                    <a:pt x="565" y="67"/>
                    <a:pt x="564" y="67"/>
                  </a:cubicBezTo>
                  <a:close/>
                  <a:moveTo>
                    <a:pt x="601" y="28"/>
                  </a:moveTo>
                  <a:cubicBezTo>
                    <a:pt x="600" y="28"/>
                    <a:pt x="599" y="27"/>
                    <a:pt x="599" y="27"/>
                  </a:cubicBezTo>
                  <a:cubicBezTo>
                    <a:pt x="597" y="25"/>
                    <a:pt x="597" y="23"/>
                    <a:pt x="598" y="21"/>
                  </a:cubicBezTo>
                  <a:cubicBezTo>
                    <a:pt x="617" y="1"/>
                    <a:pt x="617" y="1"/>
                    <a:pt x="617" y="1"/>
                  </a:cubicBezTo>
                  <a:cubicBezTo>
                    <a:pt x="619" y="0"/>
                    <a:pt x="621" y="0"/>
                    <a:pt x="623" y="1"/>
                  </a:cubicBezTo>
                  <a:cubicBezTo>
                    <a:pt x="624" y="3"/>
                    <a:pt x="624" y="5"/>
                    <a:pt x="623" y="7"/>
                  </a:cubicBezTo>
                  <a:cubicBezTo>
                    <a:pt x="604" y="27"/>
                    <a:pt x="604" y="27"/>
                    <a:pt x="604" y="27"/>
                  </a:cubicBezTo>
                  <a:cubicBezTo>
                    <a:pt x="603" y="27"/>
                    <a:pt x="602" y="28"/>
                    <a:pt x="601" y="28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任意多边形: 形状 13" descr="f8745aa4-7b56-4ed3-95e2-16279bd24171"/>
            <p:cNvSpPr/>
            <p:nvPr/>
          </p:nvSpPr>
          <p:spPr bwMode="auto">
            <a:xfrm flipH="1">
              <a:off x="7966165" y="4766053"/>
              <a:ext cx="33108" cy="16554"/>
            </a:xfrm>
            <a:custGeom>
              <a:avLst/>
              <a:gdLst>
                <a:gd name="T0" fmla="*/ 5 w 22"/>
                <a:gd name="T1" fmla="*/ 11 h 11"/>
                <a:gd name="T2" fmla="*/ 1 w 22"/>
                <a:gd name="T3" fmla="*/ 8 h 11"/>
                <a:gd name="T4" fmla="*/ 4 w 22"/>
                <a:gd name="T5" fmla="*/ 3 h 11"/>
                <a:gd name="T6" fmla="*/ 17 w 22"/>
                <a:gd name="T7" fmla="*/ 0 h 11"/>
                <a:gd name="T8" fmla="*/ 22 w 22"/>
                <a:gd name="T9" fmla="*/ 4 h 11"/>
                <a:gd name="T10" fmla="*/ 18 w 22"/>
                <a:gd name="T11" fmla="*/ 9 h 11"/>
                <a:gd name="T12" fmla="*/ 5 w 22"/>
                <a:gd name="T13" fmla="*/ 11 h 11"/>
                <a:gd name="T14" fmla="*/ 5 w 22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1">
                  <a:moveTo>
                    <a:pt x="5" y="11"/>
                  </a:moveTo>
                  <a:cubicBezTo>
                    <a:pt x="3" y="11"/>
                    <a:pt x="1" y="10"/>
                    <a:pt x="1" y="8"/>
                  </a:cubicBezTo>
                  <a:cubicBezTo>
                    <a:pt x="0" y="6"/>
                    <a:pt x="2" y="4"/>
                    <a:pt x="4" y="3"/>
                  </a:cubicBezTo>
                  <a:cubicBezTo>
                    <a:pt x="6" y="2"/>
                    <a:pt x="11" y="2"/>
                    <a:pt x="17" y="0"/>
                  </a:cubicBezTo>
                  <a:cubicBezTo>
                    <a:pt x="19" y="0"/>
                    <a:pt x="21" y="2"/>
                    <a:pt x="22" y="4"/>
                  </a:cubicBezTo>
                  <a:cubicBezTo>
                    <a:pt x="22" y="6"/>
                    <a:pt x="20" y="8"/>
                    <a:pt x="18" y="9"/>
                  </a:cubicBezTo>
                  <a:cubicBezTo>
                    <a:pt x="12" y="9"/>
                    <a:pt x="8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任意多边形: 形状 14" descr="ea50c752-5bbd-4dc1-8bfd-d643eccc79d0"/>
            <p:cNvSpPr>
              <a:spLocks noEditPoints="1"/>
            </p:cNvSpPr>
            <p:nvPr/>
          </p:nvSpPr>
          <p:spPr bwMode="auto">
            <a:xfrm flipH="1">
              <a:off x="6976746" y="4042771"/>
              <a:ext cx="961405" cy="730922"/>
            </a:xfrm>
            <a:custGeom>
              <a:avLst/>
              <a:gdLst>
                <a:gd name="T0" fmla="*/ 4 w 631"/>
                <a:gd name="T1" fmla="*/ 472 h 480"/>
                <a:gd name="T2" fmla="*/ 31 w 631"/>
                <a:gd name="T3" fmla="*/ 476 h 480"/>
                <a:gd name="T4" fmla="*/ 58 w 631"/>
                <a:gd name="T5" fmla="*/ 473 h 480"/>
                <a:gd name="T6" fmla="*/ 84 w 631"/>
                <a:gd name="T7" fmla="*/ 461 h 480"/>
                <a:gd name="T8" fmla="*/ 58 w 631"/>
                <a:gd name="T9" fmla="*/ 473 h 480"/>
                <a:gd name="T10" fmla="*/ 107 w 631"/>
                <a:gd name="T11" fmla="*/ 463 h 480"/>
                <a:gd name="T12" fmla="*/ 142 w 631"/>
                <a:gd name="T13" fmla="*/ 459 h 480"/>
                <a:gd name="T14" fmla="*/ 111 w 631"/>
                <a:gd name="T15" fmla="*/ 466 h 480"/>
                <a:gd name="T16" fmla="*/ 164 w 631"/>
                <a:gd name="T17" fmla="*/ 452 h 480"/>
                <a:gd name="T18" fmla="*/ 191 w 631"/>
                <a:gd name="T19" fmla="*/ 457 h 480"/>
                <a:gd name="T20" fmla="*/ 218 w 631"/>
                <a:gd name="T21" fmla="*/ 454 h 480"/>
                <a:gd name="T22" fmla="*/ 237 w 631"/>
                <a:gd name="T23" fmla="*/ 444 h 480"/>
                <a:gd name="T24" fmla="*/ 246 w 631"/>
                <a:gd name="T25" fmla="*/ 447 h 480"/>
                <a:gd name="T26" fmla="*/ 218 w 631"/>
                <a:gd name="T27" fmla="*/ 454 h 480"/>
                <a:gd name="T28" fmla="*/ 262 w 631"/>
                <a:gd name="T29" fmla="*/ 430 h 480"/>
                <a:gd name="T30" fmla="*/ 290 w 631"/>
                <a:gd name="T31" fmla="*/ 409 h 480"/>
                <a:gd name="T32" fmla="*/ 265 w 631"/>
                <a:gd name="T33" fmla="*/ 432 h 480"/>
                <a:gd name="T34" fmla="*/ 306 w 631"/>
                <a:gd name="T35" fmla="*/ 391 h 480"/>
                <a:gd name="T36" fmla="*/ 332 w 631"/>
                <a:gd name="T37" fmla="*/ 381 h 480"/>
                <a:gd name="T38" fmla="*/ 351 w 631"/>
                <a:gd name="T39" fmla="*/ 366 h 480"/>
                <a:gd name="T40" fmla="*/ 370 w 631"/>
                <a:gd name="T41" fmla="*/ 342 h 480"/>
                <a:gd name="T42" fmla="*/ 353 w 631"/>
                <a:gd name="T43" fmla="*/ 365 h 480"/>
                <a:gd name="T44" fmla="*/ 391 w 631"/>
                <a:gd name="T45" fmla="*/ 331 h 480"/>
                <a:gd name="T46" fmla="*/ 419 w 631"/>
                <a:gd name="T47" fmla="*/ 309 h 480"/>
                <a:gd name="T48" fmla="*/ 394 w 631"/>
                <a:gd name="T49" fmla="*/ 332 h 480"/>
                <a:gd name="T50" fmla="*/ 435 w 631"/>
                <a:gd name="T51" fmla="*/ 292 h 480"/>
                <a:gd name="T52" fmla="*/ 461 w 631"/>
                <a:gd name="T53" fmla="*/ 282 h 480"/>
                <a:gd name="T54" fmla="*/ 480 w 631"/>
                <a:gd name="T55" fmla="*/ 266 h 480"/>
                <a:gd name="T56" fmla="*/ 499 w 631"/>
                <a:gd name="T57" fmla="*/ 243 h 480"/>
                <a:gd name="T58" fmla="*/ 483 w 631"/>
                <a:gd name="T59" fmla="*/ 266 h 480"/>
                <a:gd name="T60" fmla="*/ 520 w 631"/>
                <a:gd name="T61" fmla="*/ 232 h 480"/>
                <a:gd name="T62" fmla="*/ 533 w 631"/>
                <a:gd name="T63" fmla="*/ 204 h 480"/>
                <a:gd name="T64" fmla="*/ 530 w 631"/>
                <a:gd name="T65" fmla="*/ 230 h 480"/>
                <a:gd name="T66" fmla="*/ 547 w 631"/>
                <a:gd name="T67" fmla="*/ 184 h 480"/>
                <a:gd name="T68" fmla="*/ 555 w 631"/>
                <a:gd name="T69" fmla="*/ 153 h 480"/>
                <a:gd name="T70" fmla="*/ 551 w 631"/>
                <a:gd name="T71" fmla="*/ 182 h 480"/>
                <a:gd name="T72" fmla="*/ 568 w 631"/>
                <a:gd name="T73" fmla="*/ 134 h 480"/>
                <a:gd name="T74" fmla="*/ 583 w 631"/>
                <a:gd name="T75" fmla="*/ 101 h 480"/>
                <a:gd name="T76" fmla="*/ 570 w 631"/>
                <a:gd name="T77" fmla="*/ 134 h 480"/>
                <a:gd name="T78" fmla="*/ 589 w 631"/>
                <a:gd name="T79" fmla="*/ 78 h 480"/>
                <a:gd name="T80" fmla="*/ 607 w 631"/>
                <a:gd name="T81" fmla="*/ 56 h 480"/>
                <a:gd name="T82" fmla="*/ 615 w 631"/>
                <a:gd name="T83" fmla="*/ 33 h 480"/>
                <a:gd name="T84" fmla="*/ 623 w 631"/>
                <a:gd name="T85" fmla="*/ 3 h 480"/>
                <a:gd name="T86" fmla="*/ 619 w 631"/>
                <a:gd name="T87" fmla="*/ 31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31" h="480">
                  <a:moveTo>
                    <a:pt x="4" y="480"/>
                  </a:moveTo>
                  <a:cubicBezTo>
                    <a:pt x="2" y="480"/>
                    <a:pt x="1" y="478"/>
                    <a:pt x="0" y="476"/>
                  </a:cubicBezTo>
                  <a:cubicBezTo>
                    <a:pt x="0" y="474"/>
                    <a:pt x="2" y="472"/>
                    <a:pt x="4" y="472"/>
                  </a:cubicBezTo>
                  <a:cubicBezTo>
                    <a:pt x="12" y="470"/>
                    <a:pt x="21" y="469"/>
                    <a:pt x="30" y="468"/>
                  </a:cubicBezTo>
                  <a:cubicBezTo>
                    <a:pt x="32" y="468"/>
                    <a:pt x="34" y="469"/>
                    <a:pt x="35" y="472"/>
                  </a:cubicBezTo>
                  <a:cubicBezTo>
                    <a:pt x="35" y="474"/>
                    <a:pt x="33" y="476"/>
                    <a:pt x="31" y="476"/>
                  </a:cubicBezTo>
                  <a:cubicBezTo>
                    <a:pt x="22" y="477"/>
                    <a:pt x="13" y="479"/>
                    <a:pt x="5" y="480"/>
                  </a:cubicBezTo>
                  <a:cubicBezTo>
                    <a:pt x="5" y="480"/>
                    <a:pt x="4" y="480"/>
                    <a:pt x="4" y="480"/>
                  </a:cubicBezTo>
                  <a:close/>
                  <a:moveTo>
                    <a:pt x="58" y="473"/>
                  </a:moveTo>
                  <a:cubicBezTo>
                    <a:pt x="56" y="473"/>
                    <a:pt x="54" y="471"/>
                    <a:pt x="54" y="469"/>
                  </a:cubicBezTo>
                  <a:cubicBezTo>
                    <a:pt x="53" y="467"/>
                    <a:pt x="55" y="465"/>
                    <a:pt x="57" y="465"/>
                  </a:cubicBezTo>
                  <a:cubicBezTo>
                    <a:pt x="66" y="464"/>
                    <a:pt x="75" y="463"/>
                    <a:pt x="84" y="461"/>
                  </a:cubicBezTo>
                  <a:cubicBezTo>
                    <a:pt x="86" y="461"/>
                    <a:pt x="88" y="463"/>
                    <a:pt x="88" y="465"/>
                  </a:cubicBezTo>
                  <a:cubicBezTo>
                    <a:pt x="88" y="467"/>
                    <a:pt x="87" y="469"/>
                    <a:pt x="85" y="470"/>
                  </a:cubicBezTo>
                  <a:cubicBezTo>
                    <a:pt x="76" y="471"/>
                    <a:pt x="67" y="472"/>
                    <a:pt x="58" y="473"/>
                  </a:cubicBezTo>
                  <a:cubicBezTo>
                    <a:pt x="58" y="473"/>
                    <a:pt x="58" y="473"/>
                    <a:pt x="58" y="473"/>
                  </a:cubicBezTo>
                  <a:close/>
                  <a:moveTo>
                    <a:pt x="111" y="466"/>
                  </a:moveTo>
                  <a:cubicBezTo>
                    <a:pt x="109" y="466"/>
                    <a:pt x="107" y="465"/>
                    <a:pt x="107" y="463"/>
                  </a:cubicBezTo>
                  <a:cubicBezTo>
                    <a:pt x="107" y="461"/>
                    <a:pt x="108" y="459"/>
                    <a:pt x="110" y="458"/>
                  </a:cubicBezTo>
                  <a:cubicBezTo>
                    <a:pt x="119" y="457"/>
                    <a:pt x="128" y="456"/>
                    <a:pt x="137" y="455"/>
                  </a:cubicBezTo>
                  <a:cubicBezTo>
                    <a:pt x="139" y="455"/>
                    <a:pt x="141" y="457"/>
                    <a:pt x="142" y="459"/>
                  </a:cubicBezTo>
                  <a:cubicBezTo>
                    <a:pt x="142" y="461"/>
                    <a:pt x="140" y="463"/>
                    <a:pt x="138" y="463"/>
                  </a:cubicBezTo>
                  <a:cubicBezTo>
                    <a:pt x="129" y="464"/>
                    <a:pt x="120" y="465"/>
                    <a:pt x="111" y="466"/>
                  </a:cubicBezTo>
                  <a:cubicBezTo>
                    <a:pt x="111" y="466"/>
                    <a:pt x="111" y="466"/>
                    <a:pt x="111" y="466"/>
                  </a:cubicBezTo>
                  <a:close/>
                  <a:moveTo>
                    <a:pt x="164" y="460"/>
                  </a:moveTo>
                  <a:cubicBezTo>
                    <a:pt x="162" y="460"/>
                    <a:pt x="161" y="459"/>
                    <a:pt x="160" y="457"/>
                  </a:cubicBezTo>
                  <a:cubicBezTo>
                    <a:pt x="160" y="454"/>
                    <a:pt x="162" y="452"/>
                    <a:pt x="164" y="452"/>
                  </a:cubicBezTo>
                  <a:cubicBezTo>
                    <a:pt x="191" y="449"/>
                    <a:pt x="191" y="449"/>
                    <a:pt x="191" y="449"/>
                  </a:cubicBezTo>
                  <a:cubicBezTo>
                    <a:pt x="193" y="449"/>
                    <a:pt x="195" y="450"/>
                    <a:pt x="195" y="453"/>
                  </a:cubicBezTo>
                  <a:cubicBezTo>
                    <a:pt x="195" y="455"/>
                    <a:pt x="194" y="457"/>
                    <a:pt x="191" y="457"/>
                  </a:cubicBezTo>
                  <a:cubicBezTo>
                    <a:pt x="165" y="460"/>
                    <a:pt x="165" y="460"/>
                    <a:pt x="165" y="460"/>
                  </a:cubicBezTo>
                  <a:cubicBezTo>
                    <a:pt x="165" y="460"/>
                    <a:pt x="164" y="460"/>
                    <a:pt x="164" y="460"/>
                  </a:cubicBezTo>
                  <a:close/>
                  <a:moveTo>
                    <a:pt x="218" y="454"/>
                  </a:moveTo>
                  <a:cubicBezTo>
                    <a:pt x="216" y="454"/>
                    <a:pt x="214" y="453"/>
                    <a:pt x="214" y="451"/>
                  </a:cubicBezTo>
                  <a:cubicBezTo>
                    <a:pt x="214" y="448"/>
                    <a:pt x="215" y="446"/>
                    <a:pt x="217" y="446"/>
                  </a:cubicBezTo>
                  <a:cubicBezTo>
                    <a:pt x="237" y="444"/>
                    <a:pt x="237" y="444"/>
                    <a:pt x="237" y="444"/>
                  </a:cubicBezTo>
                  <a:cubicBezTo>
                    <a:pt x="241" y="441"/>
                    <a:pt x="241" y="441"/>
                    <a:pt x="241" y="441"/>
                  </a:cubicBezTo>
                  <a:cubicBezTo>
                    <a:pt x="243" y="439"/>
                    <a:pt x="245" y="440"/>
                    <a:pt x="246" y="442"/>
                  </a:cubicBezTo>
                  <a:cubicBezTo>
                    <a:pt x="248" y="443"/>
                    <a:pt x="247" y="446"/>
                    <a:pt x="246" y="447"/>
                  </a:cubicBezTo>
                  <a:cubicBezTo>
                    <a:pt x="242" y="450"/>
                    <a:pt x="242" y="450"/>
                    <a:pt x="242" y="450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18" y="454"/>
                    <a:pt x="218" y="454"/>
                    <a:pt x="218" y="454"/>
                  </a:cubicBezTo>
                  <a:cubicBezTo>
                    <a:pt x="218" y="454"/>
                    <a:pt x="218" y="454"/>
                    <a:pt x="218" y="454"/>
                  </a:cubicBezTo>
                  <a:close/>
                  <a:moveTo>
                    <a:pt x="265" y="432"/>
                  </a:moveTo>
                  <a:cubicBezTo>
                    <a:pt x="264" y="432"/>
                    <a:pt x="263" y="431"/>
                    <a:pt x="262" y="430"/>
                  </a:cubicBezTo>
                  <a:cubicBezTo>
                    <a:pt x="260" y="428"/>
                    <a:pt x="261" y="426"/>
                    <a:pt x="263" y="424"/>
                  </a:cubicBezTo>
                  <a:cubicBezTo>
                    <a:pt x="284" y="408"/>
                    <a:pt x="284" y="408"/>
                    <a:pt x="284" y="408"/>
                  </a:cubicBezTo>
                  <a:cubicBezTo>
                    <a:pt x="286" y="406"/>
                    <a:pt x="288" y="407"/>
                    <a:pt x="290" y="409"/>
                  </a:cubicBezTo>
                  <a:cubicBezTo>
                    <a:pt x="291" y="410"/>
                    <a:pt x="291" y="413"/>
                    <a:pt x="289" y="414"/>
                  </a:cubicBezTo>
                  <a:cubicBezTo>
                    <a:pt x="267" y="431"/>
                    <a:pt x="267" y="431"/>
                    <a:pt x="267" y="431"/>
                  </a:cubicBezTo>
                  <a:cubicBezTo>
                    <a:pt x="267" y="431"/>
                    <a:pt x="266" y="432"/>
                    <a:pt x="265" y="432"/>
                  </a:cubicBezTo>
                  <a:close/>
                  <a:moveTo>
                    <a:pt x="308" y="399"/>
                  </a:moveTo>
                  <a:cubicBezTo>
                    <a:pt x="307" y="399"/>
                    <a:pt x="306" y="398"/>
                    <a:pt x="305" y="397"/>
                  </a:cubicBezTo>
                  <a:cubicBezTo>
                    <a:pt x="304" y="395"/>
                    <a:pt x="304" y="393"/>
                    <a:pt x="306" y="391"/>
                  </a:cubicBezTo>
                  <a:cubicBezTo>
                    <a:pt x="327" y="375"/>
                    <a:pt x="327" y="375"/>
                    <a:pt x="327" y="375"/>
                  </a:cubicBezTo>
                  <a:cubicBezTo>
                    <a:pt x="329" y="373"/>
                    <a:pt x="331" y="374"/>
                    <a:pt x="333" y="376"/>
                  </a:cubicBezTo>
                  <a:cubicBezTo>
                    <a:pt x="334" y="377"/>
                    <a:pt x="334" y="380"/>
                    <a:pt x="332" y="381"/>
                  </a:cubicBezTo>
                  <a:cubicBezTo>
                    <a:pt x="310" y="398"/>
                    <a:pt x="310" y="398"/>
                    <a:pt x="310" y="398"/>
                  </a:cubicBezTo>
                  <a:cubicBezTo>
                    <a:pt x="310" y="398"/>
                    <a:pt x="309" y="399"/>
                    <a:pt x="308" y="399"/>
                  </a:cubicBezTo>
                  <a:close/>
                  <a:moveTo>
                    <a:pt x="351" y="366"/>
                  </a:moveTo>
                  <a:cubicBezTo>
                    <a:pt x="350" y="366"/>
                    <a:pt x="349" y="365"/>
                    <a:pt x="348" y="364"/>
                  </a:cubicBezTo>
                  <a:cubicBezTo>
                    <a:pt x="347" y="362"/>
                    <a:pt x="347" y="360"/>
                    <a:pt x="349" y="358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2" y="340"/>
                    <a:pt x="374" y="341"/>
                    <a:pt x="376" y="343"/>
                  </a:cubicBezTo>
                  <a:cubicBezTo>
                    <a:pt x="377" y="344"/>
                    <a:pt x="377" y="347"/>
                    <a:pt x="375" y="348"/>
                  </a:cubicBezTo>
                  <a:cubicBezTo>
                    <a:pt x="353" y="365"/>
                    <a:pt x="353" y="365"/>
                    <a:pt x="353" y="365"/>
                  </a:cubicBezTo>
                  <a:cubicBezTo>
                    <a:pt x="353" y="365"/>
                    <a:pt x="352" y="366"/>
                    <a:pt x="351" y="366"/>
                  </a:cubicBezTo>
                  <a:close/>
                  <a:moveTo>
                    <a:pt x="394" y="332"/>
                  </a:moveTo>
                  <a:cubicBezTo>
                    <a:pt x="393" y="332"/>
                    <a:pt x="392" y="332"/>
                    <a:pt x="391" y="331"/>
                  </a:cubicBezTo>
                  <a:cubicBezTo>
                    <a:pt x="390" y="329"/>
                    <a:pt x="390" y="326"/>
                    <a:pt x="392" y="325"/>
                  </a:cubicBezTo>
                  <a:cubicBezTo>
                    <a:pt x="413" y="309"/>
                    <a:pt x="413" y="309"/>
                    <a:pt x="413" y="309"/>
                  </a:cubicBezTo>
                  <a:cubicBezTo>
                    <a:pt x="415" y="307"/>
                    <a:pt x="418" y="308"/>
                    <a:pt x="419" y="309"/>
                  </a:cubicBezTo>
                  <a:cubicBezTo>
                    <a:pt x="420" y="311"/>
                    <a:pt x="420" y="314"/>
                    <a:pt x="418" y="315"/>
                  </a:cubicBezTo>
                  <a:cubicBezTo>
                    <a:pt x="396" y="332"/>
                    <a:pt x="396" y="332"/>
                    <a:pt x="396" y="332"/>
                  </a:cubicBezTo>
                  <a:cubicBezTo>
                    <a:pt x="396" y="332"/>
                    <a:pt x="395" y="332"/>
                    <a:pt x="394" y="332"/>
                  </a:cubicBezTo>
                  <a:close/>
                  <a:moveTo>
                    <a:pt x="437" y="299"/>
                  </a:moveTo>
                  <a:cubicBezTo>
                    <a:pt x="436" y="299"/>
                    <a:pt x="435" y="299"/>
                    <a:pt x="434" y="298"/>
                  </a:cubicBezTo>
                  <a:cubicBezTo>
                    <a:pt x="433" y="296"/>
                    <a:pt x="433" y="293"/>
                    <a:pt x="435" y="292"/>
                  </a:cubicBezTo>
                  <a:cubicBezTo>
                    <a:pt x="456" y="276"/>
                    <a:pt x="456" y="276"/>
                    <a:pt x="456" y="276"/>
                  </a:cubicBezTo>
                  <a:cubicBezTo>
                    <a:pt x="458" y="274"/>
                    <a:pt x="461" y="275"/>
                    <a:pt x="462" y="276"/>
                  </a:cubicBezTo>
                  <a:cubicBezTo>
                    <a:pt x="463" y="278"/>
                    <a:pt x="463" y="281"/>
                    <a:pt x="461" y="282"/>
                  </a:cubicBezTo>
                  <a:cubicBezTo>
                    <a:pt x="440" y="299"/>
                    <a:pt x="440" y="299"/>
                    <a:pt x="440" y="299"/>
                  </a:cubicBezTo>
                  <a:cubicBezTo>
                    <a:pt x="439" y="299"/>
                    <a:pt x="438" y="299"/>
                    <a:pt x="437" y="299"/>
                  </a:cubicBezTo>
                  <a:close/>
                  <a:moveTo>
                    <a:pt x="480" y="266"/>
                  </a:moveTo>
                  <a:cubicBezTo>
                    <a:pt x="479" y="266"/>
                    <a:pt x="478" y="266"/>
                    <a:pt x="477" y="265"/>
                  </a:cubicBezTo>
                  <a:cubicBezTo>
                    <a:pt x="476" y="263"/>
                    <a:pt x="476" y="260"/>
                    <a:pt x="478" y="259"/>
                  </a:cubicBezTo>
                  <a:cubicBezTo>
                    <a:pt x="499" y="243"/>
                    <a:pt x="499" y="243"/>
                    <a:pt x="499" y="243"/>
                  </a:cubicBezTo>
                  <a:cubicBezTo>
                    <a:pt x="501" y="241"/>
                    <a:pt x="504" y="242"/>
                    <a:pt x="505" y="243"/>
                  </a:cubicBezTo>
                  <a:cubicBezTo>
                    <a:pt x="506" y="245"/>
                    <a:pt x="506" y="248"/>
                    <a:pt x="504" y="249"/>
                  </a:cubicBezTo>
                  <a:cubicBezTo>
                    <a:pt x="483" y="266"/>
                    <a:pt x="483" y="266"/>
                    <a:pt x="483" y="266"/>
                  </a:cubicBezTo>
                  <a:cubicBezTo>
                    <a:pt x="482" y="266"/>
                    <a:pt x="481" y="266"/>
                    <a:pt x="480" y="266"/>
                  </a:cubicBezTo>
                  <a:close/>
                  <a:moveTo>
                    <a:pt x="523" y="233"/>
                  </a:moveTo>
                  <a:cubicBezTo>
                    <a:pt x="522" y="233"/>
                    <a:pt x="521" y="233"/>
                    <a:pt x="520" y="232"/>
                  </a:cubicBezTo>
                  <a:cubicBezTo>
                    <a:pt x="519" y="230"/>
                    <a:pt x="519" y="227"/>
                    <a:pt x="521" y="226"/>
                  </a:cubicBezTo>
                  <a:cubicBezTo>
                    <a:pt x="523" y="224"/>
                    <a:pt x="523" y="224"/>
                    <a:pt x="523" y="224"/>
                  </a:cubicBezTo>
                  <a:cubicBezTo>
                    <a:pt x="533" y="204"/>
                    <a:pt x="533" y="204"/>
                    <a:pt x="533" y="204"/>
                  </a:cubicBezTo>
                  <a:cubicBezTo>
                    <a:pt x="533" y="202"/>
                    <a:pt x="536" y="201"/>
                    <a:pt x="538" y="202"/>
                  </a:cubicBezTo>
                  <a:cubicBezTo>
                    <a:pt x="540" y="203"/>
                    <a:pt x="541" y="205"/>
                    <a:pt x="540" y="207"/>
                  </a:cubicBezTo>
                  <a:cubicBezTo>
                    <a:pt x="530" y="230"/>
                    <a:pt x="530" y="230"/>
                    <a:pt x="530" y="230"/>
                  </a:cubicBezTo>
                  <a:cubicBezTo>
                    <a:pt x="526" y="233"/>
                    <a:pt x="526" y="233"/>
                    <a:pt x="526" y="233"/>
                  </a:cubicBezTo>
                  <a:cubicBezTo>
                    <a:pt x="525" y="233"/>
                    <a:pt x="524" y="233"/>
                    <a:pt x="523" y="233"/>
                  </a:cubicBezTo>
                  <a:close/>
                  <a:moveTo>
                    <a:pt x="547" y="184"/>
                  </a:moveTo>
                  <a:cubicBezTo>
                    <a:pt x="547" y="184"/>
                    <a:pt x="546" y="184"/>
                    <a:pt x="546" y="184"/>
                  </a:cubicBezTo>
                  <a:cubicBezTo>
                    <a:pt x="544" y="183"/>
                    <a:pt x="543" y="181"/>
                    <a:pt x="544" y="179"/>
                  </a:cubicBezTo>
                  <a:cubicBezTo>
                    <a:pt x="555" y="153"/>
                    <a:pt x="555" y="153"/>
                    <a:pt x="555" y="153"/>
                  </a:cubicBezTo>
                  <a:cubicBezTo>
                    <a:pt x="556" y="151"/>
                    <a:pt x="558" y="150"/>
                    <a:pt x="560" y="151"/>
                  </a:cubicBezTo>
                  <a:cubicBezTo>
                    <a:pt x="562" y="152"/>
                    <a:pt x="563" y="155"/>
                    <a:pt x="562" y="157"/>
                  </a:cubicBezTo>
                  <a:cubicBezTo>
                    <a:pt x="551" y="182"/>
                    <a:pt x="551" y="182"/>
                    <a:pt x="551" y="182"/>
                  </a:cubicBezTo>
                  <a:cubicBezTo>
                    <a:pt x="550" y="183"/>
                    <a:pt x="549" y="184"/>
                    <a:pt x="547" y="184"/>
                  </a:cubicBezTo>
                  <a:close/>
                  <a:moveTo>
                    <a:pt x="570" y="134"/>
                  </a:moveTo>
                  <a:cubicBezTo>
                    <a:pt x="569" y="134"/>
                    <a:pt x="569" y="134"/>
                    <a:pt x="568" y="134"/>
                  </a:cubicBezTo>
                  <a:cubicBezTo>
                    <a:pt x="566" y="133"/>
                    <a:pt x="566" y="130"/>
                    <a:pt x="566" y="128"/>
                  </a:cubicBezTo>
                  <a:cubicBezTo>
                    <a:pt x="578" y="103"/>
                    <a:pt x="578" y="103"/>
                    <a:pt x="578" y="103"/>
                  </a:cubicBezTo>
                  <a:cubicBezTo>
                    <a:pt x="579" y="101"/>
                    <a:pt x="581" y="100"/>
                    <a:pt x="583" y="101"/>
                  </a:cubicBezTo>
                  <a:cubicBezTo>
                    <a:pt x="585" y="102"/>
                    <a:pt x="586" y="104"/>
                    <a:pt x="585" y="107"/>
                  </a:cubicBezTo>
                  <a:cubicBezTo>
                    <a:pt x="574" y="132"/>
                    <a:pt x="574" y="132"/>
                    <a:pt x="574" y="132"/>
                  </a:cubicBezTo>
                  <a:cubicBezTo>
                    <a:pt x="573" y="133"/>
                    <a:pt x="571" y="134"/>
                    <a:pt x="570" y="134"/>
                  </a:cubicBezTo>
                  <a:close/>
                  <a:moveTo>
                    <a:pt x="593" y="84"/>
                  </a:moveTo>
                  <a:cubicBezTo>
                    <a:pt x="592" y="84"/>
                    <a:pt x="592" y="84"/>
                    <a:pt x="591" y="83"/>
                  </a:cubicBezTo>
                  <a:cubicBezTo>
                    <a:pt x="589" y="82"/>
                    <a:pt x="588" y="80"/>
                    <a:pt x="589" y="78"/>
                  </a:cubicBezTo>
                  <a:cubicBezTo>
                    <a:pt x="600" y="53"/>
                    <a:pt x="600" y="53"/>
                    <a:pt x="600" y="53"/>
                  </a:cubicBezTo>
                  <a:cubicBezTo>
                    <a:pt x="601" y="51"/>
                    <a:pt x="604" y="50"/>
                    <a:pt x="606" y="51"/>
                  </a:cubicBezTo>
                  <a:cubicBezTo>
                    <a:pt x="608" y="52"/>
                    <a:pt x="608" y="54"/>
                    <a:pt x="607" y="56"/>
                  </a:cubicBezTo>
                  <a:cubicBezTo>
                    <a:pt x="596" y="81"/>
                    <a:pt x="596" y="81"/>
                    <a:pt x="596" y="81"/>
                  </a:cubicBezTo>
                  <a:cubicBezTo>
                    <a:pt x="596" y="83"/>
                    <a:pt x="594" y="84"/>
                    <a:pt x="593" y="84"/>
                  </a:cubicBezTo>
                  <a:close/>
                  <a:moveTo>
                    <a:pt x="615" y="33"/>
                  </a:moveTo>
                  <a:cubicBezTo>
                    <a:pt x="615" y="33"/>
                    <a:pt x="614" y="33"/>
                    <a:pt x="614" y="33"/>
                  </a:cubicBezTo>
                  <a:cubicBezTo>
                    <a:pt x="612" y="32"/>
                    <a:pt x="611" y="30"/>
                    <a:pt x="612" y="28"/>
                  </a:cubicBezTo>
                  <a:cubicBezTo>
                    <a:pt x="623" y="3"/>
                    <a:pt x="623" y="3"/>
                    <a:pt x="623" y="3"/>
                  </a:cubicBezTo>
                  <a:cubicBezTo>
                    <a:pt x="624" y="1"/>
                    <a:pt x="626" y="0"/>
                    <a:pt x="628" y="1"/>
                  </a:cubicBezTo>
                  <a:cubicBezTo>
                    <a:pt x="630" y="2"/>
                    <a:pt x="631" y="4"/>
                    <a:pt x="630" y="6"/>
                  </a:cubicBezTo>
                  <a:cubicBezTo>
                    <a:pt x="619" y="31"/>
                    <a:pt x="619" y="31"/>
                    <a:pt x="619" y="31"/>
                  </a:cubicBezTo>
                  <a:cubicBezTo>
                    <a:pt x="618" y="33"/>
                    <a:pt x="617" y="33"/>
                    <a:pt x="615" y="33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任意多边形: 形状 15" descr="8b5c1dcd-1e70-44fb-a2d4-f9f81fe6aaa0"/>
            <p:cNvSpPr/>
            <p:nvPr/>
          </p:nvSpPr>
          <p:spPr bwMode="auto">
            <a:xfrm flipH="1">
              <a:off x="6951279" y="3985469"/>
              <a:ext cx="22921" cy="33108"/>
            </a:xfrm>
            <a:custGeom>
              <a:avLst/>
              <a:gdLst>
                <a:gd name="T0" fmla="*/ 5 w 15"/>
                <a:gd name="T1" fmla="*/ 22 h 22"/>
                <a:gd name="T2" fmla="*/ 3 w 15"/>
                <a:gd name="T3" fmla="*/ 21 h 22"/>
                <a:gd name="T4" fmla="*/ 1 w 15"/>
                <a:gd name="T5" fmla="*/ 16 h 22"/>
                <a:gd name="T6" fmla="*/ 7 w 15"/>
                <a:gd name="T7" fmla="*/ 3 h 22"/>
                <a:gd name="T8" fmla="*/ 12 w 15"/>
                <a:gd name="T9" fmla="*/ 1 h 22"/>
                <a:gd name="T10" fmla="*/ 14 w 15"/>
                <a:gd name="T11" fmla="*/ 7 h 22"/>
                <a:gd name="T12" fmla="*/ 8 w 15"/>
                <a:gd name="T13" fmla="*/ 19 h 22"/>
                <a:gd name="T14" fmla="*/ 5 w 15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2">
                  <a:moveTo>
                    <a:pt x="5" y="22"/>
                  </a:moveTo>
                  <a:cubicBezTo>
                    <a:pt x="4" y="22"/>
                    <a:pt x="4" y="21"/>
                    <a:pt x="3" y="21"/>
                  </a:cubicBezTo>
                  <a:cubicBezTo>
                    <a:pt x="1" y="20"/>
                    <a:pt x="0" y="18"/>
                    <a:pt x="1" y="16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1"/>
                    <a:pt x="10" y="0"/>
                    <a:pt x="12" y="1"/>
                  </a:cubicBezTo>
                  <a:cubicBezTo>
                    <a:pt x="14" y="2"/>
                    <a:pt x="15" y="5"/>
                    <a:pt x="14" y="7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21"/>
                    <a:pt x="6" y="22"/>
                    <a:pt x="5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任意多边形: 形状 16" descr="1870c1c3-fa46-4f28-9dfa-5c02f4a8af44"/>
            <p:cNvSpPr/>
            <p:nvPr/>
          </p:nvSpPr>
          <p:spPr bwMode="auto">
            <a:xfrm flipH="1">
              <a:off x="6809933" y="5285593"/>
              <a:ext cx="26741" cy="29288"/>
            </a:xfrm>
            <a:custGeom>
              <a:avLst/>
              <a:gdLst>
                <a:gd name="T0" fmla="*/ 12 w 17"/>
                <a:gd name="T1" fmla="*/ 19 h 19"/>
                <a:gd name="T2" fmla="*/ 9 w 17"/>
                <a:gd name="T3" fmla="*/ 18 h 19"/>
                <a:gd name="T4" fmla="*/ 1 w 17"/>
                <a:gd name="T5" fmla="*/ 7 h 19"/>
                <a:gd name="T6" fmla="*/ 2 w 17"/>
                <a:gd name="T7" fmla="*/ 1 h 19"/>
                <a:gd name="T8" fmla="*/ 8 w 17"/>
                <a:gd name="T9" fmla="*/ 2 h 19"/>
                <a:gd name="T10" fmla="*/ 15 w 17"/>
                <a:gd name="T11" fmla="*/ 13 h 19"/>
                <a:gd name="T12" fmla="*/ 15 w 17"/>
                <a:gd name="T13" fmla="*/ 19 h 19"/>
                <a:gd name="T14" fmla="*/ 12 w 17"/>
                <a:gd name="T1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9">
                  <a:moveTo>
                    <a:pt x="12" y="19"/>
                  </a:moveTo>
                  <a:cubicBezTo>
                    <a:pt x="11" y="19"/>
                    <a:pt x="10" y="19"/>
                    <a:pt x="9" y="1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2"/>
                    <a:pt x="2" y="1"/>
                  </a:cubicBezTo>
                  <a:cubicBezTo>
                    <a:pt x="4" y="0"/>
                    <a:pt x="6" y="0"/>
                    <a:pt x="8" y="2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6" y="17"/>
                    <a:pt x="15" y="19"/>
                  </a:cubicBezTo>
                  <a:cubicBezTo>
                    <a:pt x="14" y="19"/>
                    <a:pt x="13" y="19"/>
                    <a:pt x="12" y="19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任意多边形: 形状 17" descr="20123794-ede3-4a06-863a-9fd36abf463c"/>
            <p:cNvSpPr>
              <a:spLocks noEditPoints="1"/>
            </p:cNvSpPr>
            <p:nvPr/>
          </p:nvSpPr>
          <p:spPr bwMode="auto">
            <a:xfrm flipH="1">
              <a:off x="6846861" y="4749499"/>
              <a:ext cx="683807" cy="514447"/>
            </a:xfrm>
            <a:custGeom>
              <a:avLst/>
              <a:gdLst>
                <a:gd name="T0" fmla="*/ 441 w 448"/>
                <a:gd name="T1" fmla="*/ 337 h 338"/>
                <a:gd name="T2" fmla="*/ 426 w 448"/>
                <a:gd name="T3" fmla="*/ 309 h 338"/>
                <a:gd name="T4" fmla="*/ 447 w 448"/>
                <a:gd name="T5" fmla="*/ 332 h 338"/>
                <a:gd name="T6" fmla="*/ 444 w 448"/>
                <a:gd name="T7" fmla="*/ 338 h 338"/>
                <a:gd name="T8" fmla="*/ 410 w 448"/>
                <a:gd name="T9" fmla="*/ 293 h 338"/>
                <a:gd name="T10" fmla="*/ 395 w 448"/>
                <a:gd name="T11" fmla="*/ 265 h 338"/>
                <a:gd name="T12" fmla="*/ 416 w 448"/>
                <a:gd name="T13" fmla="*/ 288 h 338"/>
                <a:gd name="T14" fmla="*/ 413 w 448"/>
                <a:gd name="T15" fmla="*/ 294 h 338"/>
                <a:gd name="T16" fmla="*/ 379 w 448"/>
                <a:gd name="T17" fmla="*/ 249 h 338"/>
                <a:gd name="T18" fmla="*/ 364 w 448"/>
                <a:gd name="T19" fmla="*/ 221 h 338"/>
                <a:gd name="T20" fmla="*/ 385 w 448"/>
                <a:gd name="T21" fmla="*/ 244 h 338"/>
                <a:gd name="T22" fmla="*/ 382 w 448"/>
                <a:gd name="T23" fmla="*/ 251 h 338"/>
                <a:gd name="T24" fmla="*/ 343 w 448"/>
                <a:gd name="T25" fmla="*/ 214 h 338"/>
                <a:gd name="T26" fmla="*/ 319 w 448"/>
                <a:gd name="T27" fmla="*/ 194 h 338"/>
                <a:gd name="T28" fmla="*/ 347 w 448"/>
                <a:gd name="T29" fmla="*/ 207 h 338"/>
                <a:gd name="T30" fmla="*/ 345 w 448"/>
                <a:gd name="T31" fmla="*/ 214 h 338"/>
                <a:gd name="T32" fmla="*/ 297 w 448"/>
                <a:gd name="T33" fmla="*/ 186 h 338"/>
                <a:gd name="T34" fmla="*/ 273 w 448"/>
                <a:gd name="T35" fmla="*/ 167 h 338"/>
                <a:gd name="T36" fmla="*/ 301 w 448"/>
                <a:gd name="T37" fmla="*/ 179 h 338"/>
                <a:gd name="T38" fmla="*/ 299 w 448"/>
                <a:gd name="T39" fmla="*/ 187 h 338"/>
                <a:gd name="T40" fmla="*/ 252 w 448"/>
                <a:gd name="T41" fmla="*/ 159 h 338"/>
                <a:gd name="T42" fmla="*/ 228 w 448"/>
                <a:gd name="T43" fmla="*/ 139 h 338"/>
                <a:gd name="T44" fmla="*/ 256 w 448"/>
                <a:gd name="T45" fmla="*/ 152 h 338"/>
                <a:gd name="T46" fmla="*/ 254 w 448"/>
                <a:gd name="T47" fmla="*/ 159 h 338"/>
                <a:gd name="T48" fmla="*/ 207 w 448"/>
                <a:gd name="T49" fmla="*/ 131 h 338"/>
                <a:gd name="T50" fmla="*/ 183 w 448"/>
                <a:gd name="T51" fmla="*/ 112 h 338"/>
                <a:gd name="T52" fmla="*/ 211 w 448"/>
                <a:gd name="T53" fmla="*/ 124 h 338"/>
                <a:gd name="T54" fmla="*/ 209 w 448"/>
                <a:gd name="T55" fmla="*/ 132 h 338"/>
                <a:gd name="T56" fmla="*/ 161 w 448"/>
                <a:gd name="T57" fmla="*/ 104 h 338"/>
                <a:gd name="T58" fmla="*/ 137 w 448"/>
                <a:gd name="T59" fmla="*/ 85 h 338"/>
                <a:gd name="T60" fmla="*/ 165 w 448"/>
                <a:gd name="T61" fmla="*/ 97 h 338"/>
                <a:gd name="T62" fmla="*/ 163 w 448"/>
                <a:gd name="T63" fmla="*/ 104 h 338"/>
                <a:gd name="T64" fmla="*/ 116 w 448"/>
                <a:gd name="T65" fmla="*/ 77 h 338"/>
                <a:gd name="T66" fmla="*/ 92 w 448"/>
                <a:gd name="T67" fmla="*/ 57 h 338"/>
                <a:gd name="T68" fmla="*/ 120 w 448"/>
                <a:gd name="T69" fmla="*/ 70 h 338"/>
                <a:gd name="T70" fmla="*/ 118 w 448"/>
                <a:gd name="T71" fmla="*/ 77 h 338"/>
                <a:gd name="T72" fmla="*/ 71 w 448"/>
                <a:gd name="T73" fmla="*/ 49 h 338"/>
                <a:gd name="T74" fmla="*/ 47 w 448"/>
                <a:gd name="T75" fmla="*/ 30 h 338"/>
                <a:gd name="T76" fmla="*/ 75 w 448"/>
                <a:gd name="T77" fmla="*/ 42 h 338"/>
                <a:gd name="T78" fmla="*/ 73 w 448"/>
                <a:gd name="T79" fmla="*/ 50 h 338"/>
                <a:gd name="T80" fmla="*/ 25 w 448"/>
                <a:gd name="T81" fmla="*/ 22 h 338"/>
                <a:gd name="T82" fmla="*/ 1 w 448"/>
                <a:gd name="T83" fmla="*/ 2 h 338"/>
                <a:gd name="T84" fmla="*/ 29 w 448"/>
                <a:gd name="T85" fmla="*/ 15 h 338"/>
                <a:gd name="T86" fmla="*/ 27 w 448"/>
                <a:gd name="T87" fmla="*/ 22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8" h="338">
                  <a:moveTo>
                    <a:pt x="444" y="338"/>
                  </a:moveTo>
                  <a:cubicBezTo>
                    <a:pt x="443" y="338"/>
                    <a:pt x="442" y="338"/>
                    <a:pt x="441" y="337"/>
                  </a:cubicBezTo>
                  <a:cubicBezTo>
                    <a:pt x="425" y="315"/>
                    <a:pt x="425" y="315"/>
                    <a:pt x="425" y="315"/>
                  </a:cubicBezTo>
                  <a:cubicBezTo>
                    <a:pt x="424" y="313"/>
                    <a:pt x="424" y="310"/>
                    <a:pt x="426" y="309"/>
                  </a:cubicBezTo>
                  <a:cubicBezTo>
                    <a:pt x="428" y="308"/>
                    <a:pt x="430" y="308"/>
                    <a:pt x="432" y="310"/>
                  </a:cubicBezTo>
                  <a:cubicBezTo>
                    <a:pt x="447" y="332"/>
                    <a:pt x="447" y="332"/>
                    <a:pt x="447" y="332"/>
                  </a:cubicBezTo>
                  <a:cubicBezTo>
                    <a:pt x="448" y="334"/>
                    <a:pt x="448" y="336"/>
                    <a:pt x="446" y="338"/>
                  </a:cubicBezTo>
                  <a:cubicBezTo>
                    <a:pt x="446" y="338"/>
                    <a:pt x="445" y="338"/>
                    <a:pt x="444" y="338"/>
                  </a:cubicBezTo>
                  <a:close/>
                  <a:moveTo>
                    <a:pt x="413" y="294"/>
                  </a:moveTo>
                  <a:cubicBezTo>
                    <a:pt x="412" y="294"/>
                    <a:pt x="411" y="294"/>
                    <a:pt x="410" y="293"/>
                  </a:cubicBezTo>
                  <a:cubicBezTo>
                    <a:pt x="394" y="271"/>
                    <a:pt x="394" y="271"/>
                    <a:pt x="394" y="271"/>
                  </a:cubicBezTo>
                  <a:cubicBezTo>
                    <a:pt x="393" y="269"/>
                    <a:pt x="393" y="267"/>
                    <a:pt x="395" y="265"/>
                  </a:cubicBezTo>
                  <a:cubicBezTo>
                    <a:pt x="397" y="264"/>
                    <a:pt x="399" y="264"/>
                    <a:pt x="401" y="266"/>
                  </a:cubicBezTo>
                  <a:cubicBezTo>
                    <a:pt x="416" y="288"/>
                    <a:pt x="416" y="288"/>
                    <a:pt x="416" y="288"/>
                  </a:cubicBezTo>
                  <a:cubicBezTo>
                    <a:pt x="417" y="290"/>
                    <a:pt x="417" y="292"/>
                    <a:pt x="415" y="294"/>
                  </a:cubicBezTo>
                  <a:cubicBezTo>
                    <a:pt x="415" y="294"/>
                    <a:pt x="414" y="294"/>
                    <a:pt x="413" y="294"/>
                  </a:cubicBezTo>
                  <a:close/>
                  <a:moveTo>
                    <a:pt x="382" y="251"/>
                  </a:moveTo>
                  <a:cubicBezTo>
                    <a:pt x="381" y="251"/>
                    <a:pt x="380" y="250"/>
                    <a:pt x="379" y="249"/>
                  </a:cubicBezTo>
                  <a:cubicBezTo>
                    <a:pt x="363" y="227"/>
                    <a:pt x="363" y="227"/>
                    <a:pt x="363" y="227"/>
                  </a:cubicBezTo>
                  <a:cubicBezTo>
                    <a:pt x="362" y="225"/>
                    <a:pt x="362" y="223"/>
                    <a:pt x="364" y="221"/>
                  </a:cubicBezTo>
                  <a:cubicBezTo>
                    <a:pt x="366" y="220"/>
                    <a:pt x="368" y="220"/>
                    <a:pt x="370" y="222"/>
                  </a:cubicBezTo>
                  <a:cubicBezTo>
                    <a:pt x="385" y="244"/>
                    <a:pt x="385" y="244"/>
                    <a:pt x="385" y="244"/>
                  </a:cubicBezTo>
                  <a:cubicBezTo>
                    <a:pt x="386" y="246"/>
                    <a:pt x="386" y="249"/>
                    <a:pt x="384" y="250"/>
                  </a:cubicBezTo>
                  <a:cubicBezTo>
                    <a:pt x="384" y="250"/>
                    <a:pt x="383" y="251"/>
                    <a:pt x="382" y="251"/>
                  </a:cubicBezTo>
                  <a:close/>
                  <a:moveTo>
                    <a:pt x="345" y="214"/>
                  </a:moveTo>
                  <a:cubicBezTo>
                    <a:pt x="344" y="214"/>
                    <a:pt x="343" y="214"/>
                    <a:pt x="343" y="214"/>
                  </a:cubicBezTo>
                  <a:cubicBezTo>
                    <a:pt x="320" y="200"/>
                    <a:pt x="320" y="200"/>
                    <a:pt x="320" y="200"/>
                  </a:cubicBezTo>
                  <a:cubicBezTo>
                    <a:pt x="318" y="199"/>
                    <a:pt x="318" y="196"/>
                    <a:pt x="319" y="194"/>
                  </a:cubicBezTo>
                  <a:cubicBezTo>
                    <a:pt x="320" y="192"/>
                    <a:pt x="322" y="192"/>
                    <a:pt x="324" y="193"/>
                  </a:cubicBezTo>
                  <a:cubicBezTo>
                    <a:pt x="347" y="207"/>
                    <a:pt x="347" y="207"/>
                    <a:pt x="347" y="207"/>
                  </a:cubicBezTo>
                  <a:cubicBezTo>
                    <a:pt x="349" y="208"/>
                    <a:pt x="349" y="210"/>
                    <a:pt x="348" y="212"/>
                  </a:cubicBezTo>
                  <a:cubicBezTo>
                    <a:pt x="347" y="213"/>
                    <a:pt x="346" y="214"/>
                    <a:pt x="345" y="214"/>
                  </a:cubicBezTo>
                  <a:close/>
                  <a:moveTo>
                    <a:pt x="299" y="187"/>
                  </a:moveTo>
                  <a:cubicBezTo>
                    <a:pt x="299" y="187"/>
                    <a:pt x="298" y="187"/>
                    <a:pt x="297" y="186"/>
                  </a:cubicBezTo>
                  <a:cubicBezTo>
                    <a:pt x="275" y="172"/>
                    <a:pt x="275" y="172"/>
                    <a:pt x="275" y="172"/>
                  </a:cubicBezTo>
                  <a:cubicBezTo>
                    <a:pt x="273" y="171"/>
                    <a:pt x="272" y="169"/>
                    <a:pt x="273" y="167"/>
                  </a:cubicBezTo>
                  <a:cubicBezTo>
                    <a:pt x="274" y="165"/>
                    <a:pt x="277" y="164"/>
                    <a:pt x="279" y="165"/>
                  </a:cubicBezTo>
                  <a:cubicBezTo>
                    <a:pt x="301" y="179"/>
                    <a:pt x="301" y="179"/>
                    <a:pt x="301" y="179"/>
                  </a:cubicBezTo>
                  <a:cubicBezTo>
                    <a:pt x="303" y="180"/>
                    <a:pt x="304" y="183"/>
                    <a:pt x="303" y="185"/>
                  </a:cubicBezTo>
                  <a:cubicBezTo>
                    <a:pt x="302" y="186"/>
                    <a:pt x="301" y="187"/>
                    <a:pt x="299" y="187"/>
                  </a:cubicBezTo>
                  <a:close/>
                  <a:moveTo>
                    <a:pt x="254" y="159"/>
                  </a:moveTo>
                  <a:cubicBezTo>
                    <a:pt x="253" y="159"/>
                    <a:pt x="253" y="159"/>
                    <a:pt x="252" y="159"/>
                  </a:cubicBezTo>
                  <a:cubicBezTo>
                    <a:pt x="229" y="145"/>
                    <a:pt x="229" y="145"/>
                    <a:pt x="229" y="145"/>
                  </a:cubicBezTo>
                  <a:cubicBezTo>
                    <a:pt x="227" y="144"/>
                    <a:pt x="227" y="141"/>
                    <a:pt x="228" y="139"/>
                  </a:cubicBezTo>
                  <a:cubicBezTo>
                    <a:pt x="229" y="138"/>
                    <a:pt x="231" y="137"/>
                    <a:pt x="233" y="138"/>
                  </a:cubicBezTo>
                  <a:cubicBezTo>
                    <a:pt x="256" y="152"/>
                    <a:pt x="256" y="152"/>
                    <a:pt x="256" y="152"/>
                  </a:cubicBezTo>
                  <a:cubicBezTo>
                    <a:pt x="258" y="153"/>
                    <a:pt x="258" y="155"/>
                    <a:pt x="257" y="157"/>
                  </a:cubicBezTo>
                  <a:cubicBezTo>
                    <a:pt x="257" y="159"/>
                    <a:pt x="255" y="159"/>
                    <a:pt x="254" y="159"/>
                  </a:cubicBezTo>
                  <a:close/>
                  <a:moveTo>
                    <a:pt x="209" y="132"/>
                  </a:moveTo>
                  <a:cubicBezTo>
                    <a:pt x="208" y="132"/>
                    <a:pt x="207" y="132"/>
                    <a:pt x="207" y="131"/>
                  </a:cubicBezTo>
                  <a:cubicBezTo>
                    <a:pt x="184" y="118"/>
                    <a:pt x="184" y="118"/>
                    <a:pt x="184" y="118"/>
                  </a:cubicBezTo>
                  <a:cubicBezTo>
                    <a:pt x="182" y="116"/>
                    <a:pt x="181" y="114"/>
                    <a:pt x="183" y="112"/>
                  </a:cubicBezTo>
                  <a:cubicBezTo>
                    <a:pt x="184" y="110"/>
                    <a:pt x="186" y="109"/>
                    <a:pt x="188" y="111"/>
                  </a:cubicBezTo>
                  <a:cubicBezTo>
                    <a:pt x="211" y="124"/>
                    <a:pt x="211" y="124"/>
                    <a:pt x="211" y="124"/>
                  </a:cubicBezTo>
                  <a:cubicBezTo>
                    <a:pt x="212" y="125"/>
                    <a:pt x="213" y="128"/>
                    <a:pt x="212" y="130"/>
                  </a:cubicBezTo>
                  <a:cubicBezTo>
                    <a:pt x="211" y="131"/>
                    <a:pt x="210" y="132"/>
                    <a:pt x="209" y="132"/>
                  </a:cubicBezTo>
                  <a:close/>
                  <a:moveTo>
                    <a:pt x="163" y="104"/>
                  </a:moveTo>
                  <a:cubicBezTo>
                    <a:pt x="163" y="104"/>
                    <a:pt x="162" y="104"/>
                    <a:pt x="161" y="104"/>
                  </a:cubicBezTo>
                  <a:cubicBezTo>
                    <a:pt x="139" y="90"/>
                    <a:pt x="139" y="90"/>
                    <a:pt x="139" y="90"/>
                  </a:cubicBezTo>
                  <a:cubicBezTo>
                    <a:pt x="137" y="89"/>
                    <a:pt x="136" y="87"/>
                    <a:pt x="137" y="85"/>
                  </a:cubicBezTo>
                  <a:cubicBezTo>
                    <a:pt x="138" y="83"/>
                    <a:pt x="141" y="82"/>
                    <a:pt x="143" y="83"/>
                  </a:cubicBezTo>
                  <a:cubicBezTo>
                    <a:pt x="165" y="97"/>
                    <a:pt x="165" y="97"/>
                    <a:pt x="165" y="97"/>
                  </a:cubicBezTo>
                  <a:cubicBezTo>
                    <a:pt x="167" y="98"/>
                    <a:pt x="168" y="101"/>
                    <a:pt x="167" y="102"/>
                  </a:cubicBezTo>
                  <a:cubicBezTo>
                    <a:pt x="166" y="104"/>
                    <a:pt x="165" y="104"/>
                    <a:pt x="163" y="104"/>
                  </a:cubicBezTo>
                  <a:close/>
                  <a:moveTo>
                    <a:pt x="118" y="77"/>
                  </a:moveTo>
                  <a:cubicBezTo>
                    <a:pt x="117" y="77"/>
                    <a:pt x="117" y="77"/>
                    <a:pt x="116" y="77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1" y="62"/>
                    <a:pt x="91" y="59"/>
                    <a:pt x="92" y="57"/>
                  </a:cubicBezTo>
                  <a:cubicBezTo>
                    <a:pt x="93" y="55"/>
                    <a:pt x="95" y="55"/>
                    <a:pt x="97" y="56"/>
                  </a:cubicBezTo>
                  <a:cubicBezTo>
                    <a:pt x="120" y="70"/>
                    <a:pt x="120" y="70"/>
                    <a:pt x="120" y="70"/>
                  </a:cubicBezTo>
                  <a:cubicBezTo>
                    <a:pt x="122" y="71"/>
                    <a:pt x="122" y="73"/>
                    <a:pt x="121" y="75"/>
                  </a:cubicBezTo>
                  <a:cubicBezTo>
                    <a:pt x="121" y="76"/>
                    <a:pt x="119" y="77"/>
                    <a:pt x="118" y="77"/>
                  </a:cubicBezTo>
                  <a:close/>
                  <a:moveTo>
                    <a:pt x="73" y="50"/>
                  </a:moveTo>
                  <a:cubicBezTo>
                    <a:pt x="72" y="50"/>
                    <a:pt x="71" y="49"/>
                    <a:pt x="71" y="49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6" y="34"/>
                    <a:pt x="45" y="32"/>
                    <a:pt x="47" y="30"/>
                  </a:cubicBezTo>
                  <a:cubicBezTo>
                    <a:pt x="48" y="28"/>
                    <a:pt x="50" y="27"/>
                    <a:pt x="52" y="28"/>
                  </a:cubicBezTo>
                  <a:cubicBezTo>
                    <a:pt x="75" y="42"/>
                    <a:pt x="75" y="42"/>
                    <a:pt x="75" y="42"/>
                  </a:cubicBezTo>
                  <a:cubicBezTo>
                    <a:pt x="76" y="43"/>
                    <a:pt x="77" y="46"/>
                    <a:pt x="76" y="48"/>
                  </a:cubicBezTo>
                  <a:cubicBezTo>
                    <a:pt x="75" y="49"/>
                    <a:pt x="74" y="50"/>
                    <a:pt x="73" y="50"/>
                  </a:cubicBezTo>
                  <a:close/>
                  <a:moveTo>
                    <a:pt x="27" y="22"/>
                  </a:moveTo>
                  <a:cubicBezTo>
                    <a:pt x="27" y="22"/>
                    <a:pt x="26" y="22"/>
                    <a:pt x="25" y="22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4"/>
                    <a:pt x="1" y="2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31" y="16"/>
                    <a:pt x="32" y="18"/>
                    <a:pt x="31" y="20"/>
                  </a:cubicBezTo>
                  <a:cubicBezTo>
                    <a:pt x="30" y="22"/>
                    <a:pt x="29" y="22"/>
                    <a:pt x="27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任意多边形: 形状 18" descr="90a75139-5543-4294-bccc-93111103e0df"/>
            <p:cNvSpPr/>
            <p:nvPr/>
          </p:nvSpPr>
          <p:spPr bwMode="auto">
            <a:xfrm flipH="1">
              <a:off x="7551042" y="4717664"/>
              <a:ext cx="30561" cy="24195"/>
            </a:xfrm>
            <a:custGeom>
              <a:avLst/>
              <a:gdLst>
                <a:gd name="T0" fmla="*/ 16 w 20"/>
                <a:gd name="T1" fmla="*/ 16 h 16"/>
                <a:gd name="T2" fmla="*/ 14 w 20"/>
                <a:gd name="T3" fmla="*/ 15 h 16"/>
                <a:gd name="T4" fmla="*/ 2 w 20"/>
                <a:gd name="T5" fmla="*/ 8 h 16"/>
                <a:gd name="T6" fmla="*/ 1 w 20"/>
                <a:gd name="T7" fmla="*/ 3 h 16"/>
                <a:gd name="T8" fmla="*/ 6 w 20"/>
                <a:gd name="T9" fmla="*/ 1 h 16"/>
                <a:gd name="T10" fmla="*/ 18 w 20"/>
                <a:gd name="T11" fmla="*/ 8 h 16"/>
                <a:gd name="T12" fmla="*/ 19 w 20"/>
                <a:gd name="T13" fmla="*/ 14 h 16"/>
                <a:gd name="T14" fmla="*/ 16 w 20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16">
                  <a:moveTo>
                    <a:pt x="16" y="16"/>
                  </a:moveTo>
                  <a:cubicBezTo>
                    <a:pt x="15" y="16"/>
                    <a:pt x="15" y="16"/>
                    <a:pt x="14" y="15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5" y="0"/>
                    <a:pt x="6" y="1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0" y="9"/>
                    <a:pt x="20" y="12"/>
                    <a:pt x="19" y="14"/>
                  </a:cubicBezTo>
                  <a:cubicBezTo>
                    <a:pt x="19" y="15"/>
                    <a:pt x="17" y="16"/>
                    <a:pt x="16" y="16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任意多边形: 形状 19" descr="8bc1f7a5-7e8f-4f1f-868e-60928864736d"/>
            <p:cNvSpPr/>
            <p:nvPr/>
          </p:nvSpPr>
          <p:spPr bwMode="auto">
            <a:xfrm flipH="1">
              <a:off x="7124459" y="4382764"/>
              <a:ext cx="17827" cy="31835"/>
            </a:xfrm>
            <a:custGeom>
              <a:avLst/>
              <a:gdLst>
                <a:gd name="T0" fmla="*/ 7 w 12"/>
                <a:gd name="T1" fmla="*/ 21 h 21"/>
                <a:gd name="T2" fmla="*/ 4 w 12"/>
                <a:gd name="T3" fmla="*/ 18 h 21"/>
                <a:gd name="T4" fmla="*/ 1 w 12"/>
                <a:gd name="T5" fmla="*/ 5 h 21"/>
                <a:gd name="T6" fmla="*/ 3 w 12"/>
                <a:gd name="T7" fmla="*/ 0 h 21"/>
                <a:gd name="T8" fmla="*/ 8 w 12"/>
                <a:gd name="T9" fmla="*/ 3 h 21"/>
                <a:gd name="T10" fmla="*/ 11 w 12"/>
                <a:gd name="T11" fmla="*/ 16 h 21"/>
                <a:gd name="T12" fmla="*/ 8 w 12"/>
                <a:gd name="T13" fmla="*/ 21 h 21"/>
                <a:gd name="T14" fmla="*/ 7 w 12"/>
                <a:gd name="T1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1">
                  <a:moveTo>
                    <a:pt x="7" y="21"/>
                  </a:moveTo>
                  <a:cubicBezTo>
                    <a:pt x="6" y="21"/>
                    <a:pt x="4" y="20"/>
                    <a:pt x="4" y="18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6" y="0"/>
                    <a:pt x="8" y="1"/>
                    <a:pt x="8" y="3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9"/>
                    <a:pt x="10" y="21"/>
                    <a:pt x="8" y="21"/>
                  </a:cubicBezTo>
                  <a:cubicBezTo>
                    <a:pt x="8" y="21"/>
                    <a:pt x="8" y="21"/>
                    <a:pt x="7" y="21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任意多边形: 形状 20" descr="8a528022-395f-4bee-8a4b-84f8043c3b78"/>
            <p:cNvSpPr>
              <a:spLocks noEditPoints="1"/>
            </p:cNvSpPr>
            <p:nvPr/>
          </p:nvSpPr>
          <p:spPr bwMode="auto">
            <a:xfrm flipH="1">
              <a:off x="6981840" y="4440067"/>
              <a:ext cx="147712" cy="594670"/>
            </a:xfrm>
            <a:custGeom>
              <a:avLst/>
              <a:gdLst>
                <a:gd name="T0" fmla="*/ 89 w 97"/>
                <a:gd name="T1" fmla="*/ 387 h 390"/>
                <a:gd name="T2" fmla="*/ 86 w 97"/>
                <a:gd name="T3" fmla="*/ 357 h 390"/>
                <a:gd name="T4" fmla="*/ 97 w 97"/>
                <a:gd name="T5" fmla="*/ 385 h 390"/>
                <a:gd name="T6" fmla="*/ 93 w 97"/>
                <a:gd name="T7" fmla="*/ 390 h 390"/>
                <a:gd name="T8" fmla="*/ 77 w 97"/>
                <a:gd name="T9" fmla="*/ 336 h 390"/>
                <a:gd name="T10" fmla="*/ 74 w 97"/>
                <a:gd name="T11" fmla="*/ 306 h 390"/>
                <a:gd name="T12" fmla="*/ 85 w 97"/>
                <a:gd name="T13" fmla="*/ 335 h 390"/>
                <a:gd name="T14" fmla="*/ 81 w 97"/>
                <a:gd name="T15" fmla="*/ 340 h 390"/>
                <a:gd name="T16" fmla="*/ 65 w 97"/>
                <a:gd name="T17" fmla="*/ 286 h 390"/>
                <a:gd name="T18" fmla="*/ 62 w 97"/>
                <a:gd name="T19" fmla="*/ 255 h 390"/>
                <a:gd name="T20" fmla="*/ 73 w 97"/>
                <a:gd name="T21" fmla="*/ 284 h 390"/>
                <a:gd name="T22" fmla="*/ 69 w 97"/>
                <a:gd name="T23" fmla="*/ 289 h 390"/>
                <a:gd name="T24" fmla="*/ 54 w 97"/>
                <a:gd name="T25" fmla="*/ 235 h 390"/>
                <a:gd name="T26" fmla="*/ 51 w 97"/>
                <a:gd name="T27" fmla="*/ 204 h 390"/>
                <a:gd name="T28" fmla="*/ 61 w 97"/>
                <a:gd name="T29" fmla="*/ 233 h 390"/>
                <a:gd name="T30" fmla="*/ 57 w 97"/>
                <a:gd name="T31" fmla="*/ 238 h 390"/>
                <a:gd name="T32" fmla="*/ 42 w 97"/>
                <a:gd name="T33" fmla="*/ 184 h 390"/>
                <a:gd name="T34" fmla="*/ 39 w 97"/>
                <a:gd name="T35" fmla="*/ 153 h 390"/>
                <a:gd name="T36" fmla="*/ 49 w 97"/>
                <a:gd name="T37" fmla="*/ 182 h 390"/>
                <a:gd name="T38" fmla="*/ 46 w 97"/>
                <a:gd name="T39" fmla="*/ 187 h 390"/>
                <a:gd name="T40" fmla="*/ 30 w 97"/>
                <a:gd name="T41" fmla="*/ 133 h 390"/>
                <a:gd name="T42" fmla="*/ 27 w 97"/>
                <a:gd name="T43" fmla="*/ 103 h 390"/>
                <a:gd name="T44" fmla="*/ 38 w 97"/>
                <a:gd name="T45" fmla="*/ 131 h 390"/>
                <a:gd name="T46" fmla="*/ 34 w 97"/>
                <a:gd name="T47" fmla="*/ 136 h 390"/>
                <a:gd name="T48" fmla="*/ 18 w 97"/>
                <a:gd name="T49" fmla="*/ 82 h 390"/>
                <a:gd name="T50" fmla="*/ 15 w 97"/>
                <a:gd name="T51" fmla="*/ 52 h 390"/>
                <a:gd name="T52" fmla="*/ 26 w 97"/>
                <a:gd name="T53" fmla="*/ 80 h 390"/>
                <a:gd name="T54" fmla="*/ 22 w 97"/>
                <a:gd name="T55" fmla="*/ 85 h 390"/>
                <a:gd name="T56" fmla="*/ 6 w 97"/>
                <a:gd name="T57" fmla="*/ 31 h 390"/>
                <a:gd name="T58" fmla="*/ 3 w 97"/>
                <a:gd name="T59" fmla="*/ 1 h 390"/>
                <a:gd name="T60" fmla="*/ 14 w 97"/>
                <a:gd name="T61" fmla="*/ 29 h 390"/>
                <a:gd name="T62" fmla="*/ 10 w 97"/>
                <a:gd name="T63" fmla="*/ 34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7" h="390">
                  <a:moveTo>
                    <a:pt x="93" y="390"/>
                  </a:moveTo>
                  <a:cubicBezTo>
                    <a:pt x="91" y="390"/>
                    <a:pt x="89" y="389"/>
                    <a:pt x="89" y="387"/>
                  </a:cubicBezTo>
                  <a:cubicBezTo>
                    <a:pt x="83" y="362"/>
                    <a:pt x="83" y="362"/>
                    <a:pt x="83" y="362"/>
                  </a:cubicBezTo>
                  <a:cubicBezTo>
                    <a:pt x="83" y="360"/>
                    <a:pt x="84" y="358"/>
                    <a:pt x="86" y="357"/>
                  </a:cubicBezTo>
                  <a:cubicBezTo>
                    <a:pt x="88" y="356"/>
                    <a:pt x="90" y="358"/>
                    <a:pt x="91" y="360"/>
                  </a:cubicBezTo>
                  <a:cubicBezTo>
                    <a:pt x="97" y="385"/>
                    <a:pt x="97" y="385"/>
                    <a:pt x="97" y="385"/>
                  </a:cubicBezTo>
                  <a:cubicBezTo>
                    <a:pt x="97" y="388"/>
                    <a:pt x="96" y="390"/>
                    <a:pt x="94" y="390"/>
                  </a:cubicBezTo>
                  <a:cubicBezTo>
                    <a:pt x="93" y="390"/>
                    <a:pt x="93" y="390"/>
                    <a:pt x="93" y="390"/>
                  </a:cubicBezTo>
                  <a:close/>
                  <a:moveTo>
                    <a:pt x="81" y="340"/>
                  </a:moveTo>
                  <a:cubicBezTo>
                    <a:pt x="79" y="340"/>
                    <a:pt x="78" y="338"/>
                    <a:pt x="77" y="336"/>
                  </a:cubicBezTo>
                  <a:cubicBezTo>
                    <a:pt x="71" y="311"/>
                    <a:pt x="71" y="311"/>
                    <a:pt x="71" y="311"/>
                  </a:cubicBezTo>
                  <a:cubicBezTo>
                    <a:pt x="71" y="309"/>
                    <a:pt x="72" y="307"/>
                    <a:pt x="74" y="306"/>
                  </a:cubicBezTo>
                  <a:cubicBezTo>
                    <a:pt x="76" y="306"/>
                    <a:pt x="78" y="307"/>
                    <a:pt x="79" y="309"/>
                  </a:cubicBezTo>
                  <a:cubicBezTo>
                    <a:pt x="85" y="335"/>
                    <a:pt x="85" y="335"/>
                    <a:pt x="85" y="335"/>
                  </a:cubicBezTo>
                  <a:cubicBezTo>
                    <a:pt x="85" y="337"/>
                    <a:pt x="84" y="339"/>
                    <a:pt x="82" y="339"/>
                  </a:cubicBezTo>
                  <a:cubicBezTo>
                    <a:pt x="82" y="340"/>
                    <a:pt x="81" y="340"/>
                    <a:pt x="81" y="340"/>
                  </a:cubicBezTo>
                  <a:close/>
                  <a:moveTo>
                    <a:pt x="69" y="289"/>
                  </a:moveTo>
                  <a:cubicBezTo>
                    <a:pt x="67" y="289"/>
                    <a:pt x="66" y="287"/>
                    <a:pt x="65" y="286"/>
                  </a:cubicBezTo>
                  <a:cubicBezTo>
                    <a:pt x="60" y="260"/>
                    <a:pt x="60" y="260"/>
                    <a:pt x="60" y="260"/>
                  </a:cubicBezTo>
                  <a:cubicBezTo>
                    <a:pt x="59" y="258"/>
                    <a:pt x="60" y="256"/>
                    <a:pt x="62" y="255"/>
                  </a:cubicBezTo>
                  <a:cubicBezTo>
                    <a:pt x="65" y="255"/>
                    <a:pt x="67" y="256"/>
                    <a:pt x="67" y="258"/>
                  </a:cubicBezTo>
                  <a:cubicBezTo>
                    <a:pt x="73" y="284"/>
                    <a:pt x="73" y="284"/>
                    <a:pt x="73" y="284"/>
                  </a:cubicBezTo>
                  <a:cubicBezTo>
                    <a:pt x="74" y="286"/>
                    <a:pt x="72" y="288"/>
                    <a:pt x="70" y="289"/>
                  </a:cubicBezTo>
                  <a:cubicBezTo>
                    <a:pt x="70" y="289"/>
                    <a:pt x="70" y="289"/>
                    <a:pt x="69" y="289"/>
                  </a:cubicBezTo>
                  <a:close/>
                  <a:moveTo>
                    <a:pt x="57" y="238"/>
                  </a:moveTo>
                  <a:cubicBezTo>
                    <a:pt x="56" y="238"/>
                    <a:pt x="54" y="237"/>
                    <a:pt x="54" y="235"/>
                  </a:cubicBezTo>
                  <a:cubicBezTo>
                    <a:pt x="48" y="209"/>
                    <a:pt x="48" y="209"/>
                    <a:pt x="48" y="209"/>
                  </a:cubicBezTo>
                  <a:cubicBezTo>
                    <a:pt x="47" y="207"/>
                    <a:pt x="49" y="205"/>
                    <a:pt x="51" y="204"/>
                  </a:cubicBezTo>
                  <a:cubicBezTo>
                    <a:pt x="53" y="204"/>
                    <a:pt x="55" y="205"/>
                    <a:pt x="55" y="207"/>
                  </a:cubicBezTo>
                  <a:cubicBezTo>
                    <a:pt x="61" y="233"/>
                    <a:pt x="61" y="233"/>
                    <a:pt x="61" y="233"/>
                  </a:cubicBezTo>
                  <a:cubicBezTo>
                    <a:pt x="62" y="235"/>
                    <a:pt x="60" y="237"/>
                    <a:pt x="58" y="238"/>
                  </a:cubicBezTo>
                  <a:cubicBezTo>
                    <a:pt x="58" y="238"/>
                    <a:pt x="58" y="238"/>
                    <a:pt x="57" y="238"/>
                  </a:cubicBezTo>
                  <a:close/>
                  <a:moveTo>
                    <a:pt x="46" y="187"/>
                  </a:moveTo>
                  <a:cubicBezTo>
                    <a:pt x="44" y="187"/>
                    <a:pt x="42" y="186"/>
                    <a:pt x="42" y="184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5" y="156"/>
                    <a:pt x="37" y="154"/>
                    <a:pt x="39" y="153"/>
                  </a:cubicBezTo>
                  <a:cubicBezTo>
                    <a:pt x="41" y="153"/>
                    <a:pt x="43" y="154"/>
                    <a:pt x="44" y="156"/>
                  </a:cubicBezTo>
                  <a:cubicBezTo>
                    <a:pt x="49" y="182"/>
                    <a:pt x="49" y="182"/>
                    <a:pt x="49" y="182"/>
                  </a:cubicBezTo>
                  <a:cubicBezTo>
                    <a:pt x="50" y="184"/>
                    <a:pt x="49" y="186"/>
                    <a:pt x="47" y="187"/>
                  </a:cubicBezTo>
                  <a:cubicBezTo>
                    <a:pt x="46" y="187"/>
                    <a:pt x="46" y="187"/>
                    <a:pt x="46" y="187"/>
                  </a:cubicBezTo>
                  <a:close/>
                  <a:moveTo>
                    <a:pt x="34" y="136"/>
                  </a:moveTo>
                  <a:cubicBezTo>
                    <a:pt x="32" y="136"/>
                    <a:pt x="30" y="135"/>
                    <a:pt x="30" y="13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24" y="105"/>
                    <a:pt x="25" y="103"/>
                    <a:pt x="27" y="103"/>
                  </a:cubicBezTo>
                  <a:cubicBezTo>
                    <a:pt x="29" y="102"/>
                    <a:pt x="31" y="103"/>
                    <a:pt x="32" y="106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8" y="133"/>
                    <a:pt x="37" y="135"/>
                    <a:pt x="35" y="136"/>
                  </a:cubicBezTo>
                  <a:cubicBezTo>
                    <a:pt x="34" y="136"/>
                    <a:pt x="34" y="136"/>
                    <a:pt x="34" y="136"/>
                  </a:cubicBezTo>
                  <a:close/>
                  <a:moveTo>
                    <a:pt x="22" y="85"/>
                  </a:moveTo>
                  <a:cubicBezTo>
                    <a:pt x="20" y="85"/>
                    <a:pt x="19" y="84"/>
                    <a:pt x="18" y="82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4"/>
                    <a:pt x="13" y="52"/>
                    <a:pt x="15" y="52"/>
                  </a:cubicBezTo>
                  <a:cubicBezTo>
                    <a:pt x="17" y="51"/>
                    <a:pt x="19" y="53"/>
                    <a:pt x="20" y="55"/>
                  </a:cubicBezTo>
                  <a:cubicBezTo>
                    <a:pt x="26" y="80"/>
                    <a:pt x="26" y="80"/>
                    <a:pt x="26" y="80"/>
                  </a:cubicBezTo>
                  <a:cubicBezTo>
                    <a:pt x="26" y="82"/>
                    <a:pt x="25" y="85"/>
                    <a:pt x="23" y="85"/>
                  </a:cubicBezTo>
                  <a:cubicBezTo>
                    <a:pt x="23" y="85"/>
                    <a:pt x="22" y="85"/>
                    <a:pt x="22" y="85"/>
                  </a:cubicBezTo>
                  <a:close/>
                  <a:moveTo>
                    <a:pt x="10" y="34"/>
                  </a:moveTo>
                  <a:cubicBezTo>
                    <a:pt x="8" y="34"/>
                    <a:pt x="7" y="33"/>
                    <a:pt x="6" y="3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1" y="1"/>
                    <a:pt x="3" y="1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5" y="31"/>
                    <a:pt x="13" y="34"/>
                    <a:pt x="11" y="34"/>
                  </a:cubicBezTo>
                  <a:cubicBezTo>
                    <a:pt x="11" y="34"/>
                    <a:pt x="11" y="34"/>
                    <a:pt x="10" y="34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任意多边形: 形状 21" descr="71208be3-ebf7-40c2-9700-6c374041a88b"/>
            <p:cNvSpPr/>
            <p:nvPr/>
          </p:nvSpPr>
          <p:spPr bwMode="auto">
            <a:xfrm flipH="1">
              <a:off x="6967833" y="5060204"/>
              <a:ext cx="17827" cy="33108"/>
            </a:xfrm>
            <a:custGeom>
              <a:avLst/>
              <a:gdLst>
                <a:gd name="T0" fmla="*/ 8 w 12"/>
                <a:gd name="T1" fmla="*/ 22 h 22"/>
                <a:gd name="T2" fmla="*/ 4 w 12"/>
                <a:gd name="T3" fmla="*/ 19 h 22"/>
                <a:gd name="T4" fmla="*/ 1 w 12"/>
                <a:gd name="T5" fmla="*/ 6 h 22"/>
                <a:gd name="T6" fmla="*/ 4 w 12"/>
                <a:gd name="T7" fmla="*/ 1 h 22"/>
                <a:gd name="T8" fmla="*/ 9 w 12"/>
                <a:gd name="T9" fmla="*/ 4 h 22"/>
                <a:gd name="T10" fmla="*/ 12 w 12"/>
                <a:gd name="T11" fmla="*/ 17 h 22"/>
                <a:gd name="T12" fmla="*/ 9 w 12"/>
                <a:gd name="T13" fmla="*/ 22 h 22"/>
                <a:gd name="T14" fmla="*/ 8 w 12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2">
                  <a:moveTo>
                    <a:pt x="8" y="22"/>
                  </a:moveTo>
                  <a:cubicBezTo>
                    <a:pt x="6" y="22"/>
                    <a:pt x="4" y="21"/>
                    <a:pt x="4" y="19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2" y="1"/>
                    <a:pt x="4" y="1"/>
                  </a:cubicBezTo>
                  <a:cubicBezTo>
                    <a:pt x="6" y="0"/>
                    <a:pt x="8" y="2"/>
                    <a:pt x="9" y="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9"/>
                    <a:pt x="11" y="22"/>
                    <a:pt x="9" y="22"/>
                  </a:cubicBezTo>
                  <a:cubicBezTo>
                    <a:pt x="8" y="22"/>
                    <a:pt x="8" y="22"/>
                    <a:pt x="8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任意多边形: 形状 22" descr="ca650ca8-2b76-441d-8a70-45ae5deb077e"/>
            <p:cNvSpPr>
              <a:spLocks noEditPoints="1"/>
            </p:cNvSpPr>
            <p:nvPr/>
          </p:nvSpPr>
          <p:spPr bwMode="auto">
            <a:xfrm flipH="1">
              <a:off x="6499227" y="3972735"/>
              <a:ext cx="1514053" cy="1438923"/>
            </a:xfrm>
            <a:custGeom>
              <a:avLst/>
              <a:gdLst>
                <a:gd name="T0" fmla="*/ 354 w 1189"/>
                <a:gd name="T1" fmla="*/ 1130 h 1130"/>
                <a:gd name="T2" fmla="*/ 0 w 1189"/>
                <a:gd name="T3" fmla="*/ 633 h 1130"/>
                <a:gd name="T4" fmla="*/ 241 w 1189"/>
                <a:gd name="T5" fmla="*/ 68 h 1130"/>
                <a:gd name="T6" fmla="*/ 836 w 1189"/>
                <a:gd name="T7" fmla="*/ 0 h 1130"/>
                <a:gd name="T8" fmla="*/ 1189 w 1189"/>
                <a:gd name="T9" fmla="*/ 498 h 1130"/>
                <a:gd name="T10" fmla="*/ 948 w 1189"/>
                <a:gd name="T11" fmla="*/ 1063 h 1130"/>
                <a:gd name="T12" fmla="*/ 354 w 1189"/>
                <a:gd name="T13" fmla="*/ 1130 h 1130"/>
                <a:gd name="T14" fmla="*/ 32 w 1189"/>
                <a:gd name="T15" fmla="*/ 629 h 1130"/>
                <a:gd name="T16" fmla="*/ 367 w 1189"/>
                <a:gd name="T17" fmla="*/ 1100 h 1130"/>
                <a:gd name="T18" fmla="*/ 929 w 1189"/>
                <a:gd name="T19" fmla="*/ 1036 h 1130"/>
                <a:gd name="T20" fmla="*/ 1157 w 1189"/>
                <a:gd name="T21" fmla="*/ 501 h 1130"/>
                <a:gd name="T22" fmla="*/ 822 w 1189"/>
                <a:gd name="T23" fmla="*/ 31 h 1130"/>
                <a:gd name="T24" fmla="*/ 260 w 1189"/>
                <a:gd name="T25" fmla="*/ 96 h 1130"/>
                <a:gd name="T26" fmla="*/ 32 w 1189"/>
                <a:gd name="T27" fmla="*/ 629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89" h="1130">
                  <a:moveTo>
                    <a:pt x="354" y="1130"/>
                  </a:moveTo>
                  <a:lnTo>
                    <a:pt x="0" y="633"/>
                  </a:lnTo>
                  <a:lnTo>
                    <a:pt x="241" y="68"/>
                  </a:lnTo>
                  <a:lnTo>
                    <a:pt x="836" y="0"/>
                  </a:lnTo>
                  <a:lnTo>
                    <a:pt x="1189" y="498"/>
                  </a:lnTo>
                  <a:lnTo>
                    <a:pt x="948" y="1063"/>
                  </a:lnTo>
                  <a:lnTo>
                    <a:pt x="354" y="1130"/>
                  </a:lnTo>
                  <a:close/>
                  <a:moveTo>
                    <a:pt x="32" y="629"/>
                  </a:moveTo>
                  <a:lnTo>
                    <a:pt x="367" y="1100"/>
                  </a:lnTo>
                  <a:lnTo>
                    <a:pt x="929" y="1036"/>
                  </a:lnTo>
                  <a:lnTo>
                    <a:pt x="1157" y="501"/>
                  </a:lnTo>
                  <a:lnTo>
                    <a:pt x="822" y="31"/>
                  </a:lnTo>
                  <a:lnTo>
                    <a:pt x="260" y="96"/>
                  </a:lnTo>
                  <a:lnTo>
                    <a:pt x="32" y="629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任意多边形: 形状 23" descr="0726cdf6-2e29-4f73-bce6-dadfdf3fd21b"/>
            <p:cNvSpPr/>
            <p:nvPr/>
          </p:nvSpPr>
          <p:spPr bwMode="auto">
            <a:xfrm flipH="1">
              <a:off x="7410970" y="4065692"/>
              <a:ext cx="297972" cy="1335780"/>
            </a:xfrm>
            <a:custGeom>
              <a:avLst/>
              <a:gdLst>
                <a:gd name="T0" fmla="*/ 134 w 234"/>
                <a:gd name="T1" fmla="*/ 1049 h 1049"/>
                <a:gd name="T2" fmla="*/ 109 w 234"/>
                <a:gd name="T3" fmla="*/ 1036 h 1049"/>
                <a:gd name="T4" fmla="*/ 205 w 234"/>
                <a:gd name="T5" fmla="*/ 835 h 1049"/>
                <a:gd name="T6" fmla="*/ 140 w 234"/>
                <a:gd name="T7" fmla="*/ 210 h 1049"/>
                <a:gd name="T8" fmla="*/ 0 w 234"/>
                <a:gd name="T9" fmla="*/ 18 h 1049"/>
                <a:gd name="T10" fmla="*/ 23 w 234"/>
                <a:gd name="T11" fmla="*/ 0 h 1049"/>
                <a:gd name="T12" fmla="*/ 167 w 234"/>
                <a:gd name="T13" fmla="*/ 200 h 1049"/>
                <a:gd name="T14" fmla="*/ 168 w 234"/>
                <a:gd name="T15" fmla="*/ 203 h 1049"/>
                <a:gd name="T16" fmla="*/ 234 w 234"/>
                <a:gd name="T17" fmla="*/ 841 h 1049"/>
                <a:gd name="T18" fmla="*/ 134 w 234"/>
                <a:gd name="T19" fmla="*/ 1049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4" h="1049">
                  <a:moveTo>
                    <a:pt x="134" y="1049"/>
                  </a:moveTo>
                  <a:lnTo>
                    <a:pt x="109" y="1036"/>
                  </a:lnTo>
                  <a:lnTo>
                    <a:pt x="205" y="835"/>
                  </a:lnTo>
                  <a:lnTo>
                    <a:pt x="140" y="210"/>
                  </a:lnTo>
                  <a:lnTo>
                    <a:pt x="0" y="18"/>
                  </a:lnTo>
                  <a:lnTo>
                    <a:pt x="23" y="0"/>
                  </a:lnTo>
                  <a:lnTo>
                    <a:pt x="167" y="200"/>
                  </a:lnTo>
                  <a:lnTo>
                    <a:pt x="168" y="203"/>
                  </a:lnTo>
                  <a:lnTo>
                    <a:pt x="234" y="841"/>
                  </a:lnTo>
                  <a:lnTo>
                    <a:pt x="134" y="1049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任意多边形: 形状 24" descr="f667eede-5072-43cd-829b-7776d27c164b"/>
            <p:cNvSpPr>
              <a:spLocks noEditPoints="1"/>
            </p:cNvSpPr>
            <p:nvPr/>
          </p:nvSpPr>
          <p:spPr bwMode="auto">
            <a:xfrm flipH="1">
              <a:off x="6747537" y="3972735"/>
              <a:ext cx="1264470" cy="1353607"/>
            </a:xfrm>
            <a:custGeom>
              <a:avLst/>
              <a:gdLst>
                <a:gd name="T0" fmla="*/ 783 w 829"/>
                <a:gd name="T1" fmla="*/ 889 h 889"/>
                <a:gd name="T2" fmla="*/ 780 w 829"/>
                <a:gd name="T3" fmla="*/ 889 h 889"/>
                <a:gd name="T4" fmla="*/ 379 w 829"/>
                <a:gd name="T5" fmla="*/ 773 h 889"/>
                <a:gd name="T6" fmla="*/ 376 w 829"/>
                <a:gd name="T7" fmla="*/ 772 h 889"/>
                <a:gd name="T8" fmla="*/ 6 w 829"/>
                <a:gd name="T9" fmla="*/ 538 h 889"/>
                <a:gd name="T10" fmla="*/ 1 w 829"/>
                <a:gd name="T11" fmla="*/ 529 h 889"/>
                <a:gd name="T12" fmla="*/ 5 w 829"/>
                <a:gd name="T13" fmla="*/ 519 h 889"/>
                <a:gd name="T14" fmla="*/ 319 w 829"/>
                <a:gd name="T15" fmla="*/ 224 h 889"/>
                <a:gd name="T16" fmla="*/ 321 w 829"/>
                <a:gd name="T17" fmla="*/ 222 h 889"/>
                <a:gd name="T18" fmla="*/ 685 w 829"/>
                <a:gd name="T19" fmla="*/ 3 h 889"/>
                <a:gd name="T20" fmla="*/ 696 w 829"/>
                <a:gd name="T21" fmla="*/ 2 h 889"/>
                <a:gd name="T22" fmla="*/ 703 w 829"/>
                <a:gd name="T23" fmla="*/ 10 h 889"/>
                <a:gd name="T24" fmla="*/ 828 w 829"/>
                <a:gd name="T25" fmla="*/ 452 h 889"/>
                <a:gd name="T26" fmla="*/ 829 w 829"/>
                <a:gd name="T27" fmla="*/ 456 h 889"/>
                <a:gd name="T28" fmla="*/ 795 w 829"/>
                <a:gd name="T29" fmla="*/ 878 h 889"/>
                <a:gd name="T30" fmla="*/ 790 w 829"/>
                <a:gd name="T31" fmla="*/ 887 h 889"/>
                <a:gd name="T32" fmla="*/ 783 w 829"/>
                <a:gd name="T33" fmla="*/ 889 h 889"/>
                <a:gd name="T34" fmla="*/ 387 w 829"/>
                <a:gd name="T35" fmla="*/ 750 h 889"/>
                <a:gd name="T36" fmla="*/ 773 w 829"/>
                <a:gd name="T37" fmla="*/ 862 h 889"/>
                <a:gd name="T38" fmla="*/ 805 w 829"/>
                <a:gd name="T39" fmla="*/ 457 h 889"/>
                <a:gd name="T40" fmla="*/ 684 w 829"/>
                <a:gd name="T41" fmla="*/ 31 h 889"/>
                <a:gd name="T42" fmla="*/ 334 w 829"/>
                <a:gd name="T43" fmla="*/ 243 h 889"/>
                <a:gd name="T44" fmla="*/ 32 w 829"/>
                <a:gd name="T45" fmla="*/ 526 h 889"/>
                <a:gd name="T46" fmla="*/ 387 w 829"/>
                <a:gd name="T47" fmla="*/ 750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29" h="889">
                  <a:moveTo>
                    <a:pt x="783" y="889"/>
                  </a:moveTo>
                  <a:cubicBezTo>
                    <a:pt x="782" y="889"/>
                    <a:pt x="781" y="889"/>
                    <a:pt x="780" y="889"/>
                  </a:cubicBezTo>
                  <a:cubicBezTo>
                    <a:pt x="379" y="773"/>
                    <a:pt x="379" y="773"/>
                    <a:pt x="379" y="773"/>
                  </a:cubicBezTo>
                  <a:cubicBezTo>
                    <a:pt x="378" y="773"/>
                    <a:pt x="377" y="772"/>
                    <a:pt x="376" y="772"/>
                  </a:cubicBezTo>
                  <a:cubicBezTo>
                    <a:pt x="6" y="538"/>
                    <a:pt x="6" y="538"/>
                    <a:pt x="6" y="538"/>
                  </a:cubicBezTo>
                  <a:cubicBezTo>
                    <a:pt x="3" y="536"/>
                    <a:pt x="1" y="533"/>
                    <a:pt x="1" y="529"/>
                  </a:cubicBezTo>
                  <a:cubicBezTo>
                    <a:pt x="0" y="525"/>
                    <a:pt x="2" y="522"/>
                    <a:pt x="5" y="519"/>
                  </a:cubicBezTo>
                  <a:cubicBezTo>
                    <a:pt x="319" y="224"/>
                    <a:pt x="319" y="224"/>
                    <a:pt x="319" y="224"/>
                  </a:cubicBezTo>
                  <a:cubicBezTo>
                    <a:pt x="320" y="223"/>
                    <a:pt x="320" y="223"/>
                    <a:pt x="321" y="222"/>
                  </a:cubicBezTo>
                  <a:cubicBezTo>
                    <a:pt x="685" y="3"/>
                    <a:pt x="685" y="3"/>
                    <a:pt x="685" y="3"/>
                  </a:cubicBezTo>
                  <a:cubicBezTo>
                    <a:pt x="688" y="1"/>
                    <a:pt x="692" y="0"/>
                    <a:pt x="696" y="2"/>
                  </a:cubicBezTo>
                  <a:cubicBezTo>
                    <a:pt x="699" y="3"/>
                    <a:pt x="702" y="6"/>
                    <a:pt x="703" y="10"/>
                  </a:cubicBezTo>
                  <a:cubicBezTo>
                    <a:pt x="828" y="452"/>
                    <a:pt x="828" y="452"/>
                    <a:pt x="828" y="452"/>
                  </a:cubicBezTo>
                  <a:cubicBezTo>
                    <a:pt x="829" y="453"/>
                    <a:pt x="829" y="455"/>
                    <a:pt x="829" y="456"/>
                  </a:cubicBezTo>
                  <a:cubicBezTo>
                    <a:pt x="795" y="878"/>
                    <a:pt x="795" y="878"/>
                    <a:pt x="795" y="878"/>
                  </a:cubicBezTo>
                  <a:cubicBezTo>
                    <a:pt x="795" y="882"/>
                    <a:pt x="793" y="885"/>
                    <a:pt x="790" y="887"/>
                  </a:cubicBezTo>
                  <a:cubicBezTo>
                    <a:pt x="788" y="889"/>
                    <a:pt x="786" y="889"/>
                    <a:pt x="783" y="889"/>
                  </a:cubicBezTo>
                  <a:close/>
                  <a:moveTo>
                    <a:pt x="387" y="750"/>
                  </a:moveTo>
                  <a:cubicBezTo>
                    <a:pt x="773" y="862"/>
                    <a:pt x="773" y="862"/>
                    <a:pt x="773" y="862"/>
                  </a:cubicBezTo>
                  <a:cubicBezTo>
                    <a:pt x="805" y="457"/>
                    <a:pt x="805" y="457"/>
                    <a:pt x="805" y="457"/>
                  </a:cubicBezTo>
                  <a:cubicBezTo>
                    <a:pt x="684" y="31"/>
                    <a:pt x="684" y="31"/>
                    <a:pt x="684" y="31"/>
                  </a:cubicBezTo>
                  <a:cubicBezTo>
                    <a:pt x="334" y="243"/>
                    <a:pt x="334" y="243"/>
                    <a:pt x="334" y="243"/>
                  </a:cubicBezTo>
                  <a:cubicBezTo>
                    <a:pt x="32" y="526"/>
                    <a:pt x="32" y="526"/>
                    <a:pt x="32" y="526"/>
                  </a:cubicBezTo>
                  <a:lnTo>
                    <a:pt x="387" y="750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任意多边形: 形状 25" descr="0c29db13-d232-41df-ab33-9ef02d03cd41"/>
            <p:cNvSpPr/>
            <p:nvPr/>
          </p:nvSpPr>
          <p:spPr bwMode="auto">
            <a:xfrm flipH="1">
              <a:off x="6515781" y="4311455"/>
              <a:ext cx="1004700" cy="374375"/>
            </a:xfrm>
            <a:custGeom>
              <a:avLst/>
              <a:gdLst>
                <a:gd name="T0" fmla="*/ 591 w 789"/>
                <a:gd name="T1" fmla="*/ 294 h 294"/>
                <a:gd name="T2" fmla="*/ 0 w 789"/>
                <a:gd name="T3" fmla="*/ 26 h 294"/>
                <a:gd name="T4" fmla="*/ 12 w 789"/>
                <a:gd name="T5" fmla="*/ 0 h 294"/>
                <a:gd name="T6" fmla="*/ 593 w 789"/>
                <a:gd name="T7" fmla="*/ 264 h 294"/>
                <a:gd name="T8" fmla="*/ 783 w 789"/>
                <a:gd name="T9" fmla="*/ 220 h 294"/>
                <a:gd name="T10" fmla="*/ 789 w 789"/>
                <a:gd name="T11" fmla="*/ 247 h 294"/>
                <a:gd name="T12" fmla="*/ 591 w 789"/>
                <a:gd name="T13" fmla="*/ 294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9" h="294">
                  <a:moveTo>
                    <a:pt x="591" y="294"/>
                  </a:moveTo>
                  <a:lnTo>
                    <a:pt x="0" y="26"/>
                  </a:lnTo>
                  <a:lnTo>
                    <a:pt x="12" y="0"/>
                  </a:lnTo>
                  <a:lnTo>
                    <a:pt x="593" y="264"/>
                  </a:lnTo>
                  <a:lnTo>
                    <a:pt x="783" y="220"/>
                  </a:lnTo>
                  <a:lnTo>
                    <a:pt x="789" y="247"/>
                  </a:lnTo>
                  <a:lnTo>
                    <a:pt x="591" y="294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任意多边形: 形状 26" descr="25f9e431-da89-4313-9b36-ea7294d77745"/>
            <p:cNvSpPr/>
            <p:nvPr/>
          </p:nvSpPr>
          <p:spPr bwMode="auto">
            <a:xfrm flipH="1">
              <a:off x="6757724" y="4650175"/>
              <a:ext cx="681261" cy="496620"/>
            </a:xfrm>
            <a:custGeom>
              <a:avLst/>
              <a:gdLst>
                <a:gd name="T0" fmla="*/ 16 w 535"/>
                <a:gd name="T1" fmla="*/ 390 h 390"/>
                <a:gd name="T2" fmla="*/ 0 w 535"/>
                <a:gd name="T3" fmla="*/ 366 h 390"/>
                <a:gd name="T4" fmla="*/ 520 w 535"/>
                <a:gd name="T5" fmla="*/ 0 h 390"/>
                <a:gd name="T6" fmla="*/ 535 w 535"/>
                <a:gd name="T7" fmla="*/ 24 h 390"/>
                <a:gd name="T8" fmla="*/ 16 w 535"/>
                <a:gd name="T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5" h="390">
                  <a:moveTo>
                    <a:pt x="16" y="390"/>
                  </a:moveTo>
                  <a:lnTo>
                    <a:pt x="0" y="366"/>
                  </a:lnTo>
                  <a:lnTo>
                    <a:pt x="520" y="0"/>
                  </a:lnTo>
                  <a:lnTo>
                    <a:pt x="535" y="24"/>
                  </a:lnTo>
                  <a:lnTo>
                    <a:pt x="16" y="390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14" name="组合 113" descr="8feb698e-e572-4614-b874-0180f31f155c"/>
          <p:cNvGrpSpPr/>
          <p:nvPr/>
        </p:nvGrpSpPr>
        <p:grpSpPr>
          <a:xfrm>
            <a:off x="8077804" y="1082037"/>
            <a:ext cx="3441096" cy="3257434"/>
            <a:chOff x="8582483" y="1446342"/>
            <a:chExt cx="2982264" cy="2823091"/>
          </a:xfrm>
        </p:grpSpPr>
        <p:sp>
          <p:nvSpPr>
            <p:cNvPr id="28" name="任意多边形: 形状 27" descr="9b3ea950-1a2d-49cf-85d7-a3ab6d66ba36"/>
            <p:cNvSpPr/>
            <p:nvPr/>
          </p:nvSpPr>
          <p:spPr bwMode="auto">
            <a:xfrm flipH="1">
              <a:off x="8616864" y="3137395"/>
              <a:ext cx="1175333" cy="1098930"/>
            </a:xfrm>
            <a:custGeom>
              <a:avLst/>
              <a:gdLst>
                <a:gd name="T0" fmla="*/ 923 w 923"/>
                <a:gd name="T1" fmla="*/ 0 h 863"/>
                <a:gd name="T2" fmla="*/ 158 w 923"/>
                <a:gd name="T3" fmla="*/ 863 h 863"/>
                <a:gd name="T4" fmla="*/ 0 w 923"/>
                <a:gd name="T5" fmla="*/ 422 h 863"/>
                <a:gd name="T6" fmla="*/ 923 w 923"/>
                <a:gd name="T7" fmla="*/ 0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3" h="863">
                  <a:moveTo>
                    <a:pt x="923" y="0"/>
                  </a:moveTo>
                  <a:lnTo>
                    <a:pt x="158" y="863"/>
                  </a:lnTo>
                  <a:lnTo>
                    <a:pt x="0" y="422"/>
                  </a:lnTo>
                  <a:lnTo>
                    <a:pt x="9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任意多边形: 形状 28" descr="cdae571c-8afd-41f1-baf5-54837d9049e8"/>
            <p:cNvSpPr/>
            <p:nvPr/>
          </p:nvSpPr>
          <p:spPr bwMode="auto">
            <a:xfrm flipH="1">
              <a:off x="9100750" y="1745588"/>
              <a:ext cx="72583" cy="66216"/>
            </a:xfrm>
            <a:custGeom>
              <a:avLst/>
              <a:gdLst>
                <a:gd name="T0" fmla="*/ 15 w 48"/>
                <a:gd name="T1" fmla="*/ 44 h 44"/>
                <a:gd name="T2" fmla="*/ 6 w 48"/>
                <a:gd name="T3" fmla="*/ 10 h 44"/>
                <a:gd name="T4" fmla="*/ 0 w 48"/>
                <a:gd name="T5" fmla="*/ 2 h 44"/>
                <a:gd name="T6" fmla="*/ 0 w 48"/>
                <a:gd name="T7" fmla="*/ 0 h 44"/>
                <a:gd name="T8" fmla="*/ 48 w 48"/>
                <a:gd name="T9" fmla="*/ 9 h 44"/>
                <a:gd name="T10" fmla="*/ 15 w 48"/>
                <a:gd name="T11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44">
                  <a:moveTo>
                    <a:pt x="15" y="44"/>
                  </a:moveTo>
                  <a:cubicBezTo>
                    <a:pt x="8" y="34"/>
                    <a:pt x="5" y="23"/>
                    <a:pt x="6" y="10"/>
                  </a:cubicBezTo>
                  <a:cubicBezTo>
                    <a:pt x="6" y="5"/>
                    <a:pt x="3" y="3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9"/>
                    <a:pt x="48" y="9"/>
                    <a:pt x="48" y="9"/>
                  </a:cubicBezTo>
                  <a:lnTo>
                    <a:pt x="15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任意多边形: 形状 29" descr="6af5a7e7-09fd-41d5-90fd-421373538e4f"/>
            <p:cNvSpPr/>
            <p:nvPr/>
          </p:nvSpPr>
          <p:spPr bwMode="auto">
            <a:xfrm flipH="1">
              <a:off x="8616864" y="1758321"/>
              <a:ext cx="872268" cy="1379075"/>
            </a:xfrm>
            <a:custGeom>
              <a:avLst/>
              <a:gdLst>
                <a:gd name="T0" fmla="*/ 248 w 685"/>
                <a:gd name="T1" fmla="*/ 60 h 1083"/>
                <a:gd name="T2" fmla="*/ 266 w 685"/>
                <a:gd name="T3" fmla="*/ 42 h 1083"/>
                <a:gd name="T4" fmla="*/ 305 w 685"/>
                <a:gd name="T5" fmla="*/ 0 h 1083"/>
                <a:gd name="T6" fmla="*/ 685 w 685"/>
                <a:gd name="T7" fmla="*/ 1083 h 1083"/>
                <a:gd name="T8" fmla="*/ 0 w 685"/>
                <a:gd name="T9" fmla="*/ 315 h 1083"/>
                <a:gd name="T10" fmla="*/ 108 w 685"/>
                <a:gd name="T11" fmla="*/ 204 h 1083"/>
                <a:gd name="T12" fmla="*/ 121 w 685"/>
                <a:gd name="T13" fmla="*/ 191 h 1083"/>
                <a:gd name="T14" fmla="*/ 223 w 685"/>
                <a:gd name="T15" fmla="*/ 85 h 1083"/>
                <a:gd name="T16" fmla="*/ 233 w 685"/>
                <a:gd name="T17" fmla="*/ 75 h 1083"/>
                <a:gd name="T18" fmla="*/ 248 w 685"/>
                <a:gd name="T19" fmla="*/ 60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5" h="1083">
                  <a:moveTo>
                    <a:pt x="248" y="60"/>
                  </a:moveTo>
                  <a:lnTo>
                    <a:pt x="266" y="42"/>
                  </a:lnTo>
                  <a:lnTo>
                    <a:pt x="305" y="0"/>
                  </a:lnTo>
                  <a:lnTo>
                    <a:pt x="685" y="1083"/>
                  </a:lnTo>
                  <a:lnTo>
                    <a:pt x="0" y="315"/>
                  </a:lnTo>
                  <a:lnTo>
                    <a:pt x="108" y="204"/>
                  </a:lnTo>
                  <a:lnTo>
                    <a:pt x="121" y="191"/>
                  </a:lnTo>
                  <a:lnTo>
                    <a:pt x="223" y="85"/>
                  </a:lnTo>
                  <a:lnTo>
                    <a:pt x="233" y="75"/>
                  </a:lnTo>
                  <a:lnTo>
                    <a:pt x="248" y="60"/>
                  </a:lnTo>
                  <a:close/>
                </a:path>
              </a:pathLst>
            </a:custGeom>
            <a:solidFill>
              <a:srgbClr val="F9D4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任意多边形: 形状 30" descr="99fb4995-fd89-42ee-8bb4-6ea7078792a2"/>
            <p:cNvSpPr/>
            <p:nvPr/>
          </p:nvSpPr>
          <p:spPr bwMode="auto">
            <a:xfrm flipH="1">
              <a:off x="9351607" y="1991350"/>
              <a:ext cx="310706" cy="168087"/>
            </a:xfrm>
            <a:custGeom>
              <a:avLst/>
              <a:gdLst>
                <a:gd name="T0" fmla="*/ 203 w 203"/>
                <a:gd name="T1" fmla="*/ 17 h 110"/>
                <a:gd name="T2" fmla="*/ 113 w 203"/>
                <a:gd name="T3" fmla="*/ 110 h 110"/>
                <a:gd name="T4" fmla="*/ 0 w 203"/>
                <a:gd name="T5" fmla="*/ 38 h 110"/>
                <a:gd name="T6" fmla="*/ 37 w 203"/>
                <a:gd name="T7" fmla="*/ 0 h 110"/>
                <a:gd name="T8" fmla="*/ 107 w 203"/>
                <a:gd name="T9" fmla="*/ 40 h 110"/>
                <a:gd name="T10" fmla="*/ 193 w 203"/>
                <a:gd name="T11" fmla="*/ 2 h 110"/>
                <a:gd name="T12" fmla="*/ 203 w 203"/>
                <a:gd name="T13" fmla="*/ 1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10">
                  <a:moveTo>
                    <a:pt x="203" y="17"/>
                  </a:moveTo>
                  <a:cubicBezTo>
                    <a:pt x="113" y="110"/>
                    <a:pt x="113" y="110"/>
                    <a:pt x="113" y="11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7" y="34"/>
                    <a:pt x="30" y="23"/>
                    <a:pt x="37" y="0"/>
                  </a:cubicBezTo>
                  <a:cubicBezTo>
                    <a:pt x="51" y="22"/>
                    <a:pt x="81" y="36"/>
                    <a:pt x="107" y="40"/>
                  </a:cubicBezTo>
                  <a:cubicBezTo>
                    <a:pt x="139" y="44"/>
                    <a:pt x="180" y="27"/>
                    <a:pt x="193" y="2"/>
                  </a:cubicBezTo>
                  <a:cubicBezTo>
                    <a:pt x="196" y="8"/>
                    <a:pt x="199" y="12"/>
                    <a:pt x="20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任意多边形: 形状 31" descr="13eab9d3-cc27-457a-a91b-3fc05b4211f4"/>
            <p:cNvSpPr/>
            <p:nvPr/>
          </p:nvSpPr>
          <p:spPr bwMode="auto">
            <a:xfrm flipH="1">
              <a:off x="8616864" y="2159437"/>
              <a:ext cx="1175333" cy="1515326"/>
            </a:xfrm>
            <a:custGeom>
              <a:avLst/>
              <a:gdLst>
                <a:gd name="T0" fmla="*/ 238 w 923"/>
                <a:gd name="T1" fmla="*/ 0 h 1190"/>
                <a:gd name="T2" fmla="*/ 923 w 923"/>
                <a:gd name="T3" fmla="*/ 768 h 1190"/>
                <a:gd name="T4" fmla="*/ 0 w 923"/>
                <a:gd name="T5" fmla="*/ 1190 h 1190"/>
                <a:gd name="T6" fmla="*/ 0 w 923"/>
                <a:gd name="T7" fmla="*/ 1185 h 1190"/>
                <a:gd name="T8" fmla="*/ 23 w 923"/>
                <a:gd name="T9" fmla="*/ 1067 h 1190"/>
                <a:gd name="T10" fmla="*/ 50 w 923"/>
                <a:gd name="T11" fmla="*/ 937 h 1190"/>
                <a:gd name="T12" fmla="*/ 53 w 923"/>
                <a:gd name="T13" fmla="*/ 921 h 1190"/>
                <a:gd name="T14" fmla="*/ 75 w 923"/>
                <a:gd name="T15" fmla="*/ 809 h 1190"/>
                <a:gd name="T16" fmla="*/ 80 w 923"/>
                <a:gd name="T17" fmla="*/ 786 h 1190"/>
                <a:gd name="T18" fmla="*/ 114 w 923"/>
                <a:gd name="T19" fmla="*/ 616 h 1190"/>
                <a:gd name="T20" fmla="*/ 118 w 923"/>
                <a:gd name="T21" fmla="*/ 593 h 1190"/>
                <a:gd name="T22" fmla="*/ 150 w 923"/>
                <a:gd name="T23" fmla="*/ 435 h 1190"/>
                <a:gd name="T24" fmla="*/ 161 w 923"/>
                <a:gd name="T25" fmla="*/ 383 h 1190"/>
                <a:gd name="T26" fmla="*/ 173 w 923"/>
                <a:gd name="T27" fmla="*/ 319 h 1190"/>
                <a:gd name="T28" fmla="*/ 179 w 923"/>
                <a:gd name="T29" fmla="*/ 292 h 1190"/>
                <a:gd name="T30" fmla="*/ 201 w 923"/>
                <a:gd name="T31" fmla="*/ 184 h 1190"/>
                <a:gd name="T32" fmla="*/ 204 w 923"/>
                <a:gd name="T33" fmla="*/ 165 h 1190"/>
                <a:gd name="T34" fmla="*/ 227 w 923"/>
                <a:gd name="T35" fmla="*/ 53 h 1190"/>
                <a:gd name="T36" fmla="*/ 232 w 923"/>
                <a:gd name="T37" fmla="*/ 30 h 1190"/>
                <a:gd name="T38" fmla="*/ 238 w 923"/>
                <a:gd name="T39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3" h="1190">
                  <a:moveTo>
                    <a:pt x="238" y="0"/>
                  </a:moveTo>
                  <a:lnTo>
                    <a:pt x="923" y="768"/>
                  </a:lnTo>
                  <a:lnTo>
                    <a:pt x="0" y="1190"/>
                  </a:lnTo>
                  <a:lnTo>
                    <a:pt x="0" y="1185"/>
                  </a:lnTo>
                  <a:lnTo>
                    <a:pt x="23" y="1067"/>
                  </a:lnTo>
                  <a:lnTo>
                    <a:pt x="50" y="937"/>
                  </a:lnTo>
                  <a:lnTo>
                    <a:pt x="53" y="921"/>
                  </a:lnTo>
                  <a:lnTo>
                    <a:pt x="75" y="809"/>
                  </a:lnTo>
                  <a:lnTo>
                    <a:pt x="80" y="786"/>
                  </a:lnTo>
                  <a:lnTo>
                    <a:pt x="114" y="616"/>
                  </a:lnTo>
                  <a:lnTo>
                    <a:pt x="118" y="593"/>
                  </a:lnTo>
                  <a:lnTo>
                    <a:pt x="150" y="435"/>
                  </a:lnTo>
                  <a:lnTo>
                    <a:pt x="161" y="383"/>
                  </a:lnTo>
                  <a:lnTo>
                    <a:pt x="173" y="319"/>
                  </a:lnTo>
                  <a:lnTo>
                    <a:pt x="179" y="292"/>
                  </a:lnTo>
                  <a:lnTo>
                    <a:pt x="201" y="184"/>
                  </a:lnTo>
                  <a:lnTo>
                    <a:pt x="204" y="165"/>
                  </a:lnTo>
                  <a:lnTo>
                    <a:pt x="227" y="53"/>
                  </a:lnTo>
                  <a:lnTo>
                    <a:pt x="232" y="3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任意多边形: 形状 32" descr="0fb362cf-059d-477a-a945-f83ee643abc7"/>
            <p:cNvSpPr/>
            <p:nvPr/>
          </p:nvSpPr>
          <p:spPr bwMode="auto">
            <a:xfrm flipH="1">
              <a:off x="9489132" y="2159437"/>
              <a:ext cx="124792" cy="45842"/>
            </a:xfrm>
            <a:custGeom>
              <a:avLst/>
              <a:gdLst>
                <a:gd name="T0" fmla="*/ 77 w 82"/>
                <a:gd name="T1" fmla="*/ 25 h 30"/>
                <a:gd name="T2" fmla="*/ 47 w 82"/>
                <a:gd name="T3" fmla="*/ 29 h 30"/>
                <a:gd name="T4" fmla="*/ 0 w 82"/>
                <a:gd name="T5" fmla="*/ 25 h 30"/>
                <a:gd name="T6" fmla="*/ 82 w 82"/>
                <a:gd name="T7" fmla="*/ 0 h 30"/>
                <a:gd name="T8" fmla="*/ 77 w 8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30">
                  <a:moveTo>
                    <a:pt x="77" y="25"/>
                  </a:moveTo>
                  <a:cubicBezTo>
                    <a:pt x="69" y="28"/>
                    <a:pt x="59" y="30"/>
                    <a:pt x="47" y="29"/>
                  </a:cubicBezTo>
                  <a:cubicBezTo>
                    <a:pt x="37" y="29"/>
                    <a:pt x="17" y="29"/>
                    <a:pt x="0" y="25"/>
                  </a:cubicBezTo>
                  <a:cubicBezTo>
                    <a:pt x="82" y="0"/>
                    <a:pt x="82" y="0"/>
                    <a:pt x="82" y="0"/>
                  </a:cubicBezTo>
                  <a:lnTo>
                    <a:pt x="77" y="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任意多边形: 形状 33" descr="4882631e-cba3-4a10-84a4-f18abc6c8cb1"/>
            <p:cNvSpPr/>
            <p:nvPr/>
          </p:nvSpPr>
          <p:spPr bwMode="auto">
            <a:xfrm flipH="1">
              <a:off x="9571902" y="2514711"/>
              <a:ext cx="1451657" cy="264864"/>
            </a:xfrm>
            <a:custGeom>
              <a:avLst/>
              <a:gdLst>
                <a:gd name="T0" fmla="*/ 952 w 952"/>
                <a:gd name="T1" fmla="*/ 34 h 174"/>
                <a:gd name="T2" fmla="*/ 942 w 952"/>
                <a:gd name="T3" fmla="*/ 87 h 174"/>
                <a:gd name="T4" fmla="*/ 926 w 952"/>
                <a:gd name="T5" fmla="*/ 88 h 174"/>
                <a:gd name="T6" fmla="*/ 919 w 952"/>
                <a:gd name="T7" fmla="*/ 112 h 174"/>
                <a:gd name="T8" fmla="*/ 877 w 952"/>
                <a:gd name="T9" fmla="*/ 135 h 174"/>
                <a:gd name="T10" fmla="*/ 806 w 952"/>
                <a:gd name="T11" fmla="*/ 129 h 174"/>
                <a:gd name="T12" fmla="*/ 778 w 952"/>
                <a:gd name="T13" fmla="*/ 111 h 174"/>
                <a:gd name="T14" fmla="*/ 776 w 952"/>
                <a:gd name="T15" fmla="*/ 98 h 174"/>
                <a:gd name="T16" fmla="*/ 764 w 952"/>
                <a:gd name="T17" fmla="*/ 91 h 174"/>
                <a:gd name="T18" fmla="*/ 758 w 952"/>
                <a:gd name="T19" fmla="*/ 120 h 174"/>
                <a:gd name="T20" fmla="*/ 580 w 952"/>
                <a:gd name="T21" fmla="*/ 111 h 174"/>
                <a:gd name="T22" fmla="*/ 564 w 952"/>
                <a:gd name="T23" fmla="*/ 114 h 174"/>
                <a:gd name="T24" fmla="*/ 492 w 952"/>
                <a:gd name="T25" fmla="*/ 146 h 174"/>
                <a:gd name="T26" fmla="*/ 429 w 952"/>
                <a:gd name="T27" fmla="*/ 117 h 174"/>
                <a:gd name="T28" fmla="*/ 424 w 952"/>
                <a:gd name="T29" fmla="*/ 95 h 174"/>
                <a:gd name="T30" fmla="*/ 409 w 952"/>
                <a:gd name="T31" fmla="*/ 98 h 174"/>
                <a:gd name="T32" fmla="*/ 409 w 952"/>
                <a:gd name="T33" fmla="*/ 115 h 174"/>
                <a:gd name="T34" fmla="*/ 388 w 952"/>
                <a:gd name="T35" fmla="*/ 132 h 174"/>
                <a:gd name="T36" fmla="*/ 364 w 952"/>
                <a:gd name="T37" fmla="*/ 136 h 174"/>
                <a:gd name="T38" fmla="*/ 312 w 952"/>
                <a:gd name="T39" fmla="*/ 105 h 174"/>
                <a:gd name="T40" fmla="*/ 292 w 952"/>
                <a:gd name="T41" fmla="*/ 97 h 174"/>
                <a:gd name="T42" fmla="*/ 173 w 952"/>
                <a:gd name="T43" fmla="*/ 105 h 174"/>
                <a:gd name="T44" fmla="*/ 171 w 952"/>
                <a:gd name="T45" fmla="*/ 100 h 174"/>
                <a:gd name="T46" fmla="*/ 130 w 952"/>
                <a:gd name="T47" fmla="*/ 93 h 174"/>
                <a:gd name="T48" fmla="*/ 78 w 952"/>
                <a:gd name="T49" fmla="*/ 137 h 174"/>
                <a:gd name="T50" fmla="*/ 0 w 952"/>
                <a:gd name="T51" fmla="*/ 70 h 174"/>
                <a:gd name="T52" fmla="*/ 130 w 952"/>
                <a:gd name="T53" fmla="*/ 31 h 174"/>
                <a:gd name="T54" fmla="*/ 169 w 952"/>
                <a:gd name="T55" fmla="*/ 32 h 174"/>
                <a:gd name="T56" fmla="*/ 222 w 952"/>
                <a:gd name="T57" fmla="*/ 8 h 174"/>
                <a:gd name="T58" fmla="*/ 298 w 952"/>
                <a:gd name="T59" fmla="*/ 43 h 174"/>
                <a:gd name="T60" fmla="*/ 371 w 952"/>
                <a:gd name="T61" fmla="*/ 16 h 174"/>
                <a:gd name="T62" fmla="*/ 463 w 952"/>
                <a:gd name="T63" fmla="*/ 48 h 174"/>
                <a:gd name="T64" fmla="*/ 548 w 952"/>
                <a:gd name="T65" fmla="*/ 12 h 174"/>
                <a:gd name="T66" fmla="*/ 621 w 952"/>
                <a:gd name="T67" fmla="*/ 29 h 174"/>
                <a:gd name="T68" fmla="*/ 684 w 952"/>
                <a:gd name="T69" fmla="*/ 2 h 174"/>
                <a:gd name="T70" fmla="*/ 831 w 952"/>
                <a:gd name="T71" fmla="*/ 0 h 174"/>
                <a:gd name="T72" fmla="*/ 910 w 952"/>
                <a:gd name="T73" fmla="*/ 37 h 174"/>
                <a:gd name="T74" fmla="*/ 952 w 952"/>
                <a:gd name="T75" fmla="*/ 3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2" h="174">
                  <a:moveTo>
                    <a:pt x="952" y="34"/>
                  </a:moveTo>
                  <a:cubicBezTo>
                    <a:pt x="942" y="87"/>
                    <a:pt x="942" y="87"/>
                    <a:pt x="942" y="87"/>
                  </a:cubicBezTo>
                  <a:cubicBezTo>
                    <a:pt x="938" y="83"/>
                    <a:pt x="930" y="84"/>
                    <a:pt x="926" y="88"/>
                  </a:cubicBezTo>
                  <a:cubicBezTo>
                    <a:pt x="920" y="97"/>
                    <a:pt x="918" y="105"/>
                    <a:pt x="919" y="112"/>
                  </a:cubicBezTo>
                  <a:cubicBezTo>
                    <a:pt x="908" y="123"/>
                    <a:pt x="887" y="133"/>
                    <a:pt x="877" y="135"/>
                  </a:cubicBezTo>
                  <a:cubicBezTo>
                    <a:pt x="857" y="139"/>
                    <a:pt x="824" y="137"/>
                    <a:pt x="806" y="129"/>
                  </a:cubicBezTo>
                  <a:cubicBezTo>
                    <a:pt x="798" y="126"/>
                    <a:pt x="787" y="116"/>
                    <a:pt x="778" y="111"/>
                  </a:cubicBezTo>
                  <a:cubicBezTo>
                    <a:pt x="777" y="107"/>
                    <a:pt x="777" y="103"/>
                    <a:pt x="776" y="98"/>
                  </a:cubicBezTo>
                  <a:cubicBezTo>
                    <a:pt x="775" y="93"/>
                    <a:pt x="769" y="89"/>
                    <a:pt x="764" y="91"/>
                  </a:cubicBezTo>
                  <a:cubicBezTo>
                    <a:pt x="745" y="97"/>
                    <a:pt x="748" y="109"/>
                    <a:pt x="758" y="120"/>
                  </a:cubicBezTo>
                  <a:cubicBezTo>
                    <a:pt x="748" y="174"/>
                    <a:pt x="602" y="143"/>
                    <a:pt x="580" y="111"/>
                  </a:cubicBezTo>
                  <a:cubicBezTo>
                    <a:pt x="576" y="104"/>
                    <a:pt x="564" y="105"/>
                    <a:pt x="564" y="114"/>
                  </a:cubicBezTo>
                  <a:cubicBezTo>
                    <a:pt x="563" y="141"/>
                    <a:pt x="511" y="147"/>
                    <a:pt x="492" y="146"/>
                  </a:cubicBezTo>
                  <a:cubicBezTo>
                    <a:pt x="480" y="145"/>
                    <a:pt x="440" y="135"/>
                    <a:pt x="429" y="117"/>
                  </a:cubicBezTo>
                  <a:cubicBezTo>
                    <a:pt x="432" y="110"/>
                    <a:pt x="431" y="102"/>
                    <a:pt x="424" y="95"/>
                  </a:cubicBezTo>
                  <a:cubicBezTo>
                    <a:pt x="420" y="91"/>
                    <a:pt x="410" y="91"/>
                    <a:pt x="409" y="98"/>
                  </a:cubicBezTo>
                  <a:cubicBezTo>
                    <a:pt x="407" y="104"/>
                    <a:pt x="408" y="110"/>
                    <a:pt x="409" y="115"/>
                  </a:cubicBezTo>
                  <a:cubicBezTo>
                    <a:pt x="404" y="122"/>
                    <a:pt x="392" y="131"/>
                    <a:pt x="388" y="132"/>
                  </a:cubicBezTo>
                  <a:cubicBezTo>
                    <a:pt x="381" y="136"/>
                    <a:pt x="372" y="137"/>
                    <a:pt x="364" y="136"/>
                  </a:cubicBezTo>
                  <a:cubicBezTo>
                    <a:pt x="351" y="128"/>
                    <a:pt x="307" y="124"/>
                    <a:pt x="312" y="105"/>
                  </a:cubicBezTo>
                  <a:cubicBezTo>
                    <a:pt x="315" y="93"/>
                    <a:pt x="299" y="87"/>
                    <a:pt x="292" y="97"/>
                  </a:cubicBezTo>
                  <a:cubicBezTo>
                    <a:pt x="260" y="143"/>
                    <a:pt x="213" y="129"/>
                    <a:pt x="173" y="105"/>
                  </a:cubicBezTo>
                  <a:cubicBezTo>
                    <a:pt x="173" y="103"/>
                    <a:pt x="172" y="102"/>
                    <a:pt x="171" y="100"/>
                  </a:cubicBezTo>
                  <a:cubicBezTo>
                    <a:pt x="157" y="86"/>
                    <a:pt x="145" y="80"/>
                    <a:pt x="130" y="93"/>
                  </a:cubicBezTo>
                  <a:cubicBezTo>
                    <a:pt x="109" y="110"/>
                    <a:pt x="104" y="132"/>
                    <a:pt x="78" y="13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44" y="34"/>
                    <a:pt x="158" y="34"/>
                    <a:pt x="169" y="32"/>
                  </a:cubicBezTo>
                  <a:cubicBezTo>
                    <a:pt x="180" y="30"/>
                    <a:pt x="206" y="21"/>
                    <a:pt x="222" y="8"/>
                  </a:cubicBezTo>
                  <a:cubicBezTo>
                    <a:pt x="240" y="28"/>
                    <a:pt x="279" y="40"/>
                    <a:pt x="298" y="43"/>
                  </a:cubicBezTo>
                  <a:cubicBezTo>
                    <a:pt x="333" y="48"/>
                    <a:pt x="359" y="41"/>
                    <a:pt x="371" y="16"/>
                  </a:cubicBezTo>
                  <a:cubicBezTo>
                    <a:pt x="390" y="40"/>
                    <a:pt x="435" y="46"/>
                    <a:pt x="463" y="48"/>
                  </a:cubicBezTo>
                  <a:cubicBezTo>
                    <a:pt x="505" y="52"/>
                    <a:pt x="540" y="47"/>
                    <a:pt x="548" y="12"/>
                  </a:cubicBezTo>
                  <a:cubicBezTo>
                    <a:pt x="568" y="26"/>
                    <a:pt x="602" y="30"/>
                    <a:pt x="621" y="29"/>
                  </a:cubicBezTo>
                  <a:cubicBezTo>
                    <a:pt x="641" y="27"/>
                    <a:pt x="668" y="18"/>
                    <a:pt x="684" y="2"/>
                  </a:cubicBezTo>
                  <a:cubicBezTo>
                    <a:pt x="712" y="34"/>
                    <a:pt x="803" y="43"/>
                    <a:pt x="831" y="0"/>
                  </a:cubicBezTo>
                  <a:cubicBezTo>
                    <a:pt x="848" y="23"/>
                    <a:pt x="884" y="33"/>
                    <a:pt x="910" y="37"/>
                  </a:cubicBezTo>
                  <a:cubicBezTo>
                    <a:pt x="922" y="39"/>
                    <a:pt x="937" y="38"/>
                    <a:pt x="952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任意多边形: 形状 34" descr="f2a4c137-5518-49eb-9145-b95392b3269e"/>
            <p:cNvSpPr/>
            <p:nvPr/>
          </p:nvSpPr>
          <p:spPr bwMode="auto">
            <a:xfrm flipH="1">
              <a:off x="9496772" y="2197638"/>
              <a:ext cx="152806" cy="31835"/>
            </a:xfrm>
            <a:custGeom>
              <a:avLst/>
              <a:gdLst>
                <a:gd name="T0" fmla="*/ 70 w 100"/>
                <a:gd name="T1" fmla="*/ 4 h 21"/>
                <a:gd name="T2" fmla="*/ 100 w 100"/>
                <a:gd name="T3" fmla="*/ 0 h 21"/>
                <a:gd name="T4" fmla="*/ 96 w 100"/>
                <a:gd name="T5" fmla="*/ 19 h 21"/>
                <a:gd name="T6" fmla="*/ 77 w 100"/>
                <a:gd name="T7" fmla="*/ 21 h 21"/>
                <a:gd name="T8" fmla="*/ 0 w 100"/>
                <a:gd name="T9" fmla="*/ 7 h 21"/>
                <a:gd name="T10" fmla="*/ 23 w 100"/>
                <a:gd name="T11" fmla="*/ 0 h 21"/>
                <a:gd name="T12" fmla="*/ 70 w 100"/>
                <a:gd name="T13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21">
                  <a:moveTo>
                    <a:pt x="70" y="4"/>
                  </a:moveTo>
                  <a:cubicBezTo>
                    <a:pt x="82" y="5"/>
                    <a:pt x="92" y="3"/>
                    <a:pt x="100" y="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0" y="20"/>
                    <a:pt x="84" y="21"/>
                    <a:pt x="77" y="21"/>
                  </a:cubicBezTo>
                  <a:cubicBezTo>
                    <a:pt x="57" y="20"/>
                    <a:pt x="23" y="19"/>
                    <a:pt x="0" y="7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40" y="4"/>
                    <a:pt x="60" y="4"/>
                    <a:pt x="70" y="4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任意多边形: 形状 35" descr="18de036f-f3ce-44b6-ab53-b8f71265d8d6"/>
            <p:cNvSpPr/>
            <p:nvPr/>
          </p:nvSpPr>
          <p:spPr bwMode="auto">
            <a:xfrm flipH="1">
              <a:off x="9335052" y="1920041"/>
              <a:ext cx="355274" cy="138799"/>
            </a:xfrm>
            <a:custGeom>
              <a:avLst/>
              <a:gdLst>
                <a:gd name="T0" fmla="*/ 121 w 233"/>
                <a:gd name="T1" fmla="*/ 68 h 91"/>
                <a:gd name="T2" fmla="*/ 205 w 233"/>
                <a:gd name="T3" fmla="*/ 11 h 91"/>
                <a:gd name="T4" fmla="*/ 222 w 233"/>
                <a:gd name="T5" fmla="*/ 12 h 91"/>
                <a:gd name="T6" fmla="*/ 233 w 233"/>
                <a:gd name="T7" fmla="*/ 53 h 91"/>
                <a:gd name="T8" fmla="*/ 222 w 233"/>
                <a:gd name="T9" fmla="*/ 64 h 91"/>
                <a:gd name="T10" fmla="*/ 212 w 233"/>
                <a:gd name="T11" fmla="*/ 49 h 91"/>
                <a:gd name="T12" fmla="*/ 126 w 233"/>
                <a:gd name="T13" fmla="*/ 87 h 91"/>
                <a:gd name="T14" fmla="*/ 56 w 233"/>
                <a:gd name="T15" fmla="*/ 47 h 91"/>
                <a:gd name="T16" fmla="*/ 19 w 233"/>
                <a:gd name="T17" fmla="*/ 85 h 91"/>
                <a:gd name="T18" fmla="*/ 0 w 233"/>
                <a:gd name="T19" fmla="*/ 73 h 91"/>
                <a:gd name="T20" fmla="*/ 45 w 233"/>
                <a:gd name="T21" fmla="*/ 32 h 91"/>
                <a:gd name="T22" fmla="*/ 49 w 233"/>
                <a:gd name="T23" fmla="*/ 27 h 91"/>
                <a:gd name="T24" fmla="*/ 50 w 233"/>
                <a:gd name="T25" fmla="*/ 8 h 91"/>
                <a:gd name="T26" fmla="*/ 55 w 233"/>
                <a:gd name="T27" fmla="*/ 3 h 91"/>
                <a:gd name="T28" fmla="*/ 59 w 233"/>
                <a:gd name="T29" fmla="*/ 3 h 91"/>
                <a:gd name="T30" fmla="*/ 63 w 233"/>
                <a:gd name="T31" fmla="*/ 17 h 91"/>
                <a:gd name="T32" fmla="*/ 75 w 233"/>
                <a:gd name="T33" fmla="*/ 44 h 91"/>
                <a:gd name="T34" fmla="*/ 102 w 233"/>
                <a:gd name="T35" fmla="*/ 63 h 91"/>
                <a:gd name="T36" fmla="*/ 121 w 233"/>
                <a:gd name="T37" fmla="*/ 6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3" h="91">
                  <a:moveTo>
                    <a:pt x="121" y="68"/>
                  </a:moveTo>
                  <a:cubicBezTo>
                    <a:pt x="162" y="74"/>
                    <a:pt x="203" y="49"/>
                    <a:pt x="205" y="11"/>
                  </a:cubicBezTo>
                  <a:cubicBezTo>
                    <a:pt x="206" y="0"/>
                    <a:pt x="222" y="1"/>
                    <a:pt x="222" y="12"/>
                  </a:cubicBezTo>
                  <a:cubicBezTo>
                    <a:pt x="220" y="28"/>
                    <a:pt x="225" y="42"/>
                    <a:pt x="233" y="53"/>
                  </a:cubicBezTo>
                  <a:cubicBezTo>
                    <a:pt x="222" y="64"/>
                    <a:pt x="222" y="64"/>
                    <a:pt x="222" y="64"/>
                  </a:cubicBezTo>
                  <a:cubicBezTo>
                    <a:pt x="218" y="59"/>
                    <a:pt x="215" y="55"/>
                    <a:pt x="212" y="49"/>
                  </a:cubicBezTo>
                  <a:cubicBezTo>
                    <a:pt x="199" y="74"/>
                    <a:pt x="158" y="91"/>
                    <a:pt x="126" y="87"/>
                  </a:cubicBezTo>
                  <a:cubicBezTo>
                    <a:pt x="100" y="83"/>
                    <a:pt x="70" y="69"/>
                    <a:pt x="56" y="47"/>
                  </a:cubicBezTo>
                  <a:cubicBezTo>
                    <a:pt x="49" y="70"/>
                    <a:pt x="36" y="81"/>
                    <a:pt x="19" y="85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23" y="72"/>
                    <a:pt x="39" y="62"/>
                    <a:pt x="45" y="32"/>
                  </a:cubicBezTo>
                  <a:cubicBezTo>
                    <a:pt x="46" y="29"/>
                    <a:pt x="47" y="28"/>
                    <a:pt x="49" y="27"/>
                  </a:cubicBezTo>
                  <a:cubicBezTo>
                    <a:pt x="48" y="21"/>
                    <a:pt x="48" y="15"/>
                    <a:pt x="50" y="8"/>
                  </a:cubicBezTo>
                  <a:cubicBezTo>
                    <a:pt x="50" y="6"/>
                    <a:pt x="53" y="4"/>
                    <a:pt x="55" y="3"/>
                  </a:cubicBezTo>
                  <a:cubicBezTo>
                    <a:pt x="56" y="3"/>
                    <a:pt x="58" y="3"/>
                    <a:pt x="59" y="3"/>
                  </a:cubicBezTo>
                  <a:cubicBezTo>
                    <a:pt x="68" y="2"/>
                    <a:pt x="72" y="14"/>
                    <a:pt x="63" y="17"/>
                  </a:cubicBezTo>
                  <a:cubicBezTo>
                    <a:pt x="64" y="27"/>
                    <a:pt x="68" y="36"/>
                    <a:pt x="75" y="44"/>
                  </a:cubicBezTo>
                  <a:cubicBezTo>
                    <a:pt x="81" y="54"/>
                    <a:pt x="90" y="60"/>
                    <a:pt x="102" y="63"/>
                  </a:cubicBezTo>
                  <a:cubicBezTo>
                    <a:pt x="108" y="65"/>
                    <a:pt x="115" y="67"/>
                    <a:pt x="121" y="6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任意多边形: 形状 36" descr="9b2abbe7-3948-4e95-a7ac-8fdeb7488a5c"/>
            <p:cNvSpPr/>
            <p:nvPr/>
          </p:nvSpPr>
          <p:spPr bwMode="auto">
            <a:xfrm flipH="1">
              <a:off x="9591002" y="3674763"/>
              <a:ext cx="1455478" cy="561562"/>
            </a:xfrm>
            <a:custGeom>
              <a:avLst/>
              <a:gdLst>
                <a:gd name="T0" fmla="*/ 985 w 1143"/>
                <a:gd name="T1" fmla="*/ 0 h 441"/>
                <a:gd name="T2" fmla="*/ 1143 w 1143"/>
                <a:gd name="T3" fmla="*/ 441 h 441"/>
                <a:gd name="T4" fmla="*/ 0 w 1143"/>
                <a:gd name="T5" fmla="*/ 222 h 441"/>
                <a:gd name="T6" fmla="*/ 337 w 1143"/>
                <a:gd name="T7" fmla="*/ 147 h 441"/>
                <a:gd name="T8" fmla="*/ 446 w 1143"/>
                <a:gd name="T9" fmla="*/ 122 h 441"/>
                <a:gd name="T10" fmla="*/ 474 w 1143"/>
                <a:gd name="T11" fmla="*/ 115 h 441"/>
                <a:gd name="T12" fmla="*/ 985 w 1143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3" h="441">
                  <a:moveTo>
                    <a:pt x="985" y="0"/>
                  </a:moveTo>
                  <a:lnTo>
                    <a:pt x="1143" y="441"/>
                  </a:lnTo>
                  <a:lnTo>
                    <a:pt x="0" y="222"/>
                  </a:lnTo>
                  <a:lnTo>
                    <a:pt x="337" y="147"/>
                  </a:lnTo>
                  <a:lnTo>
                    <a:pt x="446" y="122"/>
                  </a:lnTo>
                  <a:lnTo>
                    <a:pt x="474" y="115"/>
                  </a:lnTo>
                  <a:lnTo>
                    <a:pt x="9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任意多边形: 形状 37" descr="bb6b6b46-2d73-4513-8958-9c94ec387f26"/>
            <p:cNvSpPr/>
            <p:nvPr/>
          </p:nvSpPr>
          <p:spPr bwMode="auto">
            <a:xfrm flipH="1">
              <a:off x="9601189" y="2678977"/>
              <a:ext cx="1274657" cy="299246"/>
            </a:xfrm>
            <a:custGeom>
              <a:avLst/>
              <a:gdLst>
                <a:gd name="T0" fmla="*/ 836 w 836"/>
                <a:gd name="T1" fmla="*/ 23 h 197"/>
                <a:gd name="T2" fmla="*/ 809 w 836"/>
                <a:gd name="T3" fmla="*/ 155 h 197"/>
                <a:gd name="T4" fmla="*/ 770 w 836"/>
                <a:gd name="T5" fmla="*/ 127 h 197"/>
                <a:gd name="T6" fmla="*/ 779 w 836"/>
                <a:gd name="T7" fmla="*/ 85 h 197"/>
                <a:gd name="T8" fmla="*/ 768 w 836"/>
                <a:gd name="T9" fmla="*/ 78 h 197"/>
                <a:gd name="T10" fmla="*/ 749 w 836"/>
                <a:gd name="T11" fmla="*/ 120 h 197"/>
                <a:gd name="T12" fmla="*/ 749 w 836"/>
                <a:gd name="T13" fmla="*/ 121 h 197"/>
                <a:gd name="T14" fmla="*/ 717 w 836"/>
                <a:gd name="T15" fmla="*/ 155 h 197"/>
                <a:gd name="T16" fmla="*/ 627 w 836"/>
                <a:gd name="T17" fmla="*/ 107 h 197"/>
                <a:gd name="T18" fmla="*/ 608 w 836"/>
                <a:gd name="T19" fmla="*/ 106 h 197"/>
                <a:gd name="T20" fmla="*/ 608 w 836"/>
                <a:gd name="T21" fmla="*/ 133 h 197"/>
                <a:gd name="T22" fmla="*/ 588 w 836"/>
                <a:gd name="T23" fmla="*/ 184 h 197"/>
                <a:gd name="T24" fmla="*/ 521 w 836"/>
                <a:gd name="T25" fmla="*/ 170 h 197"/>
                <a:gd name="T26" fmla="*/ 505 w 836"/>
                <a:gd name="T27" fmla="*/ 122 h 197"/>
                <a:gd name="T28" fmla="*/ 487 w 836"/>
                <a:gd name="T29" fmla="*/ 121 h 197"/>
                <a:gd name="T30" fmla="*/ 431 w 836"/>
                <a:gd name="T31" fmla="*/ 196 h 197"/>
                <a:gd name="T32" fmla="*/ 343 w 836"/>
                <a:gd name="T33" fmla="*/ 116 h 197"/>
                <a:gd name="T34" fmla="*/ 326 w 836"/>
                <a:gd name="T35" fmla="*/ 115 h 197"/>
                <a:gd name="T36" fmla="*/ 305 w 836"/>
                <a:gd name="T37" fmla="*/ 176 h 197"/>
                <a:gd name="T38" fmla="*/ 226 w 836"/>
                <a:gd name="T39" fmla="*/ 184 h 197"/>
                <a:gd name="T40" fmla="*/ 158 w 836"/>
                <a:gd name="T41" fmla="*/ 108 h 197"/>
                <a:gd name="T42" fmla="*/ 143 w 836"/>
                <a:gd name="T43" fmla="*/ 111 h 197"/>
                <a:gd name="T44" fmla="*/ 122 w 836"/>
                <a:gd name="T45" fmla="*/ 150 h 197"/>
                <a:gd name="T46" fmla="*/ 30 w 836"/>
                <a:gd name="T47" fmla="*/ 71 h 197"/>
                <a:gd name="T48" fmla="*/ 0 w 836"/>
                <a:gd name="T49" fmla="*/ 45 h 197"/>
                <a:gd name="T50" fmla="*/ 13 w 836"/>
                <a:gd name="T51" fmla="*/ 39 h 197"/>
                <a:gd name="T52" fmla="*/ 38 w 836"/>
                <a:gd name="T53" fmla="*/ 15 h 197"/>
                <a:gd name="T54" fmla="*/ 49 w 836"/>
                <a:gd name="T55" fmla="*/ 0 h 197"/>
                <a:gd name="T56" fmla="*/ 130 w 836"/>
                <a:gd name="T57" fmla="*/ 41 h 197"/>
                <a:gd name="T58" fmla="*/ 199 w 836"/>
                <a:gd name="T59" fmla="*/ 18 h 197"/>
                <a:gd name="T60" fmla="*/ 210 w 836"/>
                <a:gd name="T61" fmla="*/ 31 h 197"/>
                <a:gd name="T62" fmla="*/ 263 w 836"/>
                <a:gd name="T63" fmla="*/ 45 h 197"/>
                <a:gd name="T64" fmla="*/ 306 w 836"/>
                <a:gd name="T65" fmla="*/ 36 h 197"/>
                <a:gd name="T66" fmla="*/ 322 w 836"/>
                <a:gd name="T67" fmla="*/ 23 h 197"/>
                <a:gd name="T68" fmla="*/ 385 w 836"/>
                <a:gd name="T69" fmla="*/ 55 h 197"/>
                <a:gd name="T70" fmla="*/ 480 w 836"/>
                <a:gd name="T71" fmla="*/ 23 h 197"/>
                <a:gd name="T72" fmla="*/ 677 w 836"/>
                <a:gd name="T73" fmla="*/ 26 h 197"/>
                <a:gd name="T74" fmla="*/ 700 w 836"/>
                <a:gd name="T75" fmla="*/ 39 h 197"/>
                <a:gd name="T76" fmla="*/ 835 w 836"/>
                <a:gd name="T77" fmla="*/ 22 h 197"/>
                <a:gd name="T78" fmla="*/ 836 w 836"/>
                <a:gd name="T79" fmla="*/ 2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36" h="197">
                  <a:moveTo>
                    <a:pt x="836" y="23"/>
                  </a:moveTo>
                  <a:cubicBezTo>
                    <a:pt x="809" y="155"/>
                    <a:pt x="809" y="155"/>
                    <a:pt x="809" y="155"/>
                  </a:cubicBezTo>
                  <a:cubicBezTo>
                    <a:pt x="793" y="153"/>
                    <a:pt x="777" y="147"/>
                    <a:pt x="770" y="127"/>
                  </a:cubicBezTo>
                  <a:cubicBezTo>
                    <a:pt x="777" y="113"/>
                    <a:pt x="781" y="98"/>
                    <a:pt x="779" y="85"/>
                  </a:cubicBezTo>
                  <a:cubicBezTo>
                    <a:pt x="778" y="79"/>
                    <a:pt x="772" y="77"/>
                    <a:pt x="768" y="78"/>
                  </a:cubicBezTo>
                  <a:cubicBezTo>
                    <a:pt x="748" y="80"/>
                    <a:pt x="748" y="105"/>
                    <a:pt x="749" y="120"/>
                  </a:cubicBezTo>
                  <a:cubicBezTo>
                    <a:pt x="749" y="121"/>
                    <a:pt x="749" y="121"/>
                    <a:pt x="749" y="121"/>
                  </a:cubicBezTo>
                  <a:cubicBezTo>
                    <a:pt x="740" y="135"/>
                    <a:pt x="727" y="149"/>
                    <a:pt x="717" y="155"/>
                  </a:cubicBezTo>
                  <a:cubicBezTo>
                    <a:pt x="676" y="182"/>
                    <a:pt x="623" y="161"/>
                    <a:pt x="627" y="107"/>
                  </a:cubicBezTo>
                  <a:cubicBezTo>
                    <a:pt x="627" y="95"/>
                    <a:pt x="609" y="95"/>
                    <a:pt x="608" y="106"/>
                  </a:cubicBezTo>
                  <a:cubicBezTo>
                    <a:pt x="608" y="116"/>
                    <a:pt x="607" y="125"/>
                    <a:pt x="608" y="133"/>
                  </a:cubicBezTo>
                  <a:cubicBezTo>
                    <a:pt x="607" y="153"/>
                    <a:pt x="604" y="175"/>
                    <a:pt x="588" y="184"/>
                  </a:cubicBezTo>
                  <a:cubicBezTo>
                    <a:pt x="570" y="195"/>
                    <a:pt x="536" y="182"/>
                    <a:pt x="521" y="170"/>
                  </a:cubicBezTo>
                  <a:cubicBezTo>
                    <a:pt x="504" y="155"/>
                    <a:pt x="504" y="143"/>
                    <a:pt x="505" y="122"/>
                  </a:cubicBezTo>
                  <a:cubicBezTo>
                    <a:pt x="506" y="111"/>
                    <a:pt x="488" y="110"/>
                    <a:pt x="487" y="121"/>
                  </a:cubicBezTo>
                  <a:cubicBezTo>
                    <a:pt x="484" y="155"/>
                    <a:pt x="472" y="195"/>
                    <a:pt x="431" y="196"/>
                  </a:cubicBezTo>
                  <a:cubicBezTo>
                    <a:pt x="386" y="197"/>
                    <a:pt x="343" y="160"/>
                    <a:pt x="343" y="116"/>
                  </a:cubicBezTo>
                  <a:cubicBezTo>
                    <a:pt x="343" y="105"/>
                    <a:pt x="326" y="104"/>
                    <a:pt x="326" y="115"/>
                  </a:cubicBezTo>
                  <a:cubicBezTo>
                    <a:pt x="324" y="137"/>
                    <a:pt x="323" y="160"/>
                    <a:pt x="305" y="176"/>
                  </a:cubicBezTo>
                  <a:cubicBezTo>
                    <a:pt x="285" y="194"/>
                    <a:pt x="250" y="191"/>
                    <a:pt x="226" y="184"/>
                  </a:cubicBezTo>
                  <a:cubicBezTo>
                    <a:pt x="184" y="173"/>
                    <a:pt x="176" y="141"/>
                    <a:pt x="158" y="108"/>
                  </a:cubicBezTo>
                  <a:cubicBezTo>
                    <a:pt x="154" y="100"/>
                    <a:pt x="144" y="103"/>
                    <a:pt x="143" y="111"/>
                  </a:cubicBezTo>
                  <a:cubicBezTo>
                    <a:pt x="140" y="127"/>
                    <a:pt x="133" y="141"/>
                    <a:pt x="122" y="150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5" y="44"/>
                    <a:pt x="9" y="42"/>
                    <a:pt x="13" y="39"/>
                  </a:cubicBezTo>
                  <a:cubicBezTo>
                    <a:pt x="23" y="32"/>
                    <a:pt x="31" y="24"/>
                    <a:pt x="38" y="15"/>
                  </a:cubicBezTo>
                  <a:cubicBezTo>
                    <a:pt x="43" y="8"/>
                    <a:pt x="45" y="2"/>
                    <a:pt x="49" y="0"/>
                  </a:cubicBezTo>
                  <a:cubicBezTo>
                    <a:pt x="62" y="25"/>
                    <a:pt x="106" y="39"/>
                    <a:pt x="130" y="41"/>
                  </a:cubicBezTo>
                  <a:cubicBezTo>
                    <a:pt x="158" y="44"/>
                    <a:pt x="181" y="36"/>
                    <a:pt x="199" y="18"/>
                  </a:cubicBezTo>
                  <a:cubicBezTo>
                    <a:pt x="202" y="23"/>
                    <a:pt x="205" y="27"/>
                    <a:pt x="210" y="31"/>
                  </a:cubicBezTo>
                  <a:cubicBezTo>
                    <a:pt x="223" y="39"/>
                    <a:pt x="247" y="49"/>
                    <a:pt x="263" y="45"/>
                  </a:cubicBezTo>
                  <a:cubicBezTo>
                    <a:pt x="278" y="46"/>
                    <a:pt x="293" y="43"/>
                    <a:pt x="306" y="36"/>
                  </a:cubicBezTo>
                  <a:cubicBezTo>
                    <a:pt x="311" y="32"/>
                    <a:pt x="317" y="28"/>
                    <a:pt x="322" y="23"/>
                  </a:cubicBezTo>
                  <a:cubicBezTo>
                    <a:pt x="337" y="41"/>
                    <a:pt x="366" y="52"/>
                    <a:pt x="385" y="55"/>
                  </a:cubicBezTo>
                  <a:cubicBezTo>
                    <a:pt x="414" y="59"/>
                    <a:pt x="465" y="52"/>
                    <a:pt x="480" y="23"/>
                  </a:cubicBezTo>
                  <a:cubicBezTo>
                    <a:pt x="527" y="63"/>
                    <a:pt x="654" y="80"/>
                    <a:pt x="677" y="26"/>
                  </a:cubicBezTo>
                  <a:cubicBezTo>
                    <a:pt x="686" y="32"/>
                    <a:pt x="695" y="37"/>
                    <a:pt x="700" y="39"/>
                  </a:cubicBezTo>
                  <a:cubicBezTo>
                    <a:pt x="731" y="52"/>
                    <a:pt x="805" y="52"/>
                    <a:pt x="835" y="22"/>
                  </a:cubicBezTo>
                  <a:cubicBezTo>
                    <a:pt x="835" y="22"/>
                    <a:pt x="836" y="23"/>
                    <a:pt x="836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任意多边形: 形状 38" descr="86050647-03c8-497e-b468-fb06c279b3ef"/>
            <p:cNvSpPr/>
            <p:nvPr/>
          </p:nvSpPr>
          <p:spPr bwMode="auto">
            <a:xfrm flipH="1">
              <a:off x="9678866" y="2215466"/>
              <a:ext cx="80224" cy="25468"/>
            </a:xfrm>
            <a:custGeom>
              <a:avLst/>
              <a:gdLst>
                <a:gd name="T0" fmla="*/ 0 w 53"/>
                <a:gd name="T1" fmla="*/ 16 h 17"/>
                <a:gd name="T2" fmla="*/ 53 w 53"/>
                <a:gd name="T3" fmla="*/ 0 h 17"/>
                <a:gd name="T4" fmla="*/ 25 w 53"/>
                <a:gd name="T5" fmla="*/ 16 h 17"/>
                <a:gd name="T6" fmla="*/ 0 w 53"/>
                <a:gd name="T7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7">
                  <a:moveTo>
                    <a:pt x="0" y="16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47" y="8"/>
                    <a:pt x="39" y="14"/>
                    <a:pt x="25" y="16"/>
                  </a:cubicBezTo>
                  <a:cubicBezTo>
                    <a:pt x="17" y="17"/>
                    <a:pt x="8" y="17"/>
                    <a:pt x="0" y="16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任意多边形: 形状 39" descr="598e1eb9-c08d-48d6-8cbe-97f342d2dd75"/>
            <p:cNvSpPr/>
            <p:nvPr/>
          </p:nvSpPr>
          <p:spPr bwMode="auto">
            <a:xfrm flipH="1">
              <a:off x="9690326" y="3160316"/>
              <a:ext cx="6367" cy="29288"/>
            </a:xfrm>
            <a:custGeom>
              <a:avLst/>
              <a:gdLst>
                <a:gd name="T0" fmla="*/ 5 w 5"/>
                <a:gd name="T1" fmla="*/ 0 h 23"/>
                <a:gd name="T2" fmla="*/ 0 w 5"/>
                <a:gd name="T3" fmla="*/ 23 h 23"/>
                <a:gd name="T4" fmla="*/ 5 w 5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3">
                  <a:moveTo>
                    <a:pt x="5" y="0"/>
                  </a:moveTo>
                  <a:lnTo>
                    <a:pt x="0" y="2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任意多边形: 形状 40" descr="ceba13fa-4424-4397-af10-08f74abe2056"/>
            <p:cNvSpPr/>
            <p:nvPr/>
          </p:nvSpPr>
          <p:spPr bwMode="auto">
            <a:xfrm flipH="1">
              <a:off x="9503139" y="2207825"/>
              <a:ext cx="357821" cy="161720"/>
            </a:xfrm>
            <a:custGeom>
              <a:avLst/>
              <a:gdLst>
                <a:gd name="T0" fmla="*/ 235 w 235"/>
                <a:gd name="T1" fmla="*/ 12 h 106"/>
                <a:gd name="T2" fmla="*/ 216 w 235"/>
                <a:gd name="T3" fmla="*/ 106 h 106"/>
                <a:gd name="T4" fmla="*/ 200 w 235"/>
                <a:gd name="T5" fmla="*/ 91 h 106"/>
                <a:gd name="T6" fmla="*/ 195 w 235"/>
                <a:gd name="T7" fmla="*/ 63 h 106"/>
                <a:gd name="T8" fmla="*/ 182 w 235"/>
                <a:gd name="T9" fmla="*/ 66 h 106"/>
                <a:gd name="T10" fmla="*/ 182 w 235"/>
                <a:gd name="T11" fmla="*/ 92 h 106"/>
                <a:gd name="T12" fmla="*/ 127 w 235"/>
                <a:gd name="T13" fmla="*/ 103 h 106"/>
                <a:gd name="T14" fmla="*/ 77 w 235"/>
                <a:gd name="T15" fmla="*/ 96 h 106"/>
                <a:gd name="T16" fmla="*/ 12 w 235"/>
                <a:gd name="T17" fmla="*/ 55 h 106"/>
                <a:gd name="T18" fmla="*/ 2 w 235"/>
                <a:gd name="T19" fmla="*/ 50 h 106"/>
                <a:gd name="T20" fmla="*/ 0 w 235"/>
                <a:gd name="T21" fmla="*/ 41 h 106"/>
                <a:gd name="T22" fmla="*/ 67 w 235"/>
                <a:gd name="T23" fmla="*/ 21 h 106"/>
                <a:gd name="T24" fmla="*/ 92 w 235"/>
                <a:gd name="T25" fmla="*/ 21 h 106"/>
                <a:gd name="T26" fmla="*/ 120 w 235"/>
                <a:gd name="T27" fmla="*/ 5 h 106"/>
                <a:gd name="T28" fmla="*/ 139 w 235"/>
                <a:gd name="T29" fmla="*/ 0 h 106"/>
                <a:gd name="T30" fmla="*/ 216 w 235"/>
                <a:gd name="T31" fmla="*/ 14 h 106"/>
                <a:gd name="T32" fmla="*/ 235 w 235"/>
                <a:gd name="T33" fmla="*/ 12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5" h="105">
                  <a:moveTo>
                    <a:pt x="235" y="12"/>
                  </a:moveTo>
                  <a:cubicBezTo>
                    <a:pt x="216" y="106"/>
                    <a:pt x="216" y="106"/>
                    <a:pt x="216" y="106"/>
                  </a:cubicBezTo>
                  <a:cubicBezTo>
                    <a:pt x="209" y="102"/>
                    <a:pt x="203" y="97"/>
                    <a:pt x="200" y="91"/>
                  </a:cubicBezTo>
                  <a:cubicBezTo>
                    <a:pt x="204" y="83"/>
                    <a:pt x="204" y="74"/>
                    <a:pt x="195" y="63"/>
                  </a:cubicBezTo>
                  <a:cubicBezTo>
                    <a:pt x="191" y="59"/>
                    <a:pt x="183" y="60"/>
                    <a:pt x="182" y="66"/>
                  </a:cubicBezTo>
                  <a:cubicBezTo>
                    <a:pt x="179" y="76"/>
                    <a:pt x="179" y="85"/>
                    <a:pt x="182" y="92"/>
                  </a:cubicBezTo>
                  <a:cubicBezTo>
                    <a:pt x="167" y="102"/>
                    <a:pt x="131" y="103"/>
                    <a:pt x="127" y="103"/>
                  </a:cubicBezTo>
                  <a:cubicBezTo>
                    <a:pt x="110" y="102"/>
                    <a:pt x="94" y="100"/>
                    <a:pt x="77" y="96"/>
                  </a:cubicBezTo>
                  <a:cubicBezTo>
                    <a:pt x="56" y="92"/>
                    <a:pt x="17" y="80"/>
                    <a:pt x="12" y="55"/>
                  </a:cubicBezTo>
                  <a:cubicBezTo>
                    <a:pt x="11" y="50"/>
                    <a:pt x="6" y="49"/>
                    <a:pt x="2" y="5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75" y="22"/>
                    <a:pt x="84" y="22"/>
                    <a:pt x="92" y="21"/>
                  </a:cubicBezTo>
                  <a:cubicBezTo>
                    <a:pt x="106" y="19"/>
                    <a:pt x="114" y="13"/>
                    <a:pt x="120" y="5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62" y="12"/>
                    <a:pt x="196" y="13"/>
                    <a:pt x="216" y="14"/>
                  </a:cubicBezTo>
                  <a:cubicBezTo>
                    <a:pt x="223" y="14"/>
                    <a:pt x="229" y="13"/>
                    <a:pt x="235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任意多边形: 形状 41" descr="324214c7-cc2d-4c29-ae4a-9bbad236417f"/>
            <p:cNvSpPr/>
            <p:nvPr/>
          </p:nvSpPr>
          <p:spPr bwMode="auto">
            <a:xfrm flipH="1">
              <a:off x="9787104" y="3581806"/>
              <a:ext cx="78950" cy="86590"/>
            </a:xfrm>
            <a:custGeom>
              <a:avLst/>
              <a:gdLst>
                <a:gd name="T0" fmla="*/ 38 w 52"/>
                <a:gd name="T1" fmla="*/ 53 h 57"/>
                <a:gd name="T2" fmla="*/ 0 w 52"/>
                <a:gd name="T3" fmla="*/ 20 h 57"/>
                <a:gd name="T4" fmla="*/ 1 w 52"/>
                <a:gd name="T5" fmla="*/ 9 h 57"/>
                <a:gd name="T6" fmla="*/ 15 w 52"/>
                <a:gd name="T7" fmla="*/ 8 h 57"/>
                <a:gd name="T8" fmla="*/ 52 w 52"/>
                <a:gd name="T9" fmla="*/ 41 h 57"/>
                <a:gd name="T10" fmla="*/ 48 w 52"/>
                <a:gd name="T11" fmla="*/ 57 h 57"/>
                <a:gd name="T12" fmla="*/ 38 w 52"/>
                <a:gd name="T13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57">
                  <a:moveTo>
                    <a:pt x="38" y="53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7"/>
                    <a:pt x="1" y="13"/>
                    <a:pt x="1" y="9"/>
                  </a:cubicBezTo>
                  <a:cubicBezTo>
                    <a:pt x="1" y="1"/>
                    <a:pt x="13" y="0"/>
                    <a:pt x="15" y="8"/>
                  </a:cubicBezTo>
                  <a:cubicBezTo>
                    <a:pt x="18" y="24"/>
                    <a:pt x="35" y="34"/>
                    <a:pt x="52" y="41"/>
                  </a:cubicBezTo>
                  <a:cubicBezTo>
                    <a:pt x="48" y="57"/>
                    <a:pt x="48" y="57"/>
                    <a:pt x="48" y="57"/>
                  </a:cubicBezTo>
                  <a:cubicBezTo>
                    <a:pt x="45" y="56"/>
                    <a:pt x="41" y="54"/>
                    <a:pt x="38" y="53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任意多边形: 形状 42" descr="4d977684-4ec1-40b3-bb4b-ce705439b29b"/>
            <p:cNvSpPr/>
            <p:nvPr/>
          </p:nvSpPr>
          <p:spPr bwMode="auto">
            <a:xfrm flipH="1">
              <a:off x="9762909" y="3468475"/>
              <a:ext cx="189735" cy="91684"/>
            </a:xfrm>
            <a:custGeom>
              <a:avLst/>
              <a:gdLst>
                <a:gd name="T0" fmla="*/ 58 w 125"/>
                <a:gd name="T1" fmla="*/ 22 h 60"/>
                <a:gd name="T2" fmla="*/ 17 w 125"/>
                <a:gd name="T3" fmla="*/ 60 h 60"/>
                <a:gd name="T4" fmla="*/ 0 w 125"/>
                <a:gd name="T5" fmla="*/ 45 h 60"/>
                <a:gd name="T6" fmla="*/ 46 w 125"/>
                <a:gd name="T7" fmla="*/ 9 h 60"/>
                <a:gd name="T8" fmla="*/ 57 w 125"/>
                <a:gd name="T9" fmla="*/ 3 h 60"/>
                <a:gd name="T10" fmla="*/ 125 w 125"/>
                <a:gd name="T11" fmla="*/ 32 h 60"/>
                <a:gd name="T12" fmla="*/ 122 w 125"/>
                <a:gd name="T13" fmla="*/ 48 h 60"/>
                <a:gd name="T14" fmla="*/ 58 w 125"/>
                <a:gd name="T15" fmla="*/ 2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5" h="60">
                  <a:moveTo>
                    <a:pt x="58" y="22"/>
                  </a:moveTo>
                  <a:cubicBezTo>
                    <a:pt x="51" y="45"/>
                    <a:pt x="37" y="56"/>
                    <a:pt x="17" y="6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24" y="41"/>
                    <a:pt x="43" y="30"/>
                    <a:pt x="46" y="9"/>
                  </a:cubicBezTo>
                  <a:cubicBezTo>
                    <a:pt x="47" y="5"/>
                    <a:pt x="52" y="0"/>
                    <a:pt x="57" y="3"/>
                  </a:cubicBezTo>
                  <a:cubicBezTo>
                    <a:pt x="73" y="16"/>
                    <a:pt x="101" y="29"/>
                    <a:pt x="125" y="32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99" y="45"/>
                    <a:pt x="77" y="35"/>
                    <a:pt x="58" y="22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任意多边形: 形状 43" descr="75fd8bdb-37e7-4ec6-b61d-73ae9f76c942"/>
            <p:cNvSpPr/>
            <p:nvPr/>
          </p:nvSpPr>
          <p:spPr bwMode="auto">
            <a:xfrm flipH="1">
              <a:off x="9762909" y="3502857"/>
              <a:ext cx="164267" cy="165540"/>
            </a:xfrm>
            <a:custGeom>
              <a:avLst/>
              <a:gdLst>
                <a:gd name="T0" fmla="*/ 41 w 108"/>
                <a:gd name="T1" fmla="*/ 61 h 109"/>
                <a:gd name="T2" fmla="*/ 40 w 108"/>
                <a:gd name="T3" fmla="*/ 72 h 109"/>
                <a:gd name="T4" fmla="*/ 0 w 108"/>
                <a:gd name="T5" fmla="*/ 38 h 109"/>
                <a:gd name="T6" fmla="*/ 41 w 108"/>
                <a:gd name="T7" fmla="*/ 0 h 109"/>
                <a:gd name="T8" fmla="*/ 105 w 108"/>
                <a:gd name="T9" fmla="*/ 26 h 109"/>
                <a:gd name="T10" fmla="*/ 108 w 108"/>
                <a:gd name="T11" fmla="*/ 10 h 109"/>
                <a:gd name="T12" fmla="*/ 108 w 108"/>
                <a:gd name="T13" fmla="*/ 10 h 109"/>
                <a:gd name="T14" fmla="*/ 88 w 108"/>
                <a:gd name="T15" fmla="*/ 109 h 109"/>
                <a:gd name="T16" fmla="*/ 92 w 108"/>
                <a:gd name="T17" fmla="*/ 93 h 109"/>
                <a:gd name="T18" fmla="*/ 55 w 108"/>
                <a:gd name="T19" fmla="*/ 60 h 109"/>
                <a:gd name="T20" fmla="*/ 41 w 108"/>
                <a:gd name="T21" fmla="*/ 6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9">
                  <a:moveTo>
                    <a:pt x="41" y="61"/>
                  </a:moveTo>
                  <a:cubicBezTo>
                    <a:pt x="41" y="65"/>
                    <a:pt x="40" y="69"/>
                    <a:pt x="40" y="7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0" y="34"/>
                    <a:pt x="34" y="23"/>
                    <a:pt x="41" y="0"/>
                  </a:cubicBezTo>
                  <a:cubicBezTo>
                    <a:pt x="60" y="13"/>
                    <a:pt x="82" y="23"/>
                    <a:pt x="105" y="26"/>
                  </a:cubicBezTo>
                  <a:cubicBezTo>
                    <a:pt x="108" y="10"/>
                    <a:pt x="108" y="10"/>
                    <a:pt x="108" y="10"/>
                  </a:cubicBezTo>
                  <a:cubicBezTo>
                    <a:pt x="108" y="10"/>
                    <a:pt x="108" y="10"/>
                    <a:pt x="108" y="10"/>
                  </a:cubicBezTo>
                  <a:cubicBezTo>
                    <a:pt x="88" y="109"/>
                    <a:pt x="88" y="109"/>
                    <a:pt x="88" y="109"/>
                  </a:cubicBezTo>
                  <a:cubicBezTo>
                    <a:pt x="92" y="93"/>
                    <a:pt x="92" y="93"/>
                    <a:pt x="92" y="93"/>
                  </a:cubicBezTo>
                  <a:cubicBezTo>
                    <a:pt x="75" y="86"/>
                    <a:pt x="58" y="76"/>
                    <a:pt x="55" y="60"/>
                  </a:cubicBezTo>
                  <a:cubicBezTo>
                    <a:pt x="53" y="52"/>
                    <a:pt x="41" y="53"/>
                    <a:pt x="41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任意多边形: 形状 44" descr="4475ac6a-69a1-47d4-b252-6af02af7173a"/>
            <p:cNvSpPr/>
            <p:nvPr/>
          </p:nvSpPr>
          <p:spPr bwMode="auto">
            <a:xfrm flipH="1">
              <a:off x="9866054" y="3544878"/>
              <a:ext cx="203741" cy="109511"/>
            </a:xfrm>
            <a:custGeom>
              <a:avLst/>
              <a:gdLst>
                <a:gd name="T0" fmla="*/ 94 w 134"/>
                <a:gd name="T1" fmla="*/ 10 h 72"/>
                <a:gd name="T2" fmla="*/ 134 w 134"/>
                <a:gd name="T3" fmla="*/ 44 h 72"/>
                <a:gd name="T4" fmla="*/ 62 w 134"/>
                <a:gd name="T5" fmla="*/ 70 h 72"/>
                <a:gd name="T6" fmla="*/ 6 w 134"/>
                <a:gd name="T7" fmla="*/ 46 h 72"/>
                <a:gd name="T8" fmla="*/ 7 w 134"/>
                <a:gd name="T9" fmla="*/ 22 h 72"/>
                <a:gd name="T10" fmla="*/ 0 w 134"/>
                <a:gd name="T11" fmla="*/ 17 h 72"/>
                <a:gd name="T12" fmla="*/ 6 w 134"/>
                <a:gd name="T13" fmla="*/ 0 h 72"/>
                <a:gd name="T14" fmla="*/ 49 w 134"/>
                <a:gd name="T15" fmla="*/ 9 h 72"/>
                <a:gd name="T16" fmla="*/ 94 w 134"/>
                <a:gd name="T17" fmla="*/ 1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72">
                  <a:moveTo>
                    <a:pt x="94" y="10"/>
                  </a:moveTo>
                  <a:cubicBezTo>
                    <a:pt x="134" y="44"/>
                    <a:pt x="134" y="44"/>
                    <a:pt x="134" y="44"/>
                  </a:cubicBezTo>
                  <a:cubicBezTo>
                    <a:pt x="127" y="71"/>
                    <a:pt x="88" y="72"/>
                    <a:pt x="62" y="70"/>
                  </a:cubicBezTo>
                  <a:cubicBezTo>
                    <a:pt x="58" y="70"/>
                    <a:pt x="20" y="59"/>
                    <a:pt x="6" y="46"/>
                  </a:cubicBezTo>
                  <a:cubicBezTo>
                    <a:pt x="7" y="39"/>
                    <a:pt x="8" y="31"/>
                    <a:pt x="7" y="22"/>
                  </a:cubicBezTo>
                  <a:cubicBezTo>
                    <a:pt x="6" y="19"/>
                    <a:pt x="3" y="17"/>
                    <a:pt x="0" y="1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2" y="4"/>
                    <a:pt x="38" y="8"/>
                    <a:pt x="49" y="9"/>
                  </a:cubicBezTo>
                  <a:cubicBezTo>
                    <a:pt x="66" y="12"/>
                    <a:pt x="81" y="12"/>
                    <a:pt x="94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任意多边形: 形状 45" descr="3d5b697b-b102-438a-97a9-b57665c93e9d"/>
            <p:cNvSpPr/>
            <p:nvPr/>
          </p:nvSpPr>
          <p:spPr bwMode="auto">
            <a:xfrm flipH="1">
              <a:off x="9205167" y="1811803"/>
              <a:ext cx="730922" cy="221569"/>
            </a:xfrm>
            <a:custGeom>
              <a:avLst/>
              <a:gdLst>
                <a:gd name="T0" fmla="*/ 427 w 479"/>
                <a:gd name="T1" fmla="*/ 49 h 145"/>
                <a:gd name="T2" fmla="*/ 479 w 479"/>
                <a:gd name="T3" fmla="*/ 36 h 145"/>
                <a:gd name="T4" fmla="*/ 394 w 479"/>
                <a:gd name="T5" fmla="*/ 124 h 145"/>
                <a:gd name="T6" fmla="*/ 383 w 479"/>
                <a:gd name="T7" fmla="*/ 83 h 145"/>
                <a:gd name="T8" fmla="*/ 366 w 479"/>
                <a:gd name="T9" fmla="*/ 82 h 145"/>
                <a:gd name="T10" fmla="*/ 282 w 479"/>
                <a:gd name="T11" fmla="*/ 139 h 145"/>
                <a:gd name="T12" fmla="*/ 263 w 479"/>
                <a:gd name="T13" fmla="*/ 134 h 145"/>
                <a:gd name="T14" fmla="*/ 236 w 479"/>
                <a:gd name="T15" fmla="*/ 115 h 145"/>
                <a:gd name="T16" fmla="*/ 224 w 479"/>
                <a:gd name="T17" fmla="*/ 88 h 145"/>
                <a:gd name="T18" fmla="*/ 220 w 479"/>
                <a:gd name="T19" fmla="*/ 74 h 145"/>
                <a:gd name="T20" fmla="*/ 216 w 479"/>
                <a:gd name="T21" fmla="*/ 74 h 145"/>
                <a:gd name="T22" fmla="*/ 211 w 479"/>
                <a:gd name="T23" fmla="*/ 79 h 145"/>
                <a:gd name="T24" fmla="*/ 210 w 479"/>
                <a:gd name="T25" fmla="*/ 98 h 145"/>
                <a:gd name="T26" fmla="*/ 206 w 479"/>
                <a:gd name="T27" fmla="*/ 103 h 145"/>
                <a:gd name="T28" fmla="*/ 161 w 479"/>
                <a:gd name="T29" fmla="*/ 144 h 145"/>
                <a:gd name="T30" fmla="*/ 0 w 479"/>
                <a:gd name="T31" fmla="*/ 41 h 145"/>
                <a:gd name="T32" fmla="*/ 9 w 479"/>
                <a:gd name="T33" fmla="*/ 44 h 145"/>
                <a:gd name="T34" fmla="*/ 70 w 479"/>
                <a:gd name="T35" fmla="*/ 7 h 145"/>
                <a:gd name="T36" fmla="*/ 144 w 479"/>
                <a:gd name="T37" fmla="*/ 51 h 145"/>
                <a:gd name="T38" fmla="*/ 199 w 479"/>
                <a:gd name="T39" fmla="*/ 6 h 145"/>
                <a:gd name="T40" fmla="*/ 269 w 479"/>
                <a:gd name="T41" fmla="*/ 48 h 145"/>
                <a:gd name="T42" fmla="*/ 338 w 479"/>
                <a:gd name="T43" fmla="*/ 0 h 145"/>
                <a:gd name="T44" fmla="*/ 427 w 479"/>
                <a:gd name="T45" fmla="*/ 4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9" h="145">
                  <a:moveTo>
                    <a:pt x="427" y="49"/>
                  </a:moveTo>
                  <a:cubicBezTo>
                    <a:pt x="448" y="51"/>
                    <a:pt x="466" y="46"/>
                    <a:pt x="479" y="36"/>
                  </a:cubicBezTo>
                  <a:cubicBezTo>
                    <a:pt x="394" y="124"/>
                    <a:pt x="394" y="124"/>
                    <a:pt x="394" y="124"/>
                  </a:cubicBezTo>
                  <a:cubicBezTo>
                    <a:pt x="386" y="113"/>
                    <a:pt x="381" y="99"/>
                    <a:pt x="383" y="83"/>
                  </a:cubicBezTo>
                  <a:cubicBezTo>
                    <a:pt x="383" y="72"/>
                    <a:pt x="367" y="71"/>
                    <a:pt x="366" y="82"/>
                  </a:cubicBezTo>
                  <a:cubicBezTo>
                    <a:pt x="364" y="120"/>
                    <a:pt x="323" y="145"/>
                    <a:pt x="282" y="139"/>
                  </a:cubicBezTo>
                  <a:cubicBezTo>
                    <a:pt x="276" y="138"/>
                    <a:pt x="269" y="136"/>
                    <a:pt x="263" y="134"/>
                  </a:cubicBezTo>
                  <a:cubicBezTo>
                    <a:pt x="251" y="131"/>
                    <a:pt x="242" y="125"/>
                    <a:pt x="236" y="115"/>
                  </a:cubicBezTo>
                  <a:cubicBezTo>
                    <a:pt x="229" y="107"/>
                    <a:pt x="225" y="98"/>
                    <a:pt x="224" y="88"/>
                  </a:cubicBezTo>
                  <a:cubicBezTo>
                    <a:pt x="233" y="85"/>
                    <a:pt x="229" y="73"/>
                    <a:pt x="220" y="74"/>
                  </a:cubicBezTo>
                  <a:cubicBezTo>
                    <a:pt x="219" y="74"/>
                    <a:pt x="217" y="74"/>
                    <a:pt x="216" y="74"/>
                  </a:cubicBezTo>
                  <a:cubicBezTo>
                    <a:pt x="214" y="75"/>
                    <a:pt x="211" y="77"/>
                    <a:pt x="211" y="79"/>
                  </a:cubicBezTo>
                  <a:cubicBezTo>
                    <a:pt x="209" y="86"/>
                    <a:pt x="209" y="92"/>
                    <a:pt x="210" y="98"/>
                  </a:cubicBezTo>
                  <a:cubicBezTo>
                    <a:pt x="208" y="99"/>
                    <a:pt x="207" y="100"/>
                    <a:pt x="206" y="103"/>
                  </a:cubicBezTo>
                  <a:cubicBezTo>
                    <a:pt x="200" y="133"/>
                    <a:pt x="184" y="143"/>
                    <a:pt x="161" y="144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" y="42"/>
                    <a:pt x="6" y="43"/>
                    <a:pt x="9" y="44"/>
                  </a:cubicBezTo>
                  <a:cubicBezTo>
                    <a:pt x="50" y="57"/>
                    <a:pt x="59" y="34"/>
                    <a:pt x="70" y="7"/>
                  </a:cubicBezTo>
                  <a:cubicBezTo>
                    <a:pt x="82" y="34"/>
                    <a:pt x="110" y="52"/>
                    <a:pt x="144" y="51"/>
                  </a:cubicBezTo>
                  <a:cubicBezTo>
                    <a:pt x="175" y="51"/>
                    <a:pt x="191" y="31"/>
                    <a:pt x="199" y="6"/>
                  </a:cubicBezTo>
                  <a:cubicBezTo>
                    <a:pt x="214" y="29"/>
                    <a:pt x="241" y="44"/>
                    <a:pt x="269" y="48"/>
                  </a:cubicBezTo>
                  <a:cubicBezTo>
                    <a:pt x="304" y="53"/>
                    <a:pt x="327" y="29"/>
                    <a:pt x="338" y="0"/>
                  </a:cubicBezTo>
                  <a:cubicBezTo>
                    <a:pt x="355" y="29"/>
                    <a:pt x="386" y="47"/>
                    <a:pt x="427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任意多边形: 形状 46" descr="424b288a-0822-4d0c-9a48-a46e58e0ab1c"/>
            <p:cNvSpPr/>
            <p:nvPr/>
          </p:nvSpPr>
          <p:spPr bwMode="auto">
            <a:xfrm flipH="1">
              <a:off x="9897888" y="1601695"/>
              <a:ext cx="24195" cy="5094"/>
            </a:xfrm>
            <a:custGeom>
              <a:avLst/>
              <a:gdLst>
                <a:gd name="T0" fmla="*/ 19 w 19"/>
                <a:gd name="T1" fmla="*/ 4 h 4"/>
                <a:gd name="T2" fmla="*/ 0 w 19"/>
                <a:gd name="T3" fmla="*/ 0 h 4"/>
                <a:gd name="T4" fmla="*/ 19 w 19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4">
                  <a:moveTo>
                    <a:pt x="19" y="4"/>
                  </a:moveTo>
                  <a:lnTo>
                    <a:pt x="0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任意多边形: 形状 47" descr="8b9d4f71-8c7d-4278-b628-18a1c4870c77"/>
            <p:cNvSpPr/>
            <p:nvPr/>
          </p:nvSpPr>
          <p:spPr bwMode="auto">
            <a:xfrm flipH="1">
              <a:off x="9489131" y="1480724"/>
              <a:ext cx="1534427" cy="1139679"/>
            </a:xfrm>
            <a:custGeom>
              <a:avLst/>
              <a:gdLst>
                <a:gd name="T0" fmla="*/ 993 w 1205"/>
                <a:gd name="T1" fmla="*/ 596 h 895"/>
                <a:gd name="T2" fmla="*/ 913 w 1205"/>
                <a:gd name="T3" fmla="*/ 620 h 895"/>
                <a:gd name="T4" fmla="*/ 771 w 1205"/>
                <a:gd name="T5" fmla="*/ 663 h 895"/>
                <a:gd name="T6" fmla="*/ 750 w 1205"/>
                <a:gd name="T7" fmla="*/ 669 h 895"/>
                <a:gd name="T8" fmla="*/ 678 w 1205"/>
                <a:gd name="T9" fmla="*/ 691 h 895"/>
                <a:gd name="T10" fmla="*/ 654 w 1205"/>
                <a:gd name="T11" fmla="*/ 698 h 895"/>
                <a:gd name="T12" fmla="*/ 431 w 1205"/>
                <a:gd name="T13" fmla="*/ 765 h 895"/>
                <a:gd name="T14" fmla="*/ 286 w 1205"/>
                <a:gd name="T15" fmla="*/ 809 h 895"/>
                <a:gd name="T16" fmla="*/ 156 w 1205"/>
                <a:gd name="T17" fmla="*/ 849 h 895"/>
                <a:gd name="T18" fmla="*/ 0 w 1205"/>
                <a:gd name="T19" fmla="*/ 895 h 895"/>
                <a:gd name="T20" fmla="*/ 368 w 1205"/>
                <a:gd name="T21" fmla="*/ 0 h 895"/>
                <a:gd name="T22" fmla="*/ 503 w 1205"/>
                <a:gd name="T23" fmla="*/ 86 h 895"/>
                <a:gd name="T24" fmla="*/ 552 w 1205"/>
                <a:gd name="T25" fmla="*/ 118 h 895"/>
                <a:gd name="T26" fmla="*/ 599 w 1205"/>
                <a:gd name="T27" fmla="*/ 147 h 895"/>
                <a:gd name="T28" fmla="*/ 641 w 1205"/>
                <a:gd name="T29" fmla="*/ 174 h 895"/>
                <a:gd name="T30" fmla="*/ 783 w 1205"/>
                <a:gd name="T31" fmla="*/ 265 h 895"/>
                <a:gd name="T32" fmla="*/ 802 w 1205"/>
                <a:gd name="T33" fmla="*/ 277 h 895"/>
                <a:gd name="T34" fmla="*/ 813 w 1205"/>
                <a:gd name="T35" fmla="*/ 283 h 895"/>
                <a:gd name="T36" fmla="*/ 854 w 1205"/>
                <a:gd name="T37" fmla="*/ 309 h 895"/>
                <a:gd name="T38" fmla="*/ 1047 w 1205"/>
                <a:gd name="T39" fmla="*/ 432 h 895"/>
                <a:gd name="T40" fmla="*/ 1069 w 1205"/>
                <a:gd name="T41" fmla="*/ 447 h 895"/>
                <a:gd name="T42" fmla="*/ 1205 w 1205"/>
                <a:gd name="T43" fmla="*/ 533 h 895"/>
                <a:gd name="T44" fmla="*/ 1107 w 1205"/>
                <a:gd name="T45" fmla="*/ 563 h 895"/>
                <a:gd name="T46" fmla="*/ 1079 w 1205"/>
                <a:gd name="T47" fmla="*/ 571 h 895"/>
                <a:gd name="T48" fmla="*/ 1056 w 1205"/>
                <a:gd name="T49" fmla="*/ 577 h 895"/>
                <a:gd name="T50" fmla="*/ 993 w 1205"/>
                <a:gd name="T51" fmla="*/ 596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5" h="895">
                  <a:moveTo>
                    <a:pt x="993" y="596"/>
                  </a:moveTo>
                  <a:lnTo>
                    <a:pt x="913" y="620"/>
                  </a:lnTo>
                  <a:lnTo>
                    <a:pt x="771" y="663"/>
                  </a:lnTo>
                  <a:lnTo>
                    <a:pt x="750" y="669"/>
                  </a:lnTo>
                  <a:lnTo>
                    <a:pt x="678" y="691"/>
                  </a:lnTo>
                  <a:lnTo>
                    <a:pt x="654" y="698"/>
                  </a:lnTo>
                  <a:lnTo>
                    <a:pt x="431" y="765"/>
                  </a:lnTo>
                  <a:lnTo>
                    <a:pt x="286" y="809"/>
                  </a:lnTo>
                  <a:lnTo>
                    <a:pt x="156" y="849"/>
                  </a:lnTo>
                  <a:lnTo>
                    <a:pt x="0" y="895"/>
                  </a:lnTo>
                  <a:lnTo>
                    <a:pt x="368" y="0"/>
                  </a:lnTo>
                  <a:lnTo>
                    <a:pt x="503" y="86"/>
                  </a:lnTo>
                  <a:lnTo>
                    <a:pt x="552" y="118"/>
                  </a:lnTo>
                  <a:lnTo>
                    <a:pt x="599" y="147"/>
                  </a:lnTo>
                  <a:lnTo>
                    <a:pt x="641" y="174"/>
                  </a:lnTo>
                  <a:lnTo>
                    <a:pt x="783" y="265"/>
                  </a:lnTo>
                  <a:lnTo>
                    <a:pt x="802" y="277"/>
                  </a:lnTo>
                  <a:lnTo>
                    <a:pt x="813" y="283"/>
                  </a:lnTo>
                  <a:lnTo>
                    <a:pt x="854" y="309"/>
                  </a:lnTo>
                  <a:lnTo>
                    <a:pt x="1047" y="432"/>
                  </a:lnTo>
                  <a:lnTo>
                    <a:pt x="1069" y="447"/>
                  </a:lnTo>
                  <a:lnTo>
                    <a:pt x="1205" y="533"/>
                  </a:lnTo>
                  <a:lnTo>
                    <a:pt x="1107" y="563"/>
                  </a:lnTo>
                  <a:lnTo>
                    <a:pt x="1079" y="571"/>
                  </a:lnTo>
                  <a:lnTo>
                    <a:pt x="1056" y="577"/>
                  </a:lnTo>
                  <a:lnTo>
                    <a:pt x="993" y="596"/>
                  </a:lnTo>
                  <a:close/>
                </a:path>
              </a:pathLst>
            </a:custGeom>
            <a:solidFill>
              <a:srgbClr val="F9D4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任意多边形: 形状 48" descr="9856b20a-a9fd-4226-8f64-c62f3c0e8deb"/>
            <p:cNvSpPr/>
            <p:nvPr/>
          </p:nvSpPr>
          <p:spPr bwMode="auto">
            <a:xfrm flipH="1">
              <a:off x="9950096" y="1567314"/>
              <a:ext cx="156627" cy="105691"/>
            </a:xfrm>
            <a:custGeom>
              <a:avLst/>
              <a:gdLst>
                <a:gd name="T0" fmla="*/ 1 w 103"/>
                <a:gd name="T1" fmla="*/ 0 h 70"/>
                <a:gd name="T2" fmla="*/ 103 w 103"/>
                <a:gd name="T3" fmla="*/ 19 h 70"/>
                <a:gd name="T4" fmla="*/ 84 w 103"/>
                <a:gd name="T5" fmla="*/ 59 h 70"/>
                <a:gd name="T6" fmla="*/ 17 w 103"/>
                <a:gd name="T7" fmla="*/ 44 h 70"/>
                <a:gd name="T8" fmla="*/ 1 w 10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70">
                  <a:moveTo>
                    <a:pt x="1" y="0"/>
                  </a:moveTo>
                  <a:cubicBezTo>
                    <a:pt x="103" y="19"/>
                    <a:pt x="103" y="19"/>
                    <a:pt x="103" y="19"/>
                  </a:cubicBezTo>
                  <a:cubicBezTo>
                    <a:pt x="101" y="36"/>
                    <a:pt x="97" y="52"/>
                    <a:pt x="84" y="59"/>
                  </a:cubicBezTo>
                  <a:cubicBezTo>
                    <a:pt x="66" y="70"/>
                    <a:pt x="32" y="57"/>
                    <a:pt x="17" y="44"/>
                  </a:cubicBezTo>
                  <a:cubicBezTo>
                    <a:pt x="0" y="30"/>
                    <a:pt x="0" y="19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任意多边形: 形状 49" descr="0648c80b-62a1-4cd2-8bb4-a9f82a17eca8"/>
            <p:cNvSpPr/>
            <p:nvPr/>
          </p:nvSpPr>
          <p:spPr bwMode="auto">
            <a:xfrm flipH="1">
              <a:off x="9952643" y="3295295"/>
              <a:ext cx="1086196" cy="254677"/>
            </a:xfrm>
            <a:custGeom>
              <a:avLst/>
              <a:gdLst>
                <a:gd name="T0" fmla="*/ 575 w 712"/>
                <a:gd name="T1" fmla="*/ 41 h 167"/>
                <a:gd name="T2" fmla="*/ 712 w 712"/>
                <a:gd name="T3" fmla="*/ 159 h 167"/>
                <a:gd name="T4" fmla="*/ 592 w 712"/>
                <a:gd name="T5" fmla="*/ 109 h 167"/>
                <a:gd name="T6" fmla="*/ 577 w 712"/>
                <a:gd name="T7" fmla="*/ 109 h 167"/>
                <a:gd name="T8" fmla="*/ 501 w 712"/>
                <a:gd name="T9" fmla="*/ 137 h 167"/>
                <a:gd name="T10" fmla="*/ 431 w 712"/>
                <a:gd name="T11" fmla="*/ 92 h 167"/>
                <a:gd name="T12" fmla="*/ 419 w 712"/>
                <a:gd name="T13" fmla="*/ 96 h 167"/>
                <a:gd name="T14" fmla="*/ 312 w 712"/>
                <a:gd name="T15" fmla="*/ 128 h 167"/>
                <a:gd name="T16" fmla="*/ 272 w 712"/>
                <a:gd name="T17" fmla="*/ 89 h 167"/>
                <a:gd name="T18" fmla="*/ 263 w 712"/>
                <a:gd name="T19" fmla="*/ 94 h 167"/>
                <a:gd name="T20" fmla="*/ 265 w 712"/>
                <a:gd name="T21" fmla="*/ 98 h 167"/>
                <a:gd name="T22" fmla="*/ 177 w 712"/>
                <a:gd name="T23" fmla="*/ 130 h 167"/>
                <a:gd name="T24" fmla="*/ 104 w 712"/>
                <a:gd name="T25" fmla="*/ 97 h 167"/>
                <a:gd name="T26" fmla="*/ 88 w 712"/>
                <a:gd name="T27" fmla="*/ 96 h 167"/>
                <a:gd name="T28" fmla="*/ 86 w 712"/>
                <a:gd name="T29" fmla="*/ 110 h 167"/>
                <a:gd name="T30" fmla="*/ 85 w 712"/>
                <a:gd name="T31" fmla="*/ 115 h 167"/>
                <a:gd name="T32" fmla="*/ 82 w 712"/>
                <a:gd name="T33" fmla="*/ 121 h 167"/>
                <a:gd name="T34" fmla="*/ 30 w 712"/>
                <a:gd name="T35" fmla="*/ 125 h 167"/>
                <a:gd name="T36" fmla="*/ 0 w 712"/>
                <a:gd name="T37" fmla="*/ 119 h 167"/>
                <a:gd name="T38" fmla="*/ 1 w 712"/>
                <a:gd name="T39" fmla="*/ 36 h 167"/>
                <a:gd name="T40" fmla="*/ 37 w 712"/>
                <a:gd name="T41" fmla="*/ 11 h 167"/>
                <a:gd name="T42" fmla="*/ 110 w 712"/>
                <a:gd name="T43" fmla="*/ 49 h 167"/>
                <a:gd name="T44" fmla="*/ 178 w 712"/>
                <a:gd name="T45" fmla="*/ 9 h 167"/>
                <a:gd name="T46" fmla="*/ 379 w 712"/>
                <a:gd name="T47" fmla="*/ 5 h 167"/>
                <a:gd name="T48" fmla="*/ 459 w 712"/>
                <a:gd name="T49" fmla="*/ 40 h 167"/>
                <a:gd name="T50" fmla="*/ 515 w 712"/>
                <a:gd name="T51" fmla="*/ 0 h 167"/>
                <a:gd name="T52" fmla="*/ 575 w 712"/>
                <a:gd name="T53" fmla="*/ 4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2" h="167">
                  <a:moveTo>
                    <a:pt x="575" y="41"/>
                  </a:moveTo>
                  <a:cubicBezTo>
                    <a:pt x="712" y="159"/>
                    <a:pt x="712" y="159"/>
                    <a:pt x="712" y="159"/>
                  </a:cubicBezTo>
                  <a:cubicBezTo>
                    <a:pt x="663" y="167"/>
                    <a:pt x="593" y="146"/>
                    <a:pt x="592" y="109"/>
                  </a:cubicBezTo>
                  <a:cubicBezTo>
                    <a:pt x="591" y="100"/>
                    <a:pt x="578" y="99"/>
                    <a:pt x="577" y="109"/>
                  </a:cubicBezTo>
                  <a:cubicBezTo>
                    <a:pt x="575" y="160"/>
                    <a:pt x="529" y="148"/>
                    <a:pt x="501" y="137"/>
                  </a:cubicBezTo>
                  <a:cubicBezTo>
                    <a:pt x="472" y="126"/>
                    <a:pt x="450" y="115"/>
                    <a:pt x="431" y="92"/>
                  </a:cubicBezTo>
                  <a:cubicBezTo>
                    <a:pt x="426" y="87"/>
                    <a:pt x="420" y="91"/>
                    <a:pt x="419" y="96"/>
                  </a:cubicBezTo>
                  <a:cubicBezTo>
                    <a:pt x="410" y="151"/>
                    <a:pt x="347" y="142"/>
                    <a:pt x="312" y="128"/>
                  </a:cubicBezTo>
                  <a:cubicBezTo>
                    <a:pt x="294" y="121"/>
                    <a:pt x="283" y="105"/>
                    <a:pt x="272" y="89"/>
                  </a:cubicBezTo>
                  <a:cubicBezTo>
                    <a:pt x="268" y="84"/>
                    <a:pt x="260" y="88"/>
                    <a:pt x="263" y="94"/>
                  </a:cubicBezTo>
                  <a:cubicBezTo>
                    <a:pt x="264" y="95"/>
                    <a:pt x="264" y="96"/>
                    <a:pt x="265" y="98"/>
                  </a:cubicBezTo>
                  <a:cubicBezTo>
                    <a:pt x="257" y="131"/>
                    <a:pt x="203" y="132"/>
                    <a:pt x="177" y="130"/>
                  </a:cubicBezTo>
                  <a:cubicBezTo>
                    <a:pt x="156" y="128"/>
                    <a:pt x="103" y="126"/>
                    <a:pt x="104" y="97"/>
                  </a:cubicBezTo>
                  <a:cubicBezTo>
                    <a:pt x="104" y="86"/>
                    <a:pt x="88" y="86"/>
                    <a:pt x="88" y="96"/>
                  </a:cubicBezTo>
                  <a:cubicBezTo>
                    <a:pt x="88" y="102"/>
                    <a:pt x="87" y="106"/>
                    <a:pt x="86" y="110"/>
                  </a:cubicBezTo>
                  <a:cubicBezTo>
                    <a:pt x="85" y="112"/>
                    <a:pt x="84" y="113"/>
                    <a:pt x="85" y="115"/>
                  </a:cubicBezTo>
                  <a:cubicBezTo>
                    <a:pt x="84" y="117"/>
                    <a:pt x="83" y="119"/>
                    <a:pt x="82" y="121"/>
                  </a:cubicBezTo>
                  <a:cubicBezTo>
                    <a:pt x="73" y="129"/>
                    <a:pt x="38" y="126"/>
                    <a:pt x="30" y="125"/>
                  </a:cubicBezTo>
                  <a:cubicBezTo>
                    <a:pt x="18" y="125"/>
                    <a:pt x="9" y="122"/>
                    <a:pt x="0" y="119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17" y="32"/>
                    <a:pt x="30" y="23"/>
                    <a:pt x="37" y="11"/>
                  </a:cubicBezTo>
                  <a:cubicBezTo>
                    <a:pt x="52" y="34"/>
                    <a:pt x="82" y="46"/>
                    <a:pt x="110" y="49"/>
                  </a:cubicBezTo>
                  <a:cubicBezTo>
                    <a:pt x="142" y="52"/>
                    <a:pt x="166" y="34"/>
                    <a:pt x="178" y="9"/>
                  </a:cubicBezTo>
                  <a:cubicBezTo>
                    <a:pt x="216" y="76"/>
                    <a:pt x="348" y="80"/>
                    <a:pt x="379" y="5"/>
                  </a:cubicBezTo>
                  <a:cubicBezTo>
                    <a:pt x="395" y="29"/>
                    <a:pt x="426" y="40"/>
                    <a:pt x="459" y="40"/>
                  </a:cubicBezTo>
                  <a:cubicBezTo>
                    <a:pt x="488" y="40"/>
                    <a:pt x="507" y="23"/>
                    <a:pt x="515" y="0"/>
                  </a:cubicBezTo>
                  <a:cubicBezTo>
                    <a:pt x="528" y="21"/>
                    <a:pt x="551" y="36"/>
                    <a:pt x="575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任意多边形: 形状 50" descr="68efce6f-edae-473a-87cf-3e11046b31cb"/>
            <p:cNvSpPr/>
            <p:nvPr/>
          </p:nvSpPr>
          <p:spPr bwMode="auto">
            <a:xfrm flipH="1">
              <a:off x="9150412" y="1735400"/>
              <a:ext cx="876088" cy="162993"/>
            </a:xfrm>
            <a:custGeom>
              <a:avLst/>
              <a:gdLst>
                <a:gd name="T0" fmla="*/ 330 w 574"/>
                <a:gd name="T1" fmla="*/ 81 h 107"/>
                <a:gd name="T2" fmla="*/ 387 w 574"/>
                <a:gd name="T3" fmla="*/ 11 h 107"/>
                <a:gd name="T4" fmla="*/ 404 w 574"/>
                <a:gd name="T5" fmla="*/ 12 h 107"/>
                <a:gd name="T6" fmla="*/ 483 w 574"/>
                <a:gd name="T7" fmla="*/ 76 h 107"/>
                <a:gd name="T8" fmla="*/ 549 w 574"/>
                <a:gd name="T9" fmla="*/ 24 h 107"/>
                <a:gd name="T10" fmla="*/ 550 w 574"/>
                <a:gd name="T11" fmla="*/ 15 h 107"/>
                <a:gd name="T12" fmla="*/ 559 w 574"/>
                <a:gd name="T13" fmla="*/ 8 h 107"/>
                <a:gd name="T14" fmla="*/ 565 w 574"/>
                <a:gd name="T15" fmla="*/ 16 h 107"/>
                <a:gd name="T16" fmla="*/ 574 w 574"/>
                <a:gd name="T17" fmla="*/ 50 h 107"/>
                <a:gd name="T18" fmla="*/ 559 w 574"/>
                <a:gd name="T19" fmla="*/ 65 h 107"/>
                <a:gd name="T20" fmla="*/ 556 w 574"/>
                <a:gd name="T21" fmla="*/ 61 h 107"/>
                <a:gd name="T22" fmla="*/ 547 w 574"/>
                <a:gd name="T23" fmla="*/ 77 h 107"/>
                <a:gd name="T24" fmla="*/ 538 w 574"/>
                <a:gd name="T25" fmla="*/ 86 h 107"/>
                <a:gd name="T26" fmla="*/ 486 w 574"/>
                <a:gd name="T27" fmla="*/ 99 h 107"/>
                <a:gd name="T28" fmla="*/ 397 w 574"/>
                <a:gd name="T29" fmla="*/ 50 h 107"/>
                <a:gd name="T30" fmla="*/ 328 w 574"/>
                <a:gd name="T31" fmla="*/ 98 h 107"/>
                <a:gd name="T32" fmla="*/ 258 w 574"/>
                <a:gd name="T33" fmla="*/ 56 h 107"/>
                <a:gd name="T34" fmla="*/ 203 w 574"/>
                <a:gd name="T35" fmla="*/ 101 h 107"/>
                <a:gd name="T36" fmla="*/ 129 w 574"/>
                <a:gd name="T37" fmla="*/ 57 h 107"/>
                <a:gd name="T38" fmla="*/ 68 w 574"/>
                <a:gd name="T39" fmla="*/ 94 h 107"/>
                <a:gd name="T40" fmla="*/ 59 w 574"/>
                <a:gd name="T41" fmla="*/ 91 h 107"/>
                <a:gd name="T42" fmla="*/ 25 w 574"/>
                <a:gd name="T43" fmla="*/ 69 h 107"/>
                <a:gd name="T44" fmla="*/ 18 w 574"/>
                <a:gd name="T45" fmla="*/ 59 h 107"/>
                <a:gd name="T46" fmla="*/ 16 w 574"/>
                <a:gd name="T47" fmla="*/ 64 h 107"/>
                <a:gd name="T48" fmla="*/ 0 w 574"/>
                <a:gd name="T49" fmla="*/ 54 h 107"/>
                <a:gd name="T50" fmla="*/ 11 w 574"/>
                <a:gd name="T51" fmla="*/ 18 h 107"/>
                <a:gd name="T52" fmla="*/ 28 w 574"/>
                <a:gd name="T53" fmla="*/ 18 h 107"/>
                <a:gd name="T54" fmla="*/ 78 w 574"/>
                <a:gd name="T55" fmla="*/ 80 h 107"/>
                <a:gd name="T56" fmla="*/ 125 w 574"/>
                <a:gd name="T57" fmla="*/ 24 h 107"/>
                <a:gd name="T58" fmla="*/ 141 w 574"/>
                <a:gd name="T59" fmla="*/ 29 h 107"/>
                <a:gd name="T60" fmla="*/ 204 w 574"/>
                <a:gd name="T61" fmla="*/ 85 h 107"/>
                <a:gd name="T62" fmla="*/ 247 w 574"/>
                <a:gd name="T63" fmla="*/ 20 h 107"/>
                <a:gd name="T64" fmla="*/ 264 w 574"/>
                <a:gd name="T65" fmla="*/ 21 h 107"/>
                <a:gd name="T66" fmla="*/ 330 w 574"/>
                <a:gd name="T67" fmla="*/ 8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4" h="107">
                  <a:moveTo>
                    <a:pt x="330" y="81"/>
                  </a:moveTo>
                  <a:cubicBezTo>
                    <a:pt x="370" y="83"/>
                    <a:pt x="386" y="41"/>
                    <a:pt x="387" y="11"/>
                  </a:cubicBezTo>
                  <a:cubicBezTo>
                    <a:pt x="387" y="0"/>
                    <a:pt x="404" y="1"/>
                    <a:pt x="404" y="12"/>
                  </a:cubicBezTo>
                  <a:cubicBezTo>
                    <a:pt x="404" y="56"/>
                    <a:pt x="444" y="71"/>
                    <a:pt x="483" y="76"/>
                  </a:cubicBezTo>
                  <a:cubicBezTo>
                    <a:pt x="530" y="81"/>
                    <a:pt x="544" y="60"/>
                    <a:pt x="549" y="24"/>
                  </a:cubicBezTo>
                  <a:cubicBezTo>
                    <a:pt x="549" y="21"/>
                    <a:pt x="549" y="18"/>
                    <a:pt x="550" y="15"/>
                  </a:cubicBezTo>
                  <a:cubicBezTo>
                    <a:pt x="550" y="10"/>
                    <a:pt x="555" y="8"/>
                    <a:pt x="559" y="8"/>
                  </a:cubicBezTo>
                  <a:cubicBezTo>
                    <a:pt x="562" y="9"/>
                    <a:pt x="565" y="11"/>
                    <a:pt x="565" y="16"/>
                  </a:cubicBezTo>
                  <a:cubicBezTo>
                    <a:pt x="564" y="29"/>
                    <a:pt x="567" y="40"/>
                    <a:pt x="574" y="50"/>
                  </a:cubicBezTo>
                  <a:cubicBezTo>
                    <a:pt x="559" y="65"/>
                    <a:pt x="559" y="65"/>
                    <a:pt x="559" y="65"/>
                  </a:cubicBezTo>
                  <a:cubicBezTo>
                    <a:pt x="558" y="63"/>
                    <a:pt x="557" y="62"/>
                    <a:pt x="556" y="61"/>
                  </a:cubicBezTo>
                  <a:cubicBezTo>
                    <a:pt x="554" y="67"/>
                    <a:pt x="551" y="72"/>
                    <a:pt x="547" y="77"/>
                  </a:cubicBezTo>
                  <a:cubicBezTo>
                    <a:pt x="538" y="86"/>
                    <a:pt x="538" y="86"/>
                    <a:pt x="538" y="86"/>
                  </a:cubicBezTo>
                  <a:cubicBezTo>
                    <a:pt x="525" y="96"/>
                    <a:pt x="507" y="101"/>
                    <a:pt x="486" y="99"/>
                  </a:cubicBezTo>
                  <a:cubicBezTo>
                    <a:pt x="445" y="97"/>
                    <a:pt x="414" y="79"/>
                    <a:pt x="397" y="50"/>
                  </a:cubicBezTo>
                  <a:cubicBezTo>
                    <a:pt x="386" y="79"/>
                    <a:pt x="363" y="103"/>
                    <a:pt x="328" y="98"/>
                  </a:cubicBezTo>
                  <a:cubicBezTo>
                    <a:pt x="300" y="94"/>
                    <a:pt x="273" y="79"/>
                    <a:pt x="258" y="56"/>
                  </a:cubicBezTo>
                  <a:cubicBezTo>
                    <a:pt x="250" y="81"/>
                    <a:pt x="234" y="101"/>
                    <a:pt x="203" y="101"/>
                  </a:cubicBezTo>
                  <a:cubicBezTo>
                    <a:pt x="169" y="102"/>
                    <a:pt x="141" y="84"/>
                    <a:pt x="129" y="57"/>
                  </a:cubicBezTo>
                  <a:cubicBezTo>
                    <a:pt x="118" y="84"/>
                    <a:pt x="109" y="107"/>
                    <a:pt x="68" y="94"/>
                  </a:cubicBezTo>
                  <a:cubicBezTo>
                    <a:pt x="65" y="93"/>
                    <a:pt x="62" y="92"/>
                    <a:pt x="59" y="91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2" y="66"/>
                    <a:pt x="20" y="63"/>
                    <a:pt x="18" y="59"/>
                  </a:cubicBezTo>
                  <a:cubicBezTo>
                    <a:pt x="17" y="61"/>
                    <a:pt x="16" y="62"/>
                    <a:pt x="16" y="6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6" y="44"/>
                    <a:pt x="10" y="33"/>
                    <a:pt x="11" y="18"/>
                  </a:cubicBezTo>
                  <a:cubicBezTo>
                    <a:pt x="12" y="7"/>
                    <a:pt x="28" y="8"/>
                    <a:pt x="28" y="18"/>
                  </a:cubicBezTo>
                  <a:cubicBezTo>
                    <a:pt x="26" y="49"/>
                    <a:pt x="43" y="77"/>
                    <a:pt x="78" y="80"/>
                  </a:cubicBezTo>
                  <a:cubicBezTo>
                    <a:pt x="115" y="83"/>
                    <a:pt x="113" y="47"/>
                    <a:pt x="125" y="24"/>
                  </a:cubicBezTo>
                  <a:cubicBezTo>
                    <a:pt x="129" y="17"/>
                    <a:pt x="141" y="22"/>
                    <a:pt x="141" y="29"/>
                  </a:cubicBezTo>
                  <a:cubicBezTo>
                    <a:pt x="140" y="61"/>
                    <a:pt x="171" y="88"/>
                    <a:pt x="204" y="85"/>
                  </a:cubicBezTo>
                  <a:cubicBezTo>
                    <a:pt x="240" y="81"/>
                    <a:pt x="246" y="46"/>
                    <a:pt x="247" y="20"/>
                  </a:cubicBezTo>
                  <a:cubicBezTo>
                    <a:pt x="248" y="9"/>
                    <a:pt x="264" y="11"/>
                    <a:pt x="264" y="21"/>
                  </a:cubicBezTo>
                  <a:cubicBezTo>
                    <a:pt x="264" y="52"/>
                    <a:pt x="299" y="79"/>
                    <a:pt x="330" y="8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任意多边形: 形状 51" descr="61dcfb59-8a54-4d8d-b477-0c1538ca6c11"/>
            <p:cNvSpPr/>
            <p:nvPr/>
          </p:nvSpPr>
          <p:spPr bwMode="auto">
            <a:xfrm flipH="1">
              <a:off x="9532426" y="2282955"/>
              <a:ext cx="536095" cy="110785"/>
            </a:xfrm>
            <a:custGeom>
              <a:avLst/>
              <a:gdLst>
                <a:gd name="T0" fmla="*/ 336 w 352"/>
                <a:gd name="T1" fmla="*/ 42 h 73"/>
                <a:gd name="T2" fmla="*/ 352 w 352"/>
                <a:gd name="T3" fmla="*/ 57 h 73"/>
                <a:gd name="T4" fmla="*/ 349 w 352"/>
                <a:gd name="T5" fmla="*/ 73 h 73"/>
                <a:gd name="T6" fmla="*/ 323 w 352"/>
                <a:gd name="T7" fmla="*/ 54 h 73"/>
                <a:gd name="T8" fmla="*/ 268 w 352"/>
                <a:gd name="T9" fmla="*/ 69 h 73"/>
                <a:gd name="T10" fmla="*/ 143 w 352"/>
                <a:gd name="T11" fmla="*/ 30 h 73"/>
                <a:gd name="T12" fmla="*/ 34 w 352"/>
                <a:gd name="T13" fmla="*/ 55 h 73"/>
                <a:gd name="T14" fmla="*/ 0 w 352"/>
                <a:gd name="T15" fmla="*/ 33 h 73"/>
                <a:gd name="T16" fmla="*/ 0 w 352"/>
                <a:gd name="T17" fmla="*/ 33 h 73"/>
                <a:gd name="T18" fmla="*/ 18 w 352"/>
                <a:gd name="T19" fmla="*/ 28 h 73"/>
                <a:gd name="T20" fmla="*/ 61 w 352"/>
                <a:gd name="T21" fmla="*/ 44 h 73"/>
                <a:gd name="T22" fmla="*/ 134 w 352"/>
                <a:gd name="T23" fmla="*/ 7 h 73"/>
                <a:gd name="T24" fmla="*/ 138 w 352"/>
                <a:gd name="T25" fmla="*/ 1 h 73"/>
                <a:gd name="T26" fmla="*/ 148 w 352"/>
                <a:gd name="T27" fmla="*/ 6 h 73"/>
                <a:gd name="T28" fmla="*/ 213 w 352"/>
                <a:gd name="T29" fmla="*/ 47 h 73"/>
                <a:gd name="T30" fmla="*/ 263 w 352"/>
                <a:gd name="T31" fmla="*/ 54 h 73"/>
                <a:gd name="T32" fmla="*/ 318 w 352"/>
                <a:gd name="T33" fmla="*/ 43 h 73"/>
                <a:gd name="T34" fmla="*/ 318 w 352"/>
                <a:gd name="T35" fmla="*/ 17 h 73"/>
                <a:gd name="T36" fmla="*/ 331 w 352"/>
                <a:gd name="T37" fmla="*/ 14 h 73"/>
                <a:gd name="T38" fmla="*/ 336 w 352"/>
                <a:gd name="T39" fmla="*/ 4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2" h="73">
                  <a:moveTo>
                    <a:pt x="336" y="42"/>
                  </a:moveTo>
                  <a:cubicBezTo>
                    <a:pt x="339" y="48"/>
                    <a:pt x="345" y="53"/>
                    <a:pt x="352" y="57"/>
                  </a:cubicBezTo>
                  <a:cubicBezTo>
                    <a:pt x="349" y="73"/>
                    <a:pt x="349" y="73"/>
                    <a:pt x="349" y="73"/>
                  </a:cubicBezTo>
                  <a:cubicBezTo>
                    <a:pt x="338" y="69"/>
                    <a:pt x="329" y="62"/>
                    <a:pt x="323" y="54"/>
                  </a:cubicBezTo>
                  <a:cubicBezTo>
                    <a:pt x="306" y="64"/>
                    <a:pt x="281" y="69"/>
                    <a:pt x="268" y="69"/>
                  </a:cubicBezTo>
                  <a:cubicBezTo>
                    <a:pt x="235" y="68"/>
                    <a:pt x="168" y="62"/>
                    <a:pt x="143" y="30"/>
                  </a:cubicBezTo>
                  <a:cubicBezTo>
                    <a:pt x="127" y="64"/>
                    <a:pt x="70" y="65"/>
                    <a:pt x="34" y="55"/>
                  </a:cubicBezTo>
                  <a:cubicBezTo>
                    <a:pt x="25" y="52"/>
                    <a:pt x="11" y="4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35" y="37"/>
                    <a:pt x="58" y="43"/>
                    <a:pt x="61" y="44"/>
                  </a:cubicBezTo>
                  <a:cubicBezTo>
                    <a:pt x="90" y="46"/>
                    <a:pt x="135" y="45"/>
                    <a:pt x="134" y="7"/>
                  </a:cubicBezTo>
                  <a:cubicBezTo>
                    <a:pt x="134" y="4"/>
                    <a:pt x="136" y="2"/>
                    <a:pt x="138" y="1"/>
                  </a:cubicBezTo>
                  <a:cubicBezTo>
                    <a:pt x="142" y="0"/>
                    <a:pt x="147" y="1"/>
                    <a:pt x="148" y="6"/>
                  </a:cubicBezTo>
                  <a:cubicBezTo>
                    <a:pt x="153" y="31"/>
                    <a:pt x="192" y="43"/>
                    <a:pt x="213" y="47"/>
                  </a:cubicBezTo>
                  <a:cubicBezTo>
                    <a:pt x="230" y="51"/>
                    <a:pt x="246" y="53"/>
                    <a:pt x="263" y="54"/>
                  </a:cubicBezTo>
                  <a:cubicBezTo>
                    <a:pt x="267" y="54"/>
                    <a:pt x="303" y="53"/>
                    <a:pt x="318" y="43"/>
                  </a:cubicBezTo>
                  <a:cubicBezTo>
                    <a:pt x="315" y="36"/>
                    <a:pt x="315" y="27"/>
                    <a:pt x="318" y="17"/>
                  </a:cubicBezTo>
                  <a:cubicBezTo>
                    <a:pt x="319" y="11"/>
                    <a:pt x="327" y="10"/>
                    <a:pt x="331" y="14"/>
                  </a:cubicBezTo>
                  <a:cubicBezTo>
                    <a:pt x="340" y="25"/>
                    <a:pt x="340" y="34"/>
                    <a:pt x="336" y="42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任意多边形: 形状 52" descr="98468e16-2463-4b03-aac5-d759ad876ddd"/>
            <p:cNvSpPr/>
            <p:nvPr/>
          </p:nvSpPr>
          <p:spPr bwMode="auto">
            <a:xfrm flipH="1">
              <a:off x="10068521" y="2332617"/>
              <a:ext cx="91684" cy="28014"/>
            </a:xfrm>
            <a:custGeom>
              <a:avLst/>
              <a:gdLst>
                <a:gd name="T0" fmla="*/ 72 w 72"/>
                <a:gd name="T1" fmla="*/ 0 h 22"/>
                <a:gd name="T2" fmla="*/ 0 w 72"/>
                <a:gd name="T3" fmla="*/ 22 h 22"/>
                <a:gd name="T4" fmla="*/ 72 w 72"/>
                <a:gd name="T5" fmla="*/ 0 h 22"/>
                <a:gd name="T6" fmla="*/ 72 w 7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22">
                  <a:moveTo>
                    <a:pt x="72" y="0"/>
                  </a:moveTo>
                  <a:lnTo>
                    <a:pt x="0" y="22"/>
                  </a:lnTo>
                  <a:lnTo>
                    <a:pt x="72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任意多边形: 形状 53" descr="5924ad3e-d804-4023-930f-4f9ce67be12a"/>
            <p:cNvSpPr/>
            <p:nvPr/>
          </p:nvSpPr>
          <p:spPr bwMode="auto">
            <a:xfrm flipH="1">
              <a:off x="10060881" y="3462108"/>
              <a:ext cx="980505" cy="222843"/>
            </a:xfrm>
            <a:custGeom>
              <a:avLst/>
              <a:gdLst>
                <a:gd name="T0" fmla="*/ 588 w 643"/>
                <a:gd name="T1" fmla="*/ 24 h 146"/>
                <a:gd name="T2" fmla="*/ 643 w 643"/>
                <a:gd name="T3" fmla="*/ 54 h 146"/>
                <a:gd name="T4" fmla="*/ 637 w 643"/>
                <a:gd name="T5" fmla="*/ 71 h 146"/>
                <a:gd name="T6" fmla="*/ 632 w 643"/>
                <a:gd name="T7" fmla="*/ 73 h 146"/>
                <a:gd name="T8" fmla="*/ 627 w 643"/>
                <a:gd name="T9" fmla="*/ 100 h 146"/>
                <a:gd name="T10" fmla="*/ 493 w 643"/>
                <a:gd name="T11" fmla="*/ 72 h 146"/>
                <a:gd name="T12" fmla="*/ 479 w 643"/>
                <a:gd name="T13" fmla="*/ 72 h 146"/>
                <a:gd name="T14" fmla="*/ 479 w 643"/>
                <a:gd name="T15" fmla="*/ 72 h 146"/>
                <a:gd name="T16" fmla="*/ 454 w 643"/>
                <a:gd name="T17" fmla="*/ 94 h 146"/>
                <a:gd name="T18" fmla="*/ 414 w 643"/>
                <a:gd name="T19" fmla="*/ 93 h 146"/>
                <a:gd name="T20" fmla="*/ 410 w 643"/>
                <a:gd name="T21" fmla="*/ 92 h 146"/>
                <a:gd name="T22" fmla="*/ 401 w 643"/>
                <a:gd name="T23" fmla="*/ 93 h 146"/>
                <a:gd name="T24" fmla="*/ 321 w 643"/>
                <a:gd name="T25" fmla="*/ 106 h 146"/>
                <a:gd name="T26" fmla="*/ 268 w 643"/>
                <a:gd name="T27" fmla="*/ 92 h 146"/>
                <a:gd name="T28" fmla="*/ 211 w 643"/>
                <a:gd name="T29" fmla="*/ 118 h 146"/>
                <a:gd name="T30" fmla="*/ 143 w 643"/>
                <a:gd name="T31" fmla="*/ 78 h 146"/>
                <a:gd name="T32" fmla="*/ 125 w 643"/>
                <a:gd name="T33" fmla="*/ 80 h 146"/>
                <a:gd name="T34" fmla="*/ 0 w 643"/>
                <a:gd name="T35" fmla="*/ 108 h 146"/>
                <a:gd name="T36" fmla="*/ 2 w 643"/>
                <a:gd name="T37" fmla="*/ 28 h 146"/>
                <a:gd name="T38" fmla="*/ 21 w 643"/>
                <a:gd name="T39" fmla="*/ 33 h 146"/>
                <a:gd name="T40" fmla="*/ 67 w 643"/>
                <a:gd name="T41" fmla="*/ 35 h 146"/>
                <a:gd name="T42" fmla="*/ 101 w 643"/>
                <a:gd name="T43" fmla="*/ 21 h 146"/>
                <a:gd name="T44" fmla="*/ 175 w 643"/>
                <a:gd name="T45" fmla="*/ 37 h 146"/>
                <a:gd name="T46" fmla="*/ 281 w 643"/>
                <a:gd name="T47" fmla="*/ 9 h 146"/>
                <a:gd name="T48" fmla="*/ 349 w 643"/>
                <a:gd name="T49" fmla="*/ 42 h 146"/>
                <a:gd name="T50" fmla="*/ 431 w 643"/>
                <a:gd name="T51" fmla="*/ 0 h 146"/>
                <a:gd name="T52" fmla="*/ 588 w 643"/>
                <a:gd name="T53" fmla="*/ 2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43" h="146">
                  <a:moveTo>
                    <a:pt x="588" y="24"/>
                  </a:moveTo>
                  <a:cubicBezTo>
                    <a:pt x="596" y="37"/>
                    <a:pt x="620" y="47"/>
                    <a:pt x="643" y="54"/>
                  </a:cubicBezTo>
                  <a:cubicBezTo>
                    <a:pt x="637" y="71"/>
                    <a:pt x="637" y="71"/>
                    <a:pt x="637" y="71"/>
                  </a:cubicBezTo>
                  <a:cubicBezTo>
                    <a:pt x="635" y="71"/>
                    <a:pt x="633" y="72"/>
                    <a:pt x="632" y="73"/>
                  </a:cubicBezTo>
                  <a:cubicBezTo>
                    <a:pt x="622" y="81"/>
                    <a:pt x="623" y="90"/>
                    <a:pt x="627" y="100"/>
                  </a:cubicBezTo>
                  <a:cubicBezTo>
                    <a:pt x="608" y="146"/>
                    <a:pt x="495" y="116"/>
                    <a:pt x="493" y="72"/>
                  </a:cubicBezTo>
                  <a:cubicBezTo>
                    <a:pt x="492" y="64"/>
                    <a:pt x="480" y="63"/>
                    <a:pt x="479" y="72"/>
                  </a:cubicBezTo>
                  <a:cubicBezTo>
                    <a:pt x="479" y="72"/>
                    <a:pt x="479" y="72"/>
                    <a:pt x="479" y="72"/>
                  </a:cubicBezTo>
                  <a:cubicBezTo>
                    <a:pt x="471" y="79"/>
                    <a:pt x="464" y="88"/>
                    <a:pt x="454" y="94"/>
                  </a:cubicBezTo>
                  <a:cubicBezTo>
                    <a:pt x="440" y="104"/>
                    <a:pt x="427" y="103"/>
                    <a:pt x="414" y="93"/>
                  </a:cubicBezTo>
                  <a:cubicBezTo>
                    <a:pt x="413" y="92"/>
                    <a:pt x="411" y="92"/>
                    <a:pt x="410" y="92"/>
                  </a:cubicBezTo>
                  <a:cubicBezTo>
                    <a:pt x="408" y="90"/>
                    <a:pt x="404" y="90"/>
                    <a:pt x="401" y="93"/>
                  </a:cubicBezTo>
                  <a:cubicBezTo>
                    <a:pt x="391" y="106"/>
                    <a:pt x="333" y="108"/>
                    <a:pt x="321" y="106"/>
                  </a:cubicBezTo>
                  <a:cubicBezTo>
                    <a:pt x="304" y="104"/>
                    <a:pt x="286" y="88"/>
                    <a:pt x="268" y="92"/>
                  </a:cubicBezTo>
                  <a:cubicBezTo>
                    <a:pt x="245" y="98"/>
                    <a:pt x="241" y="119"/>
                    <a:pt x="211" y="118"/>
                  </a:cubicBezTo>
                  <a:cubicBezTo>
                    <a:pt x="185" y="117"/>
                    <a:pt x="148" y="106"/>
                    <a:pt x="143" y="78"/>
                  </a:cubicBezTo>
                  <a:cubicBezTo>
                    <a:pt x="141" y="69"/>
                    <a:pt x="125" y="70"/>
                    <a:pt x="125" y="80"/>
                  </a:cubicBezTo>
                  <a:cubicBezTo>
                    <a:pt x="125" y="123"/>
                    <a:pt x="40" y="129"/>
                    <a:pt x="0" y="10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8" y="31"/>
                    <a:pt x="14" y="33"/>
                    <a:pt x="21" y="33"/>
                  </a:cubicBezTo>
                  <a:cubicBezTo>
                    <a:pt x="36" y="35"/>
                    <a:pt x="52" y="36"/>
                    <a:pt x="67" y="35"/>
                  </a:cubicBezTo>
                  <a:cubicBezTo>
                    <a:pt x="81" y="34"/>
                    <a:pt x="94" y="30"/>
                    <a:pt x="101" y="21"/>
                  </a:cubicBezTo>
                  <a:cubicBezTo>
                    <a:pt x="118" y="34"/>
                    <a:pt x="154" y="35"/>
                    <a:pt x="175" y="37"/>
                  </a:cubicBezTo>
                  <a:cubicBezTo>
                    <a:pt x="207" y="40"/>
                    <a:pt x="261" y="35"/>
                    <a:pt x="281" y="9"/>
                  </a:cubicBezTo>
                  <a:cubicBezTo>
                    <a:pt x="297" y="29"/>
                    <a:pt x="317" y="39"/>
                    <a:pt x="349" y="42"/>
                  </a:cubicBezTo>
                  <a:cubicBezTo>
                    <a:pt x="390" y="45"/>
                    <a:pt x="420" y="35"/>
                    <a:pt x="431" y="0"/>
                  </a:cubicBezTo>
                  <a:cubicBezTo>
                    <a:pt x="474" y="38"/>
                    <a:pt x="560" y="81"/>
                    <a:pt x="588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任意多边形: 形状 54" descr="4a99e11a-34ac-4106-ac28-c85acde811b4"/>
            <p:cNvSpPr/>
            <p:nvPr/>
          </p:nvSpPr>
          <p:spPr bwMode="auto">
            <a:xfrm flipH="1">
              <a:off x="9173333" y="1623343"/>
              <a:ext cx="1033987" cy="247036"/>
            </a:xfrm>
            <a:custGeom>
              <a:avLst/>
              <a:gdLst>
                <a:gd name="T0" fmla="*/ 295 w 678"/>
                <a:gd name="T1" fmla="*/ 6 h 162"/>
                <a:gd name="T2" fmla="*/ 678 w 678"/>
                <a:gd name="T3" fmla="*/ 80 h 162"/>
                <a:gd name="T4" fmla="*/ 678 w 678"/>
                <a:gd name="T5" fmla="*/ 82 h 162"/>
                <a:gd name="T6" fmla="*/ 669 w 678"/>
                <a:gd name="T7" fmla="*/ 89 h 162"/>
                <a:gd name="T8" fmla="*/ 668 w 678"/>
                <a:gd name="T9" fmla="*/ 98 h 162"/>
                <a:gd name="T10" fmla="*/ 602 w 678"/>
                <a:gd name="T11" fmla="*/ 150 h 162"/>
                <a:gd name="T12" fmla="*/ 523 w 678"/>
                <a:gd name="T13" fmla="*/ 86 h 162"/>
                <a:gd name="T14" fmla="*/ 506 w 678"/>
                <a:gd name="T15" fmla="*/ 85 h 162"/>
                <a:gd name="T16" fmla="*/ 449 w 678"/>
                <a:gd name="T17" fmla="*/ 155 h 162"/>
                <a:gd name="T18" fmla="*/ 383 w 678"/>
                <a:gd name="T19" fmla="*/ 95 h 162"/>
                <a:gd name="T20" fmla="*/ 366 w 678"/>
                <a:gd name="T21" fmla="*/ 94 h 162"/>
                <a:gd name="T22" fmla="*/ 323 w 678"/>
                <a:gd name="T23" fmla="*/ 159 h 162"/>
                <a:gd name="T24" fmla="*/ 260 w 678"/>
                <a:gd name="T25" fmla="*/ 103 h 162"/>
                <a:gd name="T26" fmla="*/ 244 w 678"/>
                <a:gd name="T27" fmla="*/ 98 h 162"/>
                <a:gd name="T28" fmla="*/ 197 w 678"/>
                <a:gd name="T29" fmla="*/ 154 h 162"/>
                <a:gd name="T30" fmla="*/ 147 w 678"/>
                <a:gd name="T31" fmla="*/ 92 h 162"/>
                <a:gd name="T32" fmla="*/ 130 w 678"/>
                <a:gd name="T33" fmla="*/ 92 h 162"/>
                <a:gd name="T34" fmla="*/ 119 w 678"/>
                <a:gd name="T35" fmla="*/ 128 h 162"/>
                <a:gd name="T36" fmla="*/ 0 w 678"/>
                <a:gd name="T37" fmla="*/ 52 h 162"/>
                <a:gd name="T38" fmla="*/ 56 w 678"/>
                <a:gd name="T39" fmla="*/ 8 h 162"/>
                <a:gd name="T40" fmla="*/ 64 w 678"/>
                <a:gd name="T41" fmla="*/ 16 h 162"/>
                <a:gd name="T42" fmla="*/ 140 w 678"/>
                <a:gd name="T43" fmla="*/ 44 h 162"/>
                <a:gd name="T44" fmla="*/ 184 w 678"/>
                <a:gd name="T45" fmla="*/ 0 h 162"/>
                <a:gd name="T46" fmla="*/ 190 w 678"/>
                <a:gd name="T47" fmla="*/ 5 h 162"/>
                <a:gd name="T48" fmla="*/ 264 w 678"/>
                <a:gd name="T49" fmla="*/ 23 h 162"/>
                <a:gd name="T50" fmla="*/ 295 w 678"/>
                <a:gd name="T51" fmla="*/ 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78" h="162">
                  <a:moveTo>
                    <a:pt x="295" y="6"/>
                  </a:moveTo>
                  <a:cubicBezTo>
                    <a:pt x="678" y="80"/>
                    <a:pt x="678" y="80"/>
                    <a:pt x="678" y="80"/>
                  </a:cubicBezTo>
                  <a:cubicBezTo>
                    <a:pt x="678" y="82"/>
                    <a:pt x="678" y="82"/>
                    <a:pt x="678" y="82"/>
                  </a:cubicBezTo>
                  <a:cubicBezTo>
                    <a:pt x="674" y="82"/>
                    <a:pt x="669" y="84"/>
                    <a:pt x="669" y="89"/>
                  </a:cubicBezTo>
                  <a:cubicBezTo>
                    <a:pt x="668" y="92"/>
                    <a:pt x="668" y="95"/>
                    <a:pt x="668" y="98"/>
                  </a:cubicBezTo>
                  <a:cubicBezTo>
                    <a:pt x="663" y="134"/>
                    <a:pt x="649" y="155"/>
                    <a:pt x="602" y="150"/>
                  </a:cubicBezTo>
                  <a:cubicBezTo>
                    <a:pt x="563" y="145"/>
                    <a:pt x="523" y="130"/>
                    <a:pt x="523" y="86"/>
                  </a:cubicBezTo>
                  <a:cubicBezTo>
                    <a:pt x="523" y="75"/>
                    <a:pt x="506" y="74"/>
                    <a:pt x="506" y="85"/>
                  </a:cubicBezTo>
                  <a:cubicBezTo>
                    <a:pt x="505" y="115"/>
                    <a:pt x="489" y="157"/>
                    <a:pt x="449" y="155"/>
                  </a:cubicBezTo>
                  <a:cubicBezTo>
                    <a:pt x="418" y="153"/>
                    <a:pt x="383" y="126"/>
                    <a:pt x="383" y="95"/>
                  </a:cubicBezTo>
                  <a:cubicBezTo>
                    <a:pt x="383" y="85"/>
                    <a:pt x="367" y="83"/>
                    <a:pt x="366" y="94"/>
                  </a:cubicBezTo>
                  <a:cubicBezTo>
                    <a:pt x="365" y="120"/>
                    <a:pt x="359" y="155"/>
                    <a:pt x="323" y="159"/>
                  </a:cubicBezTo>
                  <a:cubicBezTo>
                    <a:pt x="290" y="162"/>
                    <a:pt x="259" y="135"/>
                    <a:pt x="260" y="103"/>
                  </a:cubicBezTo>
                  <a:cubicBezTo>
                    <a:pt x="260" y="96"/>
                    <a:pt x="248" y="91"/>
                    <a:pt x="244" y="98"/>
                  </a:cubicBezTo>
                  <a:cubicBezTo>
                    <a:pt x="232" y="121"/>
                    <a:pt x="234" y="157"/>
                    <a:pt x="197" y="154"/>
                  </a:cubicBezTo>
                  <a:cubicBezTo>
                    <a:pt x="162" y="151"/>
                    <a:pt x="145" y="123"/>
                    <a:pt x="147" y="92"/>
                  </a:cubicBezTo>
                  <a:cubicBezTo>
                    <a:pt x="147" y="82"/>
                    <a:pt x="131" y="81"/>
                    <a:pt x="130" y="92"/>
                  </a:cubicBezTo>
                  <a:cubicBezTo>
                    <a:pt x="129" y="107"/>
                    <a:pt x="125" y="118"/>
                    <a:pt x="119" y="128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28" y="50"/>
                    <a:pt x="46" y="31"/>
                    <a:pt x="56" y="8"/>
                  </a:cubicBezTo>
                  <a:cubicBezTo>
                    <a:pt x="58" y="10"/>
                    <a:pt x="60" y="13"/>
                    <a:pt x="64" y="16"/>
                  </a:cubicBezTo>
                  <a:cubicBezTo>
                    <a:pt x="84" y="33"/>
                    <a:pt x="112" y="46"/>
                    <a:pt x="140" y="44"/>
                  </a:cubicBezTo>
                  <a:cubicBezTo>
                    <a:pt x="167" y="41"/>
                    <a:pt x="179" y="22"/>
                    <a:pt x="184" y="0"/>
                  </a:cubicBezTo>
                  <a:cubicBezTo>
                    <a:pt x="186" y="2"/>
                    <a:pt x="187" y="3"/>
                    <a:pt x="190" y="5"/>
                  </a:cubicBezTo>
                  <a:cubicBezTo>
                    <a:pt x="209" y="20"/>
                    <a:pt x="239" y="29"/>
                    <a:pt x="264" y="23"/>
                  </a:cubicBezTo>
                  <a:cubicBezTo>
                    <a:pt x="274" y="20"/>
                    <a:pt x="285" y="14"/>
                    <a:pt x="295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任意多边形: 形状 55" descr="bcbd7d32-69aa-4d0a-a513-189fdb39e456"/>
            <p:cNvSpPr/>
            <p:nvPr/>
          </p:nvSpPr>
          <p:spPr bwMode="auto">
            <a:xfrm flipH="1">
              <a:off x="9728528" y="3288928"/>
              <a:ext cx="432950" cy="248310"/>
            </a:xfrm>
            <a:custGeom>
              <a:avLst/>
              <a:gdLst>
                <a:gd name="T0" fmla="*/ 13 w 284"/>
                <a:gd name="T1" fmla="*/ 48 h 163"/>
                <a:gd name="T2" fmla="*/ 68 w 284"/>
                <a:gd name="T3" fmla="*/ 9 h 163"/>
                <a:gd name="T4" fmla="*/ 136 w 284"/>
                <a:gd name="T5" fmla="*/ 38 h 163"/>
                <a:gd name="T6" fmla="*/ 197 w 284"/>
                <a:gd name="T7" fmla="*/ 0 h 163"/>
                <a:gd name="T8" fmla="*/ 283 w 284"/>
                <a:gd name="T9" fmla="*/ 42 h 163"/>
                <a:gd name="T10" fmla="*/ 284 w 284"/>
                <a:gd name="T11" fmla="*/ 42 h 163"/>
                <a:gd name="T12" fmla="*/ 262 w 284"/>
                <a:gd name="T13" fmla="*/ 150 h 163"/>
                <a:gd name="T14" fmla="*/ 262 w 284"/>
                <a:gd name="T15" fmla="*/ 150 h 163"/>
                <a:gd name="T16" fmla="*/ 194 w 284"/>
                <a:gd name="T17" fmla="*/ 121 h 163"/>
                <a:gd name="T18" fmla="*/ 183 w 284"/>
                <a:gd name="T19" fmla="*/ 127 h 163"/>
                <a:gd name="T20" fmla="*/ 137 w 284"/>
                <a:gd name="T21" fmla="*/ 163 h 163"/>
                <a:gd name="T22" fmla="*/ 0 w 284"/>
                <a:gd name="T23" fmla="*/ 45 h 163"/>
                <a:gd name="T24" fmla="*/ 13 w 284"/>
                <a:gd name="T25" fmla="*/ 4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4" h="163">
                  <a:moveTo>
                    <a:pt x="13" y="48"/>
                  </a:moveTo>
                  <a:cubicBezTo>
                    <a:pt x="47" y="51"/>
                    <a:pt x="62" y="34"/>
                    <a:pt x="68" y="9"/>
                  </a:cubicBezTo>
                  <a:cubicBezTo>
                    <a:pt x="81" y="29"/>
                    <a:pt x="106" y="37"/>
                    <a:pt x="136" y="38"/>
                  </a:cubicBezTo>
                  <a:cubicBezTo>
                    <a:pt x="169" y="38"/>
                    <a:pt x="188" y="24"/>
                    <a:pt x="197" y="0"/>
                  </a:cubicBezTo>
                  <a:cubicBezTo>
                    <a:pt x="213" y="26"/>
                    <a:pt x="250" y="39"/>
                    <a:pt x="283" y="42"/>
                  </a:cubicBezTo>
                  <a:cubicBezTo>
                    <a:pt x="283" y="42"/>
                    <a:pt x="283" y="42"/>
                    <a:pt x="284" y="42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38" y="147"/>
                    <a:pt x="210" y="134"/>
                    <a:pt x="194" y="121"/>
                  </a:cubicBezTo>
                  <a:cubicBezTo>
                    <a:pt x="189" y="118"/>
                    <a:pt x="184" y="123"/>
                    <a:pt x="183" y="127"/>
                  </a:cubicBezTo>
                  <a:cubicBezTo>
                    <a:pt x="180" y="148"/>
                    <a:pt x="161" y="159"/>
                    <a:pt x="137" y="16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" y="46"/>
                    <a:pt x="8" y="47"/>
                    <a:pt x="13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任意多边形: 形状 56" descr="5828abc6-0935-4d3d-86c3-44ef6ff4bffc"/>
            <p:cNvSpPr/>
            <p:nvPr/>
          </p:nvSpPr>
          <p:spPr bwMode="auto">
            <a:xfrm flipH="1">
              <a:off x="10068521" y="2332617"/>
              <a:ext cx="122245" cy="39475"/>
            </a:xfrm>
            <a:custGeom>
              <a:avLst/>
              <a:gdLst>
                <a:gd name="T0" fmla="*/ 20 w 80"/>
                <a:gd name="T1" fmla="*/ 18 h 26"/>
                <a:gd name="T2" fmla="*/ 80 w 80"/>
                <a:gd name="T3" fmla="*/ 0 h 26"/>
                <a:gd name="T4" fmla="*/ 22 w 80"/>
                <a:gd name="T5" fmla="*/ 25 h 26"/>
                <a:gd name="T6" fmla="*/ 0 w 80"/>
                <a:gd name="T7" fmla="*/ 24 h 26"/>
                <a:gd name="T8" fmla="*/ 20 w 80"/>
                <a:gd name="T9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26">
                  <a:moveTo>
                    <a:pt x="20" y="18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0" y="19"/>
                    <a:pt x="50" y="25"/>
                    <a:pt x="22" y="25"/>
                  </a:cubicBezTo>
                  <a:cubicBezTo>
                    <a:pt x="14" y="26"/>
                    <a:pt x="7" y="25"/>
                    <a:pt x="0" y="24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任意多边形: 形状 57" descr="ba0957b3-2039-434f-9511-46b5e68d05eb"/>
            <p:cNvSpPr/>
            <p:nvPr/>
          </p:nvSpPr>
          <p:spPr bwMode="auto">
            <a:xfrm flipH="1">
              <a:off x="9757816" y="1560947"/>
              <a:ext cx="502987" cy="141346"/>
            </a:xfrm>
            <a:custGeom>
              <a:avLst/>
              <a:gdLst>
                <a:gd name="T0" fmla="*/ 28 w 330"/>
                <a:gd name="T1" fmla="*/ 75 h 93"/>
                <a:gd name="T2" fmla="*/ 84 w 330"/>
                <a:gd name="T3" fmla="*/ 0 h 93"/>
                <a:gd name="T4" fmla="*/ 102 w 330"/>
                <a:gd name="T5" fmla="*/ 4 h 93"/>
                <a:gd name="T6" fmla="*/ 118 w 330"/>
                <a:gd name="T7" fmla="*/ 48 h 93"/>
                <a:gd name="T8" fmla="*/ 185 w 330"/>
                <a:gd name="T9" fmla="*/ 63 h 93"/>
                <a:gd name="T10" fmla="*/ 204 w 330"/>
                <a:gd name="T11" fmla="*/ 23 h 93"/>
                <a:gd name="T12" fmla="*/ 222 w 330"/>
                <a:gd name="T13" fmla="*/ 27 h 93"/>
                <a:gd name="T14" fmla="*/ 238 w 330"/>
                <a:gd name="T15" fmla="*/ 30 h 93"/>
                <a:gd name="T16" fmla="*/ 299 w 330"/>
                <a:gd name="T17" fmla="*/ 41 h 93"/>
                <a:gd name="T18" fmla="*/ 330 w 330"/>
                <a:gd name="T19" fmla="*/ 47 h 93"/>
                <a:gd name="T20" fmla="*/ 299 w 330"/>
                <a:gd name="T21" fmla="*/ 64 h 93"/>
                <a:gd name="T22" fmla="*/ 225 w 330"/>
                <a:gd name="T23" fmla="*/ 46 h 93"/>
                <a:gd name="T24" fmla="*/ 219 w 330"/>
                <a:gd name="T25" fmla="*/ 41 h 93"/>
                <a:gd name="T26" fmla="*/ 175 w 330"/>
                <a:gd name="T27" fmla="*/ 85 h 93"/>
                <a:gd name="T28" fmla="*/ 99 w 330"/>
                <a:gd name="T29" fmla="*/ 57 h 93"/>
                <a:gd name="T30" fmla="*/ 91 w 330"/>
                <a:gd name="T31" fmla="*/ 49 h 93"/>
                <a:gd name="T32" fmla="*/ 35 w 330"/>
                <a:gd name="T33" fmla="*/ 93 h 93"/>
                <a:gd name="T34" fmla="*/ 0 w 330"/>
                <a:gd name="T35" fmla="*/ 70 h 93"/>
                <a:gd name="T36" fmla="*/ 28 w 330"/>
                <a:gd name="T37" fmla="*/ 7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30" h="93">
                  <a:moveTo>
                    <a:pt x="28" y="75"/>
                  </a:moveTo>
                  <a:cubicBezTo>
                    <a:pt x="69" y="73"/>
                    <a:pt x="81" y="34"/>
                    <a:pt x="84" y="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1" y="23"/>
                    <a:pt x="101" y="34"/>
                    <a:pt x="118" y="48"/>
                  </a:cubicBezTo>
                  <a:cubicBezTo>
                    <a:pt x="133" y="61"/>
                    <a:pt x="167" y="74"/>
                    <a:pt x="185" y="63"/>
                  </a:cubicBezTo>
                  <a:cubicBezTo>
                    <a:pt x="198" y="56"/>
                    <a:pt x="202" y="40"/>
                    <a:pt x="204" y="23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38" y="30"/>
                    <a:pt x="238" y="30"/>
                    <a:pt x="238" y="30"/>
                  </a:cubicBezTo>
                  <a:cubicBezTo>
                    <a:pt x="253" y="45"/>
                    <a:pt x="276" y="49"/>
                    <a:pt x="299" y="41"/>
                  </a:cubicBezTo>
                  <a:cubicBezTo>
                    <a:pt x="330" y="47"/>
                    <a:pt x="330" y="47"/>
                    <a:pt x="330" y="47"/>
                  </a:cubicBezTo>
                  <a:cubicBezTo>
                    <a:pt x="320" y="55"/>
                    <a:pt x="309" y="61"/>
                    <a:pt x="299" y="64"/>
                  </a:cubicBezTo>
                  <a:cubicBezTo>
                    <a:pt x="274" y="70"/>
                    <a:pt x="244" y="61"/>
                    <a:pt x="225" y="46"/>
                  </a:cubicBezTo>
                  <a:cubicBezTo>
                    <a:pt x="222" y="44"/>
                    <a:pt x="221" y="43"/>
                    <a:pt x="219" y="41"/>
                  </a:cubicBezTo>
                  <a:cubicBezTo>
                    <a:pt x="214" y="63"/>
                    <a:pt x="202" y="82"/>
                    <a:pt x="175" y="85"/>
                  </a:cubicBezTo>
                  <a:cubicBezTo>
                    <a:pt x="147" y="87"/>
                    <a:pt x="119" y="74"/>
                    <a:pt x="99" y="57"/>
                  </a:cubicBezTo>
                  <a:cubicBezTo>
                    <a:pt x="95" y="54"/>
                    <a:pt x="93" y="51"/>
                    <a:pt x="91" y="49"/>
                  </a:cubicBezTo>
                  <a:cubicBezTo>
                    <a:pt x="81" y="72"/>
                    <a:pt x="63" y="91"/>
                    <a:pt x="35" y="93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9" y="73"/>
                    <a:pt x="18" y="75"/>
                    <a:pt x="28" y="7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任意多边形: 形状 58" descr="9104c2ea-bd6a-4a59-b39d-93aaf36dab07"/>
            <p:cNvSpPr/>
            <p:nvPr/>
          </p:nvSpPr>
          <p:spPr bwMode="auto">
            <a:xfrm flipH="1">
              <a:off x="9724708" y="3223985"/>
              <a:ext cx="545008" cy="142619"/>
            </a:xfrm>
            <a:custGeom>
              <a:avLst/>
              <a:gdLst>
                <a:gd name="T0" fmla="*/ 358 w 358"/>
                <a:gd name="T1" fmla="*/ 71 h 94"/>
                <a:gd name="T2" fmla="*/ 355 w 358"/>
                <a:gd name="T3" fmla="*/ 85 h 94"/>
                <a:gd name="T4" fmla="*/ 354 w 358"/>
                <a:gd name="T5" fmla="*/ 85 h 94"/>
                <a:gd name="T6" fmla="*/ 268 w 358"/>
                <a:gd name="T7" fmla="*/ 43 h 94"/>
                <a:gd name="T8" fmla="*/ 207 w 358"/>
                <a:gd name="T9" fmla="*/ 81 h 94"/>
                <a:gd name="T10" fmla="*/ 139 w 358"/>
                <a:gd name="T11" fmla="*/ 52 h 94"/>
                <a:gd name="T12" fmla="*/ 84 w 358"/>
                <a:gd name="T13" fmla="*/ 91 h 94"/>
                <a:gd name="T14" fmla="*/ 71 w 358"/>
                <a:gd name="T15" fmla="*/ 88 h 94"/>
                <a:gd name="T16" fmla="*/ 0 w 358"/>
                <a:gd name="T17" fmla="*/ 28 h 94"/>
                <a:gd name="T18" fmla="*/ 1 w 358"/>
                <a:gd name="T19" fmla="*/ 14 h 94"/>
                <a:gd name="T20" fmla="*/ 17 w 358"/>
                <a:gd name="T21" fmla="*/ 14 h 94"/>
                <a:gd name="T22" fmla="*/ 80 w 358"/>
                <a:gd name="T23" fmla="*/ 75 h 94"/>
                <a:gd name="T24" fmla="*/ 128 w 358"/>
                <a:gd name="T25" fmla="*/ 14 h 94"/>
                <a:gd name="T26" fmla="*/ 141 w 358"/>
                <a:gd name="T27" fmla="*/ 14 h 94"/>
                <a:gd name="T28" fmla="*/ 207 w 358"/>
                <a:gd name="T29" fmla="*/ 66 h 94"/>
                <a:gd name="T30" fmla="*/ 258 w 358"/>
                <a:gd name="T31" fmla="*/ 9 h 94"/>
                <a:gd name="T32" fmla="*/ 273 w 358"/>
                <a:gd name="T33" fmla="*/ 9 h 94"/>
                <a:gd name="T34" fmla="*/ 346 w 358"/>
                <a:gd name="T35" fmla="*/ 69 h 94"/>
                <a:gd name="T36" fmla="*/ 358 w 358"/>
                <a:gd name="T37" fmla="*/ 7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8" h="94">
                  <a:moveTo>
                    <a:pt x="358" y="71"/>
                  </a:moveTo>
                  <a:cubicBezTo>
                    <a:pt x="355" y="85"/>
                    <a:pt x="355" y="85"/>
                    <a:pt x="355" y="85"/>
                  </a:cubicBezTo>
                  <a:cubicBezTo>
                    <a:pt x="354" y="85"/>
                    <a:pt x="354" y="85"/>
                    <a:pt x="354" y="85"/>
                  </a:cubicBezTo>
                  <a:cubicBezTo>
                    <a:pt x="321" y="82"/>
                    <a:pt x="284" y="69"/>
                    <a:pt x="268" y="43"/>
                  </a:cubicBezTo>
                  <a:cubicBezTo>
                    <a:pt x="259" y="67"/>
                    <a:pt x="240" y="81"/>
                    <a:pt x="207" y="81"/>
                  </a:cubicBezTo>
                  <a:cubicBezTo>
                    <a:pt x="177" y="80"/>
                    <a:pt x="152" y="72"/>
                    <a:pt x="139" y="52"/>
                  </a:cubicBezTo>
                  <a:cubicBezTo>
                    <a:pt x="133" y="77"/>
                    <a:pt x="118" y="94"/>
                    <a:pt x="84" y="91"/>
                  </a:cubicBezTo>
                  <a:cubicBezTo>
                    <a:pt x="79" y="90"/>
                    <a:pt x="75" y="89"/>
                    <a:pt x="71" y="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3"/>
                    <a:pt x="1" y="19"/>
                    <a:pt x="1" y="14"/>
                  </a:cubicBezTo>
                  <a:cubicBezTo>
                    <a:pt x="0" y="4"/>
                    <a:pt x="16" y="4"/>
                    <a:pt x="17" y="14"/>
                  </a:cubicBezTo>
                  <a:cubicBezTo>
                    <a:pt x="18" y="43"/>
                    <a:pt x="52" y="72"/>
                    <a:pt x="80" y="75"/>
                  </a:cubicBezTo>
                  <a:cubicBezTo>
                    <a:pt x="123" y="79"/>
                    <a:pt x="129" y="47"/>
                    <a:pt x="128" y="14"/>
                  </a:cubicBezTo>
                  <a:cubicBezTo>
                    <a:pt x="127" y="6"/>
                    <a:pt x="141" y="6"/>
                    <a:pt x="141" y="14"/>
                  </a:cubicBezTo>
                  <a:cubicBezTo>
                    <a:pt x="142" y="48"/>
                    <a:pt x="175" y="70"/>
                    <a:pt x="207" y="66"/>
                  </a:cubicBezTo>
                  <a:cubicBezTo>
                    <a:pt x="239" y="63"/>
                    <a:pt x="259" y="40"/>
                    <a:pt x="258" y="9"/>
                  </a:cubicBezTo>
                  <a:cubicBezTo>
                    <a:pt x="258" y="0"/>
                    <a:pt x="272" y="0"/>
                    <a:pt x="273" y="9"/>
                  </a:cubicBezTo>
                  <a:cubicBezTo>
                    <a:pt x="272" y="49"/>
                    <a:pt x="312" y="64"/>
                    <a:pt x="346" y="69"/>
                  </a:cubicBezTo>
                  <a:cubicBezTo>
                    <a:pt x="350" y="70"/>
                    <a:pt x="354" y="71"/>
                    <a:pt x="358" y="7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任意多边形: 形状 59" descr="dbaba6b2-1808-4464-a45d-3c326cad1a9c"/>
            <p:cNvSpPr/>
            <p:nvPr/>
          </p:nvSpPr>
          <p:spPr bwMode="auto">
            <a:xfrm flipH="1">
              <a:off x="9696693" y="3090280"/>
              <a:ext cx="678714" cy="253404"/>
            </a:xfrm>
            <a:custGeom>
              <a:avLst/>
              <a:gdLst>
                <a:gd name="T0" fmla="*/ 358 w 445"/>
                <a:gd name="T1" fmla="*/ 23 h 167"/>
                <a:gd name="T2" fmla="*/ 432 w 445"/>
                <a:gd name="T3" fmla="*/ 68 h 167"/>
                <a:gd name="T4" fmla="*/ 445 w 445"/>
                <a:gd name="T5" fmla="*/ 66 h 167"/>
                <a:gd name="T6" fmla="*/ 427 w 445"/>
                <a:gd name="T7" fmla="*/ 159 h 167"/>
                <a:gd name="T8" fmla="*/ 415 w 445"/>
                <a:gd name="T9" fmla="*/ 157 h 167"/>
                <a:gd name="T10" fmla="*/ 342 w 445"/>
                <a:gd name="T11" fmla="*/ 97 h 167"/>
                <a:gd name="T12" fmla="*/ 327 w 445"/>
                <a:gd name="T13" fmla="*/ 97 h 167"/>
                <a:gd name="T14" fmla="*/ 276 w 445"/>
                <a:gd name="T15" fmla="*/ 154 h 167"/>
                <a:gd name="T16" fmla="*/ 210 w 445"/>
                <a:gd name="T17" fmla="*/ 102 h 167"/>
                <a:gd name="T18" fmla="*/ 197 w 445"/>
                <a:gd name="T19" fmla="*/ 102 h 167"/>
                <a:gd name="T20" fmla="*/ 149 w 445"/>
                <a:gd name="T21" fmla="*/ 163 h 167"/>
                <a:gd name="T22" fmla="*/ 86 w 445"/>
                <a:gd name="T23" fmla="*/ 102 h 167"/>
                <a:gd name="T24" fmla="*/ 70 w 445"/>
                <a:gd name="T25" fmla="*/ 102 h 167"/>
                <a:gd name="T26" fmla="*/ 69 w 445"/>
                <a:gd name="T27" fmla="*/ 116 h 167"/>
                <a:gd name="T28" fmla="*/ 0 w 445"/>
                <a:gd name="T29" fmla="*/ 56 h 167"/>
                <a:gd name="T30" fmla="*/ 46 w 445"/>
                <a:gd name="T31" fmla="*/ 42 h 167"/>
                <a:gd name="T32" fmla="*/ 89 w 445"/>
                <a:gd name="T33" fmla="*/ 0 h 167"/>
                <a:gd name="T34" fmla="*/ 180 w 445"/>
                <a:gd name="T35" fmla="*/ 60 h 167"/>
                <a:gd name="T36" fmla="*/ 247 w 445"/>
                <a:gd name="T37" fmla="*/ 26 h 167"/>
                <a:gd name="T38" fmla="*/ 297 w 445"/>
                <a:gd name="T39" fmla="*/ 61 h 167"/>
                <a:gd name="T40" fmla="*/ 358 w 445"/>
                <a:gd name="T41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45" h="167">
                  <a:moveTo>
                    <a:pt x="358" y="23"/>
                  </a:moveTo>
                  <a:cubicBezTo>
                    <a:pt x="370" y="50"/>
                    <a:pt x="398" y="68"/>
                    <a:pt x="432" y="68"/>
                  </a:cubicBezTo>
                  <a:cubicBezTo>
                    <a:pt x="437" y="68"/>
                    <a:pt x="441" y="67"/>
                    <a:pt x="445" y="66"/>
                  </a:cubicBezTo>
                  <a:cubicBezTo>
                    <a:pt x="427" y="159"/>
                    <a:pt x="427" y="159"/>
                    <a:pt x="427" y="159"/>
                  </a:cubicBezTo>
                  <a:cubicBezTo>
                    <a:pt x="423" y="159"/>
                    <a:pt x="419" y="158"/>
                    <a:pt x="415" y="157"/>
                  </a:cubicBezTo>
                  <a:cubicBezTo>
                    <a:pt x="381" y="152"/>
                    <a:pt x="341" y="137"/>
                    <a:pt x="342" y="97"/>
                  </a:cubicBezTo>
                  <a:cubicBezTo>
                    <a:pt x="341" y="88"/>
                    <a:pt x="327" y="88"/>
                    <a:pt x="327" y="97"/>
                  </a:cubicBezTo>
                  <a:cubicBezTo>
                    <a:pt x="328" y="128"/>
                    <a:pt x="308" y="151"/>
                    <a:pt x="276" y="154"/>
                  </a:cubicBezTo>
                  <a:cubicBezTo>
                    <a:pt x="244" y="158"/>
                    <a:pt x="211" y="136"/>
                    <a:pt x="210" y="102"/>
                  </a:cubicBezTo>
                  <a:cubicBezTo>
                    <a:pt x="210" y="94"/>
                    <a:pt x="196" y="94"/>
                    <a:pt x="197" y="102"/>
                  </a:cubicBezTo>
                  <a:cubicBezTo>
                    <a:pt x="198" y="135"/>
                    <a:pt x="192" y="167"/>
                    <a:pt x="149" y="163"/>
                  </a:cubicBezTo>
                  <a:cubicBezTo>
                    <a:pt x="121" y="160"/>
                    <a:pt x="87" y="131"/>
                    <a:pt x="86" y="102"/>
                  </a:cubicBezTo>
                  <a:cubicBezTo>
                    <a:pt x="85" y="92"/>
                    <a:pt x="69" y="92"/>
                    <a:pt x="70" y="102"/>
                  </a:cubicBezTo>
                  <a:cubicBezTo>
                    <a:pt x="70" y="107"/>
                    <a:pt x="70" y="111"/>
                    <a:pt x="69" y="11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1" y="58"/>
                    <a:pt x="27" y="52"/>
                    <a:pt x="46" y="42"/>
                  </a:cubicBezTo>
                  <a:cubicBezTo>
                    <a:pt x="68" y="31"/>
                    <a:pt x="76" y="16"/>
                    <a:pt x="89" y="0"/>
                  </a:cubicBezTo>
                  <a:cubicBezTo>
                    <a:pt x="100" y="35"/>
                    <a:pt x="139" y="54"/>
                    <a:pt x="180" y="60"/>
                  </a:cubicBezTo>
                  <a:cubicBezTo>
                    <a:pt x="214" y="64"/>
                    <a:pt x="236" y="49"/>
                    <a:pt x="247" y="26"/>
                  </a:cubicBezTo>
                  <a:cubicBezTo>
                    <a:pt x="255" y="42"/>
                    <a:pt x="271" y="53"/>
                    <a:pt x="297" y="61"/>
                  </a:cubicBezTo>
                  <a:cubicBezTo>
                    <a:pt x="338" y="73"/>
                    <a:pt x="347" y="50"/>
                    <a:pt x="358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任意多边形: 形状 60" descr="daeff59e-f322-4c68-b6ef-8e6e0503a79a"/>
            <p:cNvSpPr/>
            <p:nvPr/>
          </p:nvSpPr>
          <p:spPr bwMode="auto">
            <a:xfrm flipH="1">
              <a:off x="10132190" y="1517651"/>
              <a:ext cx="233030" cy="157900"/>
            </a:xfrm>
            <a:custGeom>
              <a:avLst/>
              <a:gdLst>
                <a:gd name="T0" fmla="*/ 3 w 152"/>
                <a:gd name="T1" fmla="*/ 0 h 103"/>
                <a:gd name="T2" fmla="*/ 152 w 152"/>
                <a:gd name="T3" fmla="*/ 28 h 103"/>
                <a:gd name="T4" fmla="*/ 96 w 152"/>
                <a:gd name="T5" fmla="*/ 103 h 103"/>
                <a:gd name="T6" fmla="*/ 68 w 152"/>
                <a:gd name="T7" fmla="*/ 98 h 103"/>
                <a:gd name="T8" fmla="*/ 29 w 152"/>
                <a:gd name="T9" fmla="*/ 74 h 103"/>
                <a:gd name="T10" fmla="*/ 8 w 152"/>
                <a:gd name="T11" fmla="*/ 22 h 103"/>
                <a:gd name="T12" fmla="*/ 0 w 152"/>
                <a:gd name="T13" fmla="*/ 14 h 103"/>
                <a:gd name="T14" fmla="*/ 3 w 152"/>
                <a:gd name="T15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" h="103">
                  <a:moveTo>
                    <a:pt x="3" y="0"/>
                  </a:moveTo>
                  <a:cubicBezTo>
                    <a:pt x="152" y="28"/>
                    <a:pt x="152" y="28"/>
                    <a:pt x="152" y="28"/>
                  </a:cubicBezTo>
                  <a:cubicBezTo>
                    <a:pt x="149" y="62"/>
                    <a:pt x="137" y="101"/>
                    <a:pt x="96" y="103"/>
                  </a:cubicBezTo>
                  <a:cubicBezTo>
                    <a:pt x="86" y="103"/>
                    <a:pt x="77" y="101"/>
                    <a:pt x="68" y="98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16" y="59"/>
                    <a:pt x="8" y="42"/>
                    <a:pt x="8" y="22"/>
                  </a:cubicBezTo>
                  <a:cubicBezTo>
                    <a:pt x="8" y="18"/>
                    <a:pt x="4" y="15"/>
                    <a:pt x="0" y="14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任意多边形: 形状 61" descr="1fd380d7-9113-4d09-b380-0d6f1ea722ee"/>
            <p:cNvSpPr/>
            <p:nvPr/>
          </p:nvSpPr>
          <p:spPr bwMode="auto">
            <a:xfrm flipH="1">
              <a:off x="10360125" y="1480724"/>
              <a:ext cx="194828" cy="109511"/>
            </a:xfrm>
            <a:custGeom>
              <a:avLst/>
              <a:gdLst>
                <a:gd name="T0" fmla="*/ 0 w 128"/>
                <a:gd name="T1" fmla="*/ 0 h 72"/>
                <a:gd name="T2" fmla="*/ 128 w 128"/>
                <a:gd name="T3" fmla="*/ 25 h 72"/>
                <a:gd name="T4" fmla="*/ 125 w 128"/>
                <a:gd name="T5" fmla="*/ 39 h 72"/>
                <a:gd name="T6" fmla="*/ 116 w 128"/>
                <a:gd name="T7" fmla="*/ 47 h 72"/>
                <a:gd name="T8" fmla="*/ 113 w 128"/>
                <a:gd name="T9" fmla="*/ 72 h 72"/>
                <a:gd name="T10" fmla="*/ 0 w 128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72">
                  <a:moveTo>
                    <a:pt x="0" y="0"/>
                  </a:moveTo>
                  <a:cubicBezTo>
                    <a:pt x="128" y="25"/>
                    <a:pt x="128" y="25"/>
                    <a:pt x="128" y="25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1" y="38"/>
                    <a:pt x="116" y="41"/>
                    <a:pt x="116" y="47"/>
                  </a:cubicBezTo>
                  <a:cubicBezTo>
                    <a:pt x="115" y="55"/>
                    <a:pt x="114" y="64"/>
                    <a:pt x="113" y="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任意多边形: 形状 62" descr="82cefdfe-0198-4645-92f7-1f4b941bcc09"/>
            <p:cNvSpPr/>
            <p:nvPr/>
          </p:nvSpPr>
          <p:spPr bwMode="auto">
            <a:xfrm flipH="1">
              <a:off x="9690327" y="3048258"/>
              <a:ext cx="723282" cy="160446"/>
            </a:xfrm>
            <a:custGeom>
              <a:avLst/>
              <a:gdLst>
                <a:gd name="T0" fmla="*/ 474 w 474"/>
                <a:gd name="T1" fmla="*/ 73 h 105"/>
                <a:gd name="T2" fmla="*/ 470 w 474"/>
                <a:gd name="T3" fmla="*/ 93 h 105"/>
                <a:gd name="T4" fmla="*/ 457 w 474"/>
                <a:gd name="T5" fmla="*/ 95 h 105"/>
                <a:gd name="T6" fmla="*/ 383 w 474"/>
                <a:gd name="T7" fmla="*/ 50 h 105"/>
                <a:gd name="T8" fmla="*/ 322 w 474"/>
                <a:gd name="T9" fmla="*/ 88 h 105"/>
                <a:gd name="T10" fmla="*/ 272 w 474"/>
                <a:gd name="T11" fmla="*/ 53 h 105"/>
                <a:gd name="T12" fmla="*/ 205 w 474"/>
                <a:gd name="T13" fmla="*/ 87 h 105"/>
                <a:gd name="T14" fmla="*/ 114 w 474"/>
                <a:gd name="T15" fmla="*/ 27 h 105"/>
                <a:gd name="T16" fmla="*/ 71 w 474"/>
                <a:gd name="T17" fmla="*/ 69 h 105"/>
                <a:gd name="T18" fmla="*/ 25 w 474"/>
                <a:gd name="T19" fmla="*/ 83 h 105"/>
                <a:gd name="T20" fmla="*/ 0 w 474"/>
                <a:gd name="T21" fmla="*/ 62 h 105"/>
                <a:gd name="T22" fmla="*/ 27 w 474"/>
                <a:gd name="T23" fmla="*/ 66 h 105"/>
                <a:gd name="T24" fmla="*/ 113 w 474"/>
                <a:gd name="T25" fmla="*/ 4 h 105"/>
                <a:gd name="T26" fmla="*/ 127 w 474"/>
                <a:gd name="T27" fmla="*/ 8 h 105"/>
                <a:gd name="T28" fmla="*/ 265 w 474"/>
                <a:gd name="T29" fmla="*/ 11 h 105"/>
                <a:gd name="T30" fmla="*/ 282 w 474"/>
                <a:gd name="T31" fmla="*/ 12 h 105"/>
                <a:gd name="T32" fmla="*/ 332 w 474"/>
                <a:gd name="T33" fmla="*/ 73 h 105"/>
                <a:gd name="T34" fmla="*/ 379 w 474"/>
                <a:gd name="T35" fmla="*/ 18 h 105"/>
                <a:gd name="T36" fmla="*/ 395 w 474"/>
                <a:gd name="T37" fmla="*/ 23 h 105"/>
                <a:gd name="T38" fmla="*/ 458 w 474"/>
                <a:gd name="T39" fmla="*/ 78 h 105"/>
                <a:gd name="T40" fmla="*/ 474 w 474"/>
                <a:gd name="T41" fmla="*/ 7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3" h="105">
                  <a:moveTo>
                    <a:pt x="474" y="73"/>
                  </a:moveTo>
                  <a:cubicBezTo>
                    <a:pt x="470" y="93"/>
                    <a:pt x="470" y="93"/>
                    <a:pt x="470" y="93"/>
                  </a:cubicBezTo>
                  <a:cubicBezTo>
                    <a:pt x="466" y="94"/>
                    <a:pt x="462" y="95"/>
                    <a:pt x="457" y="95"/>
                  </a:cubicBezTo>
                  <a:cubicBezTo>
                    <a:pt x="423" y="95"/>
                    <a:pt x="395" y="77"/>
                    <a:pt x="383" y="50"/>
                  </a:cubicBezTo>
                  <a:cubicBezTo>
                    <a:pt x="372" y="77"/>
                    <a:pt x="363" y="100"/>
                    <a:pt x="322" y="88"/>
                  </a:cubicBezTo>
                  <a:cubicBezTo>
                    <a:pt x="296" y="80"/>
                    <a:pt x="280" y="69"/>
                    <a:pt x="272" y="53"/>
                  </a:cubicBezTo>
                  <a:cubicBezTo>
                    <a:pt x="261" y="76"/>
                    <a:pt x="239" y="91"/>
                    <a:pt x="205" y="87"/>
                  </a:cubicBezTo>
                  <a:cubicBezTo>
                    <a:pt x="164" y="81"/>
                    <a:pt x="125" y="62"/>
                    <a:pt x="114" y="27"/>
                  </a:cubicBezTo>
                  <a:cubicBezTo>
                    <a:pt x="101" y="43"/>
                    <a:pt x="93" y="58"/>
                    <a:pt x="71" y="69"/>
                  </a:cubicBezTo>
                  <a:cubicBezTo>
                    <a:pt x="52" y="79"/>
                    <a:pt x="46" y="85"/>
                    <a:pt x="25" y="8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0" y="66"/>
                    <a:pt x="12" y="68"/>
                    <a:pt x="27" y="66"/>
                  </a:cubicBezTo>
                  <a:cubicBezTo>
                    <a:pt x="75" y="60"/>
                    <a:pt x="86" y="29"/>
                    <a:pt x="113" y="4"/>
                  </a:cubicBezTo>
                  <a:cubicBezTo>
                    <a:pt x="117" y="0"/>
                    <a:pt x="126" y="2"/>
                    <a:pt x="127" y="8"/>
                  </a:cubicBezTo>
                  <a:cubicBezTo>
                    <a:pt x="139" y="77"/>
                    <a:pt x="258" y="105"/>
                    <a:pt x="265" y="11"/>
                  </a:cubicBezTo>
                  <a:cubicBezTo>
                    <a:pt x="266" y="0"/>
                    <a:pt x="282" y="1"/>
                    <a:pt x="282" y="12"/>
                  </a:cubicBezTo>
                  <a:cubicBezTo>
                    <a:pt x="280" y="42"/>
                    <a:pt x="297" y="70"/>
                    <a:pt x="332" y="73"/>
                  </a:cubicBezTo>
                  <a:cubicBezTo>
                    <a:pt x="369" y="76"/>
                    <a:pt x="367" y="40"/>
                    <a:pt x="379" y="18"/>
                  </a:cubicBezTo>
                  <a:cubicBezTo>
                    <a:pt x="383" y="10"/>
                    <a:pt x="395" y="15"/>
                    <a:pt x="395" y="23"/>
                  </a:cubicBezTo>
                  <a:cubicBezTo>
                    <a:pt x="394" y="54"/>
                    <a:pt x="425" y="81"/>
                    <a:pt x="458" y="78"/>
                  </a:cubicBezTo>
                  <a:cubicBezTo>
                    <a:pt x="464" y="77"/>
                    <a:pt x="470" y="75"/>
                    <a:pt x="474" y="73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任意多边形: 形状 63" descr="8cb6f31a-3028-4771-9401-a2c7d5d7fadc"/>
            <p:cNvSpPr/>
            <p:nvPr/>
          </p:nvSpPr>
          <p:spPr bwMode="auto">
            <a:xfrm flipH="1">
              <a:off x="10320651" y="1538026"/>
              <a:ext cx="62396" cy="92957"/>
            </a:xfrm>
            <a:custGeom>
              <a:avLst/>
              <a:gdLst>
                <a:gd name="T0" fmla="*/ 20 w 41"/>
                <a:gd name="T1" fmla="*/ 9 h 61"/>
                <a:gd name="T2" fmla="*/ 41 w 41"/>
                <a:gd name="T3" fmla="*/ 61 h 61"/>
                <a:gd name="T4" fmla="*/ 0 w 41"/>
                <a:gd name="T5" fmla="*/ 34 h 61"/>
                <a:gd name="T6" fmla="*/ 3 w 41"/>
                <a:gd name="T7" fmla="*/ 9 h 61"/>
                <a:gd name="T8" fmla="*/ 12 w 41"/>
                <a:gd name="T9" fmla="*/ 1 h 61"/>
                <a:gd name="T10" fmla="*/ 20 w 41"/>
                <a:gd name="T11" fmla="*/ 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61">
                  <a:moveTo>
                    <a:pt x="20" y="9"/>
                  </a:moveTo>
                  <a:cubicBezTo>
                    <a:pt x="20" y="29"/>
                    <a:pt x="28" y="46"/>
                    <a:pt x="41" y="6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26"/>
                    <a:pt x="2" y="17"/>
                    <a:pt x="3" y="9"/>
                  </a:cubicBezTo>
                  <a:cubicBezTo>
                    <a:pt x="3" y="3"/>
                    <a:pt x="8" y="0"/>
                    <a:pt x="12" y="1"/>
                  </a:cubicBezTo>
                  <a:cubicBezTo>
                    <a:pt x="16" y="2"/>
                    <a:pt x="20" y="5"/>
                    <a:pt x="20" y="9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任意多边形: 形状 64" descr="7e8997db-a7cd-4e27-8b9c-6b492a9cc075"/>
            <p:cNvSpPr/>
            <p:nvPr/>
          </p:nvSpPr>
          <p:spPr bwMode="auto">
            <a:xfrm flipH="1">
              <a:off x="9792197" y="3597087"/>
              <a:ext cx="1253009" cy="264864"/>
            </a:xfrm>
            <a:custGeom>
              <a:avLst/>
              <a:gdLst>
                <a:gd name="T0" fmla="*/ 371 w 821"/>
                <a:gd name="T1" fmla="*/ 153 h 174"/>
                <a:gd name="T2" fmla="*/ 280 w 821"/>
                <a:gd name="T3" fmla="*/ 174 h 174"/>
                <a:gd name="T4" fmla="*/ 303 w 821"/>
                <a:gd name="T5" fmla="*/ 168 h 174"/>
                <a:gd name="T6" fmla="*/ 248 w 821"/>
                <a:gd name="T7" fmla="*/ 140 h 174"/>
                <a:gd name="T8" fmla="*/ 249 w 821"/>
                <a:gd name="T9" fmla="*/ 122 h 174"/>
                <a:gd name="T10" fmla="*/ 240 w 821"/>
                <a:gd name="T11" fmla="*/ 118 h 174"/>
                <a:gd name="T12" fmla="*/ 234 w 821"/>
                <a:gd name="T13" fmla="*/ 120 h 174"/>
                <a:gd name="T14" fmla="*/ 228 w 821"/>
                <a:gd name="T15" fmla="*/ 125 h 174"/>
                <a:gd name="T16" fmla="*/ 229 w 821"/>
                <a:gd name="T17" fmla="*/ 139 h 174"/>
                <a:gd name="T18" fmla="*/ 225 w 821"/>
                <a:gd name="T19" fmla="*/ 140 h 174"/>
                <a:gd name="T20" fmla="*/ 195 w 821"/>
                <a:gd name="T21" fmla="*/ 156 h 174"/>
                <a:gd name="T22" fmla="*/ 144 w 821"/>
                <a:gd name="T23" fmla="*/ 160 h 174"/>
                <a:gd name="T24" fmla="*/ 100 w 821"/>
                <a:gd name="T25" fmla="*/ 128 h 174"/>
                <a:gd name="T26" fmla="*/ 106 w 821"/>
                <a:gd name="T27" fmla="*/ 117 h 174"/>
                <a:gd name="T28" fmla="*/ 96 w 821"/>
                <a:gd name="T29" fmla="*/ 105 h 174"/>
                <a:gd name="T30" fmla="*/ 94 w 821"/>
                <a:gd name="T31" fmla="*/ 105 h 174"/>
                <a:gd name="T32" fmla="*/ 89 w 821"/>
                <a:gd name="T33" fmla="*/ 106 h 174"/>
                <a:gd name="T34" fmla="*/ 85 w 821"/>
                <a:gd name="T35" fmla="*/ 110 h 174"/>
                <a:gd name="T36" fmla="*/ 84 w 821"/>
                <a:gd name="T37" fmla="*/ 114 h 174"/>
                <a:gd name="T38" fmla="*/ 75 w 821"/>
                <a:gd name="T39" fmla="*/ 124 h 174"/>
                <a:gd name="T40" fmla="*/ 16 w 821"/>
                <a:gd name="T41" fmla="*/ 148 h 174"/>
                <a:gd name="T42" fmla="*/ 0 w 821"/>
                <a:gd name="T43" fmla="*/ 145 h 174"/>
                <a:gd name="T44" fmla="*/ 2 w 821"/>
                <a:gd name="T45" fmla="*/ 40 h 174"/>
                <a:gd name="T46" fmla="*/ 139 w 821"/>
                <a:gd name="T47" fmla="*/ 16 h 174"/>
                <a:gd name="T48" fmla="*/ 245 w 821"/>
                <a:gd name="T49" fmla="*/ 43 h 174"/>
                <a:gd name="T50" fmla="*/ 259 w 821"/>
                <a:gd name="T51" fmla="*/ 34 h 174"/>
                <a:gd name="T52" fmla="*/ 293 w 821"/>
                <a:gd name="T53" fmla="*/ 30 h 174"/>
                <a:gd name="T54" fmla="*/ 342 w 821"/>
                <a:gd name="T55" fmla="*/ 37 h 174"/>
                <a:gd name="T56" fmla="*/ 405 w 821"/>
                <a:gd name="T57" fmla="*/ 22 h 174"/>
                <a:gd name="T58" fmla="*/ 406 w 821"/>
                <a:gd name="T59" fmla="*/ 23 h 174"/>
                <a:gd name="T60" fmla="*/ 456 w 821"/>
                <a:gd name="T61" fmla="*/ 23 h 174"/>
                <a:gd name="T62" fmla="*/ 485 w 821"/>
                <a:gd name="T63" fmla="*/ 0 h 174"/>
                <a:gd name="T64" fmla="*/ 582 w 821"/>
                <a:gd name="T65" fmla="*/ 51 h 174"/>
                <a:gd name="T66" fmla="*/ 640 w 821"/>
                <a:gd name="T67" fmla="*/ 26 h 174"/>
                <a:gd name="T68" fmla="*/ 674 w 821"/>
                <a:gd name="T69" fmla="*/ 47 h 174"/>
                <a:gd name="T70" fmla="*/ 783 w 821"/>
                <a:gd name="T71" fmla="*/ 22 h 174"/>
                <a:gd name="T72" fmla="*/ 811 w 821"/>
                <a:gd name="T73" fmla="*/ 43 h 174"/>
                <a:gd name="T74" fmla="*/ 821 w 821"/>
                <a:gd name="T75" fmla="*/ 51 h 174"/>
                <a:gd name="T76" fmla="*/ 395 w 821"/>
                <a:gd name="T77" fmla="*/ 147 h 174"/>
                <a:gd name="T78" fmla="*/ 391 w 821"/>
                <a:gd name="T79" fmla="*/ 133 h 174"/>
                <a:gd name="T80" fmla="*/ 375 w 821"/>
                <a:gd name="T81" fmla="*/ 133 h 174"/>
                <a:gd name="T82" fmla="*/ 371 w 821"/>
                <a:gd name="T83" fmla="*/ 153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21" h="174">
                  <a:moveTo>
                    <a:pt x="371" y="153"/>
                  </a:moveTo>
                  <a:cubicBezTo>
                    <a:pt x="280" y="174"/>
                    <a:pt x="280" y="174"/>
                    <a:pt x="280" y="174"/>
                  </a:cubicBezTo>
                  <a:cubicBezTo>
                    <a:pt x="303" y="168"/>
                    <a:pt x="303" y="168"/>
                    <a:pt x="303" y="168"/>
                  </a:cubicBezTo>
                  <a:cubicBezTo>
                    <a:pt x="283" y="163"/>
                    <a:pt x="267" y="146"/>
                    <a:pt x="248" y="140"/>
                  </a:cubicBezTo>
                  <a:cubicBezTo>
                    <a:pt x="252" y="135"/>
                    <a:pt x="253" y="129"/>
                    <a:pt x="249" y="122"/>
                  </a:cubicBezTo>
                  <a:cubicBezTo>
                    <a:pt x="247" y="119"/>
                    <a:pt x="244" y="118"/>
                    <a:pt x="240" y="118"/>
                  </a:cubicBezTo>
                  <a:cubicBezTo>
                    <a:pt x="238" y="119"/>
                    <a:pt x="236" y="119"/>
                    <a:pt x="234" y="120"/>
                  </a:cubicBezTo>
                  <a:cubicBezTo>
                    <a:pt x="231" y="120"/>
                    <a:pt x="228" y="123"/>
                    <a:pt x="228" y="125"/>
                  </a:cubicBezTo>
                  <a:cubicBezTo>
                    <a:pt x="227" y="130"/>
                    <a:pt x="227" y="135"/>
                    <a:pt x="229" y="139"/>
                  </a:cubicBezTo>
                  <a:cubicBezTo>
                    <a:pt x="227" y="140"/>
                    <a:pt x="226" y="140"/>
                    <a:pt x="225" y="140"/>
                  </a:cubicBezTo>
                  <a:cubicBezTo>
                    <a:pt x="215" y="144"/>
                    <a:pt x="205" y="152"/>
                    <a:pt x="195" y="156"/>
                  </a:cubicBezTo>
                  <a:cubicBezTo>
                    <a:pt x="178" y="162"/>
                    <a:pt x="161" y="165"/>
                    <a:pt x="144" y="160"/>
                  </a:cubicBezTo>
                  <a:cubicBezTo>
                    <a:pt x="139" y="158"/>
                    <a:pt x="112" y="140"/>
                    <a:pt x="100" y="128"/>
                  </a:cubicBezTo>
                  <a:cubicBezTo>
                    <a:pt x="103" y="124"/>
                    <a:pt x="105" y="120"/>
                    <a:pt x="106" y="117"/>
                  </a:cubicBezTo>
                  <a:cubicBezTo>
                    <a:pt x="108" y="110"/>
                    <a:pt x="102" y="105"/>
                    <a:pt x="96" y="105"/>
                  </a:cubicBezTo>
                  <a:cubicBezTo>
                    <a:pt x="95" y="105"/>
                    <a:pt x="95" y="105"/>
                    <a:pt x="94" y="105"/>
                  </a:cubicBezTo>
                  <a:cubicBezTo>
                    <a:pt x="92" y="105"/>
                    <a:pt x="91" y="106"/>
                    <a:pt x="89" y="106"/>
                  </a:cubicBezTo>
                  <a:cubicBezTo>
                    <a:pt x="87" y="106"/>
                    <a:pt x="85" y="108"/>
                    <a:pt x="85" y="110"/>
                  </a:cubicBezTo>
                  <a:cubicBezTo>
                    <a:pt x="85" y="111"/>
                    <a:pt x="85" y="113"/>
                    <a:pt x="84" y="114"/>
                  </a:cubicBezTo>
                  <a:cubicBezTo>
                    <a:pt x="81" y="117"/>
                    <a:pt x="78" y="120"/>
                    <a:pt x="75" y="124"/>
                  </a:cubicBezTo>
                  <a:cubicBezTo>
                    <a:pt x="56" y="144"/>
                    <a:pt x="47" y="154"/>
                    <a:pt x="16" y="148"/>
                  </a:cubicBezTo>
                  <a:cubicBezTo>
                    <a:pt x="11" y="147"/>
                    <a:pt x="5" y="146"/>
                    <a:pt x="0" y="145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46" y="59"/>
                    <a:pt x="118" y="54"/>
                    <a:pt x="139" y="16"/>
                  </a:cubicBezTo>
                  <a:cubicBezTo>
                    <a:pt x="162" y="45"/>
                    <a:pt x="215" y="57"/>
                    <a:pt x="245" y="43"/>
                  </a:cubicBezTo>
                  <a:cubicBezTo>
                    <a:pt x="251" y="41"/>
                    <a:pt x="255" y="37"/>
                    <a:pt x="259" y="34"/>
                  </a:cubicBezTo>
                  <a:cubicBezTo>
                    <a:pt x="274" y="25"/>
                    <a:pt x="277" y="26"/>
                    <a:pt x="293" y="30"/>
                  </a:cubicBezTo>
                  <a:cubicBezTo>
                    <a:pt x="310" y="34"/>
                    <a:pt x="324" y="38"/>
                    <a:pt x="342" y="37"/>
                  </a:cubicBezTo>
                  <a:cubicBezTo>
                    <a:pt x="359" y="36"/>
                    <a:pt x="389" y="34"/>
                    <a:pt x="405" y="22"/>
                  </a:cubicBezTo>
                  <a:cubicBezTo>
                    <a:pt x="405" y="22"/>
                    <a:pt x="405" y="22"/>
                    <a:pt x="406" y="23"/>
                  </a:cubicBezTo>
                  <a:cubicBezTo>
                    <a:pt x="421" y="32"/>
                    <a:pt x="440" y="32"/>
                    <a:pt x="456" y="23"/>
                  </a:cubicBezTo>
                  <a:cubicBezTo>
                    <a:pt x="465" y="18"/>
                    <a:pt x="477" y="10"/>
                    <a:pt x="485" y="0"/>
                  </a:cubicBezTo>
                  <a:cubicBezTo>
                    <a:pt x="498" y="33"/>
                    <a:pt x="530" y="52"/>
                    <a:pt x="582" y="51"/>
                  </a:cubicBezTo>
                  <a:cubicBezTo>
                    <a:pt x="610" y="50"/>
                    <a:pt x="630" y="44"/>
                    <a:pt x="640" y="26"/>
                  </a:cubicBezTo>
                  <a:cubicBezTo>
                    <a:pt x="651" y="36"/>
                    <a:pt x="665" y="44"/>
                    <a:pt x="674" y="47"/>
                  </a:cubicBezTo>
                  <a:cubicBezTo>
                    <a:pt x="710" y="57"/>
                    <a:pt x="767" y="56"/>
                    <a:pt x="783" y="22"/>
                  </a:cubicBezTo>
                  <a:cubicBezTo>
                    <a:pt x="790" y="31"/>
                    <a:pt x="800" y="37"/>
                    <a:pt x="811" y="43"/>
                  </a:cubicBezTo>
                  <a:cubicBezTo>
                    <a:pt x="821" y="51"/>
                    <a:pt x="821" y="51"/>
                    <a:pt x="821" y="51"/>
                  </a:cubicBezTo>
                  <a:cubicBezTo>
                    <a:pt x="395" y="147"/>
                    <a:pt x="395" y="147"/>
                    <a:pt x="395" y="147"/>
                  </a:cubicBezTo>
                  <a:cubicBezTo>
                    <a:pt x="392" y="143"/>
                    <a:pt x="391" y="139"/>
                    <a:pt x="391" y="133"/>
                  </a:cubicBezTo>
                  <a:cubicBezTo>
                    <a:pt x="391" y="123"/>
                    <a:pt x="375" y="123"/>
                    <a:pt x="375" y="133"/>
                  </a:cubicBezTo>
                  <a:cubicBezTo>
                    <a:pt x="375" y="141"/>
                    <a:pt x="373" y="148"/>
                    <a:pt x="371" y="1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任意多边形: 形状 65" descr="80e7ee40-8e6c-42cd-b142-1f13d387ca63"/>
            <p:cNvSpPr/>
            <p:nvPr/>
          </p:nvSpPr>
          <p:spPr bwMode="auto">
            <a:xfrm flipH="1">
              <a:off x="10442896" y="3784274"/>
              <a:ext cx="35655" cy="45842"/>
            </a:xfrm>
            <a:custGeom>
              <a:avLst/>
              <a:gdLst>
                <a:gd name="T0" fmla="*/ 20 w 24"/>
                <a:gd name="T1" fmla="*/ 10 h 30"/>
                <a:gd name="T2" fmla="*/ 24 w 24"/>
                <a:gd name="T3" fmla="*/ 24 h 30"/>
                <a:gd name="T4" fmla="*/ 0 w 24"/>
                <a:gd name="T5" fmla="*/ 30 h 30"/>
                <a:gd name="T6" fmla="*/ 4 w 24"/>
                <a:gd name="T7" fmla="*/ 10 h 30"/>
                <a:gd name="T8" fmla="*/ 20 w 24"/>
                <a:gd name="T9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0">
                  <a:moveTo>
                    <a:pt x="20" y="10"/>
                  </a:moveTo>
                  <a:cubicBezTo>
                    <a:pt x="20" y="16"/>
                    <a:pt x="21" y="20"/>
                    <a:pt x="24" y="24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2" y="25"/>
                    <a:pt x="4" y="18"/>
                    <a:pt x="4" y="10"/>
                  </a:cubicBezTo>
                  <a:cubicBezTo>
                    <a:pt x="4" y="0"/>
                    <a:pt x="20" y="0"/>
                    <a:pt x="20" y="10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任意多边形: 形状 66" descr="06ca0d5a-8c56-42bb-978d-8d70f0dcc950"/>
            <p:cNvSpPr/>
            <p:nvPr/>
          </p:nvSpPr>
          <p:spPr bwMode="auto">
            <a:xfrm flipH="1">
              <a:off x="9536247" y="2328797"/>
              <a:ext cx="938484" cy="238123"/>
            </a:xfrm>
            <a:custGeom>
              <a:avLst/>
              <a:gdLst>
                <a:gd name="T0" fmla="*/ 17 w 615"/>
                <a:gd name="T1" fmla="*/ 111 h 157"/>
                <a:gd name="T2" fmla="*/ 6 w 615"/>
                <a:gd name="T3" fmla="*/ 104 h 157"/>
                <a:gd name="T4" fmla="*/ 0 w 615"/>
                <a:gd name="T5" fmla="*/ 83 h 157"/>
                <a:gd name="T6" fmla="*/ 186 w 615"/>
                <a:gd name="T7" fmla="*/ 27 h 157"/>
                <a:gd name="T8" fmla="*/ 208 w 615"/>
                <a:gd name="T9" fmla="*/ 28 h 157"/>
                <a:gd name="T10" fmla="*/ 266 w 615"/>
                <a:gd name="T11" fmla="*/ 3 h 157"/>
                <a:gd name="T12" fmla="*/ 300 w 615"/>
                <a:gd name="T13" fmla="*/ 25 h 157"/>
                <a:gd name="T14" fmla="*/ 409 w 615"/>
                <a:gd name="T15" fmla="*/ 0 h 157"/>
                <a:gd name="T16" fmla="*/ 534 w 615"/>
                <a:gd name="T17" fmla="*/ 39 h 157"/>
                <a:gd name="T18" fmla="*/ 589 w 615"/>
                <a:gd name="T19" fmla="*/ 24 h 157"/>
                <a:gd name="T20" fmla="*/ 615 w 615"/>
                <a:gd name="T21" fmla="*/ 43 h 157"/>
                <a:gd name="T22" fmla="*/ 597 w 615"/>
                <a:gd name="T23" fmla="*/ 133 h 157"/>
                <a:gd name="T24" fmla="*/ 551 w 615"/>
                <a:gd name="T25" fmla="*/ 140 h 157"/>
                <a:gd name="T26" fmla="*/ 480 w 615"/>
                <a:gd name="T27" fmla="*/ 93 h 157"/>
                <a:gd name="T28" fmla="*/ 462 w 615"/>
                <a:gd name="T29" fmla="*/ 93 h 157"/>
                <a:gd name="T30" fmla="*/ 405 w 615"/>
                <a:gd name="T31" fmla="*/ 132 h 157"/>
                <a:gd name="T32" fmla="*/ 332 w 615"/>
                <a:gd name="T33" fmla="*/ 112 h 157"/>
                <a:gd name="T34" fmla="*/ 336 w 615"/>
                <a:gd name="T35" fmla="*/ 89 h 157"/>
                <a:gd name="T36" fmla="*/ 321 w 615"/>
                <a:gd name="T37" fmla="*/ 87 h 157"/>
                <a:gd name="T38" fmla="*/ 316 w 615"/>
                <a:gd name="T39" fmla="*/ 106 h 157"/>
                <a:gd name="T40" fmla="*/ 288 w 615"/>
                <a:gd name="T41" fmla="*/ 127 h 157"/>
                <a:gd name="T42" fmla="*/ 247 w 615"/>
                <a:gd name="T43" fmla="*/ 134 h 157"/>
                <a:gd name="T44" fmla="*/ 189 w 615"/>
                <a:gd name="T45" fmla="*/ 109 h 157"/>
                <a:gd name="T46" fmla="*/ 173 w 615"/>
                <a:gd name="T47" fmla="*/ 111 h 157"/>
                <a:gd name="T48" fmla="*/ 104 w 615"/>
                <a:gd name="T49" fmla="*/ 154 h 157"/>
                <a:gd name="T50" fmla="*/ 17 w 615"/>
                <a:gd name="T51" fmla="*/ 111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15" h="157">
                  <a:moveTo>
                    <a:pt x="17" y="111"/>
                  </a:moveTo>
                  <a:cubicBezTo>
                    <a:pt x="17" y="105"/>
                    <a:pt x="10" y="102"/>
                    <a:pt x="6" y="104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93" y="28"/>
                    <a:pt x="200" y="29"/>
                    <a:pt x="208" y="28"/>
                  </a:cubicBezTo>
                  <a:cubicBezTo>
                    <a:pt x="236" y="28"/>
                    <a:pt x="256" y="22"/>
                    <a:pt x="266" y="3"/>
                  </a:cubicBezTo>
                  <a:cubicBezTo>
                    <a:pt x="277" y="14"/>
                    <a:pt x="291" y="22"/>
                    <a:pt x="300" y="25"/>
                  </a:cubicBezTo>
                  <a:cubicBezTo>
                    <a:pt x="336" y="35"/>
                    <a:pt x="393" y="34"/>
                    <a:pt x="409" y="0"/>
                  </a:cubicBezTo>
                  <a:cubicBezTo>
                    <a:pt x="434" y="32"/>
                    <a:pt x="501" y="38"/>
                    <a:pt x="534" y="39"/>
                  </a:cubicBezTo>
                  <a:cubicBezTo>
                    <a:pt x="547" y="39"/>
                    <a:pt x="572" y="34"/>
                    <a:pt x="589" y="24"/>
                  </a:cubicBezTo>
                  <a:cubicBezTo>
                    <a:pt x="595" y="32"/>
                    <a:pt x="604" y="39"/>
                    <a:pt x="615" y="43"/>
                  </a:cubicBezTo>
                  <a:cubicBezTo>
                    <a:pt x="597" y="133"/>
                    <a:pt x="597" y="133"/>
                    <a:pt x="597" y="133"/>
                  </a:cubicBezTo>
                  <a:cubicBezTo>
                    <a:pt x="580" y="140"/>
                    <a:pt x="562" y="142"/>
                    <a:pt x="551" y="140"/>
                  </a:cubicBezTo>
                  <a:cubicBezTo>
                    <a:pt x="526" y="137"/>
                    <a:pt x="479" y="125"/>
                    <a:pt x="480" y="93"/>
                  </a:cubicBezTo>
                  <a:cubicBezTo>
                    <a:pt x="480" y="82"/>
                    <a:pt x="462" y="81"/>
                    <a:pt x="462" y="93"/>
                  </a:cubicBezTo>
                  <a:cubicBezTo>
                    <a:pt x="462" y="123"/>
                    <a:pt x="431" y="131"/>
                    <a:pt x="405" y="132"/>
                  </a:cubicBezTo>
                  <a:cubicBezTo>
                    <a:pt x="391" y="133"/>
                    <a:pt x="340" y="131"/>
                    <a:pt x="332" y="112"/>
                  </a:cubicBezTo>
                  <a:cubicBezTo>
                    <a:pt x="336" y="105"/>
                    <a:pt x="337" y="98"/>
                    <a:pt x="336" y="89"/>
                  </a:cubicBezTo>
                  <a:cubicBezTo>
                    <a:pt x="335" y="82"/>
                    <a:pt x="325" y="81"/>
                    <a:pt x="321" y="87"/>
                  </a:cubicBezTo>
                  <a:cubicBezTo>
                    <a:pt x="317" y="93"/>
                    <a:pt x="315" y="100"/>
                    <a:pt x="316" y="106"/>
                  </a:cubicBezTo>
                  <a:cubicBezTo>
                    <a:pt x="309" y="116"/>
                    <a:pt x="295" y="124"/>
                    <a:pt x="288" y="127"/>
                  </a:cubicBezTo>
                  <a:cubicBezTo>
                    <a:pt x="275" y="132"/>
                    <a:pt x="261" y="135"/>
                    <a:pt x="247" y="134"/>
                  </a:cubicBezTo>
                  <a:cubicBezTo>
                    <a:pt x="235" y="133"/>
                    <a:pt x="192" y="126"/>
                    <a:pt x="189" y="109"/>
                  </a:cubicBezTo>
                  <a:cubicBezTo>
                    <a:pt x="188" y="100"/>
                    <a:pt x="172" y="101"/>
                    <a:pt x="173" y="111"/>
                  </a:cubicBezTo>
                  <a:cubicBezTo>
                    <a:pt x="175" y="149"/>
                    <a:pt x="136" y="157"/>
                    <a:pt x="104" y="154"/>
                  </a:cubicBezTo>
                  <a:cubicBezTo>
                    <a:pt x="80" y="152"/>
                    <a:pt x="16" y="146"/>
                    <a:pt x="17" y="1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任意多边形: 形状 67" descr="26ff2a83-d0cd-43c4-b11c-7d500f9b737d"/>
            <p:cNvSpPr/>
            <p:nvPr/>
          </p:nvSpPr>
          <p:spPr bwMode="auto">
            <a:xfrm flipH="1">
              <a:off x="10500198" y="3057172"/>
              <a:ext cx="14008" cy="12734"/>
            </a:xfrm>
            <a:custGeom>
              <a:avLst/>
              <a:gdLst>
                <a:gd name="T0" fmla="*/ 9 w 9"/>
                <a:gd name="T1" fmla="*/ 8 h 8"/>
                <a:gd name="T2" fmla="*/ 0 w 9"/>
                <a:gd name="T3" fmla="*/ 0 h 8"/>
                <a:gd name="T4" fmla="*/ 9 w 9"/>
                <a:gd name="T5" fmla="*/ 6 h 8"/>
                <a:gd name="T6" fmla="*/ 9 w 9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">
                  <a:moveTo>
                    <a:pt x="9" y="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2"/>
                    <a:pt x="9" y="6"/>
                  </a:cubicBezTo>
                  <a:cubicBezTo>
                    <a:pt x="9" y="7"/>
                    <a:pt x="9" y="7"/>
                    <a:pt x="9" y="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任意多边形: 形状 68" descr="7ae44be9-55b1-4a4d-b249-ae504e6d3b22"/>
            <p:cNvSpPr/>
            <p:nvPr/>
          </p:nvSpPr>
          <p:spPr bwMode="auto">
            <a:xfrm flipH="1">
              <a:off x="10554954" y="1480724"/>
              <a:ext cx="974139" cy="1139679"/>
            </a:xfrm>
            <a:custGeom>
              <a:avLst/>
              <a:gdLst>
                <a:gd name="T0" fmla="*/ 765 w 765"/>
                <a:gd name="T1" fmla="*/ 0 h 895"/>
                <a:gd name="T2" fmla="*/ 397 w 765"/>
                <a:gd name="T3" fmla="*/ 895 h 895"/>
                <a:gd name="T4" fmla="*/ 213 w 765"/>
                <a:gd name="T5" fmla="*/ 881 h 895"/>
                <a:gd name="T6" fmla="*/ 0 w 765"/>
                <a:gd name="T7" fmla="*/ 864 h 895"/>
                <a:gd name="T8" fmla="*/ 765 w 765"/>
                <a:gd name="T9" fmla="*/ 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5" h="895">
                  <a:moveTo>
                    <a:pt x="765" y="0"/>
                  </a:moveTo>
                  <a:lnTo>
                    <a:pt x="397" y="895"/>
                  </a:lnTo>
                  <a:lnTo>
                    <a:pt x="213" y="881"/>
                  </a:lnTo>
                  <a:lnTo>
                    <a:pt x="0" y="864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F9D4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任意多边形: 形状 69" descr="86e0161b-5de1-40ae-8321-12e023cdc2ee"/>
            <p:cNvSpPr/>
            <p:nvPr/>
          </p:nvSpPr>
          <p:spPr bwMode="auto">
            <a:xfrm flipH="1">
              <a:off x="9647031" y="2882719"/>
              <a:ext cx="1025074" cy="325986"/>
            </a:xfrm>
            <a:custGeom>
              <a:avLst/>
              <a:gdLst>
                <a:gd name="T0" fmla="*/ 47 w 673"/>
                <a:gd name="T1" fmla="*/ 47 h 214"/>
                <a:gd name="T2" fmla="*/ 123 w 673"/>
                <a:gd name="T3" fmla="*/ 72 h 214"/>
                <a:gd name="T4" fmla="*/ 202 w 673"/>
                <a:gd name="T5" fmla="*/ 23 h 214"/>
                <a:gd name="T6" fmla="*/ 297 w 673"/>
                <a:gd name="T7" fmla="*/ 80 h 214"/>
                <a:gd name="T8" fmla="*/ 361 w 673"/>
                <a:gd name="T9" fmla="*/ 36 h 214"/>
                <a:gd name="T10" fmla="*/ 369 w 673"/>
                <a:gd name="T11" fmla="*/ 44 h 214"/>
                <a:gd name="T12" fmla="*/ 445 w 673"/>
                <a:gd name="T13" fmla="*/ 72 h 214"/>
                <a:gd name="T14" fmla="*/ 489 w 673"/>
                <a:gd name="T15" fmla="*/ 28 h 214"/>
                <a:gd name="T16" fmla="*/ 495 w 673"/>
                <a:gd name="T17" fmla="*/ 33 h 214"/>
                <a:gd name="T18" fmla="*/ 569 w 673"/>
                <a:gd name="T19" fmla="*/ 51 h 214"/>
                <a:gd name="T20" fmla="*/ 625 w 673"/>
                <a:gd name="T21" fmla="*/ 11 h 214"/>
                <a:gd name="T22" fmla="*/ 667 w 673"/>
                <a:gd name="T23" fmla="*/ 39 h 214"/>
                <a:gd name="T24" fmla="*/ 673 w 673"/>
                <a:gd name="T25" fmla="*/ 40 h 214"/>
                <a:gd name="T26" fmla="*/ 644 w 673"/>
                <a:gd name="T27" fmla="*/ 182 h 214"/>
                <a:gd name="T28" fmla="*/ 628 w 673"/>
                <a:gd name="T29" fmla="*/ 187 h 214"/>
                <a:gd name="T30" fmla="*/ 565 w 673"/>
                <a:gd name="T31" fmla="*/ 132 h 214"/>
                <a:gd name="T32" fmla="*/ 549 w 673"/>
                <a:gd name="T33" fmla="*/ 127 h 214"/>
                <a:gd name="T34" fmla="*/ 502 w 673"/>
                <a:gd name="T35" fmla="*/ 182 h 214"/>
                <a:gd name="T36" fmla="*/ 452 w 673"/>
                <a:gd name="T37" fmla="*/ 121 h 214"/>
                <a:gd name="T38" fmla="*/ 435 w 673"/>
                <a:gd name="T39" fmla="*/ 120 h 214"/>
                <a:gd name="T40" fmla="*/ 297 w 673"/>
                <a:gd name="T41" fmla="*/ 117 h 214"/>
                <a:gd name="T42" fmla="*/ 283 w 673"/>
                <a:gd name="T43" fmla="*/ 113 h 214"/>
                <a:gd name="T44" fmla="*/ 197 w 673"/>
                <a:gd name="T45" fmla="*/ 175 h 214"/>
                <a:gd name="T46" fmla="*/ 170 w 673"/>
                <a:gd name="T47" fmla="*/ 171 h 214"/>
                <a:gd name="T48" fmla="*/ 170 w 673"/>
                <a:gd name="T49" fmla="*/ 171 h 214"/>
                <a:gd name="T50" fmla="*/ 113 w 673"/>
                <a:gd name="T51" fmla="*/ 123 h 214"/>
                <a:gd name="T52" fmla="*/ 113 w 673"/>
                <a:gd name="T53" fmla="*/ 121 h 214"/>
                <a:gd name="T54" fmla="*/ 104 w 673"/>
                <a:gd name="T55" fmla="*/ 115 h 214"/>
                <a:gd name="T56" fmla="*/ 0 w 673"/>
                <a:gd name="T57" fmla="*/ 25 h 214"/>
                <a:gd name="T58" fmla="*/ 19 w 673"/>
                <a:gd name="T59" fmla="*/ 0 h 214"/>
                <a:gd name="T60" fmla="*/ 47 w 673"/>
                <a:gd name="T61" fmla="*/ 47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73" h="214">
                  <a:moveTo>
                    <a:pt x="47" y="47"/>
                  </a:moveTo>
                  <a:cubicBezTo>
                    <a:pt x="69" y="64"/>
                    <a:pt x="96" y="70"/>
                    <a:pt x="123" y="72"/>
                  </a:cubicBezTo>
                  <a:cubicBezTo>
                    <a:pt x="167" y="75"/>
                    <a:pt x="191" y="54"/>
                    <a:pt x="202" y="23"/>
                  </a:cubicBezTo>
                  <a:cubicBezTo>
                    <a:pt x="219" y="56"/>
                    <a:pt x="256" y="78"/>
                    <a:pt x="297" y="80"/>
                  </a:cubicBezTo>
                  <a:cubicBezTo>
                    <a:pt x="329" y="82"/>
                    <a:pt x="350" y="62"/>
                    <a:pt x="361" y="36"/>
                  </a:cubicBezTo>
                  <a:cubicBezTo>
                    <a:pt x="363" y="38"/>
                    <a:pt x="365" y="41"/>
                    <a:pt x="369" y="44"/>
                  </a:cubicBezTo>
                  <a:cubicBezTo>
                    <a:pt x="389" y="61"/>
                    <a:pt x="417" y="74"/>
                    <a:pt x="445" y="72"/>
                  </a:cubicBezTo>
                  <a:cubicBezTo>
                    <a:pt x="472" y="69"/>
                    <a:pt x="484" y="51"/>
                    <a:pt x="489" y="28"/>
                  </a:cubicBezTo>
                  <a:cubicBezTo>
                    <a:pt x="491" y="30"/>
                    <a:pt x="492" y="32"/>
                    <a:pt x="495" y="33"/>
                  </a:cubicBezTo>
                  <a:cubicBezTo>
                    <a:pt x="514" y="49"/>
                    <a:pt x="544" y="58"/>
                    <a:pt x="569" y="51"/>
                  </a:cubicBezTo>
                  <a:cubicBezTo>
                    <a:pt x="588" y="45"/>
                    <a:pt x="609" y="30"/>
                    <a:pt x="625" y="11"/>
                  </a:cubicBezTo>
                  <a:cubicBezTo>
                    <a:pt x="634" y="25"/>
                    <a:pt x="649" y="35"/>
                    <a:pt x="667" y="39"/>
                  </a:cubicBezTo>
                  <a:cubicBezTo>
                    <a:pt x="669" y="40"/>
                    <a:pt x="671" y="40"/>
                    <a:pt x="673" y="40"/>
                  </a:cubicBezTo>
                  <a:cubicBezTo>
                    <a:pt x="644" y="182"/>
                    <a:pt x="644" y="182"/>
                    <a:pt x="644" y="182"/>
                  </a:cubicBezTo>
                  <a:cubicBezTo>
                    <a:pt x="640" y="184"/>
                    <a:pt x="634" y="186"/>
                    <a:pt x="628" y="187"/>
                  </a:cubicBezTo>
                  <a:cubicBezTo>
                    <a:pt x="595" y="190"/>
                    <a:pt x="564" y="163"/>
                    <a:pt x="565" y="132"/>
                  </a:cubicBezTo>
                  <a:cubicBezTo>
                    <a:pt x="565" y="124"/>
                    <a:pt x="553" y="119"/>
                    <a:pt x="549" y="127"/>
                  </a:cubicBezTo>
                  <a:cubicBezTo>
                    <a:pt x="537" y="149"/>
                    <a:pt x="539" y="185"/>
                    <a:pt x="502" y="182"/>
                  </a:cubicBezTo>
                  <a:cubicBezTo>
                    <a:pt x="467" y="179"/>
                    <a:pt x="450" y="151"/>
                    <a:pt x="452" y="121"/>
                  </a:cubicBezTo>
                  <a:cubicBezTo>
                    <a:pt x="452" y="110"/>
                    <a:pt x="436" y="109"/>
                    <a:pt x="435" y="120"/>
                  </a:cubicBezTo>
                  <a:cubicBezTo>
                    <a:pt x="428" y="214"/>
                    <a:pt x="309" y="186"/>
                    <a:pt x="297" y="117"/>
                  </a:cubicBezTo>
                  <a:cubicBezTo>
                    <a:pt x="296" y="111"/>
                    <a:pt x="287" y="109"/>
                    <a:pt x="283" y="113"/>
                  </a:cubicBezTo>
                  <a:cubicBezTo>
                    <a:pt x="256" y="138"/>
                    <a:pt x="245" y="169"/>
                    <a:pt x="197" y="175"/>
                  </a:cubicBezTo>
                  <a:cubicBezTo>
                    <a:pt x="182" y="177"/>
                    <a:pt x="180" y="175"/>
                    <a:pt x="170" y="171"/>
                  </a:cubicBezTo>
                  <a:cubicBezTo>
                    <a:pt x="170" y="171"/>
                    <a:pt x="170" y="171"/>
                    <a:pt x="170" y="171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13" y="122"/>
                    <a:pt x="113" y="122"/>
                    <a:pt x="113" y="121"/>
                  </a:cubicBezTo>
                  <a:cubicBezTo>
                    <a:pt x="112" y="117"/>
                    <a:pt x="108" y="115"/>
                    <a:pt x="104" y="11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8" y="18"/>
                    <a:pt x="14" y="10"/>
                    <a:pt x="19" y="0"/>
                  </a:cubicBezTo>
                  <a:cubicBezTo>
                    <a:pt x="25" y="18"/>
                    <a:pt x="30" y="33"/>
                    <a:pt x="47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任意多边形: 形状 70" descr="4cb9f555-cf53-4c53-baa6-2c85375e0341"/>
            <p:cNvSpPr/>
            <p:nvPr/>
          </p:nvSpPr>
          <p:spPr bwMode="auto">
            <a:xfrm flipH="1">
              <a:off x="9641937" y="2796128"/>
              <a:ext cx="1047995" cy="211382"/>
            </a:xfrm>
            <a:custGeom>
              <a:avLst/>
              <a:gdLst>
                <a:gd name="T0" fmla="*/ 36 w 687"/>
                <a:gd name="T1" fmla="*/ 31 h 139"/>
                <a:gd name="T2" fmla="*/ 104 w 687"/>
                <a:gd name="T3" fmla="*/ 107 h 139"/>
                <a:gd name="T4" fmla="*/ 183 w 687"/>
                <a:gd name="T5" fmla="*/ 99 h 139"/>
                <a:gd name="T6" fmla="*/ 204 w 687"/>
                <a:gd name="T7" fmla="*/ 38 h 139"/>
                <a:gd name="T8" fmla="*/ 221 w 687"/>
                <a:gd name="T9" fmla="*/ 39 h 139"/>
                <a:gd name="T10" fmla="*/ 309 w 687"/>
                <a:gd name="T11" fmla="*/ 119 h 139"/>
                <a:gd name="T12" fmla="*/ 365 w 687"/>
                <a:gd name="T13" fmla="*/ 44 h 139"/>
                <a:gd name="T14" fmla="*/ 383 w 687"/>
                <a:gd name="T15" fmla="*/ 45 h 139"/>
                <a:gd name="T16" fmla="*/ 399 w 687"/>
                <a:gd name="T17" fmla="*/ 93 h 139"/>
                <a:gd name="T18" fmla="*/ 466 w 687"/>
                <a:gd name="T19" fmla="*/ 107 h 139"/>
                <a:gd name="T20" fmla="*/ 486 w 687"/>
                <a:gd name="T21" fmla="*/ 56 h 139"/>
                <a:gd name="T22" fmla="*/ 486 w 687"/>
                <a:gd name="T23" fmla="*/ 29 h 139"/>
                <a:gd name="T24" fmla="*/ 505 w 687"/>
                <a:gd name="T25" fmla="*/ 30 h 139"/>
                <a:gd name="T26" fmla="*/ 595 w 687"/>
                <a:gd name="T27" fmla="*/ 78 h 139"/>
                <a:gd name="T28" fmla="*/ 627 w 687"/>
                <a:gd name="T29" fmla="*/ 44 h 139"/>
                <a:gd name="T30" fmla="*/ 627 w 687"/>
                <a:gd name="T31" fmla="*/ 43 h 139"/>
                <a:gd name="T32" fmla="*/ 646 w 687"/>
                <a:gd name="T33" fmla="*/ 1 h 139"/>
                <a:gd name="T34" fmla="*/ 657 w 687"/>
                <a:gd name="T35" fmla="*/ 8 h 139"/>
                <a:gd name="T36" fmla="*/ 648 w 687"/>
                <a:gd name="T37" fmla="*/ 50 h 139"/>
                <a:gd name="T38" fmla="*/ 687 w 687"/>
                <a:gd name="T39" fmla="*/ 78 h 139"/>
                <a:gd name="T40" fmla="*/ 684 w 687"/>
                <a:gd name="T41" fmla="*/ 97 h 139"/>
                <a:gd name="T42" fmla="*/ 678 w 687"/>
                <a:gd name="T43" fmla="*/ 96 h 139"/>
                <a:gd name="T44" fmla="*/ 636 w 687"/>
                <a:gd name="T45" fmla="*/ 68 h 139"/>
                <a:gd name="T46" fmla="*/ 580 w 687"/>
                <a:gd name="T47" fmla="*/ 108 h 139"/>
                <a:gd name="T48" fmla="*/ 506 w 687"/>
                <a:gd name="T49" fmla="*/ 90 h 139"/>
                <a:gd name="T50" fmla="*/ 500 w 687"/>
                <a:gd name="T51" fmla="*/ 85 h 139"/>
                <a:gd name="T52" fmla="*/ 456 w 687"/>
                <a:gd name="T53" fmla="*/ 129 h 139"/>
                <a:gd name="T54" fmla="*/ 380 w 687"/>
                <a:gd name="T55" fmla="*/ 101 h 139"/>
                <a:gd name="T56" fmla="*/ 372 w 687"/>
                <a:gd name="T57" fmla="*/ 93 h 139"/>
                <a:gd name="T58" fmla="*/ 308 w 687"/>
                <a:gd name="T59" fmla="*/ 137 h 139"/>
                <a:gd name="T60" fmla="*/ 213 w 687"/>
                <a:gd name="T61" fmla="*/ 80 h 139"/>
                <a:gd name="T62" fmla="*/ 134 w 687"/>
                <a:gd name="T63" fmla="*/ 129 h 139"/>
                <a:gd name="T64" fmla="*/ 58 w 687"/>
                <a:gd name="T65" fmla="*/ 104 h 139"/>
                <a:gd name="T66" fmla="*/ 30 w 687"/>
                <a:gd name="T67" fmla="*/ 57 h 139"/>
                <a:gd name="T68" fmla="*/ 11 w 687"/>
                <a:gd name="T69" fmla="*/ 82 h 139"/>
                <a:gd name="T70" fmla="*/ 0 w 687"/>
                <a:gd name="T71" fmla="*/ 73 h 139"/>
                <a:gd name="T72" fmla="*/ 21 w 687"/>
                <a:gd name="T73" fmla="*/ 34 h 139"/>
                <a:gd name="T74" fmla="*/ 36 w 687"/>
                <a:gd name="T75" fmla="*/ 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87" h="139">
                  <a:moveTo>
                    <a:pt x="36" y="31"/>
                  </a:moveTo>
                  <a:cubicBezTo>
                    <a:pt x="54" y="64"/>
                    <a:pt x="62" y="96"/>
                    <a:pt x="104" y="107"/>
                  </a:cubicBezTo>
                  <a:cubicBezTo>
                    <a:pt x="128" y="114"/>
                    <a:pt x="163" y="117"/>
                    <a:pt x="183" y="99"/>
                  </a:cubicBezTo>
                  <a:cubicBezTo>
                    <a:pt x="201" y="83"/>
                    <a:pt x="202" y="60"/>
                    <a:pt x="204" y="38"/>
                  </a:cubicBezTo>
                  <a:cubicBezTo>
                    <a:pt x="204" y="27"/>
                    <a:pt x="221" y="28"/>
                    <a:pt x="221" y="39"/>
                  </a:cubicBezTo>
                  <a:cubicBezTo>
                    <a:pt x="221" y="83"/>
                    <a:pt x="264" y="120"/>
                    <a:pt x="309" y="119"/>
                  </a:cubicBezTo>
                  <a:cubicBezTo>
                    <a:pt x="350" y="118"/>
                    <a:pt x="362" y="78"/>
                    <a:pt x="365" y="44"/>
                  </a:cubicBezTo>
                  <a:cubicBezTo>
                    <a:pt x="366" y="33"/>
                    <a:pt x="384" y="34"/>
                    <a:pt x="383" y="45"/>
                  </a:cubicBezTo>
                  <a:cubicBezTo>
                    <a:pt x="382" y="66"/>
                    <a:pt x="382" y="78"/>
                    <a:pt x="399" y="93"/>
                  </a:cubicBezTo>
                  <a:cubicBezTo>
                    <a:pt x="414" y="105"/>
                    <a:pt x="448" y="118"/>
                    <a:pt x="466" y="107"/>
                  </a:cubicBezTo>
                  <a:cubicBezTo>
                    <a:pt x="482" y="98"/>
                    <a:pt x="485" y="76"/>
                    <a:pt x="486" y="56"/>
                  </a:cubicBezTo>
                  <a:cubicBezTo>
                    <a:pt x="485" y="48"/>
                    <a:pt x="486" y="39"/>
                    <a:pt x="486" y="29"/>
                  </a:cubicBezTo>
                  <a:cubicBezTo>
                    <a:pt x="487" y="18"/>
                    <a:pt x="505" y="18"/>
                    <a:pt x="505" y="30"/>
                  </a:cubicBezTo>
                  <a:cubicBezTo>
                    <a:pt x="501" y="84"/>
                    <a:pt x="554" y="105"/>
                    <a:pt x="595" y="78"/>
                  </a:cubicBezTo>
                  <a:cubicBezTo>
                    <a:pt x="605" y="72"/>
                    <a:pt x="618" y="58"/>
                    <a:pt x="627" y="44"/>
                  </a:cubicBezTo>
                  <a:cubicBezTo>
                    <a:pt x="627" y="44"/>
                    <a:pt x="627" y="44"/>
                    <a:pt x="627" y="43"/>
                  </a:cubicBezTo>
                  <a:cubicBezTo>
                    <a:pt x="626" y="28"/>
                    <a:pt x="626" y="3"/>
                    <a:pt x="646" y="1"/>
                  </a:cubicBezTo>
                  <a:cubicBezTo>
                    <a:pt x="650" y="0"/>
                    <a:pt x="656" y="2"/>
                    <a:pt x="657" y="8"/>
                  </a:cubicBezTo>
                  <a:cubicBezTo>
                    <a:pt x="659" y="21"/>
                    <a:pt x="655" y="36"/>
                    <a:pt x="648" y="50"/>
                  </a:cubicBezTo>
                  <a:cubicBezTo>
                    <a:pt x="655" y="70"/>
                    <a:pt x="671" y="76"/>
                    <a:pt x="687" y="78"/>
                  </a:cubicBezTo>
                  <a:cubicBezTo>
                    <a:pt x="684" y="97"/>
                    <a:pt x="684" y="97"/>
                    <a:pt x="684" y="97"/>
                  </a:cubicBezTo>
                  <a:cubicBezTo>
                    <a:pt x="682" y="97"/>
                    <a:pt x="680" y="97"/>
                    <a:pt x="678" y="96"/>
                  </a:cubicBezTo>
                  <a:cubicBezTo>
                    <a:pt x="660" y="92"/>
                    <a:pt x="645" y="82"/>
                    <a:pt x="636" y="68"/>
                  </a:cubicBezTo>
                  <a:cubicBezTo>
                    <a:pt x="620" y="87"/>
                    <a:pt x="599" y="102"/>
                    <a:pt x="580" y="108"/>
                  </a:cubicBezTo>
                  <a:cubicBezTo>
                    <a:pt x="555" y="115"/>
                    <a:pt x="525" y="106"/>
                    <a:pt x="506" y="90"/>
                  </a:cubicBezTo>
                  <a:cubicBezTo>
                    <a:pt x="503" y="89"/>
                    <a:pt x="502" y="87"/>
                    <a:pt x="500" y="85"/>
                  </a:cubicBezTo>
                  <a:cubicBezTo>
                    <a:pt x="495" y="108"/>
                    <a:pt x="483" y="126"/>
                    <a:pt x="456" y="129"/>
                  </a:cubicBezTo>
                  <a:cubicBezTo>
                    <a:pt x="428" y="131"/>
                    <a:pt x="400" y="118"/>
                    <a:pt x="380" y="101"/>
                  </a:cubicBezTo>
                  <a:cubicBezTo>
                    <a:pt x="376" y="98"/>
                    <a:pt x="374" y="95"/>
                    <a:pt x="372" y="93"/>
                  </a:cubicBezTo>
                  <a:cubicBezTo>
                    <a:pt x="361" y="119"/>
                    <a:pt x="340" y="139"/>
                    <a:pt x="308" y="137"/>
                  </a:cubicBezTo>
                  <a:cubicBezTo>
                    <a:pt x="267" y="135"/>
                    <a:pt x="230" y="113"/>
                    <a:pt x="213" y="80"/>
                  </a:cubicBezTo>
                  <a:cubicBezTo>
                    <a:pt x="202" y="111"/>
                    <a:pt x="178" y="132"/>
                    <a:pt x="134" y="129"/>
                  </a:cubicBezTo>
                  <a:cubicBezTo>
                    <a:pt x="107" y="127"/>
                    <a:pt x="80" y="121"/>
                    <a:pt x="58" y="104"/>
                  </a:cubicBezTo>
                  <a:cubicBezTo>
                    <a:pt x="41" y="90"/>
                    <a:pt x="36" y="75"/>
                    <a:pt x="30" y="57"/>
                  </a:cubicBezTo>
                  <a:cubicBezTo>
                    <a:pt x="25" y="67"/>
                    <a:pt x="19" y="75"/>
                    <a:pt x="11" y="8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1" y="64"/>
                    <a:pt x="18" y="50"/>
                    <a:pt x="21" y="34"/>
                  </a:cubicBezTo>
                  <a:cubicBezTo>
                    <a:pt x="22" y="26"/>
                    <a:pt x="32" y="23"/>
                    <a:pt x="36" y="3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任意多边形: 形状 71" descr="9ac099f7-f3d8-47a3-b0b1-b3c8b389a903"/>
            <p:cNvSpPr/>
            <p:nvPr/>
          </p:nvSpPr>
          <p:spPr bwMode="auto">
            <a:xfrm flipH="1">
              <a:off x="10269716" y="3082640"/>
              <a:ext cx="765304" cy="327260"/>
            </a:xfrm>
            <a:custGeom>
              <a:avLst/>
              <a:gdLst>
                <a:gd name="T0" fmla="*/ 206 w 502"/>
                <a:gd name="T1" fmla="*/ 0 h 215"/>
                <a:gd name="T2" fmla="*/ 346 w 502"/>
                <a:gd name="T3" fmla="*/ 28 h 215"/>
                <a:gd name="T4" fmla="*/ 430 w 502"/>
                <a:gd name="T5" fmla="*/ 61 h 215"/>
                <a:gd name="T6" fmla="*/ 433 w 502"/>
                <a:gd name="T7" fmla="*/ 61 h 215"/>
                <a:gd name="T8" fmla="*/ 502 w 502"/>
                <a:gd name="T9" fmla="*/ 121 h 215"/>
                <a:gd name="T10" fmla="*/ 457 w 502"/>
                <a:gd name="T11" fmla="*/ 164 h 215"/>
                <a:gd name="T12" fmla="*/ 383 w 502"/>
                <a:gd name="T13" fmla="*/ 111 h 215"/>
                <a:gd name="T14" fmla="*/ 366 w 502"/>
                <a:gd name="T15" fmla="*/ 111 h 215"/>
                <a:gd name="T16" fmla="*/ 184 w 502"/>
                <a:gd name="T17" fmla="*/ 111 h 215"/>
                <a:gd name="T18" fmla="*/ 167 w 502"/>
                <a:gd name="T19" fmla="*/ 111 h 215"/>
                <a:gd name="T20" fmla="*/ 102 w 502"/>
                <a:gd name="T21" fmla="*/ 171 h 215"/>
                <a:gd name="T22" fmla="*/ 82 w 502"/>
                <a:gd name="T23" fmla="*/ 167 h 215"/>
                <a:gd name="T24" fmla="*/ 55 w 502"/>
                <a:gd name="T25" fmla="*/ 149 h 215"/>
                <a:gd name="T26" fmla="*/ 41 w 502"/>
                <a:gd name="T27" fmla="*/ 122 h 215"/>
                <a:gd name="T28" fmla="*/ 41 w 502"/>
                <a:gd name="T29" fmla="*/ 122 h 215"/>
                <a:gd name="T30" fmla="*/ 40 w 502"/>
                <a:gd name="T31" fmla="*/ 108 h 215"/>
                <a:gd name="T32" fmla="*/ 30 w 502"/>
                <a:gd name="T33" fmla="*/ 111 h 215"/>
                <a:gd name="T34" fmla="*/ 30 w 502"/>
                <a:gd name="T35" fmla="*/ 111 h 215"/>
                <a:gd name="T36" fmla="*/ 28 w 502"/>
                <a:gd name="T37" fmla="*/ 114 h 215"/>
                <a:gd name="T38" fmla="*/ 28 w 502"/>
                <a:gd name="T39" fmla="*/ 129 h 215"/>
                <a:gd name="T40" fmla="*/ 0 w 502"/>
                <a:gd name="T41" fmla="*/ 158 h 215"/>
                <a:gd name="T42" fmla="*/ 2 w 502"/>
                <a:gd name="T43" fmla="*/ 39 h 215"/>
                <a:gd name="T44" fmla="*/ 55 w 502"/>
                <a:gd name="T45" fmla="*/ 51 h 215"/>
                <a:gd name="T46" fmla="*/ 93 w 502"/>
                <a:gd name="T47" fmla="*/ 29 h 215"/>
                <a:gd name="T48" fmla="*/ 140 w 502"/>
                <a:gd name="T49" fmla="*/ 45 h 215"/>
                <a:gd name="T50" fmla="*/ 190 w 502"/>
                <a:gd name="T51" fmla="*/ 31 h 215"/>
                <a:gd name="T52" fmla="*/ 206 w 502"/>
                <a:gd name="T53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2" h="215">
                  <a:moveTo>
                    <a:pt x="206" y="0"/>
                  </a:moveTo>
                  <a:cubicBezTo>
                    <a:pt x="234" y="46"/>
                    <a:pt x="322" y="65"/>
                    <a:pt x="346" y="28"/>
                  </a:cubicBezTo>
                  <a:cubicBezTo>
                    <a:pt x="367" y="49"/>
                    <a:pt x="402" y="58"/>
                    <a:pt x="430" y="61"/>
                  </a:cubicBezTo>
                  <a:cubicBezTo>
                    <a:pt x="431" y="61"/>
                    <a:pt x="432" y="61"/>
                    <a:pt x="433" y="61"/>
                  </a:cubicBezTo>
                  <a:cubicBezTo>
                    <a:pt x="502" y="121"/>
                    <a:pt x="502" y="121"/>
                    <a:pt x="502" y="121"/>
                  </a:cubicBezTo>
                  <a:cubicBezTo>
                    <a:pt x="499" y="144"/>
                    <a:pt x="484" y="162"/>
                    <a:pt x="457" y="164"/>
                  </a:cubicBezTo>
                  <a:cubicBezTo>
                    <a:pt x="423" y="166"/>
                    <a:pt x="385" y="147"/>
                    <a:pt x="383" y="111"/>
                  </a:cubicBezTo>
                  <a:cubicBezTo>
                    <a:pt x="382" y="101"/>
                    <a:pt x="366" y="101"/>
                    <a:pt x="366" y="111"/>
                  </a:cubicBezTo>
                  <a:cubicBezTo>
                    <a:pt x="371" y="215"/>
                    <a:pt x="180" y="202"/>
                    <a:pt x="184" y="111"/>
                  </a:cubicBezTo>
                  <a:cubicBezTo>
                    <a:pt x="184" y="100"/>
                    <a:pt x="168" y="100"/>
                    <a:pt x="167" y="111"/>
                  </a:cubicBezTo>
                  <a:cubicBezTo>
                    <a:pt x="167" y="149"/>
                    <a:pt x="143" y="176"/>
                    <a:pt x="102" y="171"/>
                  </a:cubicBezTo>
                  <a:cubicBezTo>
                    <a:pt x="96" y="170"/>
                    <a:pt x="88" y="169"/>
                    <a:pt x="82" y="167"/>
                  </a:cubicBezTo>
                  <a:cubicBezTo>
                    <a:pt x="70" y="164"/>
                    <a:pt x="61" y="158"/>
                    <a:pt x="55" y="149"/>
                  </a:cubicBezTo>
                  <a:cubicBezTo>
                    <a:pt x="48" y="141"/>
                    <a:pt x="43" y="133"/>
                    <a:pt x="41" y="122"/>
                  </a:cubicBezTo>
                  <a:cubicBezTo>
                    <a:pt x="41" y="122"/>
                    <a:pt x="41" y="122"/>
                    <a:pt x="41" y="122"/>
                  </a:cubicBezTo>
                  <a:cubicBezTo>
                    <a:pt x="49" y="119"/>
                    <a:pt x="47" y="109"/>
                    <a:pt x="40" y="108"/>
                  </a:cubicBezTo>
                  <a:cubicBezTo>
                    <a:pt x="37" y="103"/>
                    <a:pt x="30" y="103"/>
                    <a:pt x="30" y="111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9" y="112"/>
                    <a:pt x="28" y="113"/>
                    <a:pt x="28" y="114"/>
                  </a:cubicBezTo>
                  <a:cubicBezTo>
                    <a:pt x="27" y="119"/>
                    <a:pt x="27" y="124"/>
                    <a:pt x="28" y="129"/>
                  </a:cubicBezTo>
                  <a:cubicBezTo>
                    <a:pt x="24" y="144"/>
                    <a:pt x="15" y="154"/>
                    <a:pt x="0" y="15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8" y="47"/>
                    <a:pt x="38" y="51"/>
                    <a:pt x="55" y="51"/>
                  </a:cubicBezTo>
                  <a:cubicBezTo>
                    <a:pt x="68" y="50"/>
                    <a:pt x="83" y="41"/>
                    <a:pt x="93" y="29"/>
                  </a:cubicBezTo>
                  <a:cubicBezTo>
                    <a:pt x="104" y="38"/>
                    <a:pt x="121" y="43"/>
                    <a:pt x="140" y="45"/>
                  </a:cubicBezTo>
                  <a:cubicBezTo>
                    <a:pt x="158" y="47"/>
                    <a:pt x="179" y="47"/>
                    <a:pt x="190" y="31"/>
                  </a:cubicBezTo>
                  <a:cubicBezTo>
                    <a:pt x="200" y="17"/>
                    <a:pt x="191" y="1"/>
                    <a:pt x="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任意多边形: 形状 72" descr="66f648e9-d9a2-464f-92d5-1561d0d0b84c"/>
            <p:cNvSpPr/>
            <p:nvPr/>
          </p:nvSpPr>
          <p:spPr bwMode="auto">
            <a:xfrm flipH="1">
              <a:off x="9564261" y="2452315"/>
              <a:ext cx="1260650" cy="141346"/>
            </a:xfrm>
            <a:custGeom>
              <a:avLst/>
              <a:gdLst>
                <a:gd name="T0" fmla="*/ 241 w 827"/>
                <a:gd name="T1" fmla="*/ 57 h 93"/>
                <a:gd name="T2" fmla="*/ 168 w 827"/>
                <a:gd name="T3" fmla="*/ 84 h 93"/>
                <a:gd name="T4" fmla="*/ 92 w 827"/>
                <a:gd name="T5" fmla="*/ 49 h 93"/>
                <a:gd name="T6" fmla="*/ 39 w 827"/>
                <a:gd name="T7" fmla="*/ 73 h 93"/>
                <a:gd name="T8" fmla="*/ 0 w 827"/>
                <a:gd name="T9" fmla="*/ 72 h 93"/>
                <a:gd name="T10" fmla="*/ 109 w 827"/>
                <a:gd name="T11" fmla="*/ 39 h 93"/>
                <a:gd name="T12" fmla="*/ 160 w 827"/>
                <a:gd name="T13" fmla="*/ 66 h 93"/>
                <a:gd name="T14" fmla="*/ 231 w 827"/>
                <a:gd name="T15" fmla="*/ 29 h 93"/>
                <a:gd name="T16" fmla="*/ 236 w 827"/>
                <a:gd name="T17" fmla="*/ 23 h 93"/>
                <a:gd name="T18" fmla="*/ 247 w 827"/>
                <a:gd name="T19" fmla="*/ 30 h 93"/>
                <a:gd name="T20" fmla="*/ 334 w 827"/>
                <a:gd name="T21" fmla="*/ 73 h 93"/>
                <a:gd name="T22" fmla="*/ 403 w 827"/>
                <a:gd name="T23" fmla="*/ 30 h 93"/>
                <a:gd name="T24" fmla="*/ 419 w 827"/>
                <a:gd name="T25" fmla="*/ 28 h 93"/>
                <a:gd name="T26" fmla="*/ 477 w 827"/>
                <a:gd name="T27" fmla="*/ 53 h 93"/>
                <a:gd name="T28" fmla="*/ 518 w 827"/>
                <a:gd name="T29" fmla="*/ 46 h 93"/>
                <a:gd name="T30" fmla="*/ 546 w 827"/>
                <a:gd name="T31" fmla="*/ 25 h 93"/>
                <a:gd name="T32" fmla="*/ 551 w 827"/>
                <a:gd name="T33" fmla="*/ 6 h 93"/>
                <a:gd name="T34" fmla="*/ 566 w 827"/>
                <a:gd name="T35" fmla="*/ 8 h 93"/>
                <a:gd name="T36" fmla="*/ 562 w 827"/>
                <a:gd name="T37" fmla="*/ 31 h 93"/>
                <a:gd name="T38" fmla="*/ 635 w 827"/>
                <a:gd name="T39" fmla="*/ 51 h 93"/>
                <a:gd name="T40" fmla="*/ 692 w 827"/>
                <a:gd name="T41" fmla="*/ 12 h 93"/>
                <a:gd name="T42" fmla="*/ 710 w 827"/>
                <a:gd name="T43" fmla="*/ 12 h 93"/>
                <a:gd name="T44" fmla="*/ 781 w 827"/>
                <a:gd name="T45" fmla="*/ 59 h 93"/>
                <a:gd name="T46" fmla="*/ 827 w 827"/>
                <a:gd name="T47" fmla="*/ 52 h 93"/>
                <a:gd name="T48" fmla="*/ 822 w 827"/>
                <a:gd name="T49" fmla="*/ 75 h 93"/>
                <a:gd name="T50" fmla="*/ 780 w 827"/>
                <a:gd name="T51" fmla="*/ 78 h 93"/>
                <a:gd name="T52" fmla="*/ 701 w 827"/>
                <a:gd name="T53" fmla="*/ 41 h 93"/>
                <a:gd name="T54" fmla="*/ 554 w 827"/>
                <a:gd name="T55" fmla="*/ 43 h 93"/>
                <a:gd name="T56" fmla="*/ 491 w 827"/>
                <a:gd name="T57" fmla="*/ 70 h 93"/>
                <a:gd name="T58" fmla="*/ 418 w 827"/>
                <a:gd name="T59" fmla="*/ 53 h 93"/>
                <a:gd name="T60" fmla="*/ 333 w 827"/>
                <a:gd name="T61" fmla="*/ 89 h 93"/>
                <a:gd name="T62" fmla="*/ 241 w 827"/>
                <a:gd name="T63" fmla="*/ 5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6" h="93">
                  <a:moveTo>
                    <a:pt x="241" y="57"/>
                  </a:moveTo>
                  <a:cubicBezTo>
                    <a:pt x="229" y="82"/>
                    <a:pt x="203" y="89"/>
                    <a:pt x="168" y="84"/>
                  </a:cubicBezTo>
                  <a:cubicBezTo>
                    <a:pt x="149" y="81"/>
                    <a:pt x="110" y="69"/>
                    <a:pt x="92" y="49"/>
                  </a:cubicBezTo>
                  <a:cubicBezTo>
                    <a:pt x="76" y="62"/>
                    <a:pt x="50" y="71"/>
                    <a:pt x="39" y="73"/>
                  </a:cubicBezTo>
                  <a:cubicBezTo>
                    <a:pt x="28" y="75"/>
                    <a:pt x="14" y="75"/>
                    <a:pt x="0" y="72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26" y="46"/>
                    <a:pt x="141" y="61"/>
                    <a:pt x="160" y="66"/>
                  </a:cubicBezTo>
                  <a:cubicBezTo>
                    <a:pt x="193" y="73"/>
                    <a:pt x="231" y="71"/>
                    <a:pt x="231" y="29"/>
                  </a:cubicBezTo>
                  <a:cubicBezTo>
                    <a:pt x="231" y="26"/>
                    <a:pt x="233" y="24"/>
                    <a:pt x="236" y="23"/>
                  </a:cubicBezTo>
                  <a:cubicBezTo>
                    <a:pt x="240" y="21"/>
                    <a:pt x="247" y="24"/>
                    <a:pt x="247" y="30"/>
                  </a:cubicBezTo>
                  <a:cubicBezTo>
                    <a:pt x="246" y="65"/>
                    <a:pt x="310" y="71"/>
                    <a:pt x="334" y="73"/>
                  </a:cubicBezTo>
                  <a:cubicBezTo>
                    <a:pt x="366" y="76"/>
                    <a:pt x="405" y="68"/>
                    <a:pt x="403" y="30"/>
                  </a:cubicBezTo>
                  <a:cubicBezTo>
                    <a:pt x="402" y="20"/>
                    <a:pt x="418" y="19"/>
                    <a:pt x="419" y="28"/>
                  </a:cubicBezTo>
                  <a:cubicBezTo>
                    <a:pt x="422" y="45"/>
                    <a:pt x="465" y="52"/>
                    <a:pt x="477" y="53"/>
                  </a:cubicBezTo>
                  <a:cubicBezTo>
                    <a:pt x="491" y="54"/>
                    <a:pt x="505" y="51"/>
                    <a:pt x="518" y="46"/>
                  </a:cubicBezTo>
                  <a:cubicBezTo>
                    <a:pt x="525" y="43"/>
                    <a:pt x="539" y="35"/>
                    <a:pt x="546" y="25"/>
                  </a:cubicBezTo>
                  <a:cubicBezTo>
                    <a:pt x="545" y="19"/>
                    <a:pt x="547" y="12"/>
                    <a:pt x="551" y="6"/>
                  </a:cubicBezTo>
                  <a:cubicBezTo>
                    <a:pt x="555" y="0"/>
                    <a:pt x="565" y="1"/>
                    <a:pt x="566" y="8"/>
                  </a:cubicBezTo>
                  <a:cubicBezTo>
                    <a:pt x="567" y="17"/>
                    <a:pt x="566" y="24"/>
                    <a:pt x="562" y="31"/>
                  </a:cubicBezTo>
                  <a:cubicBezTo>
                    <a:pt x="570" y="50"/>
                    <a:pt x="621" y="52"/>
                    <a:pt x="635" y="51"/>
                  </a:cubicBezTo>
                  <a:cubicBezTo>
                    <a:pt x="661" y="50"/>
                    <a:pt x="692" y="42"/>
                    <a:pt x="692" y="12"/>
                  </a:cubicBezTo>
                  <a:cubicBezTo>
                    <a:pt x="692" y="0"/>
                    <a:pt x="710" y="1"/>
                    <a:pt x="710" y="12"/>
                  </a:cubicBezTo>
                  <a:cubicBezTo>
                    <a:pt x="709" y="44"/>
                    <a:pt x="756" y="56"/>
                    <a:pt x="781" y="59"/>
                  </a:cubicBezTo>
                  <a:cubicBezTo>
                    <a:pt x="792" y="61"/>
                    <a:pt x="810" y="59"/>
                    <a:pt x="827" y="52"/>
                  </a:cubicBezTo>
                  <a:cubicBezTo>
                    <a:pt x="822" y="75"/>
                    <a:pt x="822" y="75"/>
                    <a:pt x="822" y="75"/>
                  </a:cubicBezTo>
                  <a:cubicBezTo>
                    <a:pt x="807" y="79"/>
                    <a:pt x="792" y="80"/>
                    <a:pt x="780" y="78"/>
                  </a:cubicBezTo>
                  <a:cubicBezTo>
                    <a:pt x="754" y="74"/>
                    <a:pt x="718" y="64"/>
                    <a:pt x="701" y="41"/>
                  </a:cubicBezTo>
                  <a:cubicBezTo>
                    <a:pt x="673" y="84"/>
                    <a:pt x="582" y="75"/>
                    <a:pt x="554" y="43"/>
                  </a:cubicBezTo>
                  <a:cubicBezTo>
                    <a:pt x="538" y="59"/>
                    <a:pt x="511" y="68"/>
                    <a:pt x="491" y="70"/>
                  </a:cubicBezTo>
                  <a:cubicBezTo>
                    <a:pt x="472" y="71"/>
                    <a:pt x="438" y="67"/>
                    <a:pt x="418" y="53"/>
                  </a:cubicBezTo>
                  <a:cubicBezTo>
                    <a:pt x="410" y="88"/>
                    <a:pt x="375" y="93"/>
                    <a:pt x="333" y="89"/>
                  </a:cubicBezTo>
                  <a:cubicBezTo>
                    <a:pt x="305" y="87"/>
                    <a:pt x="260" y="81"/>
                    <a:pt x="241" y="57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任意多边形: 形状 73" descr="22ffff28-09a1-4884-b419-d63c923abee9"/>
            <p:cNvSpPr/>
            <p:nvPr/>
          </p:nvSpPr>
          <p:spPr bwMode="auto">
            <a:xfrm flipH="1">
              <a:off x="10514205" y="2877625"/>
              <a:ext cx="518267" cy="259770"/>
            </a:xfrm>
            <a:custGeom>
              <a:avLst/>
              <a:gdLst>
                <a:gd name="T0" fmla="*/ 236 w 340"/>
                <a:gd name="T1" fmla="*/ 28 h 170"/>
                <a:gd name="T2" fmla="*/ 340 w 340"/>
                <a:gd name="T3" fmla="*/ 118 h 170"/>
                <a:gd name="T4" fmla="*/ 335 w 340"/>
                <a:gd name="T5" fmla="*/ 120 h 170"/>
                <a:gd name="T6" fmla="*/ 330 w 340"/>
                <a:gd name="T7" fmla="*/ 123 h 170"/>
                <a:gd name="T8" fmla="*/ 327 w 340"/>
                <a:gd name="T9" fmla="*/ 131 h 170"/>
                <a:gd name="T10" fmla="*/ 329 w 340"/>
                <a:gd name="T11" fmla="*/ 136 h 170"/>
                <a:gd name="T12" fmla="*/ 319 w 340"/>
                <a:gd name="T13" fmla="*/ 160 h 170"/>
                <a:gd name="T14" fmla="*/ 288 w 340"/>
                <a:gd name="T15" fmla="*/ 168 h 170"/>
                <a:gd name="T16" fmla="*/ 249 w 340"/>
                <a:gd name="T17" fmla="*/ 153 h 170"/>
                <a:gd name="T18" fmla="*/ 209 w 340"/>
                <a:gd name="T19" fmla="*/ 112 h 170"/>
                <a:gd name="T20" fmla="*/ 197 w 340"/>
                <a:gd name="T21" fmla="*/ 115 h 170"/>
                <a:gd name="T22" fmla="*/ 189 w 340"/>
                <a:gd name="T23" fmla="*/ 113 h 170"/>
                <a:gd name="T24" fmla="*/ 180 w 340"/>
                <a:gd name="T25" fmla="*/ 119 h 170"/>
                <a:gd name="T26" fmla="*/ 148 w 340"/>
                <a:gd name="T27" fmla="*/ 162 h 170"/>
                <a:gd name="T28" fmla="*/ 100 w 340"/>
                <a:gd name="T29" fmla="*/ 146 h 170"/>
                <a:gd name="T30" fmla="*/ 93 w 340"/>
                <a:gd name="T31" fmla="*/ 113 h 170"/>
                <a:gd name="T32" fmla="*/ 79 w 340"/>
                <a:gd name="T33" fmla="*/ 116 h 170"/>
                <a:gd name="T34" fmla="*/ 80 w 340"/>
                <a:gd name="T35" fmla="*/ 148 h 170"/>
                <a:gd name="T36" fmla="*/ 48 w 340"/>
                <a:gd name="T37" fmla="*/ 168 h 170"/>
                <a:gd name="T38" fmla="*/ 0 w 340"/>
                <a:gd name="T39" fmla="*/ 155 h 170"/>
                <a:gd name="T40" fmla="*/ 2 w 340"/>
                <a:gd name="T41" fmla="*/ 35 h 170"/>
                <a:gd name="T42" fmla="*/ 7 w 340"/>
                <a:gd name="T43" fmla="*/ 32 h 170"/>
                <a:gd name="T44" fmla="*/ 27 w 340"/>
                <a:gd name="T45" fmla="*/ 27 h 170"/>
                <a:gd name="T46" fmla="*/ 30 w 340"/>
                <a:gd name="T47" fmla="*/ 24 h 170"/>
                <a:gd name="T48" fmla="*/ 76 w 340"/>
                <a:gd name="T49" fmla="*/ 38 h 170"/>
                <a:gd name="T50" fmla="*/ 114 w 340"/>
                <a:gd name="T51" fmla="*/ 0 h 170"/>
                <a:gd name="T52" fmla="*/ 151 w 340"/>
                <a:gd name="T53" fmla="*/ 46 h 170"/>
                <a:gd name="T54" fmla="*/ 236 w 340"/>
                <a:gd name="T55" fmla="*/ 28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0" h="170">
                  <a:moveTo>
                    <a:pt x="236" y="28"/>
                  </a:moveTo>
                  <a:cubicBezTo>
                    <a:pt x="340" y="118"/>
                    <a:pt x="340" y="118"/>
                    <a:pt x="340" y="118"/>
                  </a:cubicBezTo>
                  <a:cubicBezTo>
                    <a:pt x="338" y="118"/>
                    <a:pt x="336" y="118"/>
                    <a:pt x="335" y="120"/>
                  </a:cubicBezTo>
                  <a:cubicBezTo>
                    <a:pt x="333" y="121"/>
                    <a:pt x="332" y="122"/>
                    <a:pt x="330" y="123"/>
                  </a:cubicBezTo>
                  <a:cubicBezTo>
                    <a:pt x="328" y="125"/>
                    <a:pt x="327" y="129"/>
                    <a:pt x="327" y="131"/>
                  </a:cubicBezTo>
                  <a:cubicBezTo>
                    <a:pt x="328" y="133"/>
                    <a:pt x="328" y="135"/>
                    <a:pt x="329" y="136"/>
                  </a:cubicBezTo>
                  <a:cubicBezTo>
                    <a:pt x="326" y="144"/>
                    <a:pt x="322" y="152"/>
                    <a:pt x="319" y="160"/>
                  </a:cubicBezTo>
                  <a:cubicBezTo>
                    <a:pt x="309" y="166"/>
                    <a:pt x="299" y="169"/>
                    <a:pt x="288" y="168"/>
                  </a:cubicBezTo>
                  <a:cubicBezTo>
                    <a:pt x="275" y="167"/>
                    <a:pt x="261" y="161"/>
                    <a:pt x="249" y="153"/>
                  </a:cubicBezTo>
                  <a:cubicBezTo>
                    <a:pt x="238" y="146"/>
                    <a:pt x="213" y="126"/>
                    <a:pt x="209" y="112"/>
                  </a:cubicBezTo>
                  <a:cubicBezTo>
                    <a:pt x="207" y="104"/>
                    <a:pt x="195" y="107"/>
                    <a:pt x="197" y="115"/>
                  </a:cubicBezTo>
                  <a:cubicBezTo>
                    <a:pt x="195" y="114"/>
                    <a:pt x="192" y="113"/>
                    <a:pt x="189" y="113"/>
                  </a:cubicBezTo>
                  <a:cubicBezTo>
                    <a:pt x="186" y="112"/>
                    <a:pt x="181" y="115"/>
                    <a:pt x="180" y="119"/>
                  </a:cubicBezTo>
                  <a:cubicBezTo>
                    <a:pt x="175" y="138"/>
                    <a:pt x="181" y="157"/>
                    <a:pt x="148" y="162"/>
                  </a:cubicBezTo>
                  <a:cubicBezTo>
                    <a:pt x="133" y="164"/>
                    <a:pt x="111" y="159"/>
                    <a:pt x="100" y="146"/>
                  </a:cubicBezTo>
                  <a:cubicBezTo>
                    <a:pt x="104" y="135"/>
                    <a:pt x="103" y="122"/>
                    <a:pt x="93" y="113"/>
                  </a:cubicBezTo>
                  <a:cubicBezTo>
                    <a:pt x="89" y="108"/>
                    <a:pt x="81" y="110"/>
                    <a:pt x="79" y="116"/>
                  </a:cubicBezTo>
                  <a:cubicBezTo>
                    <a:pt x="75" y="129"/>
                    <a:pt x="76" y="140"/>
                    <a:pt x="80" y="148"/>
                  </a:cubicBezTo>
                  <a:cubicBezTo>
                    <a:pt x="70" y="159"/>
                    <a:pt x="53" y="168"/>
                    <a:pt x="48" y="168"/>
                  </a:cubicBezTo>
                  <a:cubicBezTo>
                    <a:pt x="36" y="170"/>
                    <a:pt x="14" y="165"/>
                    <a:pt x="0" y="15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4" y="34"/>
                    <a:pt x="6" y="33"/>
                    <a:pt x="7" y="32"/>
                  </a:cubicBezTo>
                  <a:cubicBezTo>
                    <a:pt x="14" y="34"/>
                    <a:pt x="22" y="32"/>
                    <a:pt x="27" y="27"/>
                  </a:cubicBezTo>
                  <a:cubicBezTo>
                    <a:pt x="29" y="26"/>
                    <a:pt x="30" y="25"/>
                    <a:pt x="30" y="24"/>
                  </a:cubicBezTo>
                  <a:cubicBezTo>
                    <a:pt x="43" y="36"/>
                    <a:pt x="61" y="43"/>
                    <a:pt x="76" y="38"/>
                  </a:cubicBezTo>
                  <a:cubicBezTo>
                    <a:pt x="93" y="32"/>
                    <a:pt x="106" y="15"/>
                    <a:pt x="114" y="0"/>
                  </a:cubicBezTo>
                  <a:cubicBezTo>
                    <a:pt x="121" y="20"/>
                    <a:pt x="135" y="39"/>
                    <a:pt x="151" y="46"/>
                  </a:cubicBezTo>
                  <a:cubicBezTo>
                    <a:pt x="181" y="59"/>
                    <a:pt x="214" y="49"/>
                    <a:pt x="236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任意多边形: 形状 74" descr="167505cc-91c4-4884-bc1d-3519e60c2a37"/>
            <p:cNvSpPr/>
            <p:nvPr/>
          </p:nvSpPr>
          <p:spPr bwMode="auto">
            <a:xfrm flipH="1">
              <a:off x="9587182" y="2635682"/>
              <a:ext cx="1316678" cy="164267"/>
            </a:xfrm>
            <a:custGeom>
              <a:avLst/>
              <a:gdLst>
                <a:gd name="T0" fmla="*/ 95 w 864"/>
                <a:gd name="T1" fmla="*/ 25 h 108"/>
                <a:gd name="T2" fmla="*/ 214 w 864"/>
                <a:gd name="T3" fmla="*/ 17 h 108"/>
                <a:gd name="T4" fmla="*/ 234 w 864"/>
                <a:gd name="T5" fmla="*/ 25 h 108"/>
                <a:gd name="T6" fmla="*/ 286 w 864"/>
                <a:gd name="T7" fmla="*/ 56 h 108"/>
                <a:gd name="T8" fmla="*/ 310 w 864"/>
                <a:gd name="T9" fmla="*/ 52 h 108"/>
                <a:gd name="T10" fmla="*/ 331 w 864"/>
                <a:gd name="T11" fmla="*/ 35 h 108"/>
                <a:gd name="T12" fmla="*/ 331 w 864"/>
                <a:gd name="T13" fmla="*/ 18 h 108"/>
                <a:gd name="T14" fmla="*/ 346 w 864"/>
                <a:gd name="T15" fmla="*/ 15 h 108"/>
                <a:gd name="T16" fmla="*/ 351 w 864"/>
                <a:gd name="T17" fmla="*/ 37 h 108"/>
                <a:gd name="T18" fmla="*/ 414 w 864"/>
                <a:gd name="T19" fmla="*/ 66 h 108"/>
                <a:gd name="T20" fmla="*/ 486 w 864"/>
                <a:gd name="T21" fmla="*/ 34 h 108"/>
                <a:gd name="T22" fmla="*/ 502 w 864"/>
                <a:gd name="T23" fmla="*/ 31 h 108"/>
                <a:gd name="T24" fmla="*/ 680 w 864"/>
                <a:gd name="T25" fmla="*/ 40 h 108"/>
                <a:gd name="T26" fmla="*/ 686 w 864"/>
                <a:gd name="T27" fmla="*/ 11 h 108"/>
                <a:gd name="T28" fmla="*/ 698 w 864"/>
                <a:gd name="T29" fmla="*/ 18 h 108"/>
                <a:gd name="T30" fmla="*/ 700 w 864"/>
                <a:gd name="T31" fmla="*/ 31 h 108"/>
                <a:gd name="T32" fmla="*/ 728 w 864"/>
                <a:gd name="T33" fmla="*/ 49 h 108"/>
                <a:gd name="T34" fmla="*/ 799 w 864"/>
                <a:gd name="T35" fmla="*/ 55 h 108"/>
                <a:gd name="T36" fmla="*/ 841 w 864"/>
                <a:gd name="T37" fmla="*/ 32 h 108"/>
                <a:gd name="T38" fmla="*/ 848 w 864"/>
                <a:gd name="T39" fmla="*/ 8 h 108"/>
                <a:gd name="T40" fmla="*/ 864 w 864"/>
                <a:gd name="T41" fmla="*/ 7 h 108"/>
                <a:gd name="T42" fmla="*/ 855 w 864"/>
                <a:gd name="T43" fmla="*/ 51 h 108"/>
                <a:gd name="T44" fmla="*/ 854 w 864"/>
                <a:gd name="T45" fmla="*/ 50 h 108"/>
                <a:gd name="T46" fmla="*/ 719 w 864"/>
                <a:gd name="T47" fmla="*/ 67 h 108"/>
                <a:gd name="T48" fmla="*/ 696 w 864"/>
                <a:gd name="T49" fmla="*/ 54 h 108"/>
                <a:gd name="T50" fmla="*/ 499 w 864"/>
                <a:gd name="T51" fmla="*/ 51 h 108"/>
                <a:gd name="T52" fmla="*/ 404 w 864"/>
                <a:gd name="T53" fmla="*/ 83 h 108"/>
                <a:gd name="T54" fmla="*/ 341 w 864"/>
                <a:gd name="T55" fmla="*/ 51 h 108"/>
                <a:gd name="T56" fmla="*/ 325 w 864"/>
                <a:gd name="T57" fmla="*/ 64 h 108"/>
                <a:gd name="T58" fmla="*/ 282 w 864"/>
                <a:gd name="T59" fmla="*/ 73 h 108"/>
                <a:gd name="T60" fmla="*/ 229 w 864"/>
                <a:gd name="T61" fmla="*/ 59 h 108"/>
                <a:gd name="T62" fmla="*/ 218 w 864"/>
                <a:gd name="T63" fmla="*/ 46 h 108"/>
                <a:gd name="T64" fmla="*/ 149 w 864"/>
                <a:gd name="T65" fmla="*/ 69 h 108"/>
                <a:gd name="T66" fmla="*/ 68 w 864"/>
                <a:gd name="T67" fmla="*/ 28 h 108"/>
                <a:gd name="T68" fmla="*/ 57 w 864"/>
                <a:gd name="T69" fmla="*/ 43 h 108"/>
                <a:gd name="T70" fmla="*/ 32 w 864"/>
                <a:gd name="T71" fmla="*/ 67 h 108"/>
                <a:gd name="T72" fmla="*/ 19 w 864"/>
                <a:gd name="T73" fmla="*/ 73 h 108"/>
                <a:gd name="T74" fmla="*/ 0 w 864"/>
                <a:gd name="T75" fmla="*/ 57 h 108"/>
                <a:gd name="T76" fmla="*/ 52 w 864"/>
                <a:gd name="T77" fmla="*/ 13 h 108"/>
                <a:gd name="T78" fmla="*/ 93 w 864"/>
                <a:gd name="T79" fmla="*/ 20 h 108"/>
                <a:gd name="T80" fmla="*/ 95 w 864"/>
                <a:gd name="T81" fmla="*/ 2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64" h="108">
                  <a:moveTo>
                    <a:pt x="95" y="25"/>
                  </a:moveTo>
                  <a:cubicBezTo>
                    <a:pt x="135" y="49"/>
                    <a:pt x="182" y="63"/>
                    <a:pt x="214" y="17"/>
                  </a:cubicBezTo>
                  <a:cubicBezTo>
                    <a:pt x="221" y="7"/>
                    <a:pt x="237" y="13"/>
                    <a:pt x="234" y="25"/>
                  </a:cubicBezTo>
                  <a:cubicBezTo>
                    <a:pt x="229" y="44"/>
                    <a:pt x="273" y="48"/>
                    <a:pt x="286" y="56"/>
                  </a:cubicBezTo>
                  <a:cubicBezTo>
                    <a:pt x="294" y="57"/>
                    <a:pt x="303" y="56"/>
                    <a:pt x="310" y="52"/>
                  </a:cubicBezTo>
                  <a:cubicBezTo>
                    <a:pt x="314" y="51"/>
                    <a:pt x="326" y="42"/>
                    <a:pt x="331" y="35"/>
                  </a:cubicBezTo>
                  <a:cubicBezTo>
                    <a:pt x="330" y="30"/>
                    <a:pt x="329" y="24"/>
                    <a:pt x="331" y="18"/>
                  </a:cubicBezTo>
                  <a:cubicBezTo>
                    <a:pt x="332" y="11"/>
                    <a:pt x="342" y="11"/>
                    <a:pt x="346" y="15"/>
                  </a:cubicBezTo>
                  <a:cubicBezTo>
                    <a:pt x="353" y="22"/>
                    <a:pt x="354" y="30"/>
                    <a:pt x="351" y="37"/>
                  </a:cubicBezTo>
                  <a:cubicBezTo>
                    <a:pt x="362" y="55"/>
                    <a:pt x="402" y="65"/>
                    <a:pt x="414" y="66"/>
                  </a:cubicBezTo>
                  <a:cubicBezTo>
                    <a:pt x="433" y="67"/>
                    <a:pt x="485" y="61"/>
                    <a:pt x="486" y="34"/>
                  </a:cubicBezTo>
                  <a:cubicBezTo>
                    <a:pt x="486" y="25"/>
                    <a:pt x="498" y="24"/>
                    <a:pt x="502" y="31"/>
                  </a:cubicBezTo>
                  <a:cubicBezTo>
                    <a:pt x="524" y="63"/>
                    <a:pt x="670" y="94"/>
                    <a:pt x="680" y="40"/>
                  </a:cubicBezTo>
                  <a:cubicBezTo>
                    <a:pt x="670" y="29"/>
                    <a:pt x="667" y="17"/>
                    <a:pt x="686" y="11"/>
                  </a:cubicBezTo>
                  <a:cubicBezTo>
                    <a:pt x="691" y="9"/>
                    <a:pt x="697" y="13"/>
                    <a:pt x="698" y="18"/>
                  </a:cubicBezTo>
                  <a:cubicBezTo>
                    <a:pt x="699" y="23"/>
                    <a:pt x="699" y="27"/>
                    <a:pt x="700" y="31"/>
                  </a:cubicBezTo>
                  <a:cubicBezTo>
                    <a:pt x="709" y="36"/>
                    <a:pt x="720" y="46"/>
                    <a:pt x="728" y="49"/>
                  </a:cubicBezTo>
                  <a:cubicBezTo>
                    <a:pt x="746" y="57"/>
                    <a:pt x="779" y="59"/>
                    <a:pt x="799" y="55"/>
                  </a:cubicBezTo>
                  <a:cubicBezTo>
                    <a:pt x="809" y="53"/>
                    <a:pt x="830" y="43"/>
                    <a:pt x="841" y="32"/>
                  </a:cubicBezTo>
                  <a:cubicBezTo>
                    <a:pt x="840" y="25"/>
                    <a:pt x="842" y="17"/>
                    <a:pt x="848" y="8"/>
                  </a:cubicBezTo>
                  <a:cubicBezTo>
                    <a:pt x="852" y="4"/>
                    <a:pt x="860" y="3"/>
                    <a:pt x="864" y="7"/>
                  </a:cubicBezTo>
                  <a:cubicBezTo>
                    <a:pt x="855" y="51"/>
                    <a:pt x="855" y="51"/>
                    <a:pt x="855" y="51"/>
                  </a:cubicBezTo>
                  <a:cubicBezTo>
                    <a:pt x="855" y="51"/>
                    <a:pt x="854" y="50"/>
                    <a:pt x="854" y="50"/>
                  </a:cubicBezTo>
                  <a:cubicBezTo>
                    <a:pt x="824" y="80"/>
                    <a:pt x="750" y="80"/>
                    <a:pt x="719" y="67"/>
                  </a:cubicBezTo>
                  <a:cubicBezTo>
                    <a:pt x="714" y="65"/>
                    <a:pt x="705" y="60"/>
                    <a:pt x="696" y="54"/>
                  </a:cubicBezTo>
                  <a:cubicBezTo>
                    <a:pt x="673" y="108"/>
                    <a:pt x="546" y="91"/>
                    <a:pt x="499" y="51"/>
                  </a:cubicBezTo>
                  <a:cubicBezTo>
                    <a:pt x="484" y="80"/>
                    <a:pt x="433" y="87"/>
                    <a:pt x="404" y="83"/>
                  </a:cubicBezTo>
                  <a:cubicBezTo>
                    <a:pt x="385" y="80"/>
                    <a:pt x="356" y="69"/>
                    <a:pt x="341" y="51"/>
                  </a:cubicBezTo>
                  <a:cubicBezTo>
                    <a:pt x="336" y="56"/>
                    <a:pt x="330" y="60"/>
                    <a:pt x="325" y="64"/>
                  </a:cubicBezTo>
                  <a:cubicBezTo>
                    <a:pt x="312" y="71"/>
                    <a:pt x="297" y="74"/>
                    <a:pt x="282" y="73"/>
                  </a:cubicBezTo>
                  <a:cubicBezTo>
                    <a:pt x="266" y="77"/>
                    <a:pt x="242" y="67"/>
                    <a:pt x="229" y="59"/>
                  </a:cubicBezTo>
                  <a:cubicBezTo>
                    <a:pt x="224" y="55"/>
                    <a:pt x="221" y="51"/>
                    <a:pt x="218" y="46"/>
                  </a:cubicBezTo>
                  <a:cubicBezTo>
                    <a:pt x="200" y="64"/>
                    <a:pt x="177" y="72"/>
                    <a:pt x="149" y="69"/>
                  </a:cubicBezTo>
                  <a:cubicBezTo>
                    <a:pt x="125" y="67"/>
                    <a:pt x="81" y="53"/>
                    <a:pt x="68" y="28"/>
                  </a:cubicBezTo>
                  <a:cubicBezTo>
                    <a:pt x="64" y="30"/>
                    <a:pt x="62" y="36"/>
                    <a:pt x="57" y="43"/>
                  </a:cubicBezTo>
                  <a:cubicBezTo>
                    <a:pt x="50" y="52"/>
                    <a:pt x="42" y="60"/>
                    <a:pt x="32" y="67"/>
                  </a:cubicBezTo>
                  <a:cubicBezTo>
                    <a:pt x="28" y="70"/>
                    <a:pt x="24" y="72"/>
                    <a:pt x="19" y="73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26" y="52"/>
                    <a:pt x="31" y="30"/>
                    <a:pt x="52" y="13"/>
                  </a:cubicBezTo>
                  <a:cubicBezTo>
                    <a:pt x="67" y="0"/>
                    <a:pt x="79" y="6"/>
                    <a:pt x="93" y="20"/>
                  </a:cubicBezTo>
                  <a:cubicBezTo>
                    <a:pt x="94" y="22"/>
                    <a:pt x="95" y="23"/>
                    <a:pt x="95" y="2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任意多边形: 形状 75" descr="cdcaca73-89e1-4b45-a45b-93c2ae23fb03"/>
            <p:cNvSpPr/>
            <p:nvPr/>
          </p:nvSpPr>
          <p:spPr bwMode="auto">
            <a:xfrm flipH="1">
              <a:off x="10689932" y="2787215"/>
              <a:ext cx="152806" cy="148986"/>
            </a:xfrm>
            <a:custGeom>
              <a:avLst/>
              <a:gdLst>
                <a:gd name="T0" fmla="*/ 9 w 101"/>
                <a:gd name="T1" fmla="*/ 0 h 98"/>
                <a:gd name="T2" fmla="*/ 101 w 101"/>
                <a:gd name="T3" fmla="*/ 79 h 98"/>
                <a:gd name="T4" fmla="*/ 34 w 101"/>
                <a:gd name="T5" fmla="*/ 88 h 98"/>
                <a:gd name="T6" fmla="*/ 0 w 101"/>
                <a:gd name="T7" fmla="*/ 39 h 98"/>
                <a:gd name="T8" fmla="*/ 8 w 101"/>
                <a:gd name="T9" fmla="*/ 9 h 98"/>
                <a:gd name="T10" fmla="*/ 6 w 101"/>
                <a:gd name="T11" fmla="*/ 4 h 98"/>
                <a:gd name="T12" fmla="*/ 9 w 101"/>
                <a:gd name="T13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98">
                  <a:moveTo>
                    <a:pt x="9" y="0"/>
                  </a:moveTo>
                  <a:cubicBezTo>
                    <a:pt x="101" y="79"/>
                    <a:pt x="101" y="79"/>
                    <a:pt x="101" y="79"/>
                  </a:cubicBezTo>
                  <a:cubicBezTo>
                    <a:pt x="83" y="94"/>
                    <a:pt x="57" y="98"/>
                    <a:pt x="34" y="88"/>
                  </a:cubicBezTo>
                  <a:cubicBezTo>
                    <a:pt x="21" y="82"/>
                    <a:pt x="4" y="60"/>
                    <a:pt x="0" y="39"/>
                  </a:cubicBezTo>
                  <a:cubicBezTo>
                    <a:pt x="4" y="28"/>
                    <a:pt x="8" y="17"/>
                    <a:pt x="8" y="9"/>
                  </a:cubicBezTo>
                  <a:cubicBezTo>
                    <a:pt x="8" y="7"/>
                    <a:pt x="7" y="5"/>
                    <a:pt x="6" y="4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任意多边形: 形状 76" descr="361656f5-b58b-4f9d-97bb-f13ae1e080f3"/>
            <p:cNvSpPr/>
            <p:nvPr/>
          </p:nvSpPr>
          <p:spPr bwMode="auto">
            <a:xfrm flipH="1">
              <a:off x="10903861" y="2620402"/>
              <a:ext cx="120972" cy="105691"/>
            </a:xfrm>
            <a:custGeom>
              <a:avLst/>
              <a:gdLst>
                <a:gd name="T0" fmla="*/ 1 w 79"/>
                <a:gd name="T1" fmla="*/ 0 h 69"/>
                <a:gd name="T2" fmla="*/ 79 w 79"/>
                <a:gd name="T3" fmla="*/ 67 h 69"/>
                <a:gd name="T4" fmla="*/ 65 w 79"/>
                <a:gd name="T5" fmla="*/ 69 h 69"/>
                <a:gd name="T6" fmla="*/ 0 w 79"/>
                <a:gd name="T7" fmla="*/ 41 h 69"/>
                <a:gd name="T8" fmla="*/ 1 w 79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69">
                  <a:moveTo>
                    <a:pt x="1" y="0"/>
                  </a:moveTo>
                  <a:cubicBezTo>
                    <a:pt x="79" y="67"/>
                    <a:pt x="79" y="67"/>
                    <a:pt x="79" y="67"/>
                  </a:cubicBezTo>
                  <a:cubicBezTo>
                    <a:pt x="75" y="68"/>
                    <a:pt x="71" y="69"/>
                    <a:pt x="65" y="69"/>
                  </a:cubicBezTo>
                  <a:cubicBezTo>
                    <a:pt x="41" y="69"/>
                    <a:pt x="8" y="64"/>
                    <a:pt x="0" y="4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任意多边形: 形状 77" descr="00a23376-78fd-4be3-b808-d1216e2446a6"/>
            <p:cNvSpPr/>
            <p:nvPr/>
          </p:nvSpPr>
          <p:spPr bwMode="auto">
            <a:xfrm flipH="1">
              <a:off x="9807477" y="3558886"/>
              <a:ext cx="1233909" cy="127338"/>
            </a:xfrm>
            <a:custGeom>
              <a:avLst/>
              <a:gdLst>
                <a:gd name="T0" fmla="*/ 340 w 809"/>
                <a:gd name="T1" fmla="*/ 62 h 84"/>
                <a:gd name="T2" fmla="*/ 291 w 809"/>
                <a:gd name="T3" fmla="*/ 55 h 84"/>
                <a:gd name="T4" fmla="*/ 257 w 809"/>
                <a:gd name="T5" fmla="*/ 59 h 84"/>
                <a:gd name="T6" fmla="*/ 243 w 809"/>
                <a:gd name="T7" fmla="*/ 68 h 84"/>
                <a:gd name="T8" fmla="*/ 137 w 809"/>
                <a:gd name="T9" fmla="*/ 41 h 84"/>
                <a:gd name="T10" fmla="*/ 0 w 809"/>
                <a:gd name="T11" fmla="*/ 65 h 84"/>
                <a:gd name="T12" fmla="*/ 0 w 809"/>
                <a:gd name="T13" fmla="*/ 45 h 84"/>
                <a:gd name="T14" fmla="*/ 125 w 809"/>
                <a:gd name="T15" fmla="*/ 17 h 84"/>
                <a:gd name="T16" fmla="*/ 143 w 809"/>
                <a:gd name="T17" fmla="*/ 15 h 84"/>
                <a:gd name="T18" fmla="*/ 211 w 809"/>
                <a:gd name="T19" fmla="*/ 55 h 84"/>
                <a:gd name="T20" fmla="*/ 268 w 809"/>
                <a:gd name="T21" fmla="*/ 29 h 84"/>
                <a:gd name="T22" fmla="*/ 321 w 809"/>
                <a:gd name="T23" fmla="*/ 43 h 84"/>
                <a:gd name="T24" fmla="*/ 401 w 809"/>
                <a:gd name="T25" fmla="*/ 30 h 84"/>
                <a:gd name="T26" fmla="*/ 410 w 809"/>
                <a:gd name="T27" fmla="*/ 29 h 84"/>
                <a:gd name="T28" fmla="*/ 414 w 809"/>
                <a:gd name="T29" fmla="*/ 30 h 84"/>
                <a:gd name="T30" fmla="*/ 454 w 809"/>
                <a:gd name="T31" fmla="*/ 31 h 84"/>
                <a:gd name="T32" fmla="*/ 479 w 809"/>
                <a:gd name="T33" fmla="*/ 9 h 84"/>
                <a:gd name="T34" fmla="*/ 479 w 809"/>
                <a:gd name="T35" fmla="*/ 9 h 84"/>
                <a:gd name="T36" fmla="*/ 493 w 809"/>
                <a:gd name="T37" fmla="*/ 9 h 84"/>
                <a:gd name="T38" fmla="*/ 627 w 809"/>
                <a:gd name="T39" fmla="*/ 37 h 84"/>
                <a:gd name="T40" fmla="*/ 632 w 809"/>
                <a:gd name="T41" fmla="*/ 10 h 84"/>
                <a:gd name="T42" fmla="*/ 637 w 809"/>
                <a:gd name="T43" fmla="*/ 8 h 84"/>
                <a:gd name="T44" fmla="*/ 644 w 809"/>
                <a:gd name="T45" fmla="*/ 13 h 84"/>
                <a:gd name="T46" fmla="*/ 643 w 809"/>
                <a:gd name="T47" fmla="*/ 37 h 84"/>
                <a:gd name="T48" fmla="*/ 699 w 809"/>
                <a:gd name="T49" fmla="*/ 61 h 84"/>
                <a:gd name="T50" fmla="*/ 771 w 809"/>
                <a:gd name="T51" fmla="*/ 35 h 84"/>
                <a:gd name="T52" fmla="*/ 809 w 809"/>
                <a:gd name="T53" fmla="*/ 68 h 84"/>
                <a:gd name="T54" fmla="*/ 781 w 809"/>
                <a:gd name="T55" fmla="*/ 47 h 84"/>
                <a:gd name="T56" fmla="*/ 672 w 809"/>
                <a:gd name="T57" fmla="*/ 72 h 84"/>
                <a:gd name="T58" fmla="*/ 638 w 809"/>
                <a:gd name="T59" fmla="*/ 51 h 84"/>
                <a:gd name="T60" fmla="*/ 580 w 809"/>
                <a:gd name="T61" fmla="*/ 76 h 84"/>
                <a:gd name="T62" fmla="*/ 483 w 809"/>
                <a:gd name="T63" fmla="*/ 25 h 84"/>
                <a:gd name="T64" fmla="*/ 454 w 809"/>
                <a:gd name="T65" fmla="*/ 48 h 84"/>
                <a:gd name="T66" fmla="*/ 404 w 809"/>
                <a:gd name="T67" fmla="*/ 48 h 84"/>
                <a:gd name="T68" fmla="*/ 403 w 809"/>
                <a:gd name="T69" fmla="*/ 47 h 84"/>
                <a:gd name="T70" fmla="*/ 340 w 809"/>
                <a:gd name="T71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09" h="84">
                  <a:moveTo>
                    <a:pt x="340" y="62"/>
                  </a:moveTo>
                  <a:cubicBezTo>
                    <a:pt x="322" y="63"/>
                    <a:pt x="308" y="59"/>
                    <a:pt x="291" y="55"/>
                  </a:cubicBezTo>
                  <a:cubicBezTo>
                    <a:pt x="275" y="51"/>
                    <a:pt x="272" y="50"/>
                    <a:pt x="257" y="59"/>
                  </a:cubicBezTo>
                  <a:cubicBezTo>
                    <a:pt x="253" y="62"/>
                    <a:pt x="249" y="66"/>
                    <a:pt x="243" y="68"/>
                  </a:cubicBezTo>
                  <a:cubicBezTo>
                    <a:pt x="213" y="82"/>
                    <a:pt x="160" y="70"/>
                    <a:pt x="137" y="41"/>
                  </a:cubicBezTo>
                  <a:cubicBezTo>
                    <a:pt x="116" y="79"/>
                    <a:pt x="44" y="84"/>
                    <a:pt x="0" y="6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0" y="66"/>
                    <a:pt x="125" y="60"/>
                    <a:pt x="125" y="17"/>
                  </a:cubicBezTo>
                  <a:cubicBezTo>
                    <a:pt x="125" y="7"/>
                    <a:pt x="141" y="6"/>
                    <a:pt x="143" y="15"/>
                  </a:cubicBezTo>
                  <a:cubicBezTo>
                    <a:pt x="148" y="43"/>
                    <a:pt x="185" y="54"/>
                    <a:pt x="211" y="55"/>
                  </a:cubicBezTo>
                  <a:cubicBezTo>
                    <a:pt x="241" y="56"/>
                    <a:pt x="245" y="35"/>
                    <a:pt x="268" y="29"/>
                  </a:cubicBezTo>
                  <a:cubicBezTo>
                    <a:pt x="286" y="25"/>
                    <a:pt x="304" y="41"/>
                    <a:pt x="321" y="43"/>
                  </a:cubicBezTo>
                  <a:cubicBezTo>
                    <a:pt x="333" y="45"/>
                    <a:pt x="391" y="43"/>
                    <a:pt x="401" y="30"/>
                  </a:cubicBezTo>
                  <a:cubicBezTo>
                    <a:pt x="404" y="27"/>
                    <a:pt x="408" y="27"/>
                    <a:pt x="410" y="29"/>
                  </a:cubicBezTo>
                  <a:cubicBezTo>
                    <a:pt x="411" y="29"/>
                    <a:pt x="413" y="29"/>
                    <a:pt x="414" y="30"/>
                  </a:cubicBezTo>
                  <a:cubicBezTo>
                    <a:pt x="427" y="40"/>
                    <a:pt x="440" y="41"/>
                    <a:pt x="454" y="31"/>
                  </a:cubicBezTo>
                  <a:cubicBezTo>
                    <a:pt x="464" y="25"/>
                    <a:pt x="471" y="16"/>
                    <a:pt x="479" y="9"/>
                  </a:cubicBezTo>
                  <a:cubicBezTo>
                    <a:pt x="479" y="9"/>
                    <a:pt x="479" y="9"/>
                    <a:pt x="479" y="9"/>
                  </a:cubicBezTo>
                  <a:cubicBezTo>
                    <a:pt x="480" y="0"/>
                    <a:pt x="492" y="1"/>
                    <a:pt x="493" y="9"/>
                  </a:cubicBezTo>
                  <a:cubicBezTo>
                    <a:pt x="495" y="53"/>
                    <a:pt x="608" y="83"/>
                    <a:pt x="627" y="37"/>
                  </a:cubicBezTo>
                  <a:cubicBezTo>
                    <a:pt x="623" y="27"/>
                    <a:pt x="622" y="18"/>
                    <a:pt x="632" y="10"/>
                  </a:cubicBezTo>
                  <a:cubicBezTo>
                    <a:pt x="633" y="9"/>
                    <a:pt x="635" y="8"/>
                    <a:pt x="637" y="8"/>
                  </a:cubicBezTo>
                  <a:cubicBezTo>
                    <a:pt x="640" y="8"/>
                    <a:pt x="643" y="10"/>
                    <a:pt x="644" y="13"/>
                  </a:cubicBezTo>
                  <a:cubicBezTo>
                    <a:pt x="645" y="22"/>
                    <a:pt x="644" y="30"/>
                    <a:pt x="643" y="37"/>
                  </a:cubicBezTo>
                  <a:cubicBezTo>
                    <a:pt x="657" y="50"/>
                    <a:pt x="695" y="61"/>
                    <a:pt x="699" y="61"/>
                  </a:cubicBezTo>
                  <a:cubicBezTo>
                    <a:pt x="725" y="63"/>
                    <a:pt x="764" y="62"/>
                    <a:pt x="771" y="35"/>
                  </a:cubicBezTo>
                  <a:cubicBezTo>
                    <a:pt x="809" y="68"/>
                    <a:pt x="809" y="68"/>
                    <a:pt x="809" y="68"/>
                  </a:cubicBezTo>
                  <a:cubicBezTo>
                    <a:pt x="798" y="62"/>
                    <a:pt x="788" y="56"/>
                    <a:pt x="781" y="47"/>
                  </a:cubicBezTo>
                  <a:cubicBezTo>
                    <a:pt x="765" y="81"/>
                    <a:pt x="708" y="82"/>
                    <a:pt x="672" y="72"/>
                  </a:cubicBezTo>
                  <a:cubicBezTo>
                    <a:pt x="663" y="69"/>
                    <a:pt x="649" y="61"/>
                    <a:pt x="638" y="51"/>
                  </a:cubicBezTo>
                  <a:cubicBezTo>
                    <a:pt x="628" y="69"/>
                    <a:pt x="608" y="75"/>
                    <a:pt x="580" y="76"/>
                  </a:cubicBezTo>
                  <a:cubicBezTo>
                    <a:pt x="528" y="77"/>
                    <a:pt x="496" y="58"/>
                    <a:pt x="483" y="25"/>
                  </a:cubicBezTo>
                  <a:cubicBezTo>
                    <a:pt x="475" y="35"/>
                    <a:pt x="463" y="43"/>
                    <a:pt x="454" y="48"/>
                  </a:cubicBezTo>
                  <a:cubicBezTo>
                    <a:pt x="438" y="57"/>
                    <a:pt x="419" y="57"/>
                    <a:pt x="404" y="48"/>
                  </a:cubicBezTo>
                  <a:cubicBezTo>
                    <a:pt x="403" y="47"/>
                    <a:pt x="403" y="47"/>
                    <a:pt x="403" y="47"/>
                  </a:cubicBezTo>
                  <a:cubicBezTo>
                    <a:pt x="387" y="59"/>
                    <a:pt x="357" y="61"/>
                    <a:pt x="340" y="62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任意多边形: 形状 78" descr="4c98ace0-7448-4a9a-8ff0-e77f830d5f1c"/>
            <p:cNvSpPr/>
            <p:nvPr/>
          </p:nvSpPr>
          <p:spPr bwMode="auto">
            <a:xfrm flipH="1">
              <a:off x="10161478" y="3234172"/>
              <a:ext cx="876088" cy="183367"/>
            </a:xfrm>
            <a:custGeom>
              <a:avLst/>
              <a:gdLst>
                <a:gd name="T0" fmla="*/ 378 w 574"/>
                <a:gd name="T1" fmla="*/ 45 h 120"/>
                <a:gd name="T2" fmla="*/ 177 w 574"/>
                <a:gd name="T3" fmla="*/ 49 h 120"/>
                <a:gd name="T4" fmla="*/ 109 w 574"/>
                <a:gd name="T5" fmla="*/ 89 h 120"/>
                <a:gd name="T6" fmla="*/ 36 w 574"/>
                <a:gd name="T7" fmla="*/ 51 h 120"/>
                <a:gd name="T8" fmla="*/ 0 w 574"/>
                <a:gd name="T9" fmla="*/ 76 h 120"/>
                <a:gd name="T10" fmla="*/ 1 w 574"/>
                <a:gd name="T11" fmla="*/ 58 h 120"/>
                <a:gd name="T12" fmla="*/ 29 w 574"/>
                <a:gd name="T13" fmla="*/ 29 h 120"/>
                <a:gd name="T14" fmla="*/ 29 w 574"/>
                <a:gd name="T15" fmla="*/ 14 h 120"/>
                <a:gd name="T16" fmla="*/ 31 w 574"/>
                <a:gd name="T17" fmla="*/ 11 h 120"/>
                <a:gd name="T18" fmla="*/ 31 w 574"/>
                <a:gd name="T19" fmla="*/ 11 h 120"/>
                <a:gd name="T20" fmla="*/ 41 w 574"/>
                <a:gd name="T21" fmla="*/ 8 h 120"/>
                <a:gd name="T22" fmla="*/ 42 w 574"/>
                <a:gd name="T23" fmla="*/ 22 h 120"/>
                <a:gd name="T24" fmla="*/ 42 w 574"/>
                <a:gd name="T25" fmla="*/ 22 h 120"/>
                <a:gd name="T26" fmla="*/ 56 w 574"/>
                <a:gd name="T27" fmla="*/ 49 h 120"/>
                <a:gd name="T28" fmla="*/ 83 w 574"/>
                <a:gd name="T29" fmla="*/ 67 h 120"/>
                <a:gd name="T30" fmla="*/ 103 w 574"/>
                <a:gd name="T31" fmla="*/ 71 h 120"/>
                <a:gd name="T32" fmla="*/ 168 w 574"/>
                <a:gd name="T33" fmla="*/ 11 h 120"/>
                <a:gd name="T34" fmla="*/ 185 w 574"/>
                <a:gd name="T35" fmla="*/ 11 h 120"/>
                <a:gd name="T36" fmla="*/ 367 w 574"/>
                <a:gd name="T37" fmla="*/ 11 h 120"/>
                <a:gd name="T38" fmla="*/ 384 w 574"/>
                <a:gd name="T39" fmla="*/ 11 h 120"/>
                <a:gd name="T40" fmla="*/ 458 w 574"/>
                <a:gd name="T41" fmla="*/ 64 h 120"/>
                <a:gd name="T42" fmla="*/ 503 w 574"/>
                <a:gd name="T43" fmla="*/ 21 h 120"/>
                <a:gd name="T44" fmla="*/ 574 w 574"/>
                <a:gd name="T45" fmla="*/ 81 h 120"/>
                <a:gd name="T46" fmla="*/ 514 w 574"/>
                <a:gd name="T47" fmla="*/ 40 h 120"/>
                <a:gd name="T48" fmla="*/ 458 w 574"/>
                <a:gd name="T49" fmla="*/ 80 h 120"/>
                <a:gd name="T50" fmla="*/ 378 w 574"/>
                <a:gd name="T51" fmla="*/ 4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74" h="120">
                  <a:moveTo>
                    <a:pt x="378" y="45"/>
                  </a:moveTo>
                  <a:cubicBezTo>
                    <a:pt x="347" y="120"/>
                    <a:pt x="215" y="116"/>
                    <a:pt x="177" y="49"/>
                  </a:cubicBezTo>
                  <a:cubicBezTo>
                    <a:pt x="165" y="74"/>
                    <a:pt x="141" y="92"/>
                    <a:pt x="109" y="89"/>
                  </a:cubicBezTo>
                  <a:cubicBezTo>
                    <a:pt x="81" y="86"/>
                    <a:pt x="51" y="74"/>
                    <a:pt x="36" y="51"/>
                  </a:cubicBezTo>
                  <a:cubicBezTo>
                    <a:pt x="29" y="63"/>
                    <a:pt x="16" y="72"/>
                    <a:pt x="0" y="76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6" y="54"/>
                    <a:pt x="25" y="44"/>
                    <a:pt x="29" y="29"/>
                  </a:cubicBezTo>
                  <a:cubicBezTo>
                    <a:pt x="28" y="24"/>
                    <a:pt x="28" y="19"/>
                    <a:pt x="29" y="14"/>
                  </a:cubicBezTo>
                  <a:cubicBezTo>
                    <a:pt x="29" y="13"/>
                    <a:pt x="30" y="12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3"/>
                    <a:pt x="38" y="3"/>
                    <a:pt x="41" y="8"/>
                  </a:cubicBezTo>
                  <a:cubicBezTo>
                    <a:pt x="48" y="9"/>
                    <a:pt x="50" y="19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4" y="33"/>
                    <a:pt x="49" y="41"/>
                    <a:pt x="56" y="49"/>
                  </a:cubicBezTo>
                  <a:cubicBezTo>
                    <a:pt x="62" y="58"/>
                    <a:pt x="71" y="64"/>
                    <a:pt x="83" y="67"/>
                  </a:cubicBezTo>
                  <a:cubicBezTo>
                    <a:pt x="89" y="69"/>
                    <a:pt x="97" y="70"/>
                    <a:pt x="103" y="71"/>
                  </a:cubicBezTo>
                  <a:cubicBezTo>
                    <a:pt x="144" y="76"/>
                    <a:pt x="168" y="49"/>
                    <a:pt x="168" y="11"/>
                  </a:cubicBezTo>
                  <a:cubicBezTo>
                    <a:pt x="169" y="0"/>
                    <a:pt x="185" y="0"/>
                    <a:pt x="185" y="11"/>
                  </a:cubicBezTo>
                  <a:cubicBezTo>
                    <a:pt x="181" y="102"/>
                    <a:pt x="372" y="115"/>
                    <a:pt x="367" y="11"/>
                  </a:cubicBezTo>
                  <a:cubicBezTo>
                    <a:pt x="367" y="1"/>
                    <a:pt x="383" y="1"/>
                    <a:pt x="384" y="11"/>
                  </a:cubicBezTo>
                  <a:cubicBezTo>
                    <a:pt x="386" y="47"/>
                    <a:pt x="424" y="66"/>
                    <a:pt x="458" y="64"/>
                  </a:cubicBezTo>
                  <a:cubicBezTo>
                    <a:pt x="485" y="62"/>
                    <a:pt x="500" y="44"/>
                    <a:pt x="503" y="21"/>
                  </a:cubicBezTo>
                  <a:cubicBezTo>
                    <a:pt x="574" y="81"/>
                    <a:pt x="574" y="81"/>
                    <a:pt x="574" y="81"/>
                  </a:cubicBezTo>
                  <a:cubicBezTo>
                    <a:pt x="550" y="76"/>
                    <a:pt x="527" y="61"/>
                    <a:pt x="514" y="40"/>
                  </a:cubicBezTo>
                  <a:cubicBezTo>
                    <a:pt x="506" y="63"/>
                    <a:pt x="487" y="80"/>
                    <a:pt x="458" y="80"/>
                  </a:cubicBezTo>
                  <a:cubicBezTo>
                    <a:pt x="425" y="80"/>
                    <a:pt x="394" y="69"/>
                    <a:pt x="378" y="4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任意多边形: 形状 79" descr="fff2c756-8c50-45da-83b6-d36a6222fd50"/>
            <p:cNvSpPr/>
            <p:nvPr/>
          </p:nvSpPr>
          <p:spPr bwMode="auto">
            <a:xfrm flipH="1">
              <a:off x="10672105" y="2789762"/>
              <a:ext cx="357821" cy="178274"/>
            </a:xfrm>
            <a:custGeom>
              <a:avLst/>
              <a:gdLst>
                <a:gd name="T0" fmla="*/ 0 w 234"/>
                <a:gd name="T1" fmla="*/ 93 h 117"/>
                <a:gd name="T2" fmla="*/ 1 w 234"/>
                <a:gd name="T3" fmla="*/ 70 h 117"/>
                <a:gd name="T4" fmla="*/ 14 w 234"/>
                <a:gd name="T5" fmla="*/ 65 h 117"/>
                <a:gd name="T6" fmla="*/ 14 w 234"/>
                <a:gd name="T7" fmla="*/ 62 h 117"/>
                <a:gd name="T8" fmla="*/ 14 w 234"/>
                <a:gd name="T9" fmla="*/ 22 h 117"/>
                <a:gd name="T10" fmla="*/ 36 w 234"/>
                <a:gd name="T11" fmla="*/ 28 h 117"/>
                <a:gd name="T12" fmla="*/ 37 w 234"/>
                <a:gd name="T13" fmla="*/ 55 h 117"/>
                <a:gd name="T14" fmla="*/ 49 w 234"/>
                <a:gd name="T15" fmla="*/ 72 h 117"/>
                <a:gd name="T16" fmla="*/ 92 w 234"/>
                <a:gd name="T17" fmla="*/ 57 h 117"/>
                <a:gd name="T18" fmla="*/ 107 w 234"/>
                <a:gd name="T19" fmla="*/ 23 h 117"/>
                <a:gd name="T20" fmla="*/ 111 w 234"/>
                <a:gd name="T21" fmla="*/ 14 h 117"/>
                <a:gd name="T22" fmla="*/ 116 w 234"/>
                <a:gd name="T23" fmla="*/ 5 h 117"/>
                <a:gd name="T24" fmla="*/ 118 w 234"/>
                <a:gd name="T25" fmla="*/ 3 h 117"/>
                <a:gd name="T26" fmla="*/ 118 w 234"/>
                <a:gd name="T27" fmla="*/ 3 h 117"/>
                <a:gd name="T28" fmla="*/ 119 w 234"/>
                <a:gd name="T29" fmla="*/ 1 h 117"/>
                <a:gd name="T30" fmla="*/ 124 w 234"/>
                <a:gd name="T31" fmla="*/ 0 h 117"/>
                <a:gd name="T32" fmla="*/ 128 w 234"/>
                <a:gd name="T33" fmla="*/ 2 h 117"/>
                <a:gd name="T34" fmla="*/ 130 w 234"/>
                <a:gd name="T35" fmla="*/ 7 h 117"/>
                <a:gd name="T36" fmla="*/ 122 w 234"/>
                <a:gd name="T37" fmla="*/ 37 h 117"/>
                <a:gd name="T38" fmla="*/ 156 w 234"/>
                <a:gd name="T39" fmla="*/ 86 h 117"/>
                <a:gd name="T40" fmla="*/ 223 w 234"/>
                <a:gd name="T41" fmla="*/ 77 h 117"/>
                <a:gd name="T42" fmla="*/ 234 w 234"/>
                <a:gd name="T43" fmla="*/ 86 h 117"/>
                <a:gd name="T44" fmla="*/ 149 w 234"/>
                <a:gd name="T45" fmla="*/ 104 h 117"/>
                <a:gd name="T46" fmla="*/ 112 w 234"/>
                <a:gd name="T47" fmla="*/ 58 h 117"/>
                <a:gd name="T48" fmla="*/ 74 w 234"/>
                <a:gd name="T49" fmla="*/ 96 h 117"/>
                <a:gd name="T50" fmla="*/ 28 w 234"/>
                <a:gd name="T51" fmla="*/ 82 h 117"/>
                <a:gd name="T52" fmla="*/ 25 w 234"/>
                <a:gd name="T53" fmla="*/ 85 h 117"/>
                <a:gd name="T54" fmla="*/ 5 w 234"/>
                <a:gd name="T55" fmla="*/ 90 h 117"/>
                <a:gd name="T56" fmla="*/ 0 w 234"/>
                <a:gd name="T57" fmla="*/ 93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4" h="117">
                  <a:moveTo>
                    <a:pt x="0" y="93"/>
                  </a:moveTo>
                  <a:cubicBezTo>
                    <a:pt x="1" y="70"/>
                    <a:pt x="1" y="70"/>
                    <a:pt x="1" y="70"/>
                  </a:cubicBezTo>
                  <a:cubicBezTo>
                    <a:pt x="5" y="69"/>
                    <a:pt x="9" y="67"/>
                    <a:pt x="14" y="65"/>
                  </a:cubicBezTo>
                  <a:cubicBezTo>
                    <a:pt x="14" y="64"/>
                    <a:pt x="14" y="63"/>
                    <a:pt x="14" y="62"/>
                  </a:cubicBezTo>
                  <a:cubicBezTo>
                    <a:pt x="8" y="49"/>
                    <a:pt x="7" y="34"/>
                    <a:pt x="14" y="22"/>
                  </a:cubicBezTo>
                  <a:cubicBezTo>
                    <a:pt x="21" y="12"/>
                    <a:pt x="34" y="17"/>
                    <a:pt x="36" y="28"/>
                  </a:cubicBezTo>
                  <a:cubicBezTo>
                    <a:pt x="37" y="36"/>
                    <a:pt x="38" y="46"/>
                    <a:pt x="37" y="55"/>
                  </a:cubicBezTo>
                  <a:cubicBezTo>
                    <a:pt x="41" y="62"/>
                    <a:pt x="46" y="69"/>
                    <a:pt x="49" y="72"/>
                  </a:cubicBezTo>
                  <a:cubicBezTo>
                    <a:pt x="66" y="85"/>
                    <a:pt x="82" y="70"/>
                    <a:pt x="92" y="57"/>
                  </a:cubicBezTo>
                  <a:cubicBezTo>
                    <a:pt x="99" y="47"/>
                    <a:pt x="103" y="35"/>
                    <a:pt x="107" y="23"/>
                  </a:cubicBezTo>
                  <a:cubicBezTo>
                    <a:pt x="109" y="20"/>
                    <a:pt x="110" y="17"/>
                    <a:pt x="111" y="14"/>
                  </a:cubicBezTo>
                  <a:cubicBezTo>
                    <a:pt x="112" y="11"/>
                    <a:pt x="114" y="8"/>
                    <a:pt x="116" y="5"/>
                  </a:cubicBezTo>
                  <a:cubicBezTo>
                    <a:pt x="117" y="4"/>
                    <a:pt x="118" y="2"/>
                    <a:pt x="118" y="3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8" y="2"/>
                    <a:pt x="118" y="2"/>
                    <a:pt x="119" y="1"/>
                  </a:cubicBezTo>
                  <a:cubicBezTo>
                    <a:pt x="120" y="0"/>
                    <a:pt x="122" y="0"/>
                    <a:pt x="124" y="0"/>
                  </a:cubicBezTo>
                  <a:cubicBezTo>
                    <a:pt x="125" y="0"/>
                    <a:pt x="127" y="1"/>
                    <a:pt x="128" y="2"/>
                  </a:cubicBezTo>
                  <a:cubicBezTo>
                    <a:pt x="129" y="3"/>
                    <a:pt x="130" y="5"/>
                    <a:pt x="130" y="7"/>
                  </a:cubicBezTo>
                  <a:cubicBezTo>
                    <a:pt x="130" y="15"/>
                    <a:pt x="126" y="26"/>
                    <a:pt x="122" y="37"/>
                  </a:cubicBezTo>
                  <a:cubicBezTo>
                    <a:pt x="126" y="58"/>
                    <a:pt x="143" y="80"/>
                    <a:pt x="156" y="86"/>
                  </a:cubicBezTo>
                  <a:cubicBezTo>
                    <a:pt x="179" y="96"/>
                    <a:pt x="205" y="92"/>
                    <a:pt x="223" y="77"/>
                  </a:cubicBezTo>
                  <a:cubicBezTo>
                    <a:pt x="234" y="86"/>
                    <a:pt x="234" y="86"/>
                    <a:pt x="234" y="86"/>
                  </a:cubicBezTo>
                  <a:cubicBezTo>
                    <a:pt x="212" y="107"/>
                    <a:pt x="179" y="117"/>
                    <a:pt x="149" y="104"/>
                  </a:cubicBezTo>
                  <a:cubicBezTo>
                    <a:pt x="133" y="97"/>
                    <a:pt x="119" y="78"/>
                    <a:pt x="112" y="58"/>
                  </a:cubicBezTo>
                  <a:cubicBezTo>
                    <a:pt x="104" y="73"/>
                    <a:pt x="91" y="90"/>
                    <a:pt x="74" y="96"/>
                  </a:cubicBezTo>
                  <a:cubicBezTo>
                    <a:pt x="59" y="101"/>
                    <a:pt x="41" y="94"/>
                    <a:pt x="28" y="82"/>
                  </a:cubicBezTo>
                  <a:cubicBezTo>
                    <a:pt x="28" y="83"/>
                    <a:pt x="27" y="84"/>
                    <a:pt x="25" y="85"/>
                  </a:cubicBezTo>
                  <a:cubicBezTo>
                    <a:pt x="20" y="90"/>
                    <a:pt x="12" y="92"/>
                    <a:pt x="5" y="90"/>
                  </a:cubicBezTo>
                  <a:cubicBezTo>
                    <a:pt x="4" y="91"/>
                    <a:pt x="2" y="92"/>
                    <a:pt x="0" y="93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任意多边形: 形状 80" descr="8518d655-4dbe-438b-93ac-300ee41bd5c7"/>
            <p:cNvSpPr/>
            <p:nvPr/>
          </p:nvSpPr>
          <p:spPr bwMode="auto">
            <a:xfrm flipH="1">
              <a:off x="10375407" y="3036798"/>
              <a:ext cx="657066" cy="143893"/>
            </a:xfrm>
            <a:custGeom>
              <a:avLst/>
              <a:gdLst>
                <a:gd name="T0" fmla="*/ 344 w 431"/>
                <a:gd name="T1" fmla="*/ 58 h 95"/>
                <a:gd name="T2" fmla="*/ 204 w 431"/>
                <a:gd name="T3" fmla="*/ 30 h 95"/>
                <a:gd name="T4" fmla="*/ 188 w 431"/>
                <a:gd name="T5" fmla="*/ 61 h 95"/>
                <a:gd name="T6" fmla="*/ 138 w 431"/>
                <a:gd name="T7" fmla="*/ 75 h 95"/>
                <a:gd name="T8" fmla="*/ 91 w 431"/>
                <a:gd name="T9" fmla="*/ 59 h 95"/>
                <a:gd name="T10" fmla="*/ 53 w 431"/>
                <a:gd name="T11" fmla="*/ 81 h 95"/>
                <a:gd name="T12" fmla="*/ 0 w 431"/>
                <a:gd name="T13" fmla="*/ 69 h 95"/>
                <a:gd name="T14" fmla="*/ 0 w 431"/>
                <a:gd name="T15" fmla="*/ 51 h 95"/>
                <a:gd name="T16" fmla="*/ 48 w 431"/>
                <a:gd name="T17" fmla="*/ 64 h 95"/>
                <a:gd name="T18" fmla="*/ 80 w 431"/>
                <a:gd name="T19" fmla="*/ 44 h 95"/>
                <a:gd name="T20" fmla="*/ 79 w 431"/>
                <a:gd name="T21" fmla="*/ 12 h 95"/>
                <a:gd name="T22" fmla="*/ 93 w 431"/>
                <a:gd name="T23" fmla="*/ 9 h 95"/>
                <a:gd name="T24" fmla="*/ 100 w 431"/>
                <a:gd name="T25" fmla="*/ 42 h 95"/>
                <a:gd name="T26" fmla="*/ 148 w 431"/>
                <a:gd name="T27" fmla="*/ 58 h 95"/>
                <a:gd name="T28" fmla="*/ 180 w 431"/>
                <a:gd name="T29" fmla="*/ 15 h 95"/>
                <a:gd name="T30" fmla="*/ 189 w 431"/>
                <a:gd name="T31" fmla="*/ 9 h 95"/>
                <a:gd name="T32" fmla="*/ 197 w 431"/>
                <a:gd name="T33" fmla="*/ 11 h 95"/>
                <a:gd name="T34" fmla="*/ 209 w 431"/>
                <a:gd name="T35" fmla="*/ 8 h 95"/>
                <a:gd name="T36" fmla="*/ 249 w 431"/>
                <a:gd name="T37" fmla="*/ 49 h 95"/>
                <a:gd name="T38" fmla="*/ 288 w 431"/>
                <a:gd name="T39" fmla="*/ 64 h 95"/>
                <a:gd name="T40" fmla="*/ 319 w 431"/>
                <a:gd name="T41" fmla="*/ 56 h 95"/>
                <a:gd name="T42" fmla="*/ 329 w 431"/>
                <a:gd name="T43" fmla="*/ 32 h 95"/>
                <a:gd name="T44" fmla="*/ 327 w 431"/>
                <a:gd name="T45" fmla="*/ 27 h 95"/>
                <a:gd name="T46" fmla="*/ 330 w 431"/>
                <a:gd name="T47" fmla="*/ 19 h 95"/>
                <a:gd name="T48" fmla="*/ 335 w 431"/>
                <a:gd name="T49" fmla="*/ 16 h 95"/>
                <a:gd name="T50" fmla="*/ 340 w 431"/>
                <a:gd name="T51" fmla="*/ 14 h 95"/>
                <a:gd name="T52" fmla="*/ 349 w 431"/>
                <a:gd name="T53" fmla="*/ 22 h 95"/>
                <a:gd name="T54" fmla="*/ 350 w 431"/>
                <a:gd name="T55" fmla="*/ 41 h 95"/>
                <a:gd name="T56" fmla="*/ 399 w 431"/>
                <a:gd name="T57" fmla="*/ 68 h 95"/>
                <a:gd name="T58" fmla="*/ 406 w 431"/>
                <a:gd name="T59" fmla="*/ 70 h 95"/>
                <a:gd name="T60" fmla="*/ 406 w 431"/>
                <a:gd name="T61" fmla="*/ 70 h 95"/>
                <a:gd name="T62" fmla="*/ 431 w 431"/>
                <a:gd name="T63" fmla="*/ 91 h 95"/>
                <a:gd name="T64" fmla="*/ 428 w 431"/>
                <a:gd name="T65" fmla="*/ 91 h 95"/>
                <a:gd name="T66" fmla="*/ 344 w 431"/>
                <a:gd name="T67" fmla="*/ 5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31" h="95">
                  <a:moveTo>
                    <a:pt x="344" y="58"/>
                  </a:moveTo>
                  <a:cubicBezTo>
                    <a:pt x="320" y="95"/>
                    <a:pt x="232" y="76"/>
                    <a:pt x="204" y="30"/>
                  </a:cubicBezTo>
                  <a:cubicBezTo>
                    <a:pt x="189" y="31"/>
                    <a:pt x="198" y="47"/>
                    <a:pt x="188" y="61"/>
                  </a:cubicBezTo>
                  <a:cubicBezTo>
                    <a:pt x="177" y="77"/>
                    <a:pt x="156" y="77"/>
                    <a:pt x="138" y="75"/>
                  </a:cubicBezTo>
                  <a:cubicBezTo>
                    <a:pt x="119" y="73"/>
                    <a:pt x="102" y="68"/>
                    <a:pt x="91" y="59"/>
                  </a:cubicBezTo>
                  <a:cubicBezTo>
                    <a:pt x="81" y="71"/>
                    <a:pt x="66" y="80"/>
                    <a:pt x="53" y="81"/>
                  </a:cubicBezTo>
                  <a:cubicBezTo>
                    <a:pt x="36" y="81"/>
                    <a:pt x="16" y="77"/>
                    <a:pt x="0" y="6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4" y="61"/>
                    <a:pt x="36" y="66"/>
                    <a:pt x="48" y="64"/>
                  </a:cubicBezTo>
                  <a:cubicBezTo>
                    <a:pt x="53" y="64"/>
                    <a:pt x="70" y="55"/>
                    <a:pt x="80" y="44"/>
                  </a:cubicBezTo>
                  <a:cubicBezTo>
                    <a:pt x="76" y="36"/>
                    <a:pt x="75" y="25"/>
                    <a:pt x="79" y="12"/>
                  </a:cubicBezTo>
                  <a:cubicBezTo>
                    <a:pt x="81" y="6"/>
                    <a:pt x="89" y="4"/>
                    <a:pt x="93" y="9"/>
                  </a:cubicBezTo>
                  <a:cubicBezTo>
                    <a:pt x="103" y="18"/>
                    <a:pt x="104" y="31"/>
                    <a:pt x="100" y="42"/>
                  </a:cubicBezTo>
                  <a:cubicBezTo>
                    <a:pt x="111" y="55"/>
                    <a:pt x="133" y="60"/>
                    <a:pt x="148" y="58"/>
                  </a:cubicBezTo>
                  <a:cubicBezTo>
                    <a:pt x="181" y="53"/>
                    <a:pt x="175" y="34"/>
                    <a:pt x="180" y="15"/>
                  </a:cubicBezTo>
                  <a:cubicBezTo>
                    <a:pt x="181" y="11"/>
                    <a:pt x="186" y="8"/>
                    <a:pt x="189" y="9"/>
                  </a:cubicBezTo>
                  <a:cubicBezTo>
                    <a:pt x="192" y="9"/>
                    <a:pt x="195" y="10"/>
                    <a:pt x="197" y="11"/>
                  </a:cubicBezTo>
                  <a:cubicBezTo>
                    <a:pt x="195" y="3"/>
                    <a:pt x="207" y="0"/>
                    <a:pt x="209" y="8"/>
                  </a:cubicBezTo>
                  <a:cubicBezTo>
                    <a:pt x="213" y="22"/>
                    <a:pt x="238" y="42"/>
                    <a:pt x="249" y="49"/>
                  </a:cubicBezTo>
                  <a:cubicBezTo>
                    <a:pt x="261" y="57"/>
                    <a:pt x="275" y="63"/>
                    <a:pt x="288" y="64"/>
                  </a:cubicBezTo>
                  <a:cubicBezTo>
                    <a:pt x="299" y="65"/>
                    <a:pt x="309" y="62"/>
                    <a:pt x="319" y="56"/>
                  </a:cubicBezTo>
                  <a:cubicBezTo>
                    <a:pt x="322" y="48"/>
                    <a:pt x="326" y="40"/>
                    <a:pt x="329" y="32"/>
                  </a:cubicBezTo>
                  <a:cubicBezTo>
                    <a:pt x="328" y="31"/>
                    <a:pt x="328" y="29"/>
                    <a:pt x="327" y="27"/>
                  </a:cubicBezTo>
                  <a:cubicBezTo>
                    <a:pt x="327" y="25"/>
                    <a:pt x="328" y="21"/>
                    <a:pt x="330" y="19"/>
                  </a:cubicBezTo>
                  <a:cubicBezTo>
                    <a:pt x="332" y="18"/>
                    <a:pt x="333" y="17"/>
                    <a:pt x="335" y="16"/>
                  </a:cubicBezTo>
                  <a:cubicBezTo>
                    <a:pt x="336" y="14"/>
                    <a:pt x="338" y="14"/>
                    <a:pt x="340" y="14"/>
                  </a:cubicBezTo>
                  <a:cubicBezTo>
                    <a:pt x="349" y="22"/>
                    <a:pt x="349" y="22"/>
                    <a:pt x="349" y="22"/>
                  </a:cubicBezTo>
                  <a:cubicBezTo>
                    <a:pt x="351" y="29"/>
                    <a:pt x="351" y="35"/>
                    <a:pt x="350" y="41"/>
                  </a:cubicBezTo>
                  <a:cubicBezTo>
                    <a:pt x="363" y="53"/>
                    <a:pt x="394" y="66"/>
                    <a:pt x="399" y="68"/>
                  </a:cubicBezTo>
                  <a:cubicBezTo>
                    <a:pt x="402" y="68"/>
                    <a:pt x="404" y="69"/>
                    <a:pt x="406" y="70"/>
                  </a:cubicBezTo>
                  <a:cubicBezTo>
                    <a:pt x="406" y="70"/>
                    <a:pt x="406" y="70"/>
                    <a:pt x="406" y="70"/>
                  </a:cubicBezTo>
                  <a:cubicBezTo>
                    <a:pt x="431" y="91"/>
                    <a:pt x="431" y="91"/>
                    <a:pt x="431" y="91"/>
                  </a:cubicBezTo>
                  <a:cubicBezTo>
                    <a:pt x="430" y="91"/>
                    <a:pt x="429" y="91"/>
                    <a:pt x="428" y="91"/>
                  </a:cubicBezTo>
                  <a:cubicBezTo>
                    <a:pt x="400" y="88"/>
                    <a:pt x="365" y="79"/>
                    <a:pt x="344" y="5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任意多边形: 形状 81" descr="0443b4b6-7105-40ce-abe0-dce4bd4b3301"/>
            <p:cNvSpPr/>
            <p:nvPr/>
          </p:nvSpPr>
          <p:spPr bwMode="auto">
            <a:xfrm flipH="1">
              <a:off x="10830004" y="2733733"/>
              <a:ext cx="197375" cy="185914"/>
            </a:xfrm>
            <a:custGeom>
              <a:avLst/>
              <a:gdLst>
                <a:gd name="T0" fmla="*/ 100 w 130"/>
                <a:gd name="T1" fmla="*/ 9 h 122"/>
                <a:gd name="T2" fmla="*/ 130 w 130"/>
                <a:gd name="T3" fmla="*/ 35 h 122"/>
                <a:gd name="T4" fmla="*/ 127 w 130"/>
                <a:gd name="T5" fmla="*/ 39 h 122"/>
                <a:gd name="T6" fmla="*/ 123 w 130"/>
                <a:gd name="T7" fmla="*/ 37 h 122"/>
                <a:gd name="T8" fmla="*/ 118 w 130"/>
                <a:gd name="T9" fmla="*/ 38 h 122"/>
                <a:gd name="T10" fmla="*/ 117 w 130"/>
                <a:gd name="T11" fmla="*/ 40 h 122"/>
                <a:gd name="T12" fmla="*/ 117 w 130"/>
                <a:gd name="T13" fmla="*/ 40 h 122"/>
                <a:gd name="T14" fmla="*/ 115 w 130"/>
                <a:gd name="T15" fmla="*/ 42 h 122"/>
                <a:gd name="T16" fmla="*/ 110 w 130"/>
                <a:gd name="T17" fmla="*/ 51 h 122"/>
                <a:gd name="T18" fmla="*/ 106 w 130"/>
                <a:gd name="T19" fmla="*/ 60 h 122"/>
                <a:gd name="T20" fmla="*/ 91 w 130"/>
                <a:gd name="T21" fmla="*/ 94 h 122"/>
                <a:gd name="T22" fmla="*/ 48 w 130"/>
                <a:gd name="T23" fmla="*/ 109 h 122"/>
                <a:gd name="T24" fmla="*/ 36 w 130"/>
                <a:gd name="T25" fmla="*/ 92 h 122"/>
                <a:gd name="T26" fmla="*/ 35 w 130"/>
                <a:gd name="T27" fmla="*/ 65 h 122"/>
                <a:gd name="T28" fmla="*/ 13 w 130"/>
                <a:gd name="T29" fmla="*/ 59 h 122"/>
                <a:gd name="T30" fmla="*/ 13 w 130"/>
                <a:gd name="T31" fmla="*/ 99 h 122"/>
                <a:gd name="T32" fmla="*/ 13 w 130"/>
                <a:gd name="T33" fmla="*/ 102 h 122"/>
                <a:gd name="T34" fmla="*/ 0 w 130"/>
                <a:gd name="T35" fmla="*/ 107 h 122"/>
                <a:gd name="T36" fmla="*/ 1 w 130"/>
                <a:gd name="T37" fmla="*/ 0 h 122"/>
                <a:gd name="T38" fmla="*/ 55 w 130"/>
                <a:gd name="T39" fmla="*/ 15 h 122"/>
                <a:gd name="T40" fmla="*/ 100 w 130"/>
                <a:gd name="T41" fmla="*/ 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0" h="122">
                  <a:moveTo>
                    <a:pt x="100" y="9"/>
                  </a:moveTo>
                  <a:cubicBezTo>
                    <a:pt x="130" y="35"/>
                    <a:pt x="130" y="35"/>
                    <a:pt x="130" y="35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6" y="38"/>
                    <a:pt x="124" y="37"/>
                    <a:pt x="123" y="37"/>
                  </a:cubicBezTo>
                  <a:cubicBezTo>
                    <a:pt x="121" y="37"/>
                    <a:pt x="119" y="37"/>
                    <a:pt x="118" y="38"/>
                  </a:cubicBezTo>
                  <a:cubicBezTo>
                    <a:pt x="117" y="39"/>
                    <a:pt x="117" y="39"/>
                    <a:pt x="117" y="40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7" y="39"/>
                    <a:pt x="116" y="41"/>
                    <a:pt x="115" y="42"/>
                  </a:cubicBezTo>
                  <a:cubicBezTo>
                    <a:pt x="113" y="45"/>
                    <a:pt x="111" y="48"/>
                    <a:pt x="110" y="51"/>
                  </a:cubicBezTo>
                  <a:cubicBezTo>
                    <a:pt x="109" y="54"/>
                    <a:pt x="108" y="57"/>
                    <a:pt x="106" y="60"/>
                  </a:cubicBezTo>
                  <a:cubicBezTo>
                    <a:pt x="102" y="72"/>
                    <a:pt x="98" y="84"/>
                    <a:pt x="91" y="94"/>
                  </a:cubicBezTo>
                  <a:cubicBezTo>
                    <a:pt x="81" y="107"/>
                    <a:pt x="65" y="122"/>
                    <a:pt x="48" y="109"/>
                  </a:cubicBezTo>
                  <a:cubicBezTo>
                    <a:pt x="45" y="106"/>
                    <a:pt x="40" y="99"/>
                    <a:pt x="36" y="92"/>
                  </a:cubicBezTo>
                  <a:cubicBezTo>
                    <a:pt x="37" y="83"/>
                    <a:pt x="36" y="73"/>
                    <a:pt x="35" y="65"/>
                  </a:cubicBezTo>
                  <a:cubicBezTo>
                    <a:pt x="33" y="54"/>
                    <a:pt x="20" y="49"/>
                    <a:pt x="13" y="59"/>
                  </a:cubicBezTo>
                  <a:cubicBezTo>
                    <a:pt x="6" y="71"/>
                    <a:pt x="7" y="86"/>
                    <a:pt x="13" y="99"/>
                  </a:cubicBezTo>
                  <a:cubicBezTo>
                    <a:pt x="13" y="100"/>
                    <a:pt x="13" y="101"/>
                    <a:pt x="13" y="102"/>
                  </a:cubicBezTo>
                  <a:cubicBezTo>
                    <a:pt x="8" y="104"/>
                    <a:pt x="4" y="106"/>
                    <a:pt x="0" y="107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7" y="9"/>
                    <a:pt x="38" y="13"/>
                    <a:pt x="55" y="15"/>
                  </a:cubicBezTo>
                  <a:cubicBezTo>
                    <a:pt x="71" y="16"/>
                    <a:pt x="86" y="15"/>
                    <a:pt x="10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任意多边形: 形状 82" descr="056622fb-55c4-4034-bfe5-c4ab256b196c"/>
            <p:cNvSpPr/>
            <p:nvPr/>
          </p:nvSpPr>
          <p:spPr bwMode="auto">
            <a:xfrm flipH="1">
              <a:off x="10582968" y="3756260"/>
              <a:ext cx="462239" cy="117151"/>
            </a:xfrm>
            <a:custGeom>
              <a:avLst/>
              <a:gdLst>
                <a:gd name="T0" fmla="*/ 280 w 303"/>
                <a:gd name="T1" fmla="*/ 69 h 77"/>
                <a:gd name="T2" fmla="*/ 272 w 303"/>
                <a:gd name="T3" fmla="*/ 70 h 77"/>
                <a:gd name="T4" fmla="*/ 236 w 303"/>
                <a:gd name="T5" fmla="*/ 47 h 77"/>
                <a:gd name="T6" fmla="*/ 183 w 303"/>
                <a:gd name="T7" fmla="*/ 71 h 77"/>
                <a:gd name="T8" fmla="*/ 89 w 303"/>
                <a:gd name="T9" fmla="*/ 34 h 77"/>
                <a:gd name="T10" fmla="*/ 80 w 303"/>
                <a:gd name="T11" fmla="*/ 43 h 77"/>
                <a:gd name="T12" fmla="*/ 29 w 303"/>
                <a:gd name="T13" fmla="*/ 66 h 77"/>
                <a:gd name="T14" fmla="*/ 0 w 303"/>
                <a:gd name="T15" fmla="*/ 61 h 77"/>
                <a:gd name="T16" fmla="*/ 0 w 303"/>
                <a:gd name="T17" fmla="*/ 40 h 77"/>
                <a:gd name="T18" fmla="*/ 16 w 303"/>
                <a:gd name="T19" fmla="*/ 43 h 77"/>
                <a:gd name="T20" fmla="*/ 75 w 303"/>
                <a:gd name="T21" fmla="*/ 19 h 77"/>
                <a:gd name="T22" fmla="*/ 84 w 303"/>
                <a:gd name="T23" fmla="*/ 9 h 77"/>
                <a:gd name="T24" fmla="*/ 85 w 303"/>
                <a:gd name="T25" fmla="*/ 5 h 77"/>
                <a:gd name="T26" fmla="*/ 89 w 303"/>
                <a:gd name="T27" fmla="*/ 1 h 77"/>
                <a:gd name="T28" fmla="*/ 94 w 303"/>
                <a:gd name="T29" fmla="*/ 0 h 77"/>
                <a:gd name="T30" fmla="*/ 96 w 303"/>
                <a:gd name="T31" fmla="*/ 0 h 77"/>
                <a:gd name="T32" fmla="*/ 106 w 303"/>
                <a:gd name="T33" fmla="*/ 12 h 77"/>
                <a:gd name="T34" fmla="*/ 100 w 303"/>
                <a:gd name="T35" fmla="*/ 23 h 77"/>
                <a:gd name="T36" fmla="*/ 144 w 303"/>
                <a:gd name="T37" fmla="*/ 55 h 77"/>
                <a:gd name="T38" fmla="*/ 195 w 303"/>
                <a:gd name="T39" fmla="*/ 51 h 77"/>
                <a:gd name="T40" fmla="*/ 225 w 303"/>
                <a:gd name="T41" fmla="*/ 35 h 77"/>
                <a:gd name="T42" fmla="*/ 229 w 303"/>
                <a:gd name="T43" fmla="*/ 34 h 77"/>
                <a:gd name="T44" fmla="*/ 228 w 303"/>
                <a:gd name="T45" fmla="*/ 20 h 77"/>
                <a:gd name="T46" fmla="*/ 234 w 303"/>
                <a:gd name="T47" fmla="*/ 15 h 77"/>
                <a:gd name="T48" fmla="*/ 240 w 303"/>
                <a:gd name="T49" fmla="*/ 13 h 77"/>
                <a:gd name="T50" fmla="*/ 249 w 303"/>
                <a:gd name="T51" fmla="*/ 17 h 77"/>
                <a:gd name="T52" fmla="*/ 248 w 303"/>
                <a:gd name="T53" fmla="*/ 35 h 77"/>
                <a:gd name="T54" fmla="*/ 303 w 303"/>
                <a:gd name="T55" fmla="*/ 63 h 77"/>
                <a:gd name="T56" fmla="*/ 280 w 303"/>
                <a:gd name="T57" fmla="*/ 6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03" h="77">
                  <a:moveTo>
                    <a:pt x="280" y="69"/>
                  </a:moveTo>
                  <a:cubicBezTo>
                    <a:pt x="272" y="70"/>
                    <a:pt x="272" y="70"/>
                    <a:pt x="272" y="70"/>
                  </a:cubicBezTo>
                  <a:cubicBezTo>
                    <a:pt x="258" y="65"/>
                    <a:pt x="245" y="57"/>
                    <a:pt x="236" y="47"/>
                  </a:cubicBezTo>
                  <a:cubicBezTo>
                    <a:pt x="220" y="60"/>
                    <a:pt x="194" y="69"/>
                    <a:pt x="183" y="71"/>
                  </a:cubicBezTo>
                  <a:cubicBezTo>
                    <a:pt x="152" y="77"/>
                    <a:pt x="105" y="63"/>
                    <a:pt x="89" y="34"/>
                  </a:cubicBezTo>
                  <a:cubicBezTo>
                    <a:pt x="86" y="37"/>
                    <a:pt x="82" y="40"/>
                    <a:pt x="80" y="43"/>
                  </a:cubicBezTo>
                  <a:cubicBezTo>
                    <a:pt x="66" y="58"/>
                    <a:pt x="50" y="67"/>
                    <a:pt x="29" y="66"/>
                  </a:cubicBezTo>
                  <a:cubicBezTo>
                    <a:pt x="20" y="65"/>
                    <a:pt x="10" y="64"/>
                    <a:pt x="0" y="6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1"/>
                    <a:pt x="11" y="42"/>
                    <a:pt x="16" y="43"/>
                  </a:cubicBezTo>
                  <a:cubicBezTo>
                    <a:pt x="47" y="49"/>
                    <a:pt x="56" y="39"/>
                    <a:pt x="75" y="19"/>
                  </a:cubicBezTo>
                  <a:cubicBezTo>
                    <a:pt x="78" y="15"/>
                    <a:pt x="81" y="12"/>
                    <a:pt x="84" y="9"/>
                  </a:cubicBezTo>
                  <a:cubicBezTo>
                    <a:pt x="85" y="8"/>
                    <a:pt x="85" y="6"/>
                    <a:pt x="85" y="5"/>
                  </a:cubicBezTo>
                  <a:cubicBezTo>
                    <a:pt x="85" y="3"/>
                    <a:pt x="87" y="1"/>
                    <a:pt x="89" y="1"/>
                  </a:cubicBezTo>
                  <a:cubicBezTo>
                    <a:pt x="91" y="1"/>
                    <a:pt x="92" y="0"/>
                    <a:pt x="94" y="0"/>
                  </a:cubicBezTo>
                  <a:cubicBezTo>
                    <a:pt x="95" y="0"/>
                    <a:pt x="95" y="0"/>
                    <a:pt x="96" y="0"/>
                  </a:cubicBezTo>
                  <a:cubicBezTo>
                    <a:pt x="102" y="0"/>
                    <a:pt x="108" y="5"/>
                    <a:pt x="106" y="12"/>
                  </a:cubicBezTo>
                  <a:cubicBezTo>
                    <a:pt x="105" y="15"/>
                    <a:pt x="103" y="19"/>
                    <a:pt x="100" y="23"/>
                  </a:cubicBezTo>
                  <a:cubicBezTo>
                    <a:pt x="112" y="35"/>
                    <a:pt x="139" y="53"/>
                    <a:pt x="144" y="55"/>
                  </a:cubicBezTo>
                  <a:cubicBezTo>
                    <a:pt x="161" y="60"/>
                    <a:pt x="178" y="57"/>
                    <a:pt x="195" y="51"/>
                  </a:cubicBezTo>
                  <a:cubicBezTo>
                    <a:pt x="205" y="47"/>
                    <a:pt x="215" y="39"/>
                    <a:pt x="225" y="35"/>
                  </a:cubicBezTo>
                  <a:cubicBezTo>
                    <a:pt x="226" y="35"/>
                    <a:pt x="227" y="35"/>
                    <a:pt x="229" y="34"/>
                  </a:cubicBezTo>
                  <a:cubicBezTo>
                    <a:pt x="227" y="30"/>
                    <a:pt x="227" y="25"/>
                    <a:pt x="228" y="20"/>
                  </a:cubicBezTo>
                  <a:cubicBezTo>
                    <a:pt x="228" y="18"/>
                    <a:pt x="231" y="15"/>
                    <a:pt x="234" y="15"/>
                  </a:cubicBezTo>
                  <a:cubicBezTo>
                    <a:pt x="236" y="14"/>
                    <a:pt x="238" y="14"/>
                    <a:pt x="240" y="13"/>
                  </a:cubicBezTo>
                  <a:cubicBezTo>
                    <a:pt x="244" y="13"/>
                    <a:pt x="247" y="14"/>
                    <a:pt x="249" y="17"/>
                  </a:cubicBezTo>
                  <a:cubicBezTo>
                    <a:pt x="253" y="24"/>
                    <a:pt x="252" y="30"/>
                    <a:pt x="248" y="35"/>
                  </a:cubicBezTo>
                  <a:cubicBezTo>
                    <a:pt x="267" y="41"/>
                    <a:pt x="283" y="58"/>
                    <a:pt x="303" y="63"/>
                  </a:cubicBezTo>
                  <a:lnTo>
                    <a:pt x="280" y="69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任意多边形: 形状 83" descr="0a789347-7f70-4c03-8f5a-bf600a7f8db5"/>
            <p:cNvSpPr/>
            <p:nvPr/>
          </p:nvSpPr>
          <p:spPr bwMode="auto">
            <a:xfrm flipH="1">
              <a:off x="10875846" y="2682798"/>
              <a:ext cx="150259" cy="75130"/>
            </a:xfrm>
            <a:custGeom>
              <a:avLst/>
              <a:gdLst>
                <a:gd name="T0" fmla="*/ 66 w 99"/>
                <a:gd name="T1" fmla="*/ 28 h 49"/>
                <a:gd name="T2" fmla="*/ 80 w 99"/>
                <a:gd name="T3" fmla="*/ 26 h 49"/>
                <a:gd name="T4" fmla="*/ 99 w 99"/>
                <a:gd name="T5" fmla="*/ 42 h 49"/>
                <a:gd name="T6" fmla="*/ 54 w 99"/>
                <a:gd name="T7" fmla="*/ 48 h 49"/>
                <a:gd name="T8" fmla="*/ 0 w 99"/>
                <a:gd name="T9" fmla="*/ 33 h 49"/>
                <a:gd name="T10" fmla="*/ 1 w 99"/>
                <a:gd name="T11" fmla="*/ 0 h 49"/>
                <a:gd name="T12" fmla="*/ 66 w 99"/>
                <a:gd name="T13" fmla="*/ 2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49">
                  <a:moveTo>
                    <a:pt x="66" y="28"/>
                  </a:moveTo>
                  <a:cubicBezTo>
                    <a:pt x="72" y="28"/>
                    <a:pt x="76" y="27"/>
                    <a:pt x="80" y="2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85" y="48"/>
                    <a:pt x="70" y="49"/>
                    <a:pt x="54" y="48"/>
                  </a:cubicBezTo>
                  <a:cubicBezTo>
                    <a:pt x="37" y="46"/>
                    <a:pt x="16" y="42"/>
                    <a:pt x="0" y="3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9" y="23"/>
                    <a:pt x="42" y="28"/>
                    <a:pt x="66" y="2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任意多边形: 形状 84" descr="52411c1f-6c20-4fdb-9758-6e279c021a15"/>
            <p:cNvSpPr/>
            <p:nvPr/>
          </p:nvSpPr>
          <p:spPr bwMode="auto">
            <a:xfrm flipH="1">
              <a:off x="9927175" y="3422633"/>
              <a:ext cx="1111664" cy="162993"/>
            </a:xfrm>
            <a:custGeom>
              <a:avLst/>
              <a:gdLst>
                <a:gd name="T0" fmla="*/ 272 w 729"/>
                <a:gd name="T1" fmla="*/ 5 h 107"/>
                <a:gd name="T2" fmla="*/ 312 w 729"/>
                <a:gd name="T3" fmla="*/ 44 h 107"/>
                <a:gd name="T4" fmla="*/ 419 w 729"/>
                <a:gd name="T5" fmla="*/ 12 h 107"/>
                <a:gd name="T6" fmla="*/ 431 w 729"/>
                <a:gd name="T7" fmla="*/ 8 h 107"/>
                <a:gd name="T8" fmla="*/ 501 w 729"/>
                <a:gd name="T9" fmla="*/ 53 h 107"/>
                <a:gd name="T10" fmla="*/ 577 w 729"/>
                <a:gd name="T11" fmla="*/ 25 h 107"/>
                <a:gd name="T12" fmla="*/ 592 w 729"/>
                <a:gd name="T13" fmla="*/ 25 h 107"/>
                <a:gd name="T14" fmla="*/ 712 w 729"/>
                <a:gd name="T15" fmla="*/ 75 h 107"/>
                <a:gd name="T16" fmla="*/ 729 w 729"/>
                <a:gd name="T17" fmla="*/ 90 h 107"/>
                <a:gd name="T18" fmla="*/ 684 w 729"/>
                <a:gd name="T19" fmla="*/ 89 h 107"/>
                <a:gd name="T20" fmla="*/ 641 w 729"/>
                <a:gd name="T21" fmla="*/ 80 h 107"/>
                <a:gd name="T22" fmla="*/ 586 w 729"/>
                <a:gd name="T23" fmla="*/ 50 h 107"/>
                <a:gd name="T24" fmla="*/ 429 w 729"/>
                <a:gd name="T25" fmla="*/ 26 h 107"/>
                <a:gd name="T26" fmla="*/ 347 w 729"/>
                <a:gd name="T27" fmla="*/ 68 h 107"/>
                <a:gd name="T28" fmla="*/ 279 w 729"/>
                <a:gd name="T29" fmla="*/ 35 h 107"/>
                <a:gd name="T30" fmla="*/ 173 w 729"/>
                <a:gd name="T31" fmla="*/ 63 h 107"/>
                <a:gd name="T32" fmla="*/ 99 w 729"/>
                <a:gd name="T33" fmla="*/ 47 h 107"/>
                <a:gd name="T34" fmla="*/ 65 w 729"/>
                <a:gd name="T35" fmla="*/ 61 h 107"/>
                <a:gd name="T36" fmla="*/ 19 w 729"/>
                <a:gd name="T37" fmla="*/ 59 h 107"/>
                <a:gd name="T38" fmla="*/ 0 w 729"/>
                <a:gd name="T39" fmla="*/ 54 h 107"/>
                <a:gd name="T40" fmla="*/ 0 w 729"/>
                <a:gd name="T41" fmla="*/ 35 h 107"/>
                <a:gd name="T42" fmla="*/ 30 w 729"/>
                <a:gd name="T43" fmla="*/ 41 h 107"/>
                <a:gd name="T44" fmla="*/ 82 w 729"/>
                <a:gd name="T45" fmla="*/ 37 h 107"/>
                <a:gd name="T46" fmla="*/ 85 w 729"/>
                <a:gd name="T47" fmla="*/ 31 h 107"/>
                <a:gd name="T48" fmla="*/ 86 w 729"/>
                <a:gd name="T49" fmla="*/ 26 h 107"/>
                <a:gd name="T50" fmla="*/ 88 w 729"/>
                <a:gd name="T51" fmla="*/ 12 h 107"/>
                <a:gd name="T52" fmla="*/ 104 w 729"/>
                <a:gd name="T53" fmla="*/ 13 h 107"/>
                <a:gd name="T54" fmla="*/ 177 w 729"/>
                <a:gd name="T55" fmla="*/ 46 h 107"/>
                <a:gd name="T56" fmla="*/ 265 w 729"/>
                <a:gd name="T57" fmla="*/ 14 h 107"/>
                <a:gd name="T58" fmla="*/ 263 w 729"/>
                <a:gd name="T59" fmla="*/ 10 h 107"/>
                <a:gd name="T60" fmla="*/ 272 w 729"/>
                <a:gd name="T61" fmla="*/ 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29" h="107">
                  <a:moveTo>
                    <a:pt x="272" y="5"/>
                  </a:moveTo>
                  <a:cubicBezTo>
                    <a:pt x="283" y="21"/>
                    <a:pt x="294" y="37"/>
                    <a:pt x="312" y="44"/>
                  </a:cubicBezTo>
                  <a:cubicBezTo>
                    <a:pt x="347" y="58"/>
                    <a:pt x="410" y="67"/>
                    <a:pt x="419" y="12"/>
                  </a:cubicBezTo>
                  <a:cubicBezTo>
                    <a:pt x="420" y="7"/>
                    <a:pt x="426" y="3"/>
                    <a:pt x="431" y="8"/>
                  </a:cubicBezTo>
                  <a:cubicBezTo>
                    <a:pt x="450" y="31"/>
                    <a:pt x="472" y="42"/>
                    <a:pt x="501" y="53"/>
                  </a:cubicBezTo>
                  <a:cubicBezTo>
                    <a:pt x="529" y="64"/>
                    <a:pt x="575" y="76"/>
                    <a:pt x="577" y="25"/>
                  </a:cubicBezTo>
                  <a:cubicBezTo>
                    <a:pt x="578" y="15"/>
                    <a:pt x="591" y="16"/>
                    <a:pt x="592" y="25"/>
                  </a:cubicBezTo>
                  <a:cubicBezTo>
                    <a:pt x="593" y="62"/>
                    <a:pt x="663" y="83"/>
                    <a:pt x="712" y="75"/>
                  </a:cubicBezTo>
                  <a:cubicBezTo>
                    <a:pt x="729" y="90"/>
                    <a:pt x="729" y="90"/>
                    <a:pt x="729" y="90"/>
                  </a:cubicBezTo>
                  <a:cubicBezTo>
                    <a:pt x="716" y="92"/>
                    <a:pt x="701" y="92"/>
                    <a:pt x="684" y="89"/>
                  </a:cubicBezTo>
                  <a:cubicBezTo>
                    <a:pt x="673" y="88"/>
                    <a:pt x="657" y="84"/>
                    <a:pt x="641" y="80"/>
                  </a:cubicBezTo>
                  <a:cubicBezTo>
                    <a:pt x="618" y="73"/>
                    <a:pt x="594" y="63"/>
                    <a:pt x="586" y="50"/>
                  </a:cubicBezTo>
                  <a:cubicBezTo>
                    <a:pt x="558" y="107"/>
                    <a:pt x="472" y="64"/>
                    <a:pt x="429" y="26"/>
                  </a:cubicBezTo>
                  <a:cubicBezTo>
                    <a:pt x="418" y="61"/>
                    <a:pt x="388" y="71"/>
                    <a:pt x="347" y="68"/>
                  </a:cubicBezTo>
                  <a:cubicBezTo>
                    <a:pt x="315" y="65"/>
                    <a:pt x="295" y="55"/>
                    <a:pt x="279" y="35"/>
                  </a:cubicBezTo>
                  <a:cubicBezTo>
                    <a:pt x="259" y="61"/>
                    <a:pt x="205" y="66"/>
                    <a:pt x="173" y="63"/>
                  </a:cubicBezTo>
                  <a:cubicBezTo>
                    <a:pt x="152" y="61"/>
                    <a:pt x="116" y="60"/>
                    <a:pt x="99" y="47"/>
                  </a:cubicBezTo>
                  <a:cubicBezTo>
                    <a:pt x="92" y="56"/>
                    <a:pt x="79" y="60"/>
                    <a:pt x="65" y="61"/>
                  </a:cubicBezTo>
                  <a:cubicBezTo>
                    <a:pt x="50" y="62"/>
                    <a:pt x="34" y="61"/>
                    <a:pt x="19" y="59"/>
                  </a:cubicBezTo>
                  <a:cubicBezTo>
                    <a:pt x="12" y="59"/>
                    <a:pt x="6" y="57"/>
                    <a:pt x="0" y="5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9" y="38"/>
                    <a:pt x="18" y="41"/>
                    <a:pt x="30" y="41"/>
                  </a:cubicBezTo>
                  <a:cubicBezTo>
                    <a:pt x="38" y="42"/>
                    <a:pt x="73" y="45"/>
                    <a:pt x="82" y="37"/>
                  </a:cubicBezTo>
                  <a:cubicBezTo>
                    <a:pt x="83" y="35"/>
                    <a:pt x="84" y="33"/>
                    <a:pt x="85" y="31"/>
                  </a:cubicBezTo>
                  <a:cubicBezTo>
                    <a:pt x="84" y="29"/>
                    <a:pt x="85" y="28"/>
                    <a:pt x="86" y="26"/>
                  </a:cubicBezTo>
                  <a:cubicBezTo>
                    <a:pt x="87" y="22"/>
                    <a:pt x="88" y="18"/>
                    <a:pt x="88" y="12"/>
                  </a:cubicBezTo>
                  <a:cubicBezTo>
                    <a:pt x="88" y="2"/>
                    <a:pt x="104" y="2"/>
                    <a:pt x="104" y="13"/>
                  </a:cubicBezTo>
                  <a:cubicBezTo>
                    <a:pt x="103" y="42"/>
                    <a:pt x="156" y="44"/>
                    <a:pt x="177" y="46"/>
                  </a:cubicBezTo>
                  <a:cubicBezTo>
                    <a:pt x="203" y="48"/>
                    <a:pt x="257" y="47"/>
                    <a:pt x="265" y="14"/>
                  </a:cubicBezTo>
                  <a:cubicBezTo>
                    <a:pt x="264" y="12"/>
                    <a:pt x="264" y="11"/>
                    <a:pt x="263" y="10"/>
                  </a:cubicBezTo>
                  <a:cubicBezTo>
                    <a:pt x="260" y="4"/>
                    <a:pt x="268" y="0"/>
                    <a:pt x="272" y="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任意多边形: 形状 85" descr="18a8904d-d555-46de-897c-ca50fea0ce80"/>
            <p:cNvSpPr/>
            <p:nvPr/>
          </p:nvSpPr>
          <p:spPr bwMode="auto">
            <a:xfrm flipH="1">
              <a:off x="11026105" y="2709538"/>
              <a:ext cx="445684" cy="206288"/>
            </a:xfrm>
            <a:custGeom>
              <a:avLst/>
              <a:gdLst>
                <a:gd name="T0" fmla="*/ 292 w 292"/>
                <a:gd name="T1" fmla="*/ 16 h 136"/>
                <a:gd name="T2" fmla="*/ 291 w 292"/>
                <a:gd name="T3" fmla="*/ 123 h 136"/>
                <a:gd name="T4" fmla="*/ 268 w 292"/>
                <a:gd name="T5" fmla="*/ 129 h 136"/>
                <a:gd name="T6" fmla="*/ 213 w 292"/>
                <a:gd name="T7" fmla="*/ 79 h 136"/>
                <a:gd name="T8" fmla="*/ 193 w 292"/>
                <a:gd name="T9" fmla="*/ 75 h 136"/>
                <a:gd name="T10" fmla="*/ 115 w 292"/>
                <a:gd name="T11" fmla="*/ 128 h 136"/>
                <a:gd name="T12" fmla="*/ 85 w 292"/>
                <a:gd name="T13" fmla="*/ 119 h 136"/>
                <a:gd name="T14" fmla="*/ 74 w 292"/>
                <a:gd name="T15" fmla="*/ 92 h 136"/>
                <a:gd name="T16" fmla="*/ 75 w 292"/>
                <a:gd name="T17" fmla="*/ 77 h 136"/>
                <a:gd name="T18" fmla="*/ 56 w 292"/>
                <a:gd name="T19" fmla="*/ 76 h 136"/>
                <a:gd name="T20" fmla="*/ 35 w 292"/>
                <a:gd name="T21" fmla="*/ 123 h 136"/>
                <a:gd name="T22" fmla="*/ 0 w 292"/>
                <a:gd name="T23" fmla="*/ 23 h 136"/>
                <a:gd name="T24" fmla="*/ 31 w 292"/>
                <a:gd name="T25" fmla="*/ 29 h 136"/>
                <a:gd name="T26" fmla="*/ 142 w 292"/>
                <a:gd name="T27" fmla="*/ 1 h 136"/>
                <a:gd name="T28" fmla="*/ 274 w 292"/>
                <a:gd name="T29" fmla="*/ 0 h 136"/>
                <a:gd name="T30" fmla="*/ 282 w 292"/>
                <a:gd name="T31" fmla="*/ 9 h 136"/>
                <a:gd name="T32" fmla="*/ 292 w 292"/>
                <a:gd name="T33" fmla="*/ 1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2" h="136">
                  <a:moveTo>
                    <a:pt x="292" y="16"/>
                  </a:moveTo>
                  <a:cubicBezTo>
                    <a:pt x="291" y="123"/>
                    <a:pt x="291" y="123"/>
                    <a:pt x="291" y="123"/>
                  </a:cubicBezTo>
                  <a:cubicBezTo>
                    <a:pt x="283" y="126"/>
                    <a:pt x="276" y="128"/>
                    <a:pt x="268" y="129"/>
                  </a:cubicBezTo>
                  <a:cubicBezTo>
                    <a:pt x="238" y="132"/>
                    <a:pt x="209" y="112"/>
                    <a:pt x="213" y="79"/>
                  </a:cubicBezTo>
                  <a:cubicBezTo>
                    <a:pt x="214" y="67"/>
                    <a:pt x="196" y="64"/>
                    <a:pt x="193" y="75"/>
                  </a:cubicBezTo>
                  <a:cubicBezTo>
                    <a:pt x="181" y="113"/>
                    <a:pt x="158" y="136"/>
                    <a:pt x="115" y="128"/>
                  </a:cubicBezTo>
                  <a:cubicBezTo>
                    <a:pt x="106" y="126"/>
                    <a:pt x="94" y="125"/>
                    <a:pt x="85" y="119"/>
                  </a:cubicBezTo>
                  <a:cubicBezTo>
                    <a:pt x="74" y="112"/>
                    <a:pt x="73" y="103"/>
                    <a:pt x="74" y="92"/>
                  </a:cubicBezTo>
                  <a:cubicBezTo>
                    <a:pt x="74" y="87"/>
                    <a:pt x="75" y="82"/>
                    <a:pt x="75" y="77"/>
                  </a:cubicBezTo>
                  <a:cubicBezTo>
                    <a:pt x="76" y="65"/>
                    <a:pt x="58" y="64"/>
                    <a:pt x="56" y="76"/>
                  </a:cubicBezTo>
                  <a:cubicBezTo>
                    <a:pt x="55" y="97"/>
                    <a:pt x="47" y="113"/>
                    <a:pt x="35" y="1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0" y="26"/>
                    <a:pt x="21" y="28"/>
                    <a:pt x="31" y="29"/>
                  </a:cubicBezTo>
                  <a:cubicBezTo>
                    <a:pt x="67" y="33"/>
                    <a:pt x="122" y="32"/>
                    <a:pt x="142" y="1"/>
                  </a:cubicBezTo>
                  <a:cubicBezTo>
                    <a:pt x="174" y="23"/>
                    <a:pt x="242" y="26"/>
                    <a:pt x="274" y="0"/>
                  </a:cubicBezTo>
                  <a:cubicBezTo>
                    <a:pt x="276" y="3"/>
                    <a:pt x="278" y="6"/>
                    <a:pt x="282" y="9"/>
                  </a:cubicBezTo>
                  <a:cubicBezTo>
                    <a:pt x="285" y="11"/>
                    <a:pt x="288" y="14"/>
                    <a:pt x="29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任意多边形: 形状 86" descr="43581554-95a7-4998-80b8-bc8709c7279f"/>
            <p:cNvSpPr/>
            <p:nvPr/>
          </p:nvSpPr>
          <p:spPr bwMode="auto">
            <a:xfrm flipH="1">
              <a:off x="10617349" y="3808469"/>
              <a:ext cx="429131" cy="148986"/>
            </a:xfrm>
            <a:custGeom>
              <a:avLst/>
              <a:gdLst>
                <a:gd name="T0" fmla="*/ 273 w 281"/>
                <a:gd name="T1" fmla="*/ 36 h 98"/>
                <a:gd name="T2" fmla="*/ 281 w 281"/>
                <a:gd name="T3" fmla="*/ 35 h 98"/>
                <a:gd name="T4" fmla="*/ 0 w 281"/>
                <a:gd name="T5" fmla="*/ 98 h 98"/>
                <a:gd name="T6" fmla="*/ 12 w 281"/>
                <a:gd name="T7" fmla="*/ 96 h 98"/>
                <a:gd name="T8" fmla="*/ 0 w 281"/>
                <a:gd name="T9" fmla="*/ 89 h 98"/>
                <a:gd name="T10" fmla="*/ 1 w 281"/>
                <a:gd name="T11" fmla="*/ 27 h 98"/>
                <a:gd name="T12" fmla="*/ 30 w 281"/>
                <a:gd name="T13" fmla="*/ 32 h 98"/>
                <a:gd name="T14" fmla="*/ 81 w 281"/>
                <a:gd name="T15" fmla="*/ 9 h 98"/>
                <a:gd name="T16" fmla="*/ 90 w 281"/>
                <a:gd name="T17" fmla="*/ 0 h 98"/>
                <a:gd name="T18" fmla="*/ 184 w 281"/>
                <a:gd name="T19" fmla="*/ 37 h 98"/>
                <a:gd name="T20" fmla="*/ 237 w 281"/>
                <a:gd name="T21" fmla="*/ 13 h 98"/>
                <a:gd name="T22" fmla="*/ 273 w 281"/>
                <a:gd name="T23" fmla="*/ 3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98">
                  <a:moveTo>
                    <a:pt x="273" y="36"/>
                  </a:moveTo>
                  <a:cubicBezTo>
                    <a:pt x="281" y="35"/>
                    <a:pt x="281" y="35"/>
                    <a:pt x="281" y="35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0" y="90"/>
                    <a:pt x="5" y="88"/>
                    <a:pt x="0" y="89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1" y="30"/>
                    <a:pt x="21" y="31"/>
                    <a:pt x="30" y="32"/>
                  </a:cubicBezTo>
                  <a:cubicBezTo>
                    <a:pt x="51" y="33"/>
                    <a:pt x="67" y="24"/>
                    <a:pt x="81" y="9"/>
                  </a:cubicBezTo>
                  <a:cubicBezTo>
                    <a:pt x="83" y="6"/>
                    <a:pt x="87" y="3"/>
                    <a:pt x="90" y="0"/>
                  </a:cubicBezTo>
                  <a:cubicBezTo>
                    <a:pt x="106" y="29"/>
                    <a:pt x="153" y="43"/>
                    <a:pt x="184" y="37"/>
                  </a:cubicBezTo>
                  <a:cubicBezTo>
                    <a:pt x="195" y="35"/>
                    <a:pt x="221" y="26"/>
                    <a:pt x="237" y="13"/>
                  </a:cubicBezTo>
                  <a:cubicBezTo>
                    <a:pt x="246" y="23"/>
                    <a:pt x="259" y="31"/>
                    <a:pt x="273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任意多边形: 形状 87" descr="ce2132cd-6151-44bf-a6c9-97cf9f744105"/>
            <p:cNvSpPr/>
            <p:nvPr/>
          </p:nvSpPr>
          <p:spPr bwMode="auto">
            <a:xfrm flipH="1">
              <a:off x="11027378" y="3942174"/>
              <a:ext cx="19101" cy="15281"/>
            </a:xfrm>
            <a:custGeom>
              <a:avLst/>
              <a:gdLst>
                <a:gd name="T0" fmla="*/ 0 w 12"/>
                <a:gd name="T1" fmla="*/ 10 h 10"/>
                <a:gd name="T2" fmla="*/ 0 w 12"/>
                <a:gd name="T3" fmla="*/ 1 h 10"/>
                <a:gd name="T4" fmla="*/ 12 w 12"/>
                <a:gd name="T5" fmla="*/ 8 h 10"/>
                <a:gd name="T6" fmla="*/ 0 w 12"/>
                <a:gd name="T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0">
                  <a:moveTo>
                    <a:pt x="0" y="1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0" y="2"/>
                    <a:pt x="12" y="8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任意多边形: 形状 88" descr="7f111dad-8dd5-46a7-80a2-f23f540f5bfd"/>
            <p:cNvSpPr/>
            <p:nvPr/>
          </p:nvSpPr>
          <p:spPr bwMode="auto">
            <a:xfrm flipH="1">
              <a:off x="11029925" y="2885265"/>
              <a:ext cx="375649" cy="296699"/>
            </a:xfrm>
            <a:custGeom>
              <a:avLst/>
              <a:gdLst>
                <a:gd name="T0" fmla="*/ 236 w 247"/>
                <a:gd name="T1" fmla="*/ 110 h 195"/>
                <a:gd name="T2" fmla="*/ 221 w 247"/>
                <a:gd name="T3" fmla="*/ 108 h 195"/>
                <a:gd name="T4" fmla="*/ 217 w 247"/>
                <a:gd name="T5" fmla="*/ 141 h 195"/>
                <a:gd name="T6" fmla="*/ 81 w 247"/>
                <a:gd name="T7" fmla="*/ 116 h 195"/>
                <a:gd name="T8" fmla="*/ 66 w 247"/>
                <a:gd name="T9" fmla="*/ 115 h 195"/>
                <a:gd name="T10" fmla="*/ 65 w 247"/>
                <a:gd name="T11" fmla="*/ 124 h 195"/>
                <a:gd name="T12" fmla="*/ 47 w 247"/>
                <a:gd name="T13" fmla="*/ 166 h 195"/>
                <a:gd name="T14" fmla="*/ 0 w 247"/>
                <a:gd name="T15" fmla="*/ 30 h 195"/>
                <a:gd name="T16" fmla="*/ 18 w 247"/>
                <a:gd name="T17" fmla="*/ 11 h 195"/>
                <a:gd name="T18" fmla="*/ 19 w 247"/>
                <a:gd name="T19" fmla="*/ 12 h 195"/>
                <a:gd name="T20" fmla="*/ 71 w 247"/>
                <a:gd name="T21" fmla="*/ 32 h 195"/>
                <a:gd name="T22" fmla="*/ 153 w 247"/>
                <a:gd name="T23" fmla="*/ 0 h 195"/>
                <a:gd name="T24" fmla="*/ 192 w 247"/>
                <a:gd name="T25" fmla="*/ 32 h 195"/>
                <a:gd name="T26" fmla="*/ 247 w 247"/>
                <a:gd name="T27" fmla="*/ 30 h 195"/>
                <a:gd name="T28" fmla="*/ 245 w 247"/>
                <a:gd name="T29" fmla="*/ 150 h 195"/>
                <a:gd name="T30" fmla="*/ 234 w 247"/>
                <a:gd name="T31" fmla="*/ 139 h 195"/>
                <a:gd name="T32" fmla="*/ 236 w 247"/>
                <a:gd name="T33" fmla="*/ 11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6" h="195">
                  <a:moveTo>
                    <a:pt x="236" y="110"/>
                  </a:moveTo>
                  <a:cubicBezTo>
                    <a:pt x="235" y="104"/>
                    <a:pt x="225" y="102"/>
                    <a:pt x="221" y="108"/>
                  </a:cubicBezTo>
                  <a:cubicBezTo>
                    <a:pt x="214" y="121"/>
                    <a:pt x="213" y="132"/>
                    <a:pt x="217" y="141"/>
                  </a:cubicBezTo>
                  <a:cubicBezTo>
                    <a:pt x="194" y="195"/>
                    <a:pt x="75" y="187"/>
                    <a:pt x="81" y="116"/>
                  </a:cubicBezTo>
                  <a:cubicBezTo>
                    <a:pt x="82" y="106"/>
                    <a:pt x="67" y="106"/>
                    <a:pt x="66" y="115"/>
                  </a:cubicBezTo>
                  <a:cubicBezTo>
                    <a:pt x="65" y="118"/>
                    <a:pt x="65" y="121"/>
                    <a:pt x="65" y="124"/>
                  </a:cubicBezTo>
                  <a:cubicBezTo>
                    <a:pt x="63" y="142"/>
                    <a:pt x="58" y="157"/>
                    <a:pt x="47" y="16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7" y="24"/>
                    <a:pt x="13" y="18"/>
                    <a:pt x="18" y="11"/>
                  </a:cubicBezTo>
                  <a:cubicBezTo>
                    <a:pt x="18" y="11"/>
                    <a:pt x="18" y="12"/>
                    <a:pt x="19" y="12"/>
                  </a:cubicBezTo>
                  <a:cubicBezTo>
                    <a:pt x="30" y="25"/>
                    <a:pt x="55" y="29"/>
                    <a:pt x="71" y="32"/>
                  </a:cubicBezTo>
                  <a:cubicBezTo>
                    <a:pt x="111" y="39"/>
                    <a:pt x="136" y="27"/>
                    <a:pt x="153" y="0"/>
                  </a:cubicBezTo>
                  <a:cubicBezTo>
                    <a:pt x="160" y="14"/>
                    <a:pt x="173" y="25"/>
                    <a:pt x="192" y="32"/>
                  </a:cubicBezTo>
                  <a:cubicBezTo>
                    <a:pt x="212" y="39"/>
                    <a:pt x="231" y="37"/>
                    <a:pt x="247" y="30"/>
                  </a:cubicBezTo>
                  <a:cubicBezTo>
                    <a:pt x="245" y="150"/>
                    <a:pt x="245" y="150"/>
                    <a:pt x="245" y="150"/>
                  </a:cubicBezTo>
                  <a:cubicBezTo>
                    <a:pt x="240" y="147"/>
                    <a:pt x="236" y="143"/>
                    <a:pt x="234" y="139"/>
                  </a:cubicBezTo>
                  <a:cubicBezTo>
                    <a:pt x="236" y="130"/>
                    <a:pt x="237" y="121"/>
                    <a:pt x="236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任意多边形: 形状 89" descr="f306a96e-24fd-49db-9e79-2ce0fb0954df"/>
            <p:cNvSpPr/>
            <p:nvPr/>
          </p:nvSpPr>
          <p:spPr bwMode="auto">
            <a:xfrm flipH="1">
              <a:off x="11032472" y="3123388"/>
              <a:ext cx="289058" cy="210109"/>
            </a:xfrm>
            <a:custGeom>
              <a:avLst/>
              <a:gdLst>
                <a:gd name="T0" fmla="*/ 190 w 190"/>
                <a:gd name="T1" fmla="*/ 12 h 138"/>
                <a:gd name="T2" fmla="*/ 188 w 190"/>
                <a:gd name="T3" fmla="*/ 131 h 138"/>
                <a:gd name="T4" fmla="*/ 172 w 190"/>
                <a:gd name="T5" fmla="*/ 134 h 138"/>
                <a:gd name="T6" fmla="*/ 85 w 190"/>
                <a:gd name="T7" fmla="*/ 79 h 138"/>
                <a:gd name="T8" fmla="*/ 69 w 190"/>
                <a:gd name="T9" fmla="*/ 79 h 138"/>
                <a:gd name="T10" fmla="*/ 37 w 190"/>
                <a:gd name="T11" fmla="*/ 138 h 138"/>
                <a:gd name="T12" fmla="*/ 0 w 190"/>
                <a:gd name="T13" fmla="*/ 30 h 138"/>
                <a:gd name="T14" fmla="*/ 17 w 190"/>
                <a:gd name="T15" fmla="*/ 5 h 138"/>
                <a:gd name="T16" fmla="*/ 21 w 190"/>
                <a:gd name="T17" fmla="*/ 10 h 138"/>
                <a:gd name="T18" fmla="*/ 106 w 190"/>
                <a:gd name="T19" fmla="*/ 37 h 138"/>
                <a:gd name="T20" fmla="*/ 172 w 190"/>
                <a:gd name="T21" fmla="*/ 0 h 138"/>
                <a:gd name="T22" fmla="*/ 190 w 190"/>
                <a:gd name="T23" fmla="*/ 1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0" h="138">
                  <a:moveTo>
                    <a:pt x="190" y="12"/>
                  </a:moveTo>
                  <a:cubicBezTo>
                    <a:pt x="188" y="131"/>
                    <a:pt x="188" y="131"/>
                    <a:pt x="188" y="131"/>
                  </a:cubicBezTo>
                  <a:cubicBezTo>
                    <a:pt x="183" y="133"/>
                    <a:pt x="178" y="133"/>
                    <a:pt x="172" y="134"/>
                  </a:cubicBezTo>
                  <a:cubicBezTo>
                    <a:pt x="138" y="135"/>
                    <a:pt x="86" y="115"/>
                    <a:pt x="85" y="79"/>
                  </a:cubicBezTo>
                  <a:cubicBezTo>
                    <a:pt x="85" y="69"/>
                    <a:pt x="69" y="68"/>
                    <a:pt x="69" y="79"/>
                  </a:cubicBezTo>
                  <a:cubicBezTo>
                    <a:pt x="69" y="107"/>
                    <a:pt x="56" y="127"/>
                    <a:pt x="37" y="1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7" y="24"/>
                    <a:pt x="13" y="16"/>
                    <a:pt x="17" y="5"/>
                  </a:cubicBezTo>
                  <a:cubicBezTo>
                    <a:pt x="18" y="7"/>
                    <a:pt x="20" y="8"/>
                    <a:pt x="21" y="10"/>
                  </a:cubicBezTo>
                  <a:cubicBezTo>
                    <a:pt x="41" y="30"/>
                    <a:pt x="78" y="38"/>
                    <a:pt x="106" y="37"/>
                  </a:cubicBezTo>
                  <a:cubicBezTo>
                    <a:pt x="135" y="35"/>
                    <a:pt x="159" y="21"/>
                    <a:pt x="172" y="0"/>
                  </a:cubicBezTo>
                  <a:cubicBezTo>
                    <a:pt x="177" y="5"/>
                    <a:pt x="183" y="9"/>
                    <a:pt x="19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任意多边形: 形状 90" descr="b88b16d2-cbc2-402c-bf1f-43748667513d"/>
            <p:cNvSpPr/>
            <p:nvPr/>
          </p:nvSpPr>
          <p:spPr bwMode="auto">
            <a:xfrm flipH="1">
              <a:off x="11037565" y="3295295"/>
              <a:ext cx="220296" cy="210109"/>
            </a:xfrm>
            <a:custGeom>
              <a:avLst/>
              <a:gdLst>
                <a:gd name="T0" fmla="*/ 145 w 145"/>
                <a:gd name="T1" fmla="*/ 36 h 138"/>
                <a:gd name="T2" fmla="*/ 144 w 145"/>
                <a:gd name="T3" fmla="*/ 119 h 138"/>
                <a:gd name="T4" fmla="*/ 123 w 145"/>
                <a:gd name="T5" fmla="*/ 109 h 138"/>
                <a:gd name="T6" fmla="*/ 102 w 145"/>
                <a:gd name="T7" fmla="*/ 101 h 138"/>
                <a:gd name="T8" fmla="*/ 65 w 145"/>
                <a:gd name="T9" fmla="*/ 131 h 138"/>
                <a:gd name="T10" fmla="*/ 34 w 145"/>
                <a:gd name="T11" fmla="*/ 137 h 138"/>
                <a:gd name="T12" fmla="*/ 0 w 145"/>
                <a:gd name="T13" fmla="*/ 39 h 138"/>
                <a:gd name="T14" fmla="*/ 36 w 145"/>
                <a:gd name="T15" fmla="*/ 0 h 138"/>
                <a:gd name="T16" fmla="*/ 127 w 145"/>
                <a:gd name="T17" fmla="*/ 37 h 138"/>
                <a:gd name="T18" fmla="*/ 145 w 145"/>
                <a:gd name="T19" fmla="*/ 36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38">
                  <a:moveTo>
                    <a:pt x="145" y="36"/>
                  </a:moveTo>
                  <a:cubicBezTo>
                    <a:pt x="144" y="119"/>
                    <a:pt x="144" y="119"/>
                    <a:pt x="144" y="119"/>
                  </a:cubicBezTo>
                  <a:cubicBezTo>
                    <a:pt x="137" y="116"/>
                    <a:pt x="131" y="113"/>
                    <a:pt x="123" y="109"/>
                  </a:cubicBezTo>
                  <a:cubicBezTo>
                    <a:pt x="117" y="106"/>
                    <a:pt x="110" y="100"/>
                    <a:pt x="102" y="101"/>
                  </a:cubicBezTo>
                  <a:cubicBezTo>
                    <a:pt x="84" y="102"/>
                    <a:pt x="78" y="123"/>
                    <a:pt x="65" y="131"/>
                  </a:cubicBezTo>
                  <a:cubicBezTo>
                    <a:pt x="57" y="136"/>
                    <a:pt x="46" y="138"/>
                    <a:pt x="34" y="137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5" y="30"/>
                    <a:pt x="28" y="17"/>
                    <a:pt x="36" y="0"/>
                  </a:cubicBezTo>
                  <a:cubicBezTo>
                    <a:pt x="51" y="24"/>
                    <a:pt x="94" y="36"/>
                    <a:pt x="127" y="37"/>
                  </a:cubicBezTo>
                  <a:cubicBezTo>
                    <a:pt x="134" y="38"/>
                    <a:pt x="140" y="37"/>
                    <a:pt x="145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任意多边形: 形状 91" descr="4eb21147-af5e-46ca-b7be-4e130b9a3834"/>
            <p:cNvSpPr/>
            <p:nvPr/>
          </p:nvSpPr>
          <p:spPr bwMode="auto">
            <a:xfrm flipH="1">
              <a:off x="11038839" y="3476115"/>
              <a:ext cx="156627" cy="182094"/>
            </a:xfrm>
            <a:custGeom>
              <a:avLst/>
              <a:gdLst>
                <a:gd name="T0" fmla="*/ 103 w 103"/>
                <a:gd name="T1" fmla="*/ 19 h 119"/>
                <a:gd name="T2" fmla="*/ 101 w 103"/>
                <a:gd name="T3" fmla="*/ 99 h 119"/>
                <a:gd name="T4" fmla="*/ 81 w 103"/>
                <a:gd name="T5" fmla="*/ 72 h 119"/>
                <a:gd name="T6" fmla="*/ 65 w 103"/>
                <a:gd name="T7" fmla="*/ 71 h 119"/>
                <a:gd name="T8" fmla="*/ 29 w 103"/>
                <a:gd name="T9" fmla="*/ 119 h 119"/>
                <a:gd name="T10" fmla="*/ 0 w 103"/>
                <a:gd name="T11" fmla="*/ 37 h 119"/>
                <a:gd name="T12" fmla="*/ 40 w 103"/>
                <a:gd name="T13" fmla="*/ 32 h 119"/>
                <a:gd name="T14" fmla="*/ 76 w 103"/>
                <a:gd name="T15" fmla="*/ 8 h 119"/>
                <a:gd name="T16" fmla="*/ 103 w 103"/>
                <a:gd name="T1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19">
                  <a:moveTo>
                    <a:pt x="103" y="19"/>
                  </a:moveTo>
                  <a:cubicBezTo>
                    <a:pt x="101" y="99"/>
                    <a:pt x="101" y="99"/>
                    <a:pt x="101" y="99"/>
                  </a:cubicBezTo>
                  <a:cubicBezTo>
                    <a:pt x="89" y="93"/>
                    <a:pt x="81" y="83"/>
                    <a:pt x="81" y="72"/>
                  </a:cubicBezTo>
                  <a:cubicBezTo>
                    <a:pt x="81" y="61"/>
                    <a:pt x="65" y="61"/>
                    <a:pt x="65" y="71"/>
                  </a:cubicBezTo>
                  <a:cubicBezTo>
                    <a:pt x="66" y="101"/>
                    <a:pt x="50" y="115"/>
                    <a:pt x="29" y="11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4" y="39"/>
                    <a:pt x="29" y="39"/>
                    <a:pt x="40" y="32"/>
                  </a:cubicBezTo>
                  <a:cubicBezTo>
                    <a:pt x="57" y="22"/>
                    <a:pt x="51" y="0"/>
                    <a:pt x="76" y="8"/>
                  </a:cubicBezTo>
                  <a:cubicBezTo>
                    <a:pt x="86" y="11"/>
                    <a:pt x="94" y="15"/>
                    <a:pt x="10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任意多边形: 形状 92" descr="3155f846-1e09-4851-ba41-11e148ab3318"/>
            <p:cNvSpPr/>
            <p:nvPr/>
          </p:nvSpPr>
          <p:spPr bwMode="auto">
            <a:xfrm flipH="1">
              <a:off x="11041386" y="3635289"/>
              <a:ext cx="100598" cy="182094"/>
            </a:xfrm>
            <a:custGeom>
              <a:avLst/>
              <a:gdLst>
                <a:gd name="T0" fmla="*/ 66 w 66"/>
                <a:gd name="T1" fmla="*/ 15 h 120"/>
                <a:gd name="T2" fmla="*/ 64 w 66"/>
                <a:gd name="T3" fmla="*/ 120 h 120"/>
                <a:gd name="T4" fmla="*/ 29 w 66"/>
                <a:gd name="T5" fmla="*/ 102 h 120"/>
                <a:gd name="T6" fmla="*/ 21 w 66"/>
                <a:gd name="T7" fmla="*/ 94 h 120"/>
                <a:gd name="T8" fmla="*/ 0 w 66"/>
                <a:gd name="T9" fmla="*/ 32 h 120"/>
                <a:gd name="T10" fmla="*/ 21 w 66"/>
                <a:gd name="T11" fmla="*/ 24 h 120"/>
                <a:gd name="T12" fmla="*/ 44 w 66"/>
                <a:gd name="T13" fmla="*/ 0 h 120"/>
                <a:gd name="T14" fmla="*/ 66 w 66"/>
                <a:gd name="T15" fmla="*/ 1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120">
                  <a:moveTo>
                    <a:pt x="66" y="15"/>
                  </a:moveTo>
                  <a:cubicBezTo>
                    <a:pt x="64" y="120"/>
                    <a:pt x="64" y="120"/>
                    <a:pt x="64" y="120"/>
                  </a:cubicBezTo>
                  <a:cubicBezTo>
                    <a:pt x="51" y="117"/>
                    <a:pt x="39" y="112"/>
                    <a:pt x="29" y="102"/>
                  </a:cubicBezTo>
                  <a:cubicBezTo>
                    <a:pt x="26" y="99"/>
                    <a:pt x="24" y="96"/>
                    <a:pt x="21" y="9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7" y="30"/>
                    <a:pt x="14" y="28"/>
                    <a:pt x="21" y="24"/>
                  </a:cubicBezTo>
                  <a:cubicBezTo>
                    <a:pt x="34" y="18"/>
                    <a:pt x="40" y="10"/>
                    <a:pt x="44" y="0"/>
                  </a:cubicBezTo>
                  <a:cubicBezTo>
                    <a:pt x="50" y="6"/>
                    <a:pt x="57" y="11"/>
                    <a:pt x="6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任意多边形: 形状 93" descr="5e419338-3e9f-4369-83b7-8a2c5becfb06"/>
            <p:cNvSpPr/>
            <p:nvPr/>
          </p:nvSpPr>
          <p:spPr bwMode="auto">
            <a:xfrm flipH="1">
              <a:off x="11046480" y="3943447"/>
              <a:ext cx="3821" cy="14008"/>
            </a:xfrm>
            <a:custGeom>
              <a:avLst/>
              <a:gdLst>
                <a:gd name="T0" fmla="*/ 3 w 3"/>
                <a:gd name="T1" fmla="*/ 0 h 9"/>
                <a:gd name="T2" fmla="*/ 3 w 3"/>
                <a:gd name="T3" fmla="*/ 9 h 9"/>
                <a:gd name="T4" fmla="*/ 0 w 3"/>
                <a:gd name="T5" fmla="*/ 2 h 9"/>
                <a:gd name="T6" fmla="*/ 3 w 3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9">
                  <a:moveTo>
                    <a:pt x="3" y="0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1"/>
                    <a:pt x="2" y="1"/>
                    <a:pt x="3" y="0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任意多边形: 形状 94" descr="053c92f5-0584-4a7f-8f75-5367e0279314"/>
            <p:cNvSpPr/>
            <p:nvPr/>
          </p:nvSpPr>
          <p:spPr bwMode="auto">
            <a:xfrm flipH="1">
              <a:off x="11041386" y="3569073"/>
              <a:ext cx="109511" cy="114605"/>
            </a:xfrm>
            <a:custGeom>
              <a:avLst/>
              <a:gdLst>
                <a:gd name="T0" fmla="*/ 52 w 72"/>
                <a:gd name="T1" fmla="*/ 11 h 75"/>
                <a:gd name="T2" fmla="*/ 72 w 72"/>
                <a:gd name="T3" fmla="*/ 38 h 75"/>
                <a:gd name="T4" fmla="*/ 72 w 72"/>
                <a:gd name="T5" fmla="*/ 58 h 75"/>
                <a:gd name="T6" fmla="*/ 50 w 72"/>
                <a:gd name="T7" fmla="*/ 43 h 75"/>
                <a:gd name="T8" fmla="*/ 27 w 72"/>
                <a:gd name="T9" fmla="*/ 67 h 75"/>
                <a:gd name="T10" fmla="*/ 6 w 72"/>
                <a:gd name="T11" fmla="*/ 75 h 75"/>
                <a:gd name="T12" fmla="*/ 0 w 72"/>
                <a:gd name="T13" fmla="*/ 58 h 75"/>
                <a:gd name="T14" fmla="*/ 36 w 72"/>
                <a:gd name="T15" fmla="*/ 10 h 75"/>
                <a:gd name="T16" fmla="*/ 52 w 72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5">
                  <a:moveTo>
                    <a:pt x="52" y="11"/>
                  </a:moveTo>
                  <a:cubicBezTo>
                    <a:pt x="52" y="22"/>
                    <a:pt x="60" y="32"/>
                    <a:pt x="72" y="3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63" y="54"/>
                    <a:pt x="56" y="49"/>
                    <a:pt x="50" y="43"/>
                  </a:cubicBezTo>
                  <a:cubicBezTo>
                    <a:pt x="46" y="53"/>
                    <a:pt x="40" y="61"/>
                    <a:pt x="27" y="67"/>
                  </a:cubicBezTo>
                  <a:cubicBezTo>
                    <a:pt x="20" y="71"/>
                    <a:pt x="13" y="73"/>
                    <a:pt x="6" y="7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4"/>
                    <a:pt x="37" y="40"/>
                    <a:pt x="36" y="10"/>
                  </a:cubicBezTo>
                  <a:cubicBezTo>
                    <a:pt x="36" y="0"/>
                    <a:pt x="52" y="0"/>
                    <a:pt x="52" y="1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任意多边形: 形状 95" descr="9c65aa7d-216e-4964-833e-5adc70615075"/>
            <p:cNvSpPr/>
            <p:nvPr/>
          </p:nvSpPr>
          <p:spPr bwMode="auto">
            <a:xfrm flipH="1">
              <a:off x="11045206" y="3777907"/>
              <a:ext cx="64943" cy="71309"/>
            </a:xfrm>
            <a:custGeom>
              <a:avLst/>
              <a:gdLst>
                <a:gd name="T0" fmla="*/ 8 w 43"/>
                <a:gd name="T1" fmla="*/ 8 h 47"/>
                <a:gd name="T2" fmla="*/ 43 w 43"/>
                <a:gd name="T3" fmla="*/ 26 h 47"/>
                <a:gd name="T4" fmla="*/ 43 w 43"/>
                <a:gd name="T5" fmla="*/ 47 h 47"/>
                <a:gd name="T6" fmla="*/ 12 w 43"/>
                <a:gd name="T7" fmla="*/ 35 h 47"/>
                <a:gd name="T8" fmla="*/ 0 w 43"/>
                <a:gd name="T9" fmla="*/ 0 h 47"/>
                <a:gd name="T10" fmla="*/ 8 w 43"/>
                <a:gd name="T11" fmla="*/ 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" h="47">
                  <a:moveTo>
                    <a:pt x="8" y="8"/>
                  </a:moveTo>
                  <a:cubicBezTo>
                    <a:pt x="18" y="18"/>
                    <a:pt x="30" y="23"/>
                    <a:pt x="43" y="26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32" y="44"/>
                    <a:pt x="22" y="40"/>
                    <a:pt x="12" y="3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2"/>
                    <a:pt x="5" y="5"/>
                    <a:pt x="8" y="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任意多边形: 形状 96" descr="5e156f30-aa15-4e75-a112-30eb32cb5039"/>
            <p:cNvSpPr/>
            <p:nvPr/>
          </p:nvSpPr>
          <p:spPr bwMode="auto">
            <a:xfrm flipH="1">
              <a:off x="11035019" y="3226532"/>
              <a:ext cx="230483" cy="128612"/>
            </a:xfrm>
            <a:custGeom>
              <a:avLst/>
              <a:gdLst>
                <a:gd name="T0" fmla="*/ 135 w 151"/>
                <a:gd name="T1" fmla="*/ 66 h 84"/>
                <a:gd name="T2" fmla="*/ 151 w 151"/>
                <a:gd name="T3" fmla="*/ 63 h 84"/>
                <a:gd name="T4" fmla="*/ 150 w 151"/>
                <a:gd name="T5" fmla="*/ 81 h 84"/>
                <a:gd name="T6" fmla="*/ 132 w 151"/>
                <a:gd name="T7" fmla="*/ 82 h 84"/>
                <a:gd name="T8" fmla="*/ 41 w 151"/>
                <a:gd name="T9" fmla="*/ 45 h 84"/>
                <a:gd name="T10" fmla="*/ 5 w 151"/>
                <a:gd name="T11" fmla="*/ 84 h 84"/>
                <a:gd name="T12" fmla="*/ 0 w 151"/>
                <a:gd name="T13" fmla="*/ 70 h 84"/>
                <a:gd name="T14" fmla="*/ 32 w 151"/>
                <a:gd name="T15" fmla="*/ 11 h 84"/>
                <a:gd name="T16" fmla="*/ 48 w 151"/>
                <a:gd name="T17" fmla="*/ 11 h 84"/>
                <a:gd name="T18" fmla="*/ 135 w 151"/>
                <a:gd name="T19" fmla="*/ 6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" h="84">
                  <a:moveTo>
                    <a:pt x="135" y="66"/>
                  </a:moveTo>
                  <a:cubicBezTo>
                    <a:pt x="141" y="65"/>
                    <a:pt x="146" y="65"/>
                    <a:pt x="151" y="63"/>
                  </a:cubicBezTo>
                  <a:cubicBezTo>
                    <a:pt x="150" y="81"/>
                    <a:pt x="150" y="81"/>
                    <a:pt x="150" y="81"/>
                  </a:cubicBezTo>
                  <a:cubicBezTo>
                    <a:pt x="145" y="82"/>
                    <a:pt x="139" y="83"/>
                    <a:pt x="132" y="82"/>
                  </a:cubicBezTo>
                  <a:cubicBezTo>
                    <a:pt x="99" y="81"/>
                    <a:pt x="56" y="69"/>
                    <a:pt x="41" y="45"/>
                  </a:cubicBezTo>
                  <a:cubicBezTo>
                    <a:pt x="33" y="62"/>
                    <a:pt x="20" y="75"/>
                    <a:pt x="5" y="84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9" y="59"/>
                    <a:pt x="32" y="39"/>
                    <a:pt x="32" y="11"/>
                  </a:cubicBezTo>
                  <a:cubicBezTo>
                    <a:pt x="32" y="0"/>
                    <a:pt x="48" y="1"/>
                    <a:pt x="48" y="11"/>
                  </a:cubicBezTo>
                  <a:cubicBezTo>
                    <a:pt x="49" y="47"/>
                    <a:pt x="101" y="67"/>
                    <a:pt x="135" y="66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任意多边形: 形状 97" descr="0a81a546-1ceb-46f4-8afd-ccebd467c276"/>
            <p:cNvSpPr/>
            <p:nvPr/>
          </p:nvSpPr>
          <p:spPr bwMode="auto">
            <a:xfrm flipH="1">
              <a:off x="11038839" y="3448101"/>
              <a:ext cx="166814" cy="87864"/>
            </a:xfrm>
            <a:custGeom>
              <a:avLst/>
              <a:gdLst>
                <a:gd name="T0" fmla="*/ 110 w 110"/>
                <a:gd name="T1" fmla="*/ 19 h 58"/>
                <a:gd name="T2" fmla="*/ 110 w 110"/>
                <a:gd name="T3" fmla="*/ 38 h 58"/>
                <a:gd name="T4" fmla="*/ 83 w 110"/>
                <a:gd name="T5" fmla="*/ 27 h 58"/>
                <a:gd name="T6" fmla="*/ 47 w 110"/>
                <a:gd name="T7" fmla="*/ 51 h 58"/>
                <a:gd name="T8" fmla="*/ 7 w 110"/>
                <a:gd name="T9" fmla="*/ 56 h 58"/>
                <a:gd name="T10" fmla="*/ 0 w 110"/>
                <a:gd name="T11" fmla="*/ 37 h 58"/>
                <a:gd name="T12" fmla="*/ 31 w 110"/>
                <a:gd name="T13" fmla="*/ 31 h 58"/>
                <a:gd name="T14" fmla="*/ 68 w 110"/>
                <a:gd name="T15" fmla="*/ 1 h 58"/>
                <a:gd name="T16" fmla="*/ 89 w 110"/>
                <a:gd name="T17" fmla="*/ 9 h 58"/>
                <a:gd name="T18" fmla="*/ 110 w 110"/>
                <a:gd name="T19" fmla="*/ 1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" h="57">
                  <a:moveTo>
                    <a:pt x="110" y="19"/>
                  </a:moveTo>
                  <a:cubicBezTo>
                    <a:pt x="110" y="38"/>
                    <a:pt x="110" y="38"/>
                    <a:pt x="110" y="38"/>
                  </a:cubicBezTo>
                  <a:cubicBezTo>
                    <a:pt x="101" y="34"/>
                    <a:pt x="93" y="30"/>
                    <a:pt x="83" y="27"/>
                  </a:cubicBezTo>
                  <a:cubicBezTo>
                    <a:pt x="58" y="19"/>
                    <a:pt x="64" y="41"/>
                    <a:pt x="47" y="51"/>
                  </a:cubicBezTo>
                  <a:cubicBezTo>
                    <a:pt x="36" y="58"/>
                    <a:pt x="21" y="58"/>
                    <a:pt x="7" y="5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2" y="38"/>
                    <a:pt x="23" y="36"/>
                    <a:pt x="31" y="31"/>
                  </a:cubicBezTo>
                  <a:cubicBezTo>
                    <a:pt x="44" y="23"/>
                    <a:pt x="50" y="2"/>
                    <a:pt x="68" y="1"/>
                  </a:cubicBezTo>
                  <a:cubicBezTo>
                    <a:pt x="76" y="0"/>
                    <a:pt x="83" y="6"/>
                    <a:pt x="89" y="9"/>
                  </a:cubicBezTo>
                  <a:cubicBezTo>
                    <a:pt x="97" y="13"/>
                    <a:pt x="103" y="16"/>
                    <a:pt x="110" y="19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任意多边形: 形状 98" descr="5a18d9ad-f606-4f8c-9ec9-1b90c4f3542c"/>
            <p:cNvSpPr/>
            <p:nvPr/>
          </p:nvSpPr>
          <p:spPr bwMode="auto">
            <a:xfrm flipH="1">
              <a:off x="11257861" y="2580927"/>
              <a:ext cx="271231" cy="170633"/>
            </a:xfrm>
            <a:custGeom>
              <a:avLst/>
              <a:gdLst>
                <a:gd name="T0" fmla="*/ 178 w 178"/>
                <a:gd name="T1" fmla="*/ 14 h 112"/>
                <a:gd name="T2" fmla="*/ 176 w 178"/>
                <a:gd name="T3" fmla="*/ 36 h 112"/>
                <a:gd name="T4" fmla="*/ 168 w 178"/>
                <a:gd name="T5" fmla="*/ 40 h 112"/>
                <a:gd name="T6" fmla="*/ 166 w 178"/>
                <a:gd name="T7" fmla="*/ 68 h 112"/>
                <a:gd name="T8" fmla="*/ 27 w 178"/>
                <a:gd name="T9" fmla="*/ 77 h 112"/>
                <a:gd name="T10" fmla="*/ 23 w 178"/>
                <a:gd name="T11" fmla="*/ 64 h 112"/>
                <a:gd name="T12" fmla="*/ 16 w 178"/>
                <a:gd name="T13" fmla="*/ 42 h 112"/>
                <a:gd name="T14" fmla="*/ 15 w 178"/>
                <a:gd name="T15" fmla="*/ 42 h 112"/>
                <a:gd name="T16" fmla="*/ 0 w 178"/>
                <a:gd name="T17" fmla="*/ 0 h 112"/>
                <a:gd name="T18" fmla="*/ 178 w 178"/>
                <a:gd name="T19" fmla="*/ 1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" h="112">
                  <a:moveTo>
                    <a:pt x="178" y="14"/>
                  </a:moveTo>
                  <a:cubicBezTo>
                    <a:pt x="176" y="36"/>
                    <a:pt x="176" y="36"/>
                    <a:pt x="176" y="36"/>
                  </a:cubicBezTo>
                  <a:cubicBezTo>
                    <a:pt x="173" y="36"/>
                    <a:pt x="170" y="37"/>
                    <a:pt x="168" y="40"/>
                  </a:cubicBezTo>
                  <a:cubicBezTo>
                    <a:pt x="163" y="50"/>
                    <a:pt x="163" y="60"/>
                    <a:pt x="166" y="68"/>
                  </a:cubicBezTo>
                  <a:cubicBezTo>
                    <a:pt x="152" y="112"/>
                    <a:pt x="53" y="97"/>
                    <a:pt x="27" y="77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7" y="57"/>
                    <a:pt x="26" y="49"/>
                    <a:pt x="16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78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任意多边形: 形状 99" descr="d6429bde-703b-4418-8854-296800c0ef37"/>
            <p:cNvSpPr/>
            <p:nvPr/>
          </p:nvSpPr>
          <p:spPr bwMode="auto">
            <a:xfrm flipH="1">
              <a:off x="11032472" y="3040618"/>
              <a:ext cx="301792" cy="141346"/>
            </a:xfrm>
            <a:custGeom>
              <a:avLst/>
              <a:gdLst>
                <a:gd name="T0" fmla="*/ 170 w 198"/>
                <a:gd name="T1" fmla="*/ 39 h 93"/>
                <a:gd name="T2" fmla="*/ 174 w 198"/>
                <a:gd name="T3" fmla="*/ 6 h 93"/>
                <a:gd name="T4" fmla="*/ 189 w 198"/>
                <a:gd name="T5" fmla="*/ 8 h 93"/>
                <a:gd name="T6" fmla="*/ 187 w 198"/>
                <a:gd name="T7" fmla="*/ 37 h 93"/>
                <a:gd name="T8" fmla="*/ 198 w 198"/>
                <a:gd name="T9" fmla="*/ 48 h 93"/>
                <a:gd name="T10" fmla="*/ 198 w 198"/>
                <a:gd name="T11" fmla="*/ 66 h 93"/>
                <a:gd name="T12" fmla="*/ 180 w 198"/>
                <a:gd name="T13" fmla="*/ 54 h 93"/>
                <a:gd name="T14" fmla="*/ 114 w 198"/>
                <a:gd name="T15" fmla="*/ 91 h 93"/>
                <a:gd name="T16" fmla="*/ 29 w 198"/>
                <a:gd name="T17" fmla="*/ 64 h 93"/>
                <a:gd name="T18" fmla="*/ 25 w 198"/>
                <a:gd name="T19" fmla="*/ 59 h 93"/>
                <a:gd name="T20" fmla="*/ 8 w 198"/>
                <a:gd name="T21" fmla="*/ 84 h 93"/>
                <a:gd name="T22" fmla="*/ 0 w 198"/>
                <a:gd name="T23" fmla="*/ 64 h 93"/>
                <a:gd name="T24" fmla="*/ 18 w 198"/>
                <a:gd name="T25" fmla="*/ 22 h 93"/>
                <a:gd name="T26" fmla="*/ 19 w 198"/>
                <a:gd name="T27" fmla="*/ 13 h 93"/>
                <a:gd name="T28" fmla="*/ 34 w 198"/>
                <a:gd name="T29" fmla="*/ 14 h 93"/>
                <a:gd name="T30" fmla="*/ 170 w 198"/>
                <a:gd name="T31" fmla="*/ 3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8" h="93">
                  <a:moveTo>
                    <a:pt x="170" y="39"/>
                  </a:moveTo>
                  <a:cubicBezTo>
                    <a:pt x="166" y="30"/>
                    <a:pt x="167" y="19"/>
                    <a:pt x="174" y="6"/>
                  </a:cubicBezTo>
                  <a:cubicBezTo>
                    <a:pt x="178" y="0"/>
                    <a:pt x="188" y="2"/>
                    <a:pt x="189" y="8"/>
                  </a:cubicBezTo>
                  <a:cubicBezTo>
                    <a:pt x="190" y="19"/>
                    <a:pt x="189" y="28"/>
                    <a:pt x="187" y="37"/>
                  </a:cubicBezTo>
                  <a:cubicBezTo>
                    <a:pt x="189" y="41"/>
                    <a:pt x="193" y="45"/>
                    <a:pt x="198" y="48"/>
                  </a:cubicBezTo>
                  <a:cubicBezTo>
                    <a:pt x="198" y="66"/>
                    <a:pt x="198" y="66"/>
                    <a:pt x="198" y="66"/>
                  </a:cubicBezTo>
                  <a:cubicBezTo>
                    <a:pt x="191" y="63"/>
                    <a:pt x="185" y="59"/>
                    <a:pt x="180" y="54"/>
                  </a:cubicBezTo>
                  <a:cubicBezTo>
                    <a:pt x="167" y="75"/>
                    <a:pt x="143" y="89"/>
                    <a:pt x="114" y="91"/>
                  </a:cubicBezTo>
                  <a:cubicBezTo>
                    <a:pt x="86" y="92"/>
                    <a:pt x="49" y="84"/>
                    <a:pt x="29" y="64"/>
                  </a:cubicBezTo>
                  <a:cubicBezTo>
                    <a:pt x="28" y="62"/>
                    <a:pt x="26" y="61"/>
                    <a:pt x="25" y="59"/>
                  </a:cubicBezTo>
                  <a:cubicBezTo>
                    <a:pt x="21" y="70"/>
                    <a:pt x="15" y="78"/>
                    <a:pt x="8" y="8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1" y="55"/>
                    <a:pt x="16" y="40"/>
                    <a:pt x="18" y="22"/>
                  </a:cubicBezTo>
                  <a:cubicBezTo>
                    <a:pt x="18" y="19"/>
                    <a:pt x="18" y="16"/>
                    <a:pt x="19" y="13"/>
                  </a:cubicBezTo>
                  <a:cubicBezTo>
                    <a:pt x="20" y="4"/>
                    <a:pt x="35" y="4"/>
                    <a:pt x="34" y="14"/>
                  </a:cubicBezTo>
                  <a:cubicBezTo>
                    <a:pt x="28" y="85"/>
                    <a:pt x="147" y="93"/>
                    <a:pt x="170" y="39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任意多边形: 形状 100" descr="e24eb7c9-7e20-44b8-99bb-c7455119a429"/>
            <p:cNvSpPr/>
            <p:nvPr/>
          </p:nvSpPr>
          <p:spPr bwMode="auto">
            <a:xfrm flipH="1">
              <a:off x="11027378" y="2806316"/>
              <a:ext cx="390929" cy="138799"/>
            </a:xfrm>
            <a:custGeom>
              <a:avLst/>
              <a:gdLst>
                <a:gd name="T0" fmla="*/ 178 w 256"/>
                <a:gd name="T1" fmla="*/ 15 h 91"/>
                <a:gd name="T2" fmla="*/ 233 w 256"/>
                <a:gd name="T3" fmla="*/ 65 h 91"/>
                <a:gd name="T4" fmla="*/ 256 w 256"/>
                <a:gd name="T5" fmla="*/ 59 h 91"/>
                <a:gd name="T6" fmla="*/ 255 w 256"/>
                <a:gd name="T7" fmla="*/ 82 h 91"/>
                <a:gd name="T8" fmla="*/ 200 w 256"/>
                <a:gd name="T9" fmla="*/ 84 h 91"/>
                <a:gd name="T10" fmla="*/ 161 w 256"/>
                <a:gd name="T11" fmla="*/ 52 h 91"/>
                <a:gd name="T12" fmla="*/ 79 w 256"/>
                <a:gd name="T13" fmla="*/ 84 h 91"/>
                <a:gd name="T14" fmla="*/ 27 w 256"/>
                <a:gd name="T15" fmla="*/ 64 h 91"/>
                <a:gd name="T16" fmla="*/ 26 w 256"/>
                <a:gd name="T17" fmla="*/ 63 h 91"/>
                <a:gd name="T18" fmla="*/ 8 w 256"/>
                <a:gd name="T19" fmla="*/ 82 h 91"/>
                <a:gd name="T20" fmla="*/ 0 w 256"/>
                <a:gd name="T21" fmla="*/ 59 h 91"/>
                <a:gd name="T22" fmla="*/ 21 w 256"/>
                <a:gd name="T23" fmla="*/ 12 h 91"/>
                <a:gd name="T24" fmla="*/ 40 w 256"/>
                <a:gd name="T25" fmla="*/ 13 h 91"/>
                <a:gd name="T26" fmla="*/ 39 w 256"/>
                <a:gd name="T27" fmla="*/ 28 h 91"/>
                <a:gd name="T28" fmla="*/ 50 w 256"/>
                <a:gd name="T29" fmla="*/ 55 h 91"/>
                <a:gd name="T30" fmla="*/ 80 w 256"/>
                <a:gd name="T31" fmla="*/ 64 h 91"/>
                <a:gd name="T32" fmla="*/ 158 w 256"/>
                <a:gd name="T33" fmla="*/ 11 h 91"/>
                <a:gd name="T34" fmla="*/ 178 w 256"/>
                <a:gd name="T35" fmla="*/ 1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91">
                  <a:moveTo>
                    <a:pt x="178" y="15"/>
                  </a:moveTo>
                  <a:cubicBezTo>
                    <a:pt x="174" y="48"/>
                    <a:pt x="203" y="68"/>
                    <a:pt x="233" y="65"/>
                  </a:cubicBezTo>
                  <a:cubicBezTo>
                    <a:pt x="241" y="64"/>
                    <a:pt x="248" y="62"/>
                    <a:pt x="256" y="59"/>
                  </a:cubicBezTo>
                  <a:cubicBezTo>
                    <a:pt x="255" y="82"/>
                    <a:pt x="255" y="82"/>
                    <a:pt x="255" y="82"/>
                  </a:cubicBezTo>
                  <a:cubicBezTo>
                    <a:pt x="239" y="89"/>
                    <a:pt x="220" y="91"/>
                    <a:pt x="200" y="84"/>
                  </a:cubicBezTo>
                  <a:cubicBezTo>
                    <a:pt x="181" y="77"/>
                    <a:pt x="168" y="66"/>
                    <a:pt x="161" y="52"/>
                  </a:cubicBezTo>
                  <a:cubicBezTo>
                    <a:pt x="144" y="79"/>
                    <a:pt x="119" y="91"/>
                    <a:pt x="79" y="84"/>
                  </a:cubicBezTo>
                  <a:cubicBezTo>
                    <a:pt x="63" y="81"/>
                    <a:pt x="38" y="77"/>
                    <a:pt x="27" y="64"/>
                  </a:cubicBezTo>
                  <a:cubicBezTo>
                    <a:pt x="26" y="64"/>
                    <a:pt x="26" y="63"/>
                    <a:pt x="26" y="63"/>
                  </a:cubicBezTo>
                  <a:cubicBezTo>
                    <a:pt x="21" y="70"/>
                    <a:pt x="15" y="76"/>
                    <a:pt x="8" y="82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2" y="49"/>
                    <a:pt x="20" y="33"/>
                    <a:pt x="21" y="12"/>
                  </a:cubicBezTo>
                  <a:cubicBezTo>
                    <a:pt x="23" y="0"/>
                    <a:pt x="41" y="1"/>
                    <a:pt x="40" y="13"/>
                  </a:cubicBezTo>
                  <a:cubicBezTo>
                    <a:pt x="40" y="18"/>
                    <a:pt x="39" y="23"/>
                    <a:pt x="39" y="28"/>
                  </a:cubicBezTo>
                  <a:cubicBezTo>
                    <a:pt x="38" y="39"/>
                    <a:pt x="39" y="48"/>
                    <a:pt x="50" y="55"/>
                  </a:cubicBezTo>
                  <a:cubicBezTo>
                    <a:pt x="59" y="61"/>
                    <a:pt x="71" y="62"/>
                    <a:pt x="80" y="64"/>
                  </a:cubicBezTo>
                  <a:cubicBezTo>
                    <a:pt x="123" y="72"/>
                    <a:pt x="146" y="49"/>
                    <a:pt x="158" y="11"/>
                  </a:cubicBezTo>
                  <a:cubicBezTo>
                    <a:pt x="161" y="0"/>
                    <a:pt x="179" y="3"/>
                    <a:pt x="178" y="1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任意多边形: 形状 101" descr="3d31ada2-fe9c-479b-b534-3a2fdb3a573f"/>
            <p:cNvSpPr/>
            <p:nvPr/>
          </p:nvSpPr>
          <p:spPr bwMode="auto">
            <a:xfrm flipH="1">
              <a:off x="11024832" y="2635682"/>
              <a:ext cx="463512" cy="123519"/>
            </a:xfrm>
            <a:custGeom>
              <a:avLst/>
              <a:gdLst>
                <a:gd name="T0" fmla="*/ 0 w 304"/>
                <a:gd name="T1" fmla="*/ 41 h 81"/>
                <a:gd name="T2" fmla="*/ 139 w 304"/>
                <a:gd name="T3" fmla="*/ 32 h 81"/>
                <a:gd name="T4" fmla="*/ 141 w 304"/>
                <a:gd name="T5" fmla="*/ 4 h 81"/>
                <a:gd name="T6" fmla="*/ 149 w 304"/>
                <a:gd name="T7" fmla="*/ 0 h 81"/>
                <a:gd name="T8" fmla="*/ 160 w 304"/>
                <a:gd name="T9" fmla="*/ 7 h 81"/>
                <a:gd name="T10" fmla="*/ 160 w 304"/>
                <a:gd name="T11" fmla="*/ 32 h 81"/>
                <a:gd name="T12" fmla="*/ 233 w 304"/>
                <a:gd name="T13" fmla="*/ 44 h 81"/>
                <a:gd name="T14" fmla="*/ 282 w 304"/>
                <a:gd name="T15" fmla="*/ 13 h 81"/>
                <a:gd name="T16" fmla="*/ 303 w 304"/>
                <a:gd name="T17" fmla="*/ 14 h 81"/>
                <a:gd name="T18" fmla="*/ 304 w 304"/>
                <a:gd name="T19" fmla="*/ 31 h 81"/>
                <a:gd name="T20" fmla="*/ 303 w 304"/>
                <a:gd name="T21" fmla="*/ 64 h 81"/>
                <a:gd name="T22" fmla="*/ 293 w 304"/>
                <a:gd name="T23" fmla="*/ 57 h 81"/>
                <a:gd name="T24" fmla="*/ 285 w 304"/>
                <a:gd name="T25" fmla="*/ 48 h 81"/>
                <a:gd name="T26" fmla="*/ 153 w 304"/>
                <a:gd name="T27" fmla="*/ 49 h 81"/>
                <a:gd name="T28" fmla="*/ 42 w 304"/>
                <a:gd name="T29" fmla="*/ 77 h 81"/>
                <a:gd name="T30" fmla="*/ 11 w 304"/>
                <a:gd name="T31" fmla="*/ 71 h 81"/>
                <a:gd name="T32" fmla="*/ 0 w 304"/>
                <a:gd name="T33" fmla="*/ 4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4" h="81">
                  <a:moveTo>
                    <a:pt x="0" y="41"/>
                  </a:moveTo>
                  <a:cubicBezTo>
                    <a:pt x="26" y="61"/>
                    <a:pt x="125" y="76"/>
                    <a:pt x="139" y="32"/>
                  </a:cubicBezTo>
                  <a:cubicBezTo>
                    <a:pt x="136" y="24"/>
                    <a:pt x="136" y="14"/>
                    <a:pt x="141" y="4"/>
                  </a:cubicBezTo>
                  <a:cubicBezTo>
                    <a:pt x="143" y="1"/>
                    <a:pt x="146" y="0"/>
                    <a:pt x="149" y="0"/>
                  </a:cubicBezTo>
                  <a:cubicBezTo>
                    <a:pt x="154" y="0"/>
                    <a:pt x="159" y="2"/>
                    <a:pt x="160" y="7"/>
                  </a:cubicBezTo>
                  <a:cubicBezTo>
                    <a:pt x="161" y="16"/>
                    <a:pt x="161" y="25"/>
                    <a:pt x="160" y="32"/>
                  </a:cubicBezTo>
                  <a:cubicBezTo>
                    <a:pt x="174" y="46"/>
                    <a:pt x="222" y="45"/>
                    <a:pt x="233" y="44"/>
                  </a:cubicBezTo>
                  <a:cubicBezTo>
                    <a:pt x="250" y="42"/>
                    <a:pt x="282" y="35"/>
                    <a:pt x="282" y="13"/>
                  </a:cubicBezTo>
                  <a:cubicBezTo>
                    <a:pt x="284" y="0"/>
                    <a:pt x="303" y="1"/>
                    <a:pt x="303" y="14"/>
                  </a:cubicBezTo>
                  <a:cubicBezTo>
                    <a:pt x="302" y="20"/>
                    <a:pt x="302" y="26"/>
                    <a:pt x="304" y="31"/>
                  </a:cubicBezTo>
                  <a:cubicBezTo>
                    <a:pt x="303" y="64"/>
                    <a:pt x="303" y="64"/>
                    <a:pt x="303" y="64"/>
                  </a:cubicBezTo>
                  <a:cubicBezTo>
                    <a:pt x="299" y="62"/>
                    <a:pt x="296" y="59"/>
                    <a:pt x="293" y="57"/>
                  </a:cubicBezTo>
                  <a:cubicBezTo>
                    <a:pt x="289" y="54"/>
                    <a:pt x="287" y="51"/>
                    <a:pt x="285" y="48"/>
                  </a:cubicBezTo>
                  <a:cubicBezTo>
                    <a:pt x="253" y="74"/>
                    <a:pt x="185" y="71"/>
                    <a:pt x="153" y="49"/>
                  </a:cubicBezTo>
                  <a:cubicBezTo>
                    <a:pt x="133" y="80"/>
                    <a:pt x="78" y="81"/>
                    <a:pt x="42" y="77"/>
                  </a:cubicBezTo>
                  <a:cubicBezTo>
                    <a:pt x="32" y="76"/>
                    <a:pt x="21" y="74"/>
                    <a:pt x="11" y="71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任意多边形: 形状 102" descr="c7144058-33e1-4808-8c76-44830f2e5c38"/>
            <p:cNvSpPr/>
            <p:nvPr/>
          </p:nvSpPr>
          <p:spPr bwMode="auto">
            <a:xfrm flipH="1">
              <a:off x="11488344" y="2644596"/>
              <a:ext cx="17827" cy="34382"/>
            </a:xfrm>
            <a:custGeom>
              <a:avLst/>
              <a:gdLst>
                <a:gd name="T0" fmla="*/ 1 w 12"/>
                <a:gd name="T1" fmla="*/ 0 h 22"/>
                <a:gd name="T2" fmla="*/ 8 w 12"/>
                <a:gd name="T3" fmla="*/ 22 h 22"/>
                <a:gd name="T4" fmla="*/ 0 w 12"/>
                <a:gd name="T5" fmla="*/ 0 h 22"/>
                <a:gd name="T6" fmla="*/ 1 w 1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2">
                  <a:moveTo>
                    <a:pt x="1" y="0"/>
                  </a:moveTo>
                  <a:cubicBezTo>
                    <a:pt x="11" y="7"/>
                    <a:pt x="12" y="15"/>
                    <a:pt x="8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任意多边形: 形状 103" descr="afb6297f-da62-4352-9f45-6771956bdb19"/>
            <p:cNvSpPr/>
            <p:nvPr/>
          </p:nvSpPr>
          <p:spPr bwMode="auto">
            <a:xfrm flipH="1">
              <a:off x="9891520" y="1569861"/>
              <a:ext cx="36929" cy="67490"/>
            </a:xfrm>
            <a:custGeom>
              <a:avLst/>
              <a:gdLst>
                <a:gd name="T0" fmla="*/ 19 w 29"/>
                <a:gd name="T1" fmla="*/ 53 h 53"/>
                <a:gd name="T2" fmla="*/ 0 w 29"/>
                <a:gd name="T3" fmla="*/ 49 h 53"/>
                <a:gd name="T4" fmla="*/ 10 w 29"/>
                <a:gd name="T5" fmla="*/ 0 h 53"/>
                <a:gd name="T6" fmla="*/ 29 w 29"/>
                <a:gd name="T7" fmla="*/ 5 h 53"/>
                <a:gd name="T8" fmla="*/ 19 w 29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52">
                  <a:moveTo>
                    <a:pt x="19" y="53"/>
                  </a:moveTo>
                  <a:lnTo>
                    <a:pt x="0" y="49"/>
                  </a:lnTo>
                  <a:lnTo>
                    <a:pt x="10" y="0"/>
                  </a:lnTo>
                  <a:lnTo>
                    <a:pt x="29" y="5"/>
                  </a:lnTo>
                  <a:lnTo>
                    <a:pt x="19" y="53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任意多边形: 形状 104" descr="c98b7d11-eb50-45aa-97e6-f0d5fd51a1e7"/>
            <p:cNvSpPr/>
            <p:nvPr/>
          </p:nvSpPr>
          <p:spPr bwMode="auto">
            <a:xfrm flipH="1">
              <a:off x="9966650" y="1781242"/>
              <a:ext cx="95504" cy="82770"/>
            </a:xfrm>
            <a:custGeom>
              <a:avLst/>
              <a:gdLst>
                <a:gd name="T0" fmla="*/ 40 w 63"/>
                <a:gd name="T1" fmla="*/ 54 h 54"/>
                <a:gd name="T2" fmla="*/ 28 w 63"/>
                <a:gd name="T3" fmla="*/ 51 h 54"/>
                <a:gd name="T4" fmla="*/ 12 w 63"/>
                <a:gd name="T5" fmla="*/ 41 h 54"/>
                <a:gd name="T6" fmla="*/ 6 w 63"/>
                <a:gd name="T7" fmla="*/ 12 h 54"/>
                <a:gd name="T8" fmla="*/ 35 w 63"/>
                <a:gd name="T9" fmla="*/ 6 h 54"/>
                <a:gd name="T10" fmla="*/ 51 w 63"/>
                <a:gd name="T11" fmla="*/ 16 h 54"/>
                <a:gd name="T12" fmla="*/ 57 w 63"/>
                <a:gd name="T13" fmla="*/ 45 h 54"/>
                <a:gd name="T14" fmla="*/ 40 w 63"/>
                <a:gd name="T1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54">
                  <a:moveTo>
                    <a:pt x="40" y="54"/>
                  </a:moveTo>
                  <a:cubicBezTo>
                    <a:pt x="36" y="54"/>
                    <a:pt x="32" y="53"/>
                    <a:pt x="28" y="51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3" y="35"/>
                    <a:pt x="0" y="22"/>
                    <a:pt x="6" y="12"/>
                  </a:cubicBezTo>
                  <a:cubicBezTo>
                    <a:pt x="13" y="3"/>
                    <a:pt x="25" y="0"/>
                    <a:pt x="35" y="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61" y="23"/>
                    <a:pt x="63" y="35"/>
                    <a:pt x="57" y="45"/>
                  </a:cubicBezTo>
                  <a:cubicBezTo>
                    <a:pt x="53" y="51"/>
                    <a:pt x="47" y="54"/>
                    <a:pt x="40" y="54"/>
                  </a:cubicBez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任意多边形: 形状 105" descr="fb8a188c-7de6-489c-860e-9c062424b447"/>
            <p:cNvSpPr/>
            <p:nvPr/>
          </p:nvSpPr>
          <p:spPr bwMode="auto">
            <a:xfrm flipH="1">
              <a:off x="9658492" y="3153950"/>
              <a:ext cx="68763" cy="42022"/>
            </a:xfrm>
            <a:custGeom>
              <a:avLst/>
              <a:gdLst>
                <a:gd name="T0" fmla="*/ 49 w 54"/>
                <a:gd name="T1" fmla="*/ 33 h 33"/>
                <a:gd name="T2" fmla="*/ 0 w 54"/>
                <a:gd name="T3" fmla="*/ 24 h 33"/>
                <a:gd name="T4" fmla="*/ 5 w 54"/>
                <a:gd name="T5" fmla="*/ 0 h 33"/>
                <a:gd name="T6" fmla="*/ 54 w 54"/>
                <a:gd name="T7" fmla="*/ 9 h 33"/>
                <a:gd name="T8" fmla="*/ 49 w 54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33">
                  <a:moveTo>
                    <a:pt x="49" y="33"/>
                  </a:moveTo>
                  <a:lnTo>
                    <a:pt x="0" y="24"/>
                  </a:lnTo>
                  <a:lnTo>
                    <a:pt x="5" y="0"/>
                  </a:lnTo>
                  <a:lnTo>
                    <a:pt x="54" y="9"/>
                  </a:lnTo>
                  <a:lnTo>
                    <a:pt x="49" y="33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任意多边形: 形状 106" descr="bbcec7f3-255c-4969-9506-7bebe4f16809"/>
            <p:cNvSpPr/>
            <p:nvPr/>
          </p:nvSpPr>
          <p:spPr bwMode="auto">
            <a:xfrm flipH="1">
              <a:off x="8582483" y="1446342"/>
              <a:ext cx="2982264" cy="2823091"/>
            </a:xfrm>
            <a:custGeom>
              <a:avLst/>
              <a:gdLst>
                <a:gd name="T0" fmla="*/ 1559 w 2342"/>
                <a:gd name="T1" fmla="*/ 2217 h 2217"/>
                <a:gd name="T2" fmla="*/ 388 w 2342"/>
                <a:gd name="T3" fmla="*/ 1994 h 2217"/>
                <a:gd name="T4" fmla="*/ 0 w 2342"/>
                <a:gd name="T5" fmla="*/ 885 h 2217"/>
                <a:gd name="T6" fmla="*/ 783 w 2342"/>
                <a:gd name="T7" fmla="*/ 0 h 2217"/>
                <a:gd name="T8" fmla="*/ 1295 w 2342"/>
                <a:gd name="T9" fmla="*/ 97 h 2217"/>
                <a:gd name="T10" fmla="*/ 1285 w 2342"/>
                <a:gd name="T11" fmla="*/ 146 h 2217"/>
                <a:gd name="T12" fmla="*/ 802 w 2342"/>
                <a:gd name="T13" fmla="*/ 54 h 2217"/>
                <a:gd name="T14" fmla="*/ 56 w 2342"/>
                <a:gd name="T15" fmla="*/ 896 h 2217"/>
                <a:gd name="T16" fmla="*/ 425 w 2342"/>
                <a:gd name="T17" fmla="*/ 1951 h 2217"/>
                <a:gd name="T18" fmla="*/ 1540 w 2342"/>
                <a:gd name="T19" fmla="*/ 2163 h 2217"/>
                <a:gd name="T20" fmla="*/ 2286 w 2342"/>
                <a:gd name="T21" fmla="*/ 1322 h 2217"/>
                <a:gd name="T22" fmla="*/ 1917 w 2342"/>
                <a:gd name="T23" fmla="*/ 267 h 2217"/>
                <a:gd name="T24" fmla="*/ 1304 w 2342"/>
                <a:gd name="T25" fmla="*/ 150 h 2217"/>
                <a:gd name="T26" fmla="*/ 1314 w 2342"/>
                <a:gd name="T27" fmla="*/ 102 h 2217"/>
                <a:gd name="T28" fmla="*/ 1954 w 2342"/>
                <a:gd name="T29" fmla="*/ 224 h 2217"/>
                <a:gd name="T30" fmla="*/ 1959 w 2342"/>
                <a:gd name="T31" fmla="*/ 237 h 2217"/>
                <a:gd name="T32" fmla="*/ 2342 w 2342"/>
                <a:gd name="T33" fmla="*/ 1332 h 2217"/>
                <a:gd name="T34" fmla="*/ 1559 w 2342"/>
                <a:gd name="T35" fmla="*/ 2217 h 2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42" h="2217">
                  <a:moveTo>
                    <a:pt x="1559" y="2217"/>
                  </a:moveTo>
                  <a:lnTo>
                    <a:pt x="388" y="1994"/>
                  </a:lnTo>
                  <a:lnTo>
                    <a:pt x="0" y="885"/>
                  </a:lnTo>
                  <a:lnTo>
                    <a:pt x="783" y="0"/>
                  </a:lnTo>
                  <a:lnTo>
                    <a:pt x="1295" y="97"/>
                  </a:lnTo>
                  <a:lnTo>
                    <a:pt x="1285" y="146"/>
                  </a:lnTo>
                  <a:lnTo>
                    <a:pt x="802" y="54"/>
                  </a:lnTo>
                  <a:lnTo>
                    <a:pt x="56" y="896"/>
                  </a:lnTo>
                  <a:lnTo>
                    <a:pt x="425" y="1951"/>
                  </a:lnTo>
                  <a:lnTo>
                    <a:pt x="1540" y="2163"/>
                  </a:lnTo>
                  <a:lnTo>
                    <a:pt x="2286" y="1322"/>
                  </a:lnTo>
                  <a:lnTo>
                    <a:pt x="1917" y="267"/>
                  </a:lnTo>
                  <a:lnTo>
                    <a:pt x="1304" y="150"/>
                  </a:lnTo>
                  <a:lnTo>
                    <a:pt x="1314" y="102"/>
                  </a:lnTo>
                  <a:lnTo>
                    <a:pt x="1954" y="224"/>
                  </a:lnTo>
                  <a:lnTo>
                    <a:pt x="1959" y="237"/>
                  </a:lnTo>
                  <a:lnTo>
                    <a:pt x="2342" y="1332"/>
                  </a:lnTo>
                  <a:lnTo>
                    <a:pt x="1559" y="2217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任意多边形: 形状 107" descr="9f17d513-0a1e-4045-8cfd-d77e98cc7f9c"/>
            <p:cNvSpPr/>
            <p:nvPr/>
          </p:nvSpPr>
          <p:spPr bwMode="auto">
            <a:xfrm flipH="1">
              <a:off x="9077829" y="1737947"/>
              <a:ext cx="748749" cy="2508565"/>
            </a:xfrm>
            <a:custGeom>
              <a:avLst/>
              <a:gdLst>
                <a:gd name="T0" fmla="*/ 162 w 588"/>
                <a:gd name="T1" fmla="*/ 1970 h 1970"/>
                <a:gd name="T2" fmla="*/ 0 w 588"/>
                <a:gd name="T3" fmla="*/ 1523 h 1970"/>
                <a:gd name="T4" fmla="*/ 3 w 588"/>
                <a:gd name="T5" fmla="*/ 1511 h 1970"/>
                <a:gd name="T6" fmla="*/ 241 w 588"/>
                <a:gd name="T7" fmla="*/ 319 h 1970"/>
                <a:gd name="T8" fmla="*/ 552 w 588"/>
                <a:gd name="T9" fmla="*/ 0 h 1970"/>
                <a:gd name="T10" fmla="*/ 588 w 588"/>
                <a:gd name="T11" fmla="*/ 33 h 1970"/>
                <a:gd name="T12" fmla="*/ 288 w 588"/>
                <a:gd name="T13" fmla="*/ 343 h 1970"/>
                <a:gd name="T14" fmla="*/ 52 w 588"/>
                <a:gd name="T15" fmla="*/ 1518 h 1970"/>
                <a:gd name="T16" fmla="*/ 209 w 588"/>
                <a:gd name="T17" fmla="*/ 1954 h 1970"/>
                <a:gd name="T18" fmla="*/ 162 w 588"/>
                <a:gd name="T19" fmla="*/ 197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8" h="1969">
                  <a:moveTo>
                    <a:pt x="162" y="1970"/>
                  </a:moveTo>
                  <a:lnTo>
                    <a:pt x="0" y="1523"/>
                  </a:lnTo>
                  <a:lnTo>
                    <a:pt x="3" y="1511"/>
                  </a:lnTo>
                  <a:lnTo>
                    <a:pt x="241" y="319"/>
                  </a:lnTo>
                  <a:lnTo>
                    <a:pt x="552" y="0"/>
                  </a:lnTo>
                  <a:lnTo>
                    <a:pt x="588" y="33"/>
                  </a:lnTo>
                  <a:lnTo>
                    <a:pt x="288" y="343"/>
                  </a:lnTo>
                  <a:lnTo>
                    <a:pt x="52" y="1518"/>
                  </a:lnTo>
                  <a:lnTo>
                    <a:pt x="209" y="1954"/>
                  </a:lnTo>
                  <a:lnTo>
                    <a:pt x="162" y="1970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任意多边形: 形状 108" descr="10de01f5-aea0-4a73-bb48-ab1de2691a67"/>
            <p:cNvSpPr>
              <a:spLocks noEditPoints="1"/>
            </p:cNvSpPr>
            <p:nvPr/>
          </p:nvSpPr>
          <p:spPr bwMode="auto">
            <a:xfrm flipH="1">
              <a:off x="8585030" y="1447616"/>
              <a:ext cx="2493285" cy="2541673"/>
            </a:xfrm>
            <a:custGeom>
              <a:avLst/>
              <a:gdLst>
                <a:gd name="T0" fmla="*/ 21 w 1635"/>
                <a:gd name="T1" fmla="*/ 1669 h 1669"/>
                <a:gd name="T2" fmla="*/ 7 w 1635"/>
                <a:gd name="T3" fmla="*/ 1664 h 1669"/>
                <a:gd name="T4" fmla="*/ 0 w 1635"/>
                <a:gd name="T5" fmla="*/ 1648 h 1669"/>
                <a:gd name="T6" fmla="*/ 15 w 1635"/>
                <a:gd name="T7" fmla="*/ 769 h 1669"/>
                <a:gd name="T8" fmla="*/ 16 w 1635"/>
                <a:gd name="T9" fmla="*/ 762 h 1669"/>
                <a:gd name="T10" fmla="*/ 323 w 1635"/>
                <a:gd name="T11" fmla="*/ 14 h 1669"/>
                <a:gd name="T12" fmla="*/ 336 w 1635"/>
                <a:gd name="T13" fmla="*/ 2 h 1669"/>
                <a:gd name="T14" fmla="*/ 354 w 1635"/>
                <a:gd name="T15" fmla="*/ 4 h 1669"/>
                <a:gd name="T16" fmla="*/ 1053 w 1635"/>
                <a:gd name="T17" fmla="*/ 450 h 1669"/>
                <a:gd name="T18" fmla="*/ 1057 w 1635"/>
                <a:gd name="T19" fmla="*/ 453 h 1669"/>
                <a:gd name="T20" fmla="*/ 1629 w 1635"/>
                <a:gd name="T21" fmla="*/ 1095 h 1669"/>
                <a:gd name="T22" fmla="*/ 1634 w 1635"/>
                <a:gd name="T23" fmla="*/ 1113 h 1669"/>
                <a:gd name="T24" fmla="*/ 1622 w 1635"/>
                <a:gd name="T25" fmla="*/ 1127 h 1669"/>
                <a:gd name="T26" fmla="*/ 852 w 1635"/>
                <a:gd name="T27" fmla="*/ 1481 h 1669"/>
                <a:gd name="T28" fmla="*/ 847 w 1635"/>
                <a:gd name="T29" fmla="*/ 1482 h 1669"/>
                <a:gd name="T30" fmla="*/ 25 w 1635"/>
                <a:gd name="T31" fmla="*/ 1668 h 1669"/>
                <a:gd name="T32" fmla="*/ 21 w 1635"/>
                <a:gd name="T33" fmla="*/ 1669 h 1669"/>
                <a:gd name="T34" fmla="*/ 56 w 1635"/>
                <a:gd name="T35" fmla="*/ 774 h 1669"/>
                <a:gd name="T36" fmla="*/ 42 w 1635"/>
                <a:gd name="T37" fmla="*/ 1622 h 1669"/>
                <a:gd name="T38" fmla="*/ 836 w 1635"/>
                <a:gd name="T39" fmla="*/ 1442 h 1669"/>
                <a:gd name="T40" fmla="*/ 1580 w 1635"/>
                <a:gd name="T41" fmla="*/ 1102 h 1669"/>
                <a:gd name="T42" fmla="*/ 1028 w 1635"/>
                <a:gd name="T43" fmla="*/ 483 h 1669"/>
                <a:gd name="T44" fmla="*/ 353 w 1635"/>
                <a:gd name="T45" fmla="*/ 52 h 1669"/>
                <a:gd name="T46" fmla="*/ 56 w 1635"/>
                <a:gd name="T47" fmla="*/ 774 h 1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34" h="1669">
                  <a:moveTo>
                    <a:pt x="21" y="1669"/>
                  </a:moveTo>
                  <a:cubicBezTo>
                    <a:pt x="16" y="1669"/>
                    <a:pt x="11" y="1667"/>
                    <a:pt x="7" y="1664"/>
                  </a:cubicBezTo>
                  <a:cubicBezTo>
                    <a:pt x="2" y="1660"/>
                    <a:pt x="0" y="1654"/>
                    <a:pt x="0" y="1648"/>
                  </a:cubicBezTo>
                  <a:cubicBezTo>
                    <a:pt x="15" y="769"/>
                    <a:pt x="15" y="769"/>
                    <a:pt x="15" y="769"/>
                  </a:cubicBezTo>
                  <a:cubicBezTo>
                    <a:pt x="15" y="767"/>
                    <a:pt x="15" y="764"/>
                    <a:pt x="16" y="762"/>
                  </a:cubicBezTo>
                  <a:cubicBezTo>
                    <a:pt x="323" y="14"/>
                    <a:pt x="323" y="14"/>
                    <a:pt x="323" y="14"/>
                  </a:cubicBezTo>
                  <a:cubicBezTo>
                    <a:pt x="326" y="8"/>
                    <a:pt x="330" y="3"/>
                    <a:pt x="336" y="2"/>
                  </a:cubicBezTo>
                  <a:cubicBezTo>
                    <a:pt x="342" y="0"/>
                    <a:pt x="349" y="1"/>
                    <a:pt x="354" y="4"/>
                  </a:cubicBezTo>
                  <a:cubicBezTo>
                    <a:pt x="1053" y="450"/>
                    <a:pt x="1053" y="450"/>
                    <a:pt x="1053" y="450"/>
                  </a:cubicBezTo>
                  <a:cubicBezTo>
                    <a:pt x="1055" y="451"/>
                    <a:pt x="1056" y="452"/>
                    <a:pt x="1057" y="453"/>
                  </a:cubicBezTo>
                  <a:cubicBezTo>
                    <a:pt x="1629" y="1095"/>
                    <a:pt x="1629" y="1095"/>
                    <a:pt x="1629" y="1095"/>
                  </a:cubicBezTo>
                  <a:cubicBezTo>
                    <a:pt x="1634" y="1100"/>
                    <a:pt x="1635" y="1107"/>
                    <a:pt x="1634" y="1113"/>
                  </a:cubicBezTo>
                  <a:cubicBezTo>
                    <a:pt x="1633" y="1119"/>
                    <a:pt x="1628" y="1125"/>
                    <a:pt x="1622" y="1127"/>
                  </a:cubicBezTo>
                  <a:cubicBezTo>
                    <a:pt x="852" y="1481"/>
                    <a:pt x="852" y="1481"/>
                    <a:pt x="852" y="1481"/>
                  </a:cubicBezTo>
                  <a:cubicBezTo>
                    <a:pt x="850" y="1481"/>
                    <a:pt x="849" y="1482"/>
                    <a:pt x="847" y="1482"/>
                  </a:cubicBezTo>
                  <a:cubicBezTo>
                    <a:pt x="25" y="1668"/>
                    <a:pt x="25" y="1668"/>
                    <a:pt x="25" y="1668"/>
                  </a:cubicBezTo>
                  <a:cubicBezTo>
                    <a:pt x="24" y="1669"/>
                    <a:pt x="22" y="1669"/>
                    <a:pt x="21" y="1669"/>
                  </a:cubicBezTo>
                  <a:close/>
                  <a:moveTo>
                    <a:pt x="56" y="774"/>
                  </a:moveTo>
                  <a:cubicBezTo>
                    <a:pt x="42" y="1622"/>
                    <a:pt x="42" y="1622"/>
                    <a:pt x="42" y="1622"/>
                  </a:cubicBezTo>
                  <a:cubicBezTo>
                    <a:pt x="836" y="1442"/>
                    <a:pt x="836" y="1442"/>
                    <a:pt x="836" y="1442"/>
                  </a:cubicBezTo>
                  <a:cubicBezTo>
                    <a:pt x="1580" y="1102"/>
                    <a:pt x="1580" y="1102"/>
                    <a:pt x="1580" y="1102"/>
                  </a:cubicBezTo>
                  <a:cubicBezTo>
                    <a:pt x="1028" y="483"/>
                    <a:pt x="1028" y="483"/>
                    <a:pt x="1028" y="483"/>
                  </a:cubicBezTo>
                  <a:cubicBezTo>
                    <a:pt x="353" y="52"/>
                    <a:pt x="353" y="52"/>
                    <a:pt x="353" y="52"/>
                  </a:cubicBezTo>
                  <a:lnTo>
                    <a:pt x="56" y="774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任意多边形: 形状 109" descr="ce196010-abd4-447d-a71e-ef3116aee7e8"/>
            <p:cNvSpPr/>
            <p:nvPr/>
          </p:nvSpPr>
          <p:spPr bwMode="auto">
            <a:xfrm flipH="1">
              <a:off x="10391960" y="2549092"/>
              <a:ext cx="1138405" cy="616318"/>
            </a:xfrm>
            <a:custGeom>
              <a:avLst/>
              <a:gdLst>
                <a:gd name="T0" fmla="*/ 860 w 894"/>
                <a:gd name="T1" fmla="*/ 484 h 484"/>
                <a:gd name="T2" fmla="*/ 387 w 894"/>
                <a:gd name="T3" fmla="*/ 80 h 484"/>
                <a:gd name="T4" fmla="*/ 0 w 894"/>
                <a:gd name="T5" fmla="*/ 49 h 484"/>
                <a:gd name="T6" fmla="*/ 3 w 894"/>
                <a:gd name="T7" fmla="*/ 0 h 484"/>
                <a:gd name="T8" fmla="*/ 408 w 894"/>
                <a:gd name="T9" fmla="*/ 32 h 484"/>
                <a:gd name="T10" fmla="*/ 894 w 894"/>
                <a:gd name="T11" fmla="*/ 447 h 484"/>
                <a:gd name="T12" fmla="*/ 860 w 894"/>
                <a:gd name="T13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4" h="483">
                  <a:moveTo>
                    <a:pt x="860" y="484"/>
                  </a:moveTo>
                  <a:lnTo>
                    <a:pt x="387" y="80"/>
                  </a:lnTo>
                  <a:lnTo>
                    <a:pt x="0" y="49"/>
                  </a:lnTo>
                  <a:lnTo>
                    <a:pt x="3" y="0"/>
                  </a:lnTo>
                  <a:lnTo>
                    <a:pt x="408" y="32"/>
                  </a:lnTo>
                  <a:lnTo>
                    <a:pt x="894" y="447"/>
                  </a:lnTo>
                  <a:lnTo>
                    <a:pt x="860" y="484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任意多边形: 形状 110" descr="cdcf75ad-b9a3-40df-a666-65ee0c5c316b"/>
            <p:cNvSpPr/>
            <p:nvPr/>
          </p:nvSpPr>
          <p:spPr bwMode="auto">
            <a:xfrm flipH="1">
              <a:off x="9773096" y="3118295"/>
              <a:ext cx="662159" cy="579390"/>
            </a:xfrm>
            <a:custGeom>
              <a:avLst/>
              <a:gdLst>
                <a:gd name="T0" fmla="*/ 488 w 520"/>
                <a:gd name="T1" fmla="*/ 455 h 455"/>
                <a:gd name="T2" fmla="*/ 0 w 520"/>
                <a:gd name="T3" fmla="*/ 37 h 455"/>
                <a:gd name="T4" fmla="*/ 34 w 520"/>
                <a:gd name="T5" fmla="*/ 0 h 455"/>
                <a:gd name="T6" fmla="*/ 520 w 520"/>
                <a:gd name="T7" fmla="*/ 418 h 455"/>
                <a:gd name="T8" fmla="*/ 488 w 520"/>
                <a:gd name="T9" fmla="*/ 45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455">
                  <a:moveTo>
                    <a:pt x="488" y="455"/>
                  </a:moveTo>
                  <a:lnTo>
                    <a:pt x="0" y="37"/>
                  </a:lnTo>
                  <a:lnTo>
                    <a:pt x="34" y="0"/>
                  </a:lnTo>
                  <a:lnTo>
                    <a:pt x="520" y="418"/>
                  </a:lnTo>
                  <a:lnTo>
                    <a:pt x="488" y="455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任意多边形: 形状 111" descr="1b48c248-427b-4b72-b9d4-296ed16af108"/>
            <p:cNvSpPr/>
            <p:nvPr/>
          </p:nvSpPr>
          <p:spPr bwMode="auto">
            <a:xfrm flipH="1">
              <a:off x="9480218" y="2128876"/>
              <a:ext cx="1552255" cy="520814"/>
            </a:xfrm>
            <a:custGeom>
              <a:avLst/>
              <a:gdLst>
                <a:gd name="T0" fmla="*/ 14 w 1219"/>
                <a:gd name="T1" fmla="*/ 409 h 409"/>
                <a:gd name="T2" fmla="*/ 0 w 1219"/>
                <a:gd name="T3" fmla="*/ 362 h 409"/>
                <a:gd name="T4" fmla="*/ 1205 w 1219"/>
                <a:gd name="T5" fmla="*/ 0 h 409"/>
                <a:gd name="T6" fmla="*/ 1219 w 1219"/>
                <a:gd name="T7" fmla="*/ 48 h 409"/>
                <a:gd name="T8" fmla="*/ 14 w 1219"/>
                <a:gd name="T9" fmla="*/ 409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9" h="409">
                  <a:moveTo>
                    <a:pt x="14" y="409"/>
                  </a:moveTo>
                  <a:lnTo>
                    <a:pt x="0" y="362"/>
                  </a:lnTo>
                  <a:lnTo>
                    <a:pt x="1205" y="0"/>
                  </a:lnTo>
                  <a:lnTo>
                    <a:pt x="1219" y="48"/>
                  </a:lnTo>
                  <a:lnTo>
                    <a:pt x="14" y="409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>
          <a:xfrm>
            <a:off x="660400" y="2012634"/>
            <a:ext cx="5858079" cy="147436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>
          <a:xfrm>
            <a:off x="660400" y="3492500"/>
            <a:ext cx="5858079" cy="252717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 descr="674403ae-dd84-448a-ae81-ea9c853f5dc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4fb80e78-05c2-4572-80d3-a5f3424549f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3b1aeaad-e335-4f4e-b06c-dcfa85f075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 descr="ffb2b01d-9580-4f21-97de-9072389d269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9bf4791c-1c3d-4333-b39d-4a8b6b669a9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e10082a9-2509-4939-8306-aa7326226da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716719b3-579a-40a0-8e66-fc3fc647a53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57614311-902e-475a-881d-c84b0509ebd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aa176fdc-ee9f-49a0-b806-4ead1fcb13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 descr="8c5f0c86-576f-462c-82e0-88801ef45a87"/>
          <p:cNvSpPr>
            <a:spLocks noChangeAspect="1" noChangeArrowheads="1" noTextEdit="1"/>
          </p:cNvSpPr>
          <p:nvPr/>
        </p:nvSpPr>
        <p:spPr bwMode="auto">
          <a:xfrm flipH="1">
            <a:off x="-1588" y="6350"/>
            <a:ext cx="12192000" cy="684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矩形 6" descr="133c2038-411f-47eb-acfb-20245b581445"/>
          <p:cNvSpPr>
            <a:spLocks noChangeArrowheads="1"/>
          </p:cNvSpPr>
          <p:nvPr/>
        </p:nvSpPr>
        <p:spPr bwMode="auto">
          <a:xfrm flipH="1">
            <a:off x="-1588" y="-21430"/>
            <a:ext cx="12193589" cy="6879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 descr="b153d5c5-d6e2-4d35-b49f-4d495d3d2fd4"/>
          <p:cNvSpPr>
            <a:spLocks noChangeArrowheads="1"/>
          </p:cNvSpPr>
          <p:nvPr/>
        </p:nvSpPr>
        <p:spPr bwMode="auto">
          <a:xfrm flipH="1">
            <a:off x="-1589" y="-44052"/>
            <a:ext cx="12192000" cy="690205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矩形 8" descr="ad780b18-95fb-4fed-a453-3f9b241068d9"/>
          <p:cNvSpPr>
            <a:spLocks noChangeArrowheads="1"/>
          </p:cNvSpPr>
          <p:nvPr/>
        </p:nvSpPr>
        <p:spPr bwMode="auto">
          <a:xfrm flipH="1">
            <a:off x="8953499" y="-48813"/>
            <a:ext cx="3236913" cy="6906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22" name="组合 121" descr="2643a517-68ca-49cc-bb28-2e6d282f086a"/>
          <p:cNvGrpSpPr/>
          <p:nvPr/>
        </p:nvGrpSpPr>
        <p:grpSpPr>
          <a:xfrm>
            <a:off x="5812424" y="4324414"/>
            <a:ext cx="1887538" cy="1793875"/>
            <a:chOff x="4468811" y="4632325"/>
            <a:chExt cx="1887538" cy="1793875"/>
          </a:xfrm>
        </p:grpSpPr>
        <p:sp>
          <p:nvSpPr>
            <p:cNvPr id="16" name="任意多边形: 形状 15" descr="fca724fc-560c-413e-8956-27f5b1f8ce2d"/>
            <p:cNvSpPr/>
            <p:nvPr/>
          </p:nvSpPr>
          <p:spPr bwMode="auto">
            <a:xfrm flipH="1">
              <a:off x="5754687" y="6369050"/>
              <a:ext cx="38100" cy="42863"/>
            </a:xfrm>
            <a:custGeom>
              <a:avLst/>
              <a:gdLst>
                <a:gd name="T0" fmla="*/ 4 w 20"/>
                <a:gd name="T1" fmla="*/ 22 h 22"/>
                <a:gd name="T2" fmla="*/ 2 w 20"/>
                <a:gd name="T3" fmla="*/ 21 h 22"/>
                <a:gd name="T4" fmla="*/ 0 w 20"/>
                <a:gd name="T5" fmla="*/ 18 h 22"/>
                <a:gd name="T6" fmla="*/ 0 w 20"/>
                <a:gd name="T7" fmla="*/ 4 h 22"/>
                <a:gd name="T8" fmla="*/ 4 w 20"/>
                <a:gd name="T9" fmla="*/ 0 h 22"/>
                <a:gd name="T10" fmla="*/ 8 w 20"/>
                <a:gd name="T11" fmla="*/ 4 h 22"/>
                <a:gd name="T12" fmla="*/ 8 w 20"/>
                <a:gd name="T13" fmla="*/ 11 h 22"/>
                <a:gd name="T14" fmla="*/ 14 w 20"/>
                <a:gd name="T15" fmla="*/ 8 h 22"/>
                <a:gd name="T16" fmla="*/ 20 w 20"/>
                <a:gd name="T17" fmla="*/ 9 h 22"/>
                <a:gd name="T18" fmla="*/ 18 w 20"/>
                <a:gd name="T19" fmla="*/ 15 h 22"/>
                <a:gd name="T20" fmla="*/ 6 w 20"/>
                <a:gd name="T21" fmla="*/ 21 h 22"/>
                <a:gd name="T22" fmla="*/ 4 w 20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22">
                  <a:moveTo>
                    <a:pt x="4" y="22"/>
                  </a:moveTo>
                  <a:cubicBezTo>
                    <a:pt x="3" y="22"/>
                    <a:pt x="3" y="21"/>
                    <a:pt x="2" y="21"/>
                  </a:cubicBezTo>
                  <a:cubicBezTo>
                    <a:pt x="1" y="20"/>
                    <a:pt x="0" y="19"/>
                    <a:pt x="0" y="1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8" y="1"/>
                    <a:pt x="8" y="4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6" y="7"/>
                    <a:pt x="19" y="7"/>
                    <a:pt x="20" y="9"/>
                  </a:cubicBezTo>
                  <a:cubicBezTo>
                    <a:pt x="20" y="11"/>
                    <a:pt x="20" y="14"/>
                    <a:pt x="18" y="15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1"/>
                    <a:pt x="5" y="22"/>
                    <a:pt x="4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任意多边形: 形状 16" descr="2dded6d8-5296-484e-9a54-a21fc49dd3ce"/>
            <p:cNvSpPr>
              <a:spLocks noEditPoints="1"/>
            </p:cNvSpPr>
            <p:nvPr/>
          </p:nvSpPr>
          <p:spPr bwMode="auto">
            <a:xfrm flipH="1">
              <a:off x="5778499" y="4829175"/>
              <a:ext cx="174625" cy="1503363"/>
            </a:xfrm>
            <a:custGeom>
              <a:avLst/>
              <a:gdLst>
                <a:gd name="T0" fmla="*/ 84 w 92"/>
                <a:gd name="T1" fmla="*/ 788 h 792"/>
                <a:gd name="T2" fmla="*/ 87 w 92"/>
                <a:gd name="T3" fmla="*/ 756 h 792"/>
                <a:gd name="T4" fmla="*/ 92 w 92"/>
                <a:gd name="T5" fmla="*/ 787 h 792"/>
                <a:gd name="T6" fmla="*/ 88 w 92"/>
                <a:gd name="T7" fmla="*/ 792 h 792"/>
                <a:gd name="T8" fmla="*/ 82 w 92"/>
                <a:gd name="T9" fmla="*/ 733 h 792"/>
                <a:gd name="T10" fmla="*/ 85 w 92"/>
                <a:gd name="T11" fmla="*/ 702 h 792"/>
                <a:gd name="T12" fmla="*/ 90 w 92"/>
                <a:gd name="T13" fmla="*/ 733 h 792"/>
                <a:gd name="T14" fmla="*/ 86 w 92"/>
                <a:gd name="T15" fmla="*/ 737 h 792"/>
                <a:gd name="T16" fmla="*/ 81 w 92"/>
                <a:gd name="T17" fmla="*/ 679 h 792"/>
                <a:gd name="T18" fmla="*/ 83 w 92"/>
                <a:gd name="T19" fmla="*/ 647 h 792"/>
                <a:gd name="T20" fmla="*/ 88 w 92"/>
                <a:gd name="T21" fmla="*/ 651 h 792"/>
                <a:gd name="T22" fmla="*/ 85 w 92"/>
                <a:gd name="T23" fmla="*/ 683 h 792"/>
                <a:gd name="T24" fmla="*/ 83 w 92"/>
                <a:gd name="T25" fmla="*/ 628 h 792"/>
                <a:gd name="T26" fmla="*/ 78 w 92"/>
                <a:gd name="T27" fmla="*/ 597 h 792"/>
                <a:gd name="T28" fmla="*/ 82 w 92"/>
                <a:gd name="T29" fmla="*/ 593 h 792"/>
                <a:gd name="T30" fmla="*/ 87 w 92"/>
                <a:gd name="T31" fmla="*/ 624 h 792"/>
                <a:gd name="T32" fmla="*/ 83 w 92"/>
                <a:gd name="T33" fmla="*/ 628 h 792"/>
                <a:gd name="T34" fmla="*/ 77 w 92"/>
                <a:gd name="T35" fmla="*/ 570 h 792"/>
                <a:gd name="T36" fmla="*/ 80 w 92"/>
                <a:gd name="T37" fmla="*/ 538 h 792"/>
                <a:gd name="T38" fmla="*/ 85 w 92"/>
                <a:gd name="T39" fmla="*/ 570 h 792"/>
                <a:gd name="T40" fmla="*/ 81 w 92"/>
                <a:gd name="T41" fmla="*/ 574 h 792"/>
                <a:gd name="T42" fmla="*/ 75 w 92"/>
                <a:gd name="T43" fmla="*/ 515 h 792"/>
                <a:gd name="T44" fmla="*/ 78 w 92"/>
                <a:gd name="T45" fmla="*/ 484 h 792"/>
                <a:gd name="T46" fmla="*/ 83 w 92"/>
                <a:gd name="T47" fmla="*/ 515 h 792"/>
                <a:gd name="T48" fmla="*/ 79 w 92"/>
                <a:gd name="T49" fmla="*/ 519 h 792"/>
                <a:gd name="T50" fmla="*/ 74 w 92"/>
                <a:gd name="T51" fmla="*/ 461 h 792"/>
                <a:gd name="T52" fmla="*/ 77 w 92"/>
                <a:gd name="T53" fmla="*/ 429 h 792"/>
                <a:gd name="T54" fmla="*/ 82 w 92"/>
                <a:gd name="T55" fmla="*/ 461 h 792"/>
                <a:gd name="T56" fmla="*/ 78 w 92"/>
                <a:gd name="T57" fmla="*/ 465 h 792"/>
                <a:gd name="T58" fmla="*/ 72 w 92"/>
                <a:gd name="T59" fmla="*/ 406 h 792"/>
                <a:gd name="T60" fmla="*/ 70 w 92"/>
                <a:gd name="T61" fmla="*/ 380 h 792"/>
                <a:gd name="T62" fmla="*/ 77 w 92"/>
                <a:gd name="T63" fmla="*/ 378 h 792"/>
                <a:gd name="T64" fmla="*/ 79 w 92"/>
                <a:gd name="T65" fmla="*/ 390 h 792"/>
                <a:gd name="T66" fmla="*/ 76 w 92"/>
                <a:gd name="T67" fmla="*/ 410 h 792"/>
                <a:gd name="T68" fmla="*/ 69 w 92"/>
                <a:gd name="T69" fmla="*/ 357 h 792"/>
                <a:gd name="T70" fmla="*/ 60 w 92"/>
                <a:gd name="T71" fmla="*/ 326 h 792"/>
                <a:gd name="T72" fmla="*/ 67 w 92"/>
                <a:gd name="T73" fmla="*/ 325 h 792"/>
                <a:gd name="T74" fmla="*/ 69 w 92"/>
                <a:gd name="T75" fmla="*/ 356 h 792"/>
                <a:gd name="T76" fmla="*/ 59 w 92"/>
                <a:gd name="T77" fmla="*/ 303 h 792"/>
                <a:gd name="T78" fmla="*/ 50 w 92"/>
                <a:gd name="T79" fmla="*/ 273 h 792"/>
                <a:gd name="T80" fmla="*/ 58 w 92"/>
                <a:gd name="T81" fmla="*/ 271 h 792"/>
                <a:gd name="T82" fmla="*/ 59 w 92"/>
                <a:gd name="T83" fmla="*/ 303 h 792"/>
                <a:gd name="T84" fmla="*/ 49 w 92"/>
                <a:gd name="T85" fmla="*/ 249 h 792"/>
                <a:gd name="T86" fmla="*/ 40 w 92"/>
                <a:gd name="T87" fmla="*/ 219 h 792"/>
                <a:gd name="T88" fmla="*/ 48 w 92"/>
                <a:gd name="T89" fmla="*/ 218 h 792"/>
                <a:gd name="T90" fmla="*/ 50 w 92"/>
                <a:gd name="T91" fmla="*/ 249 h 792"/>
                <a:gd name="T92" fmla="*/ 39 w 92"/>
                <a:gd name="T93" fmla="*/ 196 h 792"/>
                <a:gd name="T94" fmla="*/ 30 w 92"/>
                <a:gd name="T95" fmla="*/ 166 h 792"/>
                <a:gd name="T96" fmla="*/ 38 w 92"/>
                <a:gd name="T97" fmla="*/ 164 h 792"/>
                <a:gd name="T98" fmla="*/ 40 w 92"/>
                <a:gd name="T99" fmla="*/ 196 h 792"/>
                <a:gd name="T100" fmla="*/ 29 w 92"/>
                <a:gd name="T101" fmla="*/ 142 h 792"/>
                <a:gd name="T102" fmla="*/ 20 w 92"/>
                <a:gd name="T103" fmla="*/ 112 h 792"/>
                <a:gd name="T104" fmla="*/ 28 w 92"/>
                <a:gd name="T105" fmla="*/ 111 h 792"/>
                <a:gd name="T106" fmla="*/ 30 w 92"/>
                <a:gd name="T107" fmla="*/ 142 h 792"/>
                <a:gd name="T108" fmla="*/ 19 w 92"/>
                <a:gd name="T109" fmla="*/ 89 h 792"/>
                <a:gd name="T110" fmla="*/ 11 w 92"/>
                <a:gd name="T111" fmla="*/ 59 h 792"/>
                <a:gd name="T112" fmla="*/ 18 w 92"/>
                <a:gd name="T113" fmla="*/ 57 h 792"/>
                <a:gd name="T114" fmla="*/ 20 w 92"/>
                <a:gd name="T115" fmla="*/ 89 h 792"/>
                <a:gd name="T116" fmla="*/ 9 w 92"/>
                <a:gd name="T117" fmla="*/ 35 h 792"/>
                <a:gd name="T118" fmla="*/ 1 w 92"/>
                <a:gd name="T119" fmla="*/ 5 h 792"/>
                <a:gd name="T120" fmla="*/ 8 w 92"/>
                <a:gd name="T121" fmla="*/ 4 h 792"/>
                <a:gd name="T122" fmla="*/ 10 w 92"/>
                <a:gd name="T123" fmla="*/ 35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" h="792">
                  <a:moveTo>
                    <a:pt x="88" y="792"/>
                  </a:moveTo>
                  <a:cubicBezTo>
                    <a:pt x="86" y="792"/>
                    <a:pt x="84" y="790"/>
                    <a:pt x="84" y="788"/>
                  </a:cubicBezTo>
                  <a:cubicBezTo>
                    <a:pt x="83" y="760"/>
                    <a:pt x="83" y="760"/>
                    <a:pt x="83" y="760"/>
                  </a:cubicBezTo>
                  <a:cubicBezTo>
                    <a:pt x="83" y="758"/>
                    <a:pt x="85" y="756"/>
                    <a:pt x="87" y="756"/>
                  </a:cubicBezTo>
                  <a:cubicBezTo>
                    <a:pt x="89" y="756"/>
                    <a:pt x="91" y="758"/>
                    <a:pt x="91" y="760"/>
                  </a:cubicBezTo>
                  <a:cubicBezTo>
                    <a:pt x="92" y="787"/>
                    <a:pt x="92" y="787"/>
                    <a:pt x="92" y="787"/>
                  </a:cubicBezTo>
                  <a:cubicBezTo>
                    <a:pt x="92" y="790"/>
                    <a:pt x="90" y="791"/>
                    <a:pt x="88" y="792"/>
                  </a:cubicBezTo>
                  <a:cubicBezTo>
                    <a:pt x="88" y="792"/>
                    <a:pt x="88" y="792"/>
                    <a:pt x="88" y="792"/>
                  </a:cubicBezTo>
                  <a:close/>
                  <a:moveTo>
                    <a:pt x="86" y="737"/>
                  </a:moveTo>
                  <a:cubicBezTo>
                    <a:pt x="84" y="737"/>
                    <a:pt x="82" y="735"/>
                    <a:pt x="82" y="733"/>
                  </a:cubicBezTo>
                  <a:cubicBezTo>
                    <a:pt x="81" y="706"/>
                    <a:pt x="81" y="706"/>
                    <a:pt x="81" y="706"/>
                  </a:cubicBezTo>
                  <a:cubicBezTo>
                    <a:pt x="81" y="704"/>
                    <a:pt x="83" y="702"/>
                    <a:pt x="85" y="702"/>
                  </a:cubicBezTo>
                  <a:cubicBezTo>
                    <a:pt x="87" y="702"/>
                    <a:pt x="89" y="703"/>
                    <a:pt x="89" y="706"/>
                  </a:cubicBezTo>
                  <a:cubicBezTo>
                    <a:pt x="90" y="733"/>
                    <a:pt x="90" y="733"/>
                    <a:pt x="90" y="733"/>
                  </a:cubicBezTo>
                  <a:cubicBezTo>
                    <a:pt x="90" y="735"/>
                    <a:pt x="88" y="737"/>
                    <a:pt x="86" y="737"/>
                  </a:cubicBezTo>
                  <a:cubicBezTo>
                    <a:pt x="86" y="737"/>
                    <a:pt x="86" y="737"/>
                    <a:pt x="86" y="737"/>
                  </a:cubicBezTo>
                  <a:close/>
                  <a:moveTo>
                    <a:pt x="84" y="683"/>
                  </a:moveTo>
                  <a:cubicBezTo>
                    <a:pt x="82" y="683"/>
                    <a:pt x="81" y="681"/>
                    <a:pt x="81" y="679"/>
                  </a:cubicBezTo>
                  <a:cubicBezTo>
                    <a:pt x="80" y="651"/>
                    <a:pt x="80" y="651"/>
                    <a:pt x="80" y="651"/>
                  </a:cubicBezTo>
                  <a:cubicBezTo>
                    <a:pt x="80" y="649"/>
                    <a:pt x="81" y="647"/>
                    <a:pt x="83" y="647"/>
                  </a:cubicBezTo>
                  <a:cubicBezTo>
                    <a:pt x="84" y="647"/>
                    <a:pt x="84" y="647"/>
                    <a:pt x="84" y="647"/>
                  </a:cubicBezTo>
                  <a:cubicBezTo>
                    <a:pt x="86" y="647"/>
                    <a:pt x="87" y="649"/>
                    <a:pt x="88" y="651"/>
                  </a:cubicBezTo>
                  <a:cubicBezTo>
                    <a:pt x="88" y="678"/>
                    <a:pt x="88" y="678"/>
                    <a:pt x="88" y="678"/>
                  </a:cubicBezTo>
                  <a:cubicBezTo>
                    <a:pt x="88" y="681"/>
                    <a:pt x="87" y="683"/>
                    <a:pt x="85" y="683"/>
                  </a:cubicBezTo>
                  <a:cubicBezTo>
                    <a:pt x="85" y="683"/>
                    <a:pt x="84" y="683"/>
                    <a:pt x="84" y="683"/>
                  </a:cubicBezTo>
                  <a:close/>
                  <a:moveTo>
                    <a:pt x="83" y="628"/>
                  </a:moveTo>
                  <a:cubicBezTo>
                    <a:pt x="81" y="628"/>
                    <a:pt x="79" y="626"/>
                    <a:pt x="79" y="624"/>
                  </a:cubicBezTo>
                  <a:cubicBezTo>
                    <a:pt x="78" y="597"/>
                    <a:pt x="78" y="597"/>
                    <a:pt x="78" y="597"/>
                  </a:cubicBezTo>
                  <a:cubicBezTo>
                    <a:pt x="78" y="595"/>
                    <a:pt x="80" y="593"/>
                    <a:pt x="82" y="593"/>
                  </a:cubicBezTo>
                  <a:cubicBezTo>
                    <a:pt x="82" y="593"/>
                    <a:pt x="82" y="593"/>
                    <a:pt x="82" y="593"/>
                  </a:cubicBezTo>
                  <a:cubicBezTo>
                    <a:pt x="84" y="593"/>
                    <a:pt x="86" y="595"/>
                    <a:pt x="86" y="597"/>
                  </a:cubicBezTo>
                  <a:cubicBezTo>
                    <a:pt x="87" y="624"/>
                    <a:pt x="87" y="624"/>
                    <a:pt x="87" y="624"/>
                  </a:cubicBezTo>
                  <a:cubicBezTo>
                    <a:pt x="87" y="626"/>
                    <a:pt x="85" y="628"/>
                    <a:pt x="83" y="628"/>
                  </a:cubicBezTo>
                  <a:cubicBezTo>
                    <a:pt x="83" y="628"/>
                    <a:pt x="83" y="628"/>
                    <a:pt x="83" y="628"/>
                  </a:cubicBezTo>
                  <a:close/>
                  <a:moveTo>
                    <a:pt x="81" y="574"/>
                  </a:moveTo>
                  <a:cubicBezTo>
                    <a:pt x="79" y="574"/>
                    <a:pt x="77" y="572"/>
                    <a:pt x="77" y="570"/>
                  </a:cubicBezTo>
                  <a:cubicBezTo>
                    <a:pt x="76" y="543"/>
                    <a:pt x="76" y="543"/>
                    <a:pt x="76" y="543"/>
                  </a:cubicBezTo>
                  <a:cubicBezTo>
                    <a:pt x="76" y="540"/>
                    <a:pt x="78" y="538"/>
                    <a:pt x="80" y="538"/>
                  </a:cubicBezTo>
                  <a:cubicBezTo>
                    <a:pt x="82" y="538"/>
                    <a:pt x="84" y="540"/>
                    <a:pt x="84" y="542"/>
                  </a:cubicBezTo>
                  <a:cubicBezTo>
                    <a:pt x="85" y="570"/>
                    <a:pt x="85" y="570"/>
                    <a:pt x="85" y="570"/>
                  </a:cubicBezTo>
                  <a:cubicBezTo>
                    <a:pt x="85" y="572"/>
                    <a:pt x="83" y="574"/>
                    <a:pt x="81" y="574"/>
                  </a:cubicBezTo>
                  <a:cubicBezTo>
                    <a:pt x="81" y="574"/>
                    <a:pt x="81" y="574"/>
                    <a:pt x="81" y="574"/>
                  </a:cubicBezTo>
                  <a:close/>
                  <a:moveTo>
                    <a:pt x="79" y="519"/>
                  </a:moveTo>
                  <a:cubicBezTo>
                    <a:pt x="77" y="519"/>
                    <a:pt x="75" y="518"/>
                    <a:pt x="75" y="515"/>
                  </a:cubicBezTo>
                  <a:cubicBezTo>
                    <a:pt x="75" y="488"/>
                    <a:pt x="75" y="488"/>
                    <a:pt x="75" y="488"/>
                  </a:cubicBezTo>
                  <a:cubicBezTo>
                    <a:pt x="74" y="486"/>
                    <a:pt x="76" y="484"/>
                    <a:pt x="78" y="484"/>
                  </a:cubicBezTo>
                  <a:cubicBezTo>
                    <a:pt x="80" y="484"/>
                    <a:pt x="82" y="486"/>
                    <a:pt x="82" y="488"/>
                  </a:cubicBezTo>
                  <a:cubicBezTo>
                    <a:pt x="83" y="515"/>
                    <a:pt x="83" y="515"/>
                    <a:pt x="83" y="515"/>
                  </a:cubicBezTo>
                  <a:cubicBezTo>
                    <a:pt x="83" y="517"/>
                    <a:pt x="82" y="519"/>
                    <a:pt x="79" y="519"/>
                  </a:cubicBezTo>
                  <a:cubicBezTo>
                    <a:pt x="79" y="519"/>
                    <a:pt x="79" y="519"/>
                    <a:pt x="79" y="519"/>
                  </a:cubicBezTo>
                  <a:close/>
                  <a:moveTo>
                    <a:pt x="78" y="465"/>
                  </a:moveTo>
                  <a:cubicBezTo>
                    <a:pt x="76" y="465"/>
                    <a:pt x="74" y="463"/>
                    <a:pt x="74" y="461"/>
                  </a:cubicBezTo>
                  <a:cubicBezTo>
                    <a:pt x="73" y="434"/>
                    <a:pt x="73" y="434"/>
                    <a:pt x="73" y="434"/>
                  </a:cubicBezTo>
                  <a:cubicBezTo>
                    <a:pt x="73" y="431"/>
                    <a:pt x="74" y="430"/>
                    <a:pt x="77" y="429"/>
                  </a:cubicBezTo>
                  <a:cubicBezTo>
                    <a:pt x="79" y="429"/>
                    <a:pt x="81" y="431"/>
                    <a:pt x="81" y="433"/>
                  </a:cubicBezTo>
                  <a:cubicBezTo>
                    <a:pt x="82" y="461"/>
                    <a:pt x="82" y="461"/>
                    <a:pt x="82" y="461"/>
                  </a:cubicBezTo>
                  <a:cubicBezTo>
                    <a:pt x="82" y="463"/>
                    <a:pt x="80" y="465"/>
                    <a:pt x="78" y="465"/>
                  </a:cubicBezTo>
                  <a:cubicBezTo>
                    <a:pt x="78" y="465"/>
                    <a:pt x="78" y="465"/>
                    <a:pt x="78" y="465"/>
                  </a:cubicBezTo>
                  <a:close/>
                  <a:moveTo>
                    <a:pt x="76" y="410"/>
                  </a:moveTo>
                  <a:cubicBezTo>
                    <a:pt x="74" y="410"/>
                    <a:pt x="72" y="409"/>
                    <a:pt x="72" y="406"/>
                  </a:cubicBezTo>
                  <a:cubicBezTo>
                    <a:pt x="71" y="390"/>
                    <a:pt x="71" y="390"/>
                    <a:pt x="71" y="390"/>
                  </a:cubicBezTo>
                  <a:cubicBezTo>
                    <a:pt x="70" y="380"/>
                    <a:pt x="70" y="380"/>
                    <a:pt x="70" y="380"/>
                  </a:cubicBezTo>
                  <a:cubicBezTo>
                    <a:pt x="69" y="378"/>
                    <a:pt x="71" y="376"/>
                    <a:pt x="73" y="375"/>
                  </a:cubicBezTo>
                  <a:cubicBezTo>
                    <a:pt x="75" y="375"/>
                    <a:pt x="77" y="376"/>
                    <a:pt x="77" y="378"/>
                  </a:cubicBezTo>
                  <a:cubicBezTo>
                    <a:pt x="79" y="389"/>
                    <a:pt x="79" y="389"/>
                    <a:pt x="79" y="389"/>
                  </a:cubicBezTo>
                  <a:cubicBezTo>
                    <a:pt x="79" y="389"/>
                    <a:pt x="79" y="390"/>
                    <a:pt x="79" y="390"/>
                  </a:cubicBezTo>
                  <a:cubicBezTo>
                    <a:pt x="80" y="406"/>
                    <a:pt x="80" y="406"/>
                    <a:pt x="80" y="406"/>
                  </a:cubicBezTo>
                  <a:cubicBezTo>
                    <a:pt x="80" y="408"/>
                    <a:pt x="78" y="410"/>
                    <a:pt x="76" y="410"/>
                  </a:cubicBezTo>
                  <a:cubicBezTo>
                    <a:pt x="76" y="410"/>
                    <a:pt x="76" y="410"/>
                    <a:pt x="76" y="410"/>
                  </a:cubicBezTo>
                  <a:close/>
                  <a:moveTo>
                    <a:pt x="69" y="357"/>
                  </a:moveTo>
                  <a:cubicBezTo>
                    <a:pt x="67" y="357"/>
                    <a:pt x="65" y="355"/>
                    <a:pt x="65" y="353"/>
                  </a:cubicBezTo>
                  <a:cubicBezTo>
                    <a:pt x="60" y="326"/>
                    <a:pt x="60" y="326"/>
                    <a:pt x="60" y="326"/>
                  </a:cubicBezTo>
                  <a:cubicBezTo>
                    <a:pt x="59" y="324"/>
                    <a:pt x="61" y="322"/>
                    <a:pt x="63" y="322"/>
                  </a:cubicBezTo>
                  <a:cubicBezTo>
                    <a:pt x="65" y="321"/>
                    <a:pt x="67" y="323"/>
                    <a:pt x="67" y="325"/>
                  </a:cubicBezTo>
                  <a:cubicBezTo>
                    <a:pt x="72" y="352"/>
                    <a:pt x="72" y="352"/>
                    <a:pt x="72" y="352"/>
                  </a:cubicBezTo>
                  <a:cubicBezTo>
                    <a:pt x="73" y="354"/>
                    <a:pt x="71" y="356"/>
                    <a:pt x="69" y="356"/>
                  </a:cubicBezTo>
                  <a:cubicBezTo>
                    <a:pt x="69" y="357"/>
                    <a:pt x="69" y="357"/>
                    <a:pt x="69" y="357"/>
                  </a:cubicBezTo>
                  <a:close/>
                  <a:moveTo>
                    <a:pt x="59" y="303"/>
                  </a:moveTo>
                  <a:cubicBezTo>
                    <a:pt x="57" y="303"/>
                    <a:pt x="55" y="302"/>
                    <a:pt x="55" y="300"/>
                  </a:cubicBezTo>
                  <a:cubicBezTo>
                    <a:pt x="50" y="273"/>
                    <a:pt x="50" y="273"/>
                    <a:pt x="50" y="273"/>
                  </a:cubicBezTo>
                  <a:cubicBezTo>
                    <a:pt x="50" y="271"/>
                    <a:pt x="51" y="269"/>
                    <a:pt x="53" y="268"/>
                  </a:cubicBezTo>
                  <a:cubicBezTo>
                    <a:pt x="55" y="268"/>
                    <a:pt x="57" y="269"/>
                    <a:pt x="58" y="271"/>
                  </a:cubicBezTo>
                  <a:cubicBezTo>
                    <a:pt x="63" y="298"/>
                    <a:pt x="63" y="298"/>
                    <a:pt x="63" y="298"/>
                  </a:cubicBezTo>
                  <a:cubicBezTo>
                    <a:pt x="63" y="300"/>
                    <a:pt x="62" y="303"/>
                    <a:pt x="59" y="303"/>
                  </a:cubicBezTo>
                  <a:cubicBezTo>
                    <a:pt x="59" y="303"/>
                    <a:pt x="59" y="303"/>
                    <a:pt x="59" y="303"/>
                  </a:cubicBezTo>
                  <a:close/>
                  <a:moveTo>
                    <a:pt x="49" y="249"/>
                  </a:moveTo>
                  <a:cubicBezTo>
                    <a:pt x="47" y="249"/>
                    <a:pt x="45" y="248"/>
                    <a:pt x="45" y="246"/>
                  </a:cubicBezTo>
                  <a:cubicBezTo>
                    <a:pt x="40" y="219"/>
                    <a:pt x="40" y="219"/>
                    <a:pt x="40" y="219"/>
                  </a:cubicBezTo>
                  <a:cubicBezTo>
                    <a:pt x="40" y="217"/>
                    <a:pt x="41" y="215"/>
                    <a:pt x="43" y="215"/>
                  </a:cubicBezTo>
                  <a:cubicBezTo>
                    <a:pt x="45" y="214"/>
                    <a:pt x="47" y="216"/>
                    <a:pt x="48" y="218"/>
                  </a:cubicBezTo>
                  <a:cubicBezTo>
                    <a:pt x="53" y="245"/>
                    <a:pt x="53" y="245"/>
                    <a:pt x="53" y="245"/>
                  </a:cubicBezTo>
                  <a:cubicBezTo>
                    <a:pt x="53" y="247"/>
                    <a:pt x="52" y="249"/>
                    <a:pt x="50" y="249"/>
                  </a:cubicBezTo>
                  <a:cubicBezTo>
                    <a:pt x="49" y="249"/>
                    <a:pt x="49" y="249"/>
                    <a:pt x="49" y="249"/>
                  </a:cubicBezTo>
                  <a:close/>
                  <a:moveTo>
                    <a:pt x="39" y="196"/>
                  </a:moveTo>
                  <a:cubicBezTo>
                    <a:pt x="37" y="196"/>
                    <a:pt x="36" y="195"/>
                    <a:pt x="35" y="193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30" y="164"/>
                    <a:pt x="31" y="162"/>
                    <a:pt x="33" y="161"/>
                  </a:cubicBezTo>
                  <a:cubicBezTo>
                    <a:pt x="35" y="161"/>
                    <a:pt x="38" y="162"/>
                    <a:pt x="38" y="164"/>
                  </a:cubicBezTo>
                  <a:cubicBezTo>
                    <a:pt x="43" y="191"/>
                    <a:pt x="43" y="191"/>
                    <a:pt x="43" y="191"/>
                  </a:cubicBezTo>
                  <a:cubicBezTo>
                    <a:pt x="43" y="193"/>
                    <a:pt x="42" y="195"/>
                    <a:pt x="40" y="196"/>
                  </a:cubicBezTo>
                  <a:cubicBezTo>
                    <a:pt x="39" y="196"/>
                    <a:pt x="39" y="196"/>
                    <a:pt x="39" y="196"/>
                  </a:cubicBezTo>
                  <a:close/>
                  <a:moveTo>
                    <a:pt x="29" y="142"/>
                  </a:moveTo>
                  <a:cubicBezTo>
                    <a:pt x="27" y="142"/>
                    <a:pt x="26" y="141"/>
                    <a:pt x="25" y="139"/>
                  </a:cubicBezTo>
                  <a:cubicBezTo>
                    <a:pt x="20" y="112"/>
                    <a:pt x="20" y="112"/>
                    <a:pt x="20" y="112"/>
                  </a:cubicBezTo>
                  <a:cubicBezTo>
                    <a:pt x="20" y="110"/>
                    <a:pt x="21" y="108"/>
                    <a:pt x="24" y="108"/>
                  </a:cubicBezTo>
                  <a:cubicBezTo>
                    <a:pt x="26" y="107"/>
                    <a:pt x="28" y="109"/>
                    <a:pt x="28" y="111"/>
                  </a:cubicBezTo>
                  <a:cubicBezTo>
                    <a:pt x="33" y="138"/>
                    <a:pt x="33" y="138"/>
                    <a:pt x="33" y="138"/>
                  </a:cubicBezTo>
                  <a:cubicBezTo>
                    <a:pt x="33" y="140"/>
                    <a:pt x="32" y="142"/>
                    <a:pt x="30" y="142"/>
                  </a:cubicBezTo>
                  <a:cubicBezTo>
                    <a:pt x="30" y="142"/>
                    <a:pt x="29" y="142"/>
                    <a:pt x="29" y="142"/>
                  </a:cubicBezTo>
                  <a:close/>
                  <a:moveTo>
                    <a:pt x="19" y="89"/>
                  </a:moveTo>
                  <a:cubicBezTo>
                    <a:pt x="17" y="89"/>
                    <a:pt x="16" y="88"/>
                    <a:pt x="15" y="86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0" y="57"/>
                    <a:pt x="12" y="55"/>
                    <a:pt x="14" y="54"/>
                  </a:cubicBezTo>
                  <a:cubicBezTo>
                    <a:pt x="16" y="54"/>
                    <a:pt x="18" y="55"/>
                    <a:pt x="18" y="57"/>
                  </a:cubicBezTo>
                  <a:cubicBezTo>
                    <a:pt x="23" y="84"/>
                    <a:pt x="23" y="84"/>
                    <a:pt x="23" y="84"/>
                  </a:cubicBezTo>
                  <a:cubicBezTo>
                    <a:pt x="24" y="86"/>
                    <a:pt x="22" y="88"/>
                    <a:pt x="20" y="89"/>
                  </a:cubicBezTo>
                  <a:cubicBezTo>
                    <a:pt x="20" y="89"/>
                    <a:pt x="20" y="89"/>
                    <a:pt x="19" y="89"/>
                  </a:cubicBezTo>
                  <a:close/>
                  <a:moveTo>
                    <a:pt x="9" y="35"/>
                  </a:moveTo>
                  <a:cubicBezTo>
                    <a:pt x="8" y="35"/>
                    <a:pt x="6" y="34"/>
                    <a:pt x="6" y="32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4" y="33"/>
                    <a:pt x="12" y="35"/>
                    <a:pt x="10" y="35"/>
                  </a:cubicBezTo>
                  <a:cubicBezTo>
                    <a:pt x="10" y="35"/>
                    <a:pt x="10" y="35"/>
                    <a:pt x="9" y="35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任意多边形: 形状 17" descr="eb89f530-a133-43af-89c4-33d1dc5fe5df"/>
            <p:cNvSpPr/>
            <p:nvPr/>
          </p:nvSpPr>
          <p:spPr bwMode="auto">
            <a:xfrm flipH="1">
              <a:off x="5929312" y="4754563"/>
              <a:ext cx="38100" cy="41275"/>
            </a:xfrm>
            <a:custGeom>
              <a:avLst/>
              <a:gdLst>
                <a:gd name="T0" fmla="*/ 7 w 20"/>
                <a:gd name="T1" fmla="*/ 22 h 22"/>
                <a:gd name="T2" fmla="*/ 3 w 20"/>
                <a:gd name="T3" fmla="*/ 19 h 22"/>
                <a:gd name="T4" fmla="*/ 0 w 20"/>
                <a:gd name="T5" fmla="*/ 5 h 22"/>
                <a:gd name="T6" fmla="*/ 2 w 20"/>
                <a:gd name="T7" fmla="*/ 1 h 22"/>
                <a:gd name="T8" fmla="*/ 6 w 20"/>
                <a:gd name="T9" fmla="*/ 1 h 22"/>
                <a:gd name="T10" fmla="*/ 18 w 20"/>
                <a:gd name="T11" fmla="*/ 7 h 22"/>
                <a:gd name="T12" fmla="*/ 19 w 20"/>
                <a:gd name="T13" fmla="*/ 13 h 22"/>
                <a:gd name="T14" fmla="*/ 14 w 20"/>
                <a:gd name="T15" fmla="*/ 14 h 22"/>
                <a:gd name="T16" fmla="*/ 10 w 20"/>
                <a:gd name="T17" fmla="*/ 12 h 22"/>
                <a:gd name="T18" fmla="*/ 10 w 20"/>
                <a:gd name="T19" fmla="*/ 17 h 22"/>
                <a:gd name="T20" fmla="*/ 7 w 20"/>
                <a:gd name="T21" fmla="*/ 22 h 22"/>
                <a:gd name="T22" fmla="*/ 7 w 20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" h="22">
                  <a:moveTo>
                    <a:pt x="7" y="22"/>
                  </a:moveTo>
                  <a:cubicBezTo>
                    <a:pt x="5" y="22"/>
                    <a:pt x="3" y="20"/>
                    <a:pt x="3" y="1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0"/>
                    <a:pt x="6" y="1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20" y="8"/>
                    <a:pt x="20" y="11"/>
                    <a:pt x="19" y="13"/>
                  </a:cubicBezTo>
                  <a:cubicBezTo>
                    <a:pt x="18" y="15"/>
                    <a:pt x="16" y="15"/>
                    <a:pt x="14" y="1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19"/>
                    <a:pt x="9" y="21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任意多边形: 形状 18" descr="fad61ca0-0548-4cce-9934-9afafd4f3c81"/>
            <p:cNvSpPr>
              <a:spLocks noEditPoints="1"/>
            </p:cNvSpPr>
            <p:nvPr/>
          </p:nvSpPr>
          <p:spPr bwMode="auto">
            <a:xfrm flipH="1">
              <a:off x="4556124" y="4789488"/>
              <a:ext cx="1344613" cy="617538"/>
            </a:xfrm>
            <a:custGeom>
              <a:avLst/>
              <a:gdLst>
                <a:gd name="T0" fmla="*/ 701 w 707"/>
                <a:gd name="T1" fmla="*/ 325 h 325"/>
                <a:gd name="T2" fmla="*/ 674 w 707"/>
                <a:gd name="T3" fmla="*/ 311 h 325"/>
                <a:gd name="T4" fmla="*/ 704 w 707"/>
                <a:gd name="T5" fmla="*/ 317 h 325"/>
                <a:gd name="T6" fmla="*/ 702 w 707"/>
                <a:gd name="T7" fmla="*/ 325 h 325"/>
                <a:gd name="T8" fmla="*/ 651 w 707"/>
                <a:gd name="T9" fmla="*/ 307 h 325"/>
                <a:gd name="T10" fmla="*/ 624 w 707"/>
                <a:gd name="T11" fmla="*/ 294 h 325"/>
                <a:gd name="T12" fmla="*/ 654 w 707"/>
                <a:gd name="T13" fmla="*/ 300 h 325"/>
                <a:gd name="T14" fmla="*/ 652 w 707"/>
                <a:gd name="T15" fmla="*/ 308 h 325"/>
                <a:gd name="T16" fmla="*/ 601 w 707"/>
                <a:gd name="T17" fmla="*/ 290 h 325"/>
                <a:gd name="T18" fmla="*/ 574 w 707"/>
                <a:gd name="T19" fmla="*/ 276 h 325"/>
                <a:gd name="T20" fmla="*/ 604 w 707"/>
                <a:gd name="T21" fmla="*/ 282 h 325"/>
                <a:gd name="T22" fmla="*/ 602 w 707"/>
                <a:gd name="T23" fmla="*/ 290 h 325"/>
                <a:gd name="T24" fmla="*/ 551 w 707"/>
                <a:gd name="T25" fmla="*/ 272 h 325"/>
                <a:gd name="T26" fmla="*/ 524 w 707"/>
                <a:gd name="T27" fmla="*/ 258 h 325"/>
                <a:gd name="T28" fmla="*/ 554 w 707"/>
                <a:gd name="T29" fmla="*/ 265 h 325"/>
                <a:gd name="T30" fmla="*/ 553 w 707"/>
                <a:gd name="T31" fmla="*/ 272 h 325"/>
                <a:gd name="T32" fmla="*/ 501 w 707"/>
                <a:gd name="T33" fmla="*/ 255 h 325"/>
                <a:gd name="T34" fmla="*/ 474 w 707"/>
                <a:gd name="T35" fmla="*/ 241 h 325"/>
                <a:gd name="T36" fmla="*/ 504 w 707"/>
                <a:gd name="T37" fmla="*/ 247 h 325"/>
                <a:gd name="T38" fmla="*/ 503 w 707"/>
                <a:gd name="T39" fmla="*/ 255 h 325"/>
                <a:gd name="T40" fmla="*/ 451 w 707"/>
                <a:gd name="T41" fmla="*/ 237 h 325"/>
                <a:gd name="T42" fmla="*/ 424 w 707"/>
                <a:gd name="T43" fmla="*/ 223 h 325"/>
                <a:gd name="T44" fmla="*/ 454 w 707"/>
                <a:gd name="T45" fmla="*/ 229 h 325"/>
                <a:gd name="T46" fmla="*/ 453 w 707"/>
                <a:gd name="T47" fmla="*/ 237 h 325"/>
                <a:gd name="T48" fmla="*/ 401 w 707"/>
                <a:gd name="T49" fmla="*/ 219 h 325"/>
                <a:gd name="T50" fmla="*/ 374 w 707"/>
                <a:gd name="T51" fmla="*/ 205 h 325"/>
                <a:gd name="T52" fmla="*/ 404 w 707"/>
                <a:gd name="T53" fmla="*/ 212 h 325"/>
                <a:gd name="T54" fmla="*/ 403 w 707"/>
                <a:gd name="T55" fmla="*/ 219 h 325"/>
                <a:gd name="T56" fmla="*/ 352 w 707"/>
                <a:gd name="T57" fmla="*/ 202 h 325"/>
                <a:gd name="T58" fmla="*/ 341 w 707"/>
                <a:gd name="T59" fmla="*/ 198 h 325"/>
                <a:gd name="T60" fmla="*/ 325 w 707"/>
                <a:gd name="T61" fmla="*/ 184 h 325"/>
                <a:gd name="T62" fmla="*/ 345 w 707"/>
                <a:gd name="T63" fmla="*/ 191 h 325"/>
                <a:gd name="T64" fmla="*/ 357 w 707"/>
                <a:gd name="T65" fmla="*/ 199 h 325"/>
                <a:gd name="T66" fmla="*/ 306 w 707"/>
                <a:gd name="T67" fmla="*/ 177 h 325"/>
                <a:gd name="T68" fmla="*/ 281 w 707"/>
                <a:gd name="T69" fmla="*/ 164 h 325"/>
                <a:gd name="T70" fmla="*/ 284 w 707"/>
                <a:gd name="T71" fmla="*/ 157 h 325"/>
                <a:gd name="T72" fmla="*/ 309 w 707"/>
                <a:gd name="T73" fmla="*/ 175 h 325"/>
                <a:gd name="T74" fmla="*/ 259 w 707"/>
                <a:gd name="T75" fmla="*/ 152 h 325"/>
                <a:gd name="T76" fmla="*/ 234 w 707"/>
                <a:gd name="T77" fmla="*/ 138 h 325"/>
                <a:gd name="T78" fmla="*/ 238 w 707"/>
                <a:gd name="T79" fmla="*/ 131 h 325"/>
                <a:gd name="T80" fmla="*/ 263 w 707"/>
                <a:gd name="T81" fmla="*/ 149 h 325"/>
                <a:gd name="T82" fmla="*/ 213 w 707"/>
                <a:gd name="T83" fmla="*/ 126 h 325"/>
                <a:gd name="T84" fmla="*/ 188 w 707"/>
                <a:gd name="T85" fmla="*/ 112 h 325"/>
                <a:gd name="T86" fmla="*/ 192 w 707"/>
                <a:gd name="T87" fmla="*/ 105 h 325"/>
                <a:gd name="T88" fmla="*/ 216 w 707"/>
                <a:gd name="T89" fmla="*/ 123 h 325"/>
                <a:gd name="T90" fmla="*/ 166 w 707"/>
                <a:gd name="T91" fmla="*/ 100 h 325"/>
                <a:gd name="T92" fmla="*/ 141 w 707"/>
                <a:gd name="T93" fmla="*/ 86 h 325"/>
                <a:gd name="T94" fmla="*/ 145 w 707"/>
                <a:gd name="T95" fmla="*/ 79 h 325"/>
                <a:gd name="T96" fmla="*/ 170 w 707"/>
                <a:gd name="T97" fmla="*/ 98 h 325"/>
                <a:gd name="T98" fmla="*/ 120 w 707"/>
                <a:gd name="T99" fmla="*/ 74 h 325"/>
                <a:gd name="T100" fmla="*/ 95 w 707"/>
                <a:gd name="T101" fmla="*/ 60 h 325"/>
                <a:gd name="T102" fmla="*/ 99 w 707"/>
                <a:gd name="T103" fmla="*/ 53 h 325"/>
                <a:gd name="T104" fmla="*/ 124 w 707"/>
                <a:gd name="T105" fmla="*/ 72 h 325"/>
                <a:gd name="T106" fmla="*/ 74 w 707"/>
                <a:gd name="T107" fmla="*/ 48 h 325"/>
                <a:gd name="T108" fmla="*/ 49 w 707"/>
                <a:gd name="T109" fmla="*/ 34 h 325"/>
                <a:gd name="T110" fmla="*/ 52 w 707"/>
                <a:gd name="T111" fmla="*/ 27 h 325"/>
                <a:gd name="T112" fmla="*/ 77 w 707"/>
                <a:gd name="T113" fmla="*/ 46 h 325"/>
                <a:gd name="T114" fmla="*/ 27 w 707"/>
                <a:gd name="T115" fmla="*/ 22 h 325"/>
                <a:gd name="T116" fmla="*/ 2 w 707"/>
                <a:gd name="T117" fmla="*/ 8 h 325"/>
                <a:gd name="T118" fmla="*/ 6 w 707"/>
                <a:gd name="T119" fmla="*/ 1 h 325"/>
                <a:gd name="T120" fmla="*/ 31 w 707"/>
                <a:gd name="T121" fmla="*/ 20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07" h="325">
                  <a:moveTo>
                    <a:pt x="702" y="325"/>
                  </a:moveTo>
                  <a:cubicBezTo>
                    <a:pt x="702" y="325"/>
                    <a:pt x="701" y="325"/>
                    <a:pt x="701" y="325"/>
                  </a:cubicBezTo>
                  <a:cubicBezTo>
                    <a:pt x="676" y="316"/>
                    <a:pt x="676" y="316"/>
                    <a:pt x="676" y="316"/>
                  </a:cubicBezTo>
                  <a:cubicBezTo>
                    <a:pt x="674" y="316"/>
                    <a:pt x="673" y="313"/>
                    <a:pt x="674" y="311"/>
                  </a:cubicBezTo>
                  <a:cubicBezTo>
                    <a:pt x="674" y="309"/>
                    <a:pt x="677" y="308"/>
                    <a:pt x="679" y="309"/>
                  </a:cubicBezTo>
                  <a:cubicBezTo>
                    <a:pt x="704" y="317"/>
                    <a:pt x="704" y="317"/>
                    <a:pt x="704" y="317"/>
                  </a:cubicBezTo>
                  <a:cubicBezTo>
                    <a:pt x="706" y="318"/>
                    <a:pt x="707" y="320"/>
                    <a:pt x="706" y="323"/>
                  </a:cubicBezTo>
                  <a:cubicBezTo>
                    <a:pt x="705" y="324"/>
                    <a:pt x="704" y="325"/>
                    <a:pt x="702" y="325"/>
                  </a:cubicBezTo>
                  <a:close/>
                  <a:moveTo>
                    <a:pt x="652" y="308"/>
                  </a:moveTo>
                  <a:cubicBezTo>
                    <a:pt x="652" y="308"/>
                    <a:pt x="652" y="308"/>
                    <a:pt x="651" y="307"/>
                  </a:cubicBezTo>
                  <a:cubicBezTo>
                    <a:pt x="626" y="299"/>
                    <a:pt x="626" y="299"/>
                    <a:pt x="626" y="299"/>
                  </a:cubicBezTo>
                  <a:cubicBezTo>
                    <a:pt x="624" y="298"/>
                    <a:pt x="623" y="296"/>
                    <a:pt x="624" y="294"/>
                  </a:cubicBezTo>
                  <a:cubicBezTo>
                    <a:pt x="624" y="291"/>
                    <a:pt x="627" y="290"/>
                    <a:pt x="629" y="291"/>
                  </a:cubicBezTo>
                  <a:cubicBezTo>
                    <a:pt x="654" y="300"/>
                    <a:pt x="654" y="300"/>
                    <a:pt x="654" y="300"/>
                  </a:cubicBezTo>
                  <a:cubicBezTo>
                    <a:pt x="656" y="301"/>
                    <a:pt x="657" y="303"/>
                    <a:pt x="656" y="305"/>
                  </a:cubicBezTo>
                  <a:cubicBezTo>
                    <a:pt x="656" y="307"/>
                    <a:pt x="654" y="308"/>
                    <a:pt x="652" y="308"/>
                  </a:cubicBezTo>
                  <a:close/>
                  <a:moveTo>
                    <a:pt x="602" y="290"/>
                  </a:moveTo>
                  <a:cubicBezTo>
                    <a:pt x="602" y="290"/>
                    <a:pt x="602" y="290"/>
                    <a:pt x="601" y="290"/>
                  </a:cubicBezTo>
                  <a:cubicBezTo>
                    <a:pt x="576" y="281"/>
                    <a:pt x="576" y="281"/>
                    <a:pt x="576" y="281"/>
                  </a:cubicBezTo>
                  <a:cubicBezTo>
                    <a:pt x="574" y="280"/>
                    <a:pt x="573" y="278"/>
                    <a:pt x="574" y="276"/>
                  </a:cubicBezTo>
                  <a:cubicBezTo>
                    <a:pt x="574" y="274"/>
                    <a:pt x="577" y="273"/>
                    <a:pt x="579" y="273"/>
                  </a:cubicBezTo>
                  <a:cubicBezTo>
                    <a:pt x="604" y="282"/>
                    <a:pt x="604" y="282"/>
                    <a:pt x="604" y="282"/>
                  </a:cubicBezTo>
                  <a:cubicBezTo>
                    <a:pt x="606" y="283"/>
                    <a:pt x="607" y="285"/>
                    <a:pt x="606" y="287"/>
                  </a:cubicBezTo>
                  <a:cubicBezTo>
                    <a:pt x="606" y="289"/>
                    <a:pt x="604" y="290"/>
                    <a:pt x="602" y="290"/>
                  </a:cubicBezTo>
                  <a:close/>
                  <a:moveTo>
                    <a:pt x="553" y="272"/>
                  </a:moveTo>
                  <a:cubicBezTo>
                    <a:pt x="552" y="272"/>
                    <a:pt x="552" y="272"/>
                    <a:pt x="551" y="272"/>
                  </a:cubicBezTo>
                  <a:cubicBezTo>
                    <a:pt x="526" y="263"/>
                    <a:pt x="526" y="263"/>
                    <a:pt x="526" y="263"/>
                  </a:cubicBezTo>
                  <a:cubicBezTo>
                    <a:pt x="524" y="263"/>
                    <a:pt x="523" y="260"/>
                    <a:pt x="524" y="258"/>
                  </a:cubicBezTo>
                  <a:cubicBezTo>
                    <a:pt x="525" y="256"/>
                    <a:pt x="527" y="255"/>
                    <a:pt x="529" y="256"/>
                  </a:cubicBezTo>
                  <a:cubicBezTo>
                    <a:pt x="554" y="265"/>
                    <a:pt x="554" y="265"/>
                    <a:pt x="554" y="265"/>
                  </a:cubicBezTo>
                  <a:cubicBezTo>
                    <a:pt x="556" y="265"/>
                    <a:pt x="557" y="268"/>
                    <a:pt x="556" y="270"/>
                  </a:cubicBezTo>
                  <a:cubicBezTo>
                    <a:pt x="556" y="271"/>
                    <a:pt x="554" y="272"/>
                    <a:pt x="553" y="272"/>
                  </a:cubicBezTo>
                  <a:close/>
                  <a:moveTo>
                    <a:pt x="503" y="255"/>
                  </a:moveTo>
                  <a:cubicBezTo>
                    <a:pt x="502" y="255"/>
                    <a:pt x="502" y="255"/>
                    <a:pt x="501" y="255"/>
                  </a:cubicBezTo>
                  <a:cubicBezTo>
                    <a:pt x="476" y="246"/>
                    <a:pt x="476" y="246"/>
                    <a:pt x="476" y="246"/>
                  </a:cubicBezTo>
                  <a:cubicBezTo>
                    <a:pt x="474" y="245"/>
                    <a:pt x="473" y="243"/>
                    <a:pt x="474" y="241"/>
                  </a:cubicBezTo>
                  <a:cubicBezTo>
                    <a:pt x="475" y="238"/>
                    <a:pt x="477" y="237"/>
                    <a:pt x="479" y="238"/>
                  </a:cubicBezTo>
                  <a:cubicBezTo>
                    <a:pt x="504" y="247"/>
                    <a:pt x="504" y="247"/>
                    <a:pt x="504" y="247"/>
                  </a:cubicBezTo>
                  <a:cubicBezTo>
                    <a:pt x="506" y="248"/>
                    <a:pt x="507" y="250"/>
                    <a:pt x="506" y="252"/>
                  </a:cubicBezTo>
                  <a:cubicBezTo>
                    <a:pt x="506" y="254"/>
                    <a:pt x="504" y="255"/>
                    <a:pt x="503" y="255"/>
                  </a:cubicBezTo>
                  <a:close/>
                  <a:moveTo>
                    <a:pt x="453" y="237"/>
                  </a:moveTo>
                  <a:cubicBezTo>
                    <a:pt x="452" y="237"/>
                    <a:pt x="452" y="237"/>
                    <a:pt x="451" y="237"/>
                  </a:cubicBezTo>
                  <a:cubicBezTo>
                    <a:pt x="426" y="228"/>
                    <a:pt x="426" y="228"/>
                    <a:pt x="426" y="228"/>
                  </a:cubicBezTo>
                  <a:cubicBezTo>
                    <a:pt x="424" y="227"/>
                    <a:pt x="423" y="225"/>
                    <a:pt x="424" y="223"/>
                  </a:cubicBezTo>
                  <a:cubicBezTo>
                    <a:pt x="425" y="221"/>
                    <a:pt x="427" y="220"/>
                    <a:pt x="429" y="220"/>
                  </a:cubicBezTo>
                  <a:cubicBezTo>
                    <a:pt x="454" y="229"/>
                    <a:pt x="454" y="229"/>
                    <a:pt x="454" y="229"/>
                  </a:cubicBezTo>
                  <a:cubicBezTo>
                    <a:pt x="456" y="230"/>
                    <a:pt x="457" y="232"/>
                    <a:pt x="456" y="234"/>
                  </a:cubicBezTo>
                  <a:cubicBezTo>
                    <a:pt x="456" y="236"/>
                    <a:pt x="454" y="237"/>
                    <a:pt x="453" y="237"/>
                  </a:cubicBezTo>
                  <a:close/>
                  <a:moveTo>
                    <a:pt x="403" y="219"/>
                  </a:moveTo>
                  <a:cubicBezTo>
                    <a:pt x="402" y="219"/>
                    <a:pt x="402" y="219"/>
                    <a:pt x="401" y="219"/>
                  </a:cubicBezTo>
                  <a:cubicBezTo>
                    <a:pt x="377" y="210"/>
                    <a:pt x="377" y="210"/>
                    <a:pt x="377" y="210"/>
                  </a:cubicBezTo>
                  <a:cubicBezTo>
                    <a:pt x="374" y="210"/>
                    <a:pt x="373" y="207"/>
                    <a:pt x="374" y="205"/>
                  </a:cubicBezTo>
                  <a:cubicBezTo>
                    <a:pt x="375" y="203"/>
                    <a:pt x="377" y="202"/>
                    <a:pt x="379" y="203"/>
                  </a:cubicBezTo>
                  <a:cubicBezTo>
                    <a:pt x="404" y="212"/>
                    <a:pt x="404" y="212"/>
                    <a:pt x="404" y="212"/>
                  </a:cubicBezTo>
                  <a:cubicBezTo>
                    <a:pt x="406" y="212"/>
                    <a:pt x="407" y="215"/>
                    <a:pt x="406" y="217"/>
                  </a:cubicBezTo>
                  <a:cubicBezTo>
                    <a:pt x="406" y="218"/>
                    <a:pt x="404" y="219"/>
                    <a:pt x="403" y="219"/>
                  </a:cubicBezTo>
                  <a:close/>
                  <a:moveTo>
                    <a:pt x="353" y="202"/>
                  </a:moveTo>
                  <a:cubicBezTo>
                    <a:pt x="352" y="202"/>
                    <a:pt x="352" y="202"/>
                    <a:pt x="352" y="202"/>
                  </a:cubicBezTo>
                  <a:cubicBezTo>
                    <a:pt x="342" y="198"/>
                    <a:pt x="342" y="198"/>
                    <a:pt x="342" y="198"/>
                  </a:cubicBezTo>
                  <a:cubicBezTo>
                    <a:pt x="342" y="198"/>
                    <a:pt x="342" y="198"/>
                    <a:pt x="341" y="198"/>
                  </a:cubicBezTo>
                  <a:cubicBezTo>
                    <a:pt x="327" y="190"/>
                    <a:pt x="327" y="190"/>
                    <a:pt x="327" y="190"/>
                  </a:cubicBezTo>
                  <a:cubicBezTo>
                    <a:pt x="325" y="189"/>
                    <a:pt x="324" y="186"/>
                    <a:pt x="325" y="184"/>
                  </a:cubicBezTo>
                  <a:cubicBezTo>
                    <a:pt x="327" y="182"/>
                    <a:pt x="329" y="182"/>
                    <a:pt x="331" y="183"/>
                  </a:cubicBezTo>
                  <a:cubicBezTo>
                    <a:pt x="345" y="191"/>
                    <a:pt x="345" y="191"/>
                    <a:pt x="345" y="191"/>
                  </a:cubicBezTo>
                  <a:cubicBezTo>
                    <a:pt x="354" y="194"/>
                    <a:pt x="354" y="194"/>
                    <a:pt x="354" y="194"/>
                  </a:cubicBezTo>
                  <a:cubicBezTo>
                    <a:pt x="356" y="195"/>
                    <a:pt x="357" y="197"/>
                    <a:pt x="357" y="199"/>
                  </a:cubicBezTo>
                  <a:cubicBezTo>
                    <a:pt x="356" y="201"/>
                    <a:pt x="354" y="202"/>
                    <a:pt x="353" y="202"/>
                  </a:cubicBezTo>
                  <a:close/>
                  <a:moveTo>
                    <a:pt x="306" y="177"/>
                  </a:moveTo>
                  <a:cubicBezTo>
                    <a:pt x="305" y="177"/>
                    <a:pt x="304" y="177"/>
                    <a:pt x="304" y="177"/>
                  </a:cubicBezTo>
                  <a:cubicBezTo>
                    <a:pt x="281" y="164"/>
                    <a:pt x="281" y="164"/>
                    <a:pt x="281" y="164"/>
                  </a:cubicBezTo>
                  <a:cubicBezTo>
                    <a:pt x="279" y="163"/>
                    <a:pt x="278" y="160"/>
                    <a:pt x="279" y="159"/>
                  </a:cubicBezTo>
                  <a:cubicBezTo>
                    <a:pt x="280" y="157"/>
                    <a:pt x="282" y="156"/>
                    <a:pt x="284" y="157"/>
                  </a:cubicBezTo>
                  <a:cubicBezTo>
                    <a:pt x="308" y="170"/>
                    <a:pt x="308" y="170"/>
                    <a:pt x="308" y="170"/>
                  </a:cubicBezTo>
                  <a:cubicBezTo>
                    <a:pt x="310" y="171"/>
                    <a:pt x="310" y="173"/>
                    <a:pt x="309" y="175"/>
                  </a:cubicBezTo>
                  <a:cubicBezTo>
                    <a:pt x="308" y="177"/>
                    <a:pt x="307" y="177"/>
                    <a:pt x="306" y="177"/>
                  </a:cubicBezTo>
                  <a:close/>
                  <a:moveTo>
                    <a:pt x="259" y="152"/>
                  </a:moveTo>
                  <a:cubicBezTo>
                    <a:pt x="259" y="152"/>
                    <a:pt x="258" y="151"/>
                    <a:pt x="257" y="151"/>
                  </a:cubicBezTo>
                  <a:cubicBezTo>
                    <a:pt x="234" y="138"/>
                    <a:pt x="234" y="138"/>
                    <a:pt x="234" y="138"/>
                  </a:cubicBezTo>
                  <a:cubicBezTo>
                    <a:pt x="232" y="137"/>
                    <a:pt x="232" y="135"/>
                    <a:pt x="233" y="133"/>
                  </a:cubicBezTo>
                  <a:cubicBezTo>
                    <a:pt x="234" y="131"/>
                    <a:pt x="236" y="130"/>
                    <a:pt x="238" y="131"/>
                  </a:cubicBezTo>
                  <a:cubicBezTo>
                    <a:pt x="261" y="144"/>
                    <a:pt x="261" y="144"/>
                    <a:pt x="261" y="144"/>
                  </a:cubicBezTo>
                  <a:cubicBezTo>
                    <a:pt x="263" y="145"/>
                    <a:pt x="264" y="147"/>
                    <a:pt x="263" y="149"/>
                  </a:cubicBezTo>
                  <a:cubicBezTo>
                    <a:pt x="262" y="151"/>
                    <a:pt x="261" y="152"/>
                    <a:pt x="259" y="152"/>
                  </a:cubicBezTo>
                  <a:close/>
                  <a:moveTo>
                    <a:pt x="213" y="126"/>
                  </a:moveTo>
                  <a:cubicBezTo>
                    <a:pt x="212" y="126"/>
                    <a:pt x="212" y="125"/>
                    <a:pt x="211" y="125"/>
                  </a:cubicBezTo>
                  <a:cubicBezTo>
                    <a:pt x="188" y="112"/>
                    <a:pt x="188" y="112"/>
                    <a:pt x="188" y="112"/>
                  </a:cubicBezTo>
                  <a:cubicBezTo>
                    <a:pt x="186" y="111"/>
                    <a:pt x="185" y="109"/>
                    <a:pt x="186" y="107"/>
                  </a:cubicBezTo>
                  <a:cubicBezTo>
                    <a:pt x="187" y="105"/>
                    <a:pt x="190" y="104"/>
                    <a:pt x="192" y="105"/>
                  </a:cubicBezTo>
                  <a:cubicBezTo>
                    <a:pt x="215" y="118"/>
                    <a:pt x="215" y="118"/>
                    <a:pt x="215" y="118"/>
                  </a:cubicBezTo>
                  <a:cubicBezTo>
                    <a:pt x="217" y="119"/>
                    <a:pt x="217" y="121"/>
                    <a:pt x="216" y="123"/>
                  </a:cubicBezTo>
                  <a:cubicBezTo>
                    <a:pt x="216" y="125"/>
                    <a:pt x="214" y="126"/>
                    <a:pt x="213" y="126"/>
                  </a:cubicBezTo>
                  <a:close/>
                  <a:moveTo>
                    <a:pt x="166" y="100"/>
                  </a:moveTo>
                  <a:cubicBezTo>
                    <a:pt x="166" y="100"/>
                    <a:pt x="165" y="99"/>
                    <a:pt x="165" y="99"/>
                  </a:cubicBezTo>
                  <a:cubicBezTo>
                    <a:pt x="141" y="86"/>
                    <a:pt x="141" y="86"/>
                    <a:pt x="141" y="86"/>
                  </a:cubicBezTo>
                  <a:cubicBezTo>
                    <a:pt x="140" y="85"/>
                    <a:pt x="139" y="83"/>
                    <a:pt x="140" y="81"/>
                  </a:cubicBezTo>
                  <a:cubicBezTo>
                    <a:pt x="141" y="79"/>
                    <a:pt x="143" y="78"/>
                    <a:pt x="145" y="79"/>
                  </a:cubicBezTo>
                  <a:cubicBezTo>
                    <a:pt x="168" y="92"/>
                    <a:pt x="168" y="92"/>
                    <a:pt x="168" y="92"/>
                  </a:cubicBezTo>
                  <a:cubicBezTo>
                    <a:pt x="170" y="93"/>
                    <a:pt x="171" y="96"/>
                    <a:pt x="170" y="98"/>
                  </a:cubicBezTo>
                  <a:cubicBezTo>
                    <a:pt x="169" y="99"/>
                    <a:pt x="168" y="100"/>
                    <a:pt x="166" y="100"/>
                  </a:cubicBezTo>
                  <a:close/>
                  <a:moveTo>
                    <a:pt x="120" y="74"/>
                  </a:moveTo>
                  <a:cubicBezTo>
                    <a:pt x="119" y="74"/>
                    <a:pt x="119" y="74"/>
                    <a:pt x="118" y="73"/>
                  </a:cubicBezTo>
                  <a:cubicBezTo>
                    <a:pt x="95" y="60"/>
                    <a:pt x="95" y="60"/>
                    <a:pt x="95" y="60"/>
                  </a:cubicBezTo>
                  <a:cubicBezTo>
                    <a:pt x="93" y="59"/>
                    <a:pt x="92" y="57"/>
                    <a:pt x="93" y="55"/>
                  </a:cubicBezTo>
                  <a:cubicBezTo>
                    <a:pt x="94" y="53"/>
                    <a:pt x="97" y="52"/>
                    <a:pt x="99" y="53"/>
                  </a:cubicBezTo>
                  <a:cubicBezTo>
                    <a:pt x="122" y="66"/>
                    <a:pt x="122" y="66"/>
                    <a:pt x="122" y="66"/>
                  </a:cubicBezTo>
                  <a:cubicBezTo>
                    <a:pt x="124" y="67"/>
                    <a:pt x="125" y="70"/>
                    <a:pt x="124" y="72"/>
                  </a:cubicBezTo>
                  <a:cubicBezTo>
                    <a:pt x="123" y="73"/>
                    <a:pt x="121" y="74"/>
                    <a:pt x="120" y="74"/>
                  </a:cubicBezTo>
                  <a:close/>
                  <a:moveTo>
                    <a:pt x="74" y="48"/>
                  </a:moveTo>
                  <a:cubicBezTo>
                    <a:pt x="73" y="48"/>
                    <a:pt x="72" y="48"/>
                    <a:pt x="72" y="47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7" y="33"/>
                    <a:pt x="46" y="31"/>
                    <a:pt x="47" y="29"/>
                  </a:cubicBezTo>
                  <a:cubicBezTo>
                    <a:pt x="48" y="27"/>
                    <a:pt x="50" y="26"/>
                    <a:pt x="52" y="27"/>
                  </a:cubicBezTo>
                  <a:cubicBezTo>
                    <a:pt x="76" y="40"/>
                    <a:pt x="76" y="40"/>
                    <a:pt x="76" y="40"/>
                  </a:cubicBezTo>
                  <a:cubicBezTo>
                    <a:pt x="77" y="41"/>
                    <a:pt x="78" y="44"/>
                    <a:pt x="77" y="46"/>
                  </a:cubicBezTo>
                  <a:cubicBezTo>
                    <a:pt x="76" y="47"/>
                    <a:pt x="75" y="48"/>
                    <a:pt x="74" y="48"/>
                  </a:cubicBezTo>
                  <a:close/>
                  <a:moveTo>
                    <a:pt x="27" y="22"/>
                  </a:moveTo>
                  <a:cubicBezTo>
                    <a:pt x="27" y="22"/>
                    <a:pt x="26" y="22"/>
                    <a:pt x="25" y="21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1" y="15"/>
                    <a:pt x="32" y="18"/>
                    <a:pt x="31" y="20"/>
                  </a:cubicBezTo>
                  <a:cubicBezTo>
                    <a:pt x="30" y="21"/>
                    <a:pt x="29" y="22"/>
                    <a:pt x="27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任意多边形: 形状 19" descr="f377cd18-4e96-4272-843e-91d49976cdc7"/>
            <p:cNvSpPr/>
            <p:nvPr/>
          </p:nvSpPr>
          <p:spPr bwMode="auto">
            <a:xfrm flipH="1">
              <a:off x="4486274" y="5408613"/>
              <a:ext cx="39688" cy="41275"/>
            </a:xfrm>
            <a:custGeom>
              <a:avLst/>
              <a:gdLst>
                <a:gd name="T0" fmla="*/ 8 w 21"/>
                <a:gd name="T1" fmla="*/ 22 h 22"/>
                <a:gd name="T2" fmla="*/ 5 w 21"/>
                <a:gd name="T3" fmla="*/ 21 h 22"/>
                <a:gd name="T4" fmla="*/ 5 w 21"/>
                <a:gd name="T5" fmla="*/ 16 h 22"/>
                <a:gd name="T6" fmla="*/ 10 w 21"/>
                <a:gd name="T7" fmla="*/ 10 h 22"/>
                <a:gd name="T8" fmla="*/ 3 w 21"/>
                <a:gd name="T9" fmla="*/ 8 h 22"/>
                <a:gd name="T10" fmla="*/ 1 w 21"/>
                <a:gd name="T11" fmla="*/ 3 h 22"/>
                <a:gd name="T12" fmla="*/ 6 w 21"/>
                <a:gd name="T13" fmla="*/ 0 h 22"/>
                <a:gd name="T14" fmla="*/ 18 w 21"/>
                <a:gd name="T15" fmla="*/ 5 h 22"/>
                <a:gd name="T16" fmla="*/ 21 w 21"/>
                <a:gd name="T17" fmla="*/ 8 h 22"/>
                <a:gd name="T18" fmla="*/ 20 w 21"/>
                <a:gd name="T19" fmla="*/ 11 h 22"/>
                <a:gd name="T20" fmla="*/ 10 w 21"/>
                <a:gd name="T21" fmla="*/ 21 h 22"/>
                <a:gd name="T22" fmla="*/ 8 w 21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" h="22">
                  <a:moveTo>
                    <a:pt x="8" y="22"/>
                  </a:moveTo>
                  <a:cubicBezTo>
                    <a:pt x="7" y="22"/>
                    <a:pt x="6" y="22"/>
                    <a:pt x="5" y="21"/>
                  </a:cubicBezTo>
                  <a:cubicBezTo>
                    <a:pt x="3" y="20"/>
                    <a:pt x="3" y="17"/>
                    <a:pt x="5" y="16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1" y="1"/>
                    <a:pt x="4" y="0"/>
                    <a:pt x="6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9" y="5"/>
                    <a:pt x="20" y="6"/>
                    <a:pt x="21" y="8"/>
                  </a:cubicBezTo>
                  <a:cubicBezTo>
                    <a:pt x="21" y="9"/>
                    <a:pt x="21" y="10"/>
                    <a:pt x="20" y="1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9" y="22"/>
                    <a:pt x="8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任意多边形: 形状 20" descr="95700e8b-9eee-4e7c-9194-41875a852ab3"/>
            <p:cNvSpPr>
              <a:spLocks noEditPoints="1"/>
            </p:cNvSpPr>
            <p:nvPr/>
          </p:nvSpPr>
          <p:spPr bwMode="auto">
            <a:xfrm flipH="1">
              <a:off x="4538662" y="5473700"/>
              <a:ext cx="1187450" cy="901700"/>
            </a:xfrm>
            <a:custGeom>
              <a:avLst/>
              <a:gdLst>
                <a:gd name="T0" fmla="*/ 1 w 624"/>
                <a:gd name="T1" fmla="*/ 473 h 475"/>
                <a:gd name="T2" fmla="*/ 27 w 624"/>
                <a:gd name="T3" fmla="*/ 455 h 475"/>
                <a:gd name="T4" fmla="*/ 30 w 624"/>
                <a:gd name="T5" fmla="*/ 462 h 475"/>
                <a:gd name="T6" fmla="*/ 5 w 624"/>
                <a:gd name="T7" fmla="*/ 475 h 475"/>
                <a:gd name="T8" fmla="*/ 49 w 624"/>
                <a:gd name="T9" fmla="*/ 448 h 475"/>
                <a:gd name="T10" fmla="*/ 74 w 624"/>
                <a:gd name="T11" fmla="*/ 430 h 475"/>
                <a:gd name="T12" fmla="*/ 78 w 624"/>
                <a:gd name="T13" fmla="*/ 437 h 475"/>
                <a:gd name="T14" fmla="*/ 52 w 624"/>
                <a:gd name="T15" fmla="*/ 450 h 475"/>
                <a:gd name="T16" fmla="*/ 96 w 624"/>
                <a:gd name="T17" fmla="*/ 423 h 475"/>
                <a:gd name="T18" fmla="*/ 122 w 624"/>
                <a:gd name="T19" fmla="*/ 405 h 475"/>
                <a:gd name="T20" fmla="*/ 125 w 624"/>
                <a:gd name="T21" fmla="*/ 412 h 475"/>
                <a:gd name="T22" fmla="*/ 100 w 624"/>
                <a:gd name="T23" fmla="*/ 425 h 475"/>
                <a:gd name="T24" fmla="*/ 144 w 624"/>
                <a:gd name="T25" fmla="*/ 398 h 475"/>
                <a:gd name="T26" fmla="*/ 169 w 624"/>
                <a:gd name="T27" fmla="*/ 380 h 475"/>
                <a:gd name="T28" fmla="*/ 173 w 624"/>
                <a:gd name="T29" fmla="*/ 387 h 475"/>
                <a:gd name="T30" fmla="*/ 147 w 624"/>
                <a:gd name="T31" fmla="*/ 400 h 475"/>
                <a:gd name="T32" fmla="*/ 191 w 624"/>
                <a:gd name="T33" fmla="*/ 373 h 475"/>
                <a:gd name="T34" fmla="*/ 217 w 624"/>
                <a:gd name="T35" fmla="*/ 355 h 475"/>
                <a:gd name="T36" fmla="*/ 220 w 624"/>
                <a:gd name="T37" fmla="*/ 362 h 475"/>
                <a:gd name="T38" fmla="*/ 195 w 624"/>
                <a:gd name="T39" fmla="*/ 375 h 475"/>
                <a:gd name="T40" fmla="*/ 239 w 624"/>
                <a:gd name="T41" fmla="*/ 348 h 475"/>
                <a:gd name="T42" fmla="*/ 264 w 624"/>
                <a:gd name="T43" fmla="*/ 330 h 475"/>
                <a:gd name="T44" fmla="*/ 268 w 624"/>
                <a:gd name="T45" fmla="*/ 337 h 475"/>
                <a:gd name="T46" fmla="*/ 242 w 624"/>
                <a:gd name="T47" fmla="*/ 350 h 475"/>
                <a:gd name="T48" fmla="*/ 286 w 624"/>
                <a:gd name="T49" fmla="*/ 323 h 475"/>
                <a:gd name="T50" fmla="*/ 312 w 624"/>
                <a:gd name="T51" fmla="*/ 305 h 475"/>
                <a:gd name="T52" fmla="*/ 315 w 624"/>
                <a:gd name="T53" fmla="*/ 312 h 475"/>
                <a:gd name="T54" fmla="*/ 290 w 624"/>
                <a:gd name="T55" fmla="*/ 325 h 475"/>
                <a:gd name="T56" fmla="*/ 334 w 624"/>
                <a:gd name="T57" fmla="*/ 298 h 475"/>
                <a:gd name="T58" fmla="*/ 347 w 624"/>
                <a:gd name="T59" fmla="*/ 286 h 475"/>
                <a:gd name="T60" fmla="*/ 362 w 624"/>
                <a:gd name="T61" fmla="*/ 277 h 475"/>
                <a:gd name="T62" fmla="*/ 353 w 624"/>
                <a:gd name="T63" fmla="*/ 292 h 475"/>
                <a:gd name="T64" fmla="*/ 339 w 624"/>
                <a:gd name="T65" fmla="*/ 299 h 475"/>
                <a:gd name="T66" fmla="*/ 377 w 624"/>
                <a:gd name="T67" fmla="*/ 264 h 475"/>
                <a:gd name="T68" fmla="*/ 375 w 624"/>
                <a:gd name="T69" fmla="*/ 257 h 475"/>
                <a:gd name="T70" fmla="*/ 399 w 624"/>
                <a:gd name="T71" fmla="*/ 237 h 475"/>
                <a:gd name="T72" fmla="*/ 380 w 624"/>
                <a:gd name="T73" fmla="*/ 263 h 475"/>
                <a:gd name="T74" fmla="*/ 415 w 624"/>
                <a:gd name="T75" fmla="*/ 225 h 475"/>
                <a:gd name="T76" fmla="*/ 412 w 624"/>
                <a:gd name="T77" fmla="*/ 218 h 475"/>
                <a:gd name="T78" fmla="*/ 436 w 624"/>
                <a:gd name="T79" fmla="*/ 198 h 475"/>
                <a:gd name="T80" fmla="*/ 418 w 624"/>
                <a:gd name="T81" fmla="*/ 223 h 475"/>
                <a:gd name="T82" fmla="*/ 452 w 624"/>
                <a:gd name="T83" fmla="*/ 185 h 475"/>
                <a:gd name="T84" fmla="*/ 449 w 624"/>
                <a:gd name="T85" fmla="*/ 178 h 475"/>
                <a:gd name="T86" fmla="*/ 473 w 624"/>
                <a:gd name="T87" fmla="*/ 159 h 475"/>
                <a:gd name="T88" fmla="*/ 455 w 624"/>
                <a:gd name="T89" fmla="*/ 184 h 475"/>
                <a:gd name="T90" fmla="*/ 489 w 624"/>
                <a:gd name="T91" fmla="*/ 146 h 475"/>
                <a:gd name="T92" fmla="*/ 487 w 624"/>
                <a:gd name="T93" fmla="*/ 139 h 475"/>
                <a:gd name="T94" fmla="*/ 511 w 624"/>
                <a:gd name="T95" fmla="*/ 119 h 475"/>
                <a:gd name="T96" fmla="*/ 492 w 624"/>
                <a:gd name="T97" fmla="*/ 145 h 475"/>
                <a:gd name="T98" fmla="*/ 527 w 624"/>
                <a:gd name="T99" fmla="*/ 107 h 475"/>
                <a:gd name="T100" fmla="*/ 524 w 624"/>
                <a:gd name="T101" fmla="*/ 100 h 475"/>
                <a:gd name="T102" fmla="*/ 548 w 624"/>
                <a:gd name="T103" fmla="*/ 80 h 475"/>
                <a:gd name="T104" fmla="*/ 529 w 624"/>
                <a:gd name="T105" fmla="*/ 105 h 475"/>
                <a:gd name="T106" fmla="*/ 564 w 624"/>
                <a:gd name="T107" fmla="*/ 67 h 475"/>
                <a:gd name="T108" fmla="*/ 561 w 624"/>
                <a:gd name="T109" fmla="*/ 60 h 475"/>
                <a:gd name="T110" fmla="*/ 585 w 624"/>
                <a:gd name="T111" fmla="*/ 41 h 475"/>
                <a:gd name="T112" fmla="*/ 567 w 624"/>
                <a:gd name="T113" fmla="*/ 66 h 475"/>
                <a:gd name="T114" fmla="*/ 601 w 624"/>
                <a:gd name="T115" fmla="*/ 28 h 475"/>
                <a:gd name="T116" fmla="*/ 598 w 624"/>
                <a:gd name="T117" fmla="*/ 21 h 475"/>
                <a:gd name="T118" fmla="*/ 623 w 624"/>
                <a:gd name="T119" fmla="*/ 1 h 475"/>
                <a:gd name="T120" fmla="*/ 604 w 624"/>
                <a:gd name="T121" fmla="*/ 27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24" h="475">
                  <a:moveTo>
                    <a:pt x="5" y="475"/>
                  </a:moveTo>
                  <a:cubicBezTo>
                    <a:pt x="3" y="475"/>
                    <a:pt x="2" y="474"/>
                    <a:pt x="1" y="473"/>
                  </a:cubicBezTo>
                  <a:cubicBezTo>
                    <a:pt x="0" y="471"/>
                    <a:pt x="1" y="468"/>
                    <a:pt x="3" y="467"/>
                  </a:cubicBezTo>
                  <a:cubicBezTo>
                    <a:pt x="27" y="455"/>
                    <a:pt x="27" y="455"/>
                    <a:pt x="27" y="455"/>
                  </a:cubicBezTo>
                  <a:cubicBezTo>
                    <a:pt x="29" y="454"/>
                    <a:pt x="31" y="454"/>
                    <a:pt x="32" y="456"/>
                  </a:cubicBezTo>
                  <a:cubicBezTo>
                    <a:pt x="33" y="458"/>
                    <a:pt x="32" y="461"/>
                    <a:pt x="30" y="462"/>
                  </a:cubicBezTo>
                  <a:cubicBezTo>
                    <a:pt x="7" y="474"/>
                    <a:pt x="7" y="474"/>
                    <a:pt x="7" y="474"/>
                  </a:cubicBezTo>
                  <a:cubicBezTo>
                    <a:pt x="6" y="475"/>
                    <a:pt x="5" y="475"/>
                    <a:pt x="5" y="475"/>
                  </a:cubicBezTo>
                  <a:close/>
                  <a:moveTo>
                    <a:pt x="52" y="450"/>
                  </a:moveTo>
                  <a:cubicBezTo>
                    <a:pt x="51" y="450"/>
                    <a:pt x="50" y="449"/>
                    <a:pt x="49" y="448"/>
                  </a:cubicBezTo>
                  <a:cubicBezTo>
                    <a:pt x="48" y="446"/>
                    <a:pt x="49" y="443"/>
                    <a:pt x="51" y="442"/>
                  </a:cubicBezTo>
                  <a:cubicBezTo>
                    <a:pt x="74" y="430"/>
                    <a:pt x="74" y="430"/>
                    <a:pt x="74" y="430"/>
                  </a:cubicBezTo>
                  <a:cubicBezTo>
                    <a:pt x="76" y="429"/>
                    <a:pt x="79" y="429"/>
                    <a:pt x="80" y="431"/>
                  </a:cubicBezTo>
                  <a:cubicBezTo>
                    <a:pt x="81" y="433"/>
                    <a:pt x="80" y="436"/>
                    <a:pt x="78" y="437"/>
                  </a:cubicBezTo>
                  <a:cubicBezTo>
                    <a:pt x="54" y="449"/>
                    <a:pt x="54" y="449"/>
                    <a:pt x="54" y="449"/>
                  </a:cubicBezTo>
                  <a:cubicBezTo>
                    <a:pt x="54" y="450"/>
                    <a:pt x="53" y="450"/>
                    <a:pt x="52" y="450"/>
                  </a:cubicBezTo>
                  <a:close/>
                  <a:moveTo>
                    <a:pt x="100" y="425"/>
                  </a:moveTo>
                  <a:cubicBezTo>
                    <a:pt x="98" y="425"/>
                    <a:pt x="97" y="424"/>
                    <a:pt x="96" y="423"/>
                  </a:cubicBezTo>
                  <a:cubicBezTo>
                    <a:pt x="95" y="421"/>
                    <a:pt x="96" y="418"/>
                    <a:pt x="98" y="417"/>
                  </a:cubicBezTo>
                  <a:cubicBezTo>
                    <a:pt x="122" y="405"/>
                    <a:pt x="122" y="405"/>
                    <a:pt x="122" y="405"/>
                  </a:cubicBezTo>
                  <a:cubicBezTo>
                    <a:pt x="124" y="404"/>
                    <a:pt x="126" y="404"/>
                    <a:pt x="127" y="406"/>
                  </a:cubicBezTo>
                  <a:cubicBezTo>
                    <a:pt x="128" y="408"/>
                    <a:pt x="127" y="411"/>
                    <a:pt x="125" y="412"/>
                  </a:cubicBezTo>
                  <a:cubicBezTo>
                    <a:pt x="102" y="424"/>
                    <a:pt x="102" y="424"/>
                    <a:pt x="102" y="424"/>
                  </a:cubicBezTo>
                  <a:cubicBezTo>
                    <a:pt x="101" y="425"/>
                    <a:pt x="100" y="425"/>
                    <a:pt x="100" y="425"/>
                  </a:cubicBezTo>
                  <a:close/>
                  <a:moveTo>
                    <a:pt x="147" y="400"/>
                  </a:moveTo>
                  <a:cubicBezTo>
                    <a:pt x="146" y="400"/>
                    <a:pt x="145" y="399"/>
                    <a:pt x="144" y="398"/>
                  </a:cubicBezTo>
                  <a:cubicBezTo>
                    <a:pt x="143" y="396"/>
                    <a:pt x="144" y="393"/>
                    <a:pt x="146" y="392"/>
                  </a:cubicBezTo>
                  <a:cubicBezTo>
                    <a:pt x="169" y="380"/>
                    <a:pt x="169" y="380"/>
                    <a:pt x="169" y="380"/>
                  </a:cubicBezTo>
                  <a:cubicBezTo>
                    <a:pt x="171" y="379"/>
                    <a:pt x="174" y="379"/>
                    <a:pt x="175" y="381"/>
                  </a:cubicBezTo>
                  <a:cubicBezTo>
                    <a:pt x="176" y="383"/>
                    <a:pt x="175" y="386"/>
                    <a:pt x="173" y="387"/>
                  </a:cubicBezTo>
                  <a:cubicBezTo>
                    <a:pt x="149" y="399"/>
                    <a:pt x="149" y="399"/>
                    <a:pt x="149" y="399"/>
                  </a:cubicBezTo>
                  <a:cubicBezTo>
                    <a:pt x="149" y="400"/>
                    <a:pt x="148" y="400"/>
                    <a:pt x="147" y="400"/>
                  </a:cubicBezTo>
                  <a:close/>
                  <a:moveTo>
                    <a:pt x="195" y="375"/>
                  </a:moveTo>
                  <a:cubicBezTo>
                    <a:pt x="193" y="375"/>
                    <a:pt x="192" y="374"/>
                    <a:pt x="191" y="373"/>
                  </a:cubicBezTo>
                  <a:cubicBezTo>
                    <a:pt x="190" y="371"/>
                    <a:pt x="191" y="368"/>
                    <a:pt x="193" y="367"/>
                  </a:cubicBezTo>
                  <a:cubicBezTo>
                    <a:pt x="217" y="355"/>
                    <a:pt x="217" y="355"/>
                    <a:pt x="217" y="355"/>
                  </a:cubicBezTo>
                  <a:cubicBezTo>
                    <a:pt x="219" y="354"/>
                    <a:pt x="221" y="354"/>
                    <a:pt x="222" y="356"/>
                  </a:cubicBezTo>
                  <a:cubicBezTo>
                    <a:pt x="223" y="358"/>
                    <a:pt x="222" y="361"/>
                    <a:pt x="220" y="362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6" y="375"/>
                    <a:pt x="195" y="375"/>
                    <a:pt x="195" y="375"/>
                  </a:cubicBezTo>
                  <a:close/>
                  <a:moveTo>
                    <a:pt x="242" y="350"/>
                  </a:moveTo>
                  <a:cubicBezTo>
                    <a:pt x="241" y="350"/>
                    <a:pt x="240" y="349"/>
                    <a:pt x="239" y="348"/>
                  </a:cubicBezTo>
                  <a:cubicBezTo>
                    <a:pt x="238" y="346"/>
                    <a:pt x="239" y="343"/>
                    <a:pt x="241" y="342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6" y="329"/>
                    <a:pt x="269" y="329"/>
                    <a:pt x="270" y="331"/>
                  </a:cubicBezTo>
                  <a:cubicBezTo>
                    <a:pt x="271" y="333"/>
                    <a:pt x="270" y="336"/>
                    <a:pt x="268" y="337"/>
                  </a:cubicBezTo>
                  <a:cubicBezTo>
                    <a:pt x="244" y="349"/>
                    <a:pt x="244" y="349"/>
                    <a:pt x="244" y="349"/>
                  </a:cubicBezTo>
                  <a:cubicBezTo>
                    <a:pt x="244" y="350"/>
                    <a:pt x="243" y="350"/>
                    <a:pt x="242" y="350"/>
                  </a:cubicBezTo>
                  <a:close/>
                  <a:moveTo>
                    <a:pt x="290" y="325"/>
                  </a:moveTo>
                  <a:cubicBezTo>
                    <a:pt x="289" y="325"/>
                    <a:pt x="287" y="324"/>
                    <a:pt x="286" y="323"/>
                  </a:cubicBezTo>
                  <a:cubicBezTo>
                    <a:pt x="285" y="321"/>
                    <a:pt x="286" y="318"/>
                    <a:pt x="288" y="317"/>
                  </a:cubicBezTo>
                  <a:cubicBezTo>
                    <a:pt x="312" y="305"/>
                    <a:pt x="312" y="305"/>
                    <a:pt x="312" y="305"/>
                  </a:cubicBezTo>
                  <a:cubicBezTo>
                    <a:pt x="314" y="304"/>
                    <a:pt x="316" y="304"/>
                    <a:pt x="317" y="306"/>
                  </a:cubicBezTo>
                  <a:cubicBezTo>
                    <a:pt x="318" y="308"/>
                    <a:pt x="317" y="311"/>
                    <a:pt x="315" y="312"/>
                  </a:cubicBezTo>
                  <a:cubicBezTo>
                    <a:pt x="292" y="324"/>
                    <a:pt x="292" y="324"/>
                    <a:pt x="292" y="324"/>
                  </a:cubicBezTo>
                  <a:cubicBezTo>
                    <a:pt x="291" y="325"/>
                    <a:pt x="291" y="325"/>
                    <a:pt x="290" y="325"/>
                  </a:cubicBezTo>
                  <a:close/>
                  <a:moveTo>
                    <a:pt x="337" y="300"/>
                  </a:moveTo>
                  <a:cubicBezTo>
                    <a:pt x="336" y="300"/>
                    <a:pt x="335" y="299"/>
                    <a:pt x="334" y="298"/>
                  </a:cubicBezTo>
                  <a:cubicBezTo>
                    <a:pt x="333" y="296"/>
                    <a:pt x="334" y="293"/>
                    <a:pt x="336" y="292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56" y="277"/>
                    <a:pt x="356" y="277"/>
                    <a:pt x="356" y="277"/>
                  </a:cubicBezTo>
                  <a:cubicBezTo>
                    <a:pt x="357" y="275"/>
                    <a:pt x="360" y="275"/>
                    <a:pt x="362" y="277"/>
                  </a:cubicBezTo>
                  <a:cubicBezTo>
                    <a:pt x="363" y="278"/>
                    <a:pt x="363" y="281"/>
                    <a:pt x="362" y="283"/>
                  </a:cubicBezTo>
                  <a:cubicBezTo>
                    <a:pt x="353" y="292"/>
                    <a:pt x="353" y="292"/>
                    <a:pt x="353" y="292"/>
                  </a:cubicBezTo>
                  <a:cubicBezTo>
                    <a:pt x="352" y="292"/>
                    <a:pt x="352" y="293"/>
                    <a:pt x="352" y="293"/>
                  </a:cubicBezTo>
                  <a:cubicBezTo>
                    <a:pt x="339" y="299"/>
                    <a:pt x="339" y="299"/>
                    <a:pt x="339" y="299"/>
                  </a:cubicBezTo>
                  <a:cubicBezTo>
                    <a:pt x="339" y="300"/>
                    <a:pt x="338" y="300"/>
                    <a:pt x="337" y="300"/>
                  </a:cubicBezTo>
                  <a:close/>
                  <a:moveTo>
                    <a:pt x="377" y="264"/>
                  </a:moveTo>
                  <a:cubicBezTo>
                    <a:pt x="376" y="264"/>
                    <a:pt x="375" y="264"/>
                    <a:pt x="375" y="263"/>
                  </a:cubicBezTo>
                  <a:cubicBezTo>
                    <a:pt x="373" y="261"/>
                    <a:pt x="373" y="259"/>
                    <a:pt x="375" y="257"/>
                  </a:cubicBezTo>
                  <a:cubicBezTo>
                    <a:pt x="393" y="238"/>
                    <a:pt x="393" y="238"/>
                    <a:pt x="393" y="238"/>
                  </a:cubicBezTo>
                  <a:cubicBezTo>
                    <a:pt x="395" y="236"/>
                    <a:pt x="397" y="236"/>
                    <a:pt x="399" y="237"/>
                  </a:cubicBezTo>
                  <a:cubicBezTo>
                    <a:pt x="400" y="239"/>
                    <a:pt x="400" y="242"/>
                    <a:pt x="399" y="243"/>
                  </a:cubicBezTo>
                  <a:cubicBezTo>
                    <a:pt x="380" y="263"/>
                    <a:pt x="380" y="263"/>
                    <a:pt x="380" y="263"/>
                  </a:cubicBezTo>
                  <a:cubicBezTo>
                    <a:pt x="379" y="264"/>
                    <a:pt x="378" y="264"/>
                    <a:pt x="377" y="264"/>
                  </a:cubicBezTo>
                  <a:close/>
                  <a:moveTo>
                    <a:pt x="415" y="225"/>
                  </a:moveTo>
                  <a:cubicBezTo>
                    <a:pt x="414" y="225"/>
                    <a:pt x="413" y="224"/>
                    <a:pt x="412" y="224"/>
                  </a:cubicBezTo>
                  <a:cubicBezTo>
                    <a:pt x="410" y="222"/>
                    <a:pt x="410" y="219"/>
                    <a:pt x="412" y="218"/>
                  </a:cubicBezTo>
                  <a:cubicBezTo>
                    <a:pt x="431" y="198"/>
                    <a:pt x="431" y="198"/>
                    <a:pt x="431" y="198"/>
                  </a:cubicBezTo>
                  <a:cubicBezTo>
                    <a:pt x="432" y="197"/>
                    <a:pt x="435" y="197"/>
                    <a:pt x="436" y="198"/>
                  </a:cubicBezTo>
                  <a:cubicBezTo>
                    <a:pt x="438" y="200"/>
                    <a:pt x="438" y="202"/>
                    <a:pt x="436" y="204"/>
                  </a:cubicBezTo>
                  <a:cubicBezTo>
                    <a:pt x="418" y="223"/>
                    <a:pt x="418" y="223"/>
                    <a:pt x="418" y="223"/>
                  </a:cubicBezTo>
                  <a:cubicBezTo>
                    <a:pt x="417" y="224"/>
                    <a:pt x="416" y="225"/>
                    <a:pt x="415" y="225"/>
                  </a:cubicBezTo>
                  <a:close/>
                  <a:moveTo>
                    <a:pt x="452" y="185"/>
                  </a:moveTo>
                  <a:cubicBezTo>
                    <a:pt x="451" y="185"/>
                    <a:pt x="450" y="185"/>
                    <a:pt x="449" y="184"/>
                  </a:cubicBezTo>
                  <a:cubicBezTo>
                    <a:pt x="448" y="183"/>
                    <a:pt x="448" y="180"/>
                    <a:pt x="449" y="178"/>
                  </a:cubicBezTo>
                  <a:cubicBezTo>
                    <a:pt x="468" y="159"/>
                    <a:pt x="468" y="159"/>
                    <a:pt x="468" y="159"/>
                  </a:cubicBezTo>
                  <a:cubicBezTo>
                    <a:pt x="469" y="157"/>
                    <a:pt x="472" y="157"/>
                    <a:pt x="473" y="159"/>
                  </a:cubicBezTo>
                  <a:cubicBezTo>
                    <a:pt x="475" y="160"/>
                    <a:pt x="475" y="163"/>
                    <a:pt x="473" y="164"/>
                  </a:cubicBezTo>
                  <a:cubicBezTo>
                    <a:pt x="455" y="184"/>
                    <a:pt x="455" y="184"/>
                    <a:pt x="455" y="184"/>
                  </a:cubicBezTo>
                  <a:cubicBezTo>
                    <a:pt x="454" y="185"/>
                    <a:pt x="453" y="185"/>
                    <a:pt x="452" y="185"/>
                  </a:cubicBezTo>
                  <a:close/>
                  <a:moveTo>
                    <a:pt x="489" y="146"/>
                  </a:moveTo>
                  <a:cubicBezTo>
                    <a:pt x="488" y="146"/>
                    <a:pt x="487" y="146"/>
                    <a:pt x="487" y="145"/>
                  </a:cubicBezTo>
                  <a:cubicBezTo>
                    <a:pt x="485" y="143"/>
                    <a:pt x="485" y="141"/>
                    <a:pt x="487" y="139"/>
                  </a:cubicBezTo>
                  <a:cubicBezTo>
                    <a:pt x="505" y="119"/>
                    <a:pt x="505" y="119"/>
                    <a:pt x="505" y="119"/>
                  </a:cubicBezTo>
                  <a:cubicBezTo>
                    <a:pt x="507" y="118"/>
                    <a:pt x="509" y="118"/>
                    <a:pt x="511" y="119"/>
                  </a:cubicBezTo>
                  <a:cubicBezTo>
                    <a:pt x="512" y="121"/>
                    <a:pt x="512" y="123"/>
                    <a:pt x="511" y="125"/>
                  </a:cubicBezTo>
                  <a:cubicBezTo>
                    <a:pt x="492" y="145"/>
                    <a:pt x="492" y="145"/>
                    <a:pt x="492" y="145"/>
                  </a:cubicBezTo>
                  <a:cubicBezTo>
                    <a:pt x="491" y="146"/>
                    <a:pt x="490" y="146"/>
                    <a:pt x="489" y="146"/>
                  </a:cubicBezTo>
                  <a:close/>
                  <a:moveTo>
                    <a:pt x="527" y="107"/>
                  </a:moveTo>
                  <a:cubicBezTo>
                    <a:pt x="526" y="107"/>
                    <a:pt x="525" y="106"/>
                    <a:pt x="524" y="105"/>
                  </a:cubicBezTo>
                  <a:cubicBezTo>
                    <a:pt x="522" y="104"/>
                    <a:pt x="522" y="101"/>
                    <a:pt x="524" y="100"/>
                  </a:cubicBezTo>
                  <a:cubicBezTo>
                    <a:pt x="543" y="80"/>
                    <a:pt x="543" y="80"/>
                    <a:pt x="543" y="80"/>
                  </a:cubicBezTo>
                  <a:cubicBezTo>
                    <a:pt x="544" y="78"/>
                    <a:pt x="547" y="78"/>
                    <a:pt x="548" y="80"/>
                  </a:cubicBezTo>
                  <a:cubicBezTo>
                    <a:pt x="550" y="82"/>
                    <a:pt x="550" y="84"/>
                    <a:pt x="548" y="86"/>
                  </a:cubicBezTo>
                  <a:cubicBezTo>
                    <a:pt x="529" y="105"/>
                    <a:pt x="529" y="105"/>
                    <a:pt x="529" y="105"/>
                  </a:cubicBezTo>
                  <a:cubicBezTo>
                    <a:pt x="529" y="106"/>
                    <a:pt x="528" y="107"/>
                    <a:pt x="527" y="107"/>
                  </a:cubicBezTo>
                  <a:close/>
                  <a:moveTo>
                    <a:pt x="564" y="67"/>
                  </a:moveTo>
                  <a:cubicBezTo>
                    <a:pt x="563" y="67"/>
                    <a:pt x="562" y="67"/>
                    <a:pt x="561" y="66"/>
                  </a:cubicBezTo>
                  <a:cubicBezTo>
                    <a:pt x="560" y="64"/>
                    <a:pt x="560" y="62"/>
                    <a:pt x="561" y="6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1" y="39"/>
                    <a:pt x="584" y="39"/>
                    <a:pt x="585" y="41"/>
                  </a:cubicBezTo>
                  <a:cubicBezTo>
                    <a:pt x="587" y="42"/>
                    <a:pt x="587" y="45"/>
                    <a:pt x="585" y="46"/>
                  </a:cubicBezTo>
                  <a:cubicBezTo>
                    <a:pt x="567" y="66"/>
                    <a:pt x="567" y="66"/>
                    <a:pt x="567" y="66"/>
                  </a:cubicBezTo>
                  <a:cubicBezTo>
                    <a:pt x="566" y="67"/>
                    <a:pt x="565" y="67"/>
                    <a:pt x="564" y="67"/>
                  </a:cubicBezTo>
                  <a:close/>
                  <a:moveTo>
                    <a:pt x="601" y="28"/>
                  </a:moveTo>
                  <a:cubicBezTo>
                    <a:pt x="600" y="28"/>
                    <a:pt x="599" y="27"/>
                    <a:pt x="599" y="27"/>
                  </a:cubicBezTo>
                  <a:cubicBezTo>
                    <a:pt x="597" y="25"/>
                    <a:pt x="597" y="23"/>
                    <a:pt x="598" y="21"/>
                  </a:cubicBezTo>
                  <a:cubicBezTo>
                    <a:pt x="617" y="1"/>
                    <a:pt x="617" y="1"/>
                    <a:pt x="617" y="1"/>
                  </a:cubicBezTo>
                  <a:cubicBezTo>
                    <a:pt x="619" y="0"/>
                    <a:pt x="621" y="0"/>
                    <a:pt x="623" y="1"/>
                  </a:cubicBezTo>
                  <a:cubicBezTo>
                    <a:pt x="624" y="3"/>
                    <a:pt x="624" y="5"/>
                    <a:pt x="623" y="7"/>
                  </a:cubicBezTo>
                  <a:cubicBezTo>
                    <a:pt x="604" y="27"/>
                    <a:pt x="604" y="27"/>
                    <a:pt x="604" y="27"/>
                  </a:cubicBezTo>
                  <a:cubicBezTo>
                    <a:pt x="603" y="27"/>
                    <a:pt x="602" y="28"/>
                    <a:pt x="601" y="28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任意多边形: 形状 21" descr="f0118d2e-7a4e-4be6-85f7-e1f2ec2ae2ab"/>
            <p:cNvSpPr/>
            <p:nvPr/>
          </p:nvSpPr>
          <p:spPr bwMode="auto">
            <a:xfrm flipH="1">
              <a:off x="6297612" y="5621338"/>
              <a:ext cx="41275" cy="20638"/>
            </a:xfrm>
            <a:custGeom>
              <a:avLst/>
              <a:gdLst>
                <a:gd name="T0" fmla="*/ 5 w 22"/>
                <a:gd name="T1" fmla="*/ 11 h 11"/>
                <a:gd name="T2" fmla="*/ 1 w 22"/>
                <a:gd name="T3" fmla="*/ 8 h 11"/>
                <a:gd name="T4" fmla="*/ 4 w 22"/>
                <a:gd name="T5" fmla="*/ 3 h 11"/>
                <a:gd name="T6" fmla="*/ 17 w 22"/>
                <a:gd name="T7" fmla="*/ 0 h 11"/>
                <a:gd name="T8" fmla="*/ 22 w 22"/>
                <a:gd name="T9" fmla="*/ 4 h 11"/>
                <a:gd name="T10" fmla="*/ 18 w 22"/>
                <a:gd name="T11" fmla="*/ 9 h 11"/>
                <a:gd name="T12" fmla="*/ 5 w 22"/>
                <a:gd name="T13" fmla="*/ 11 h 11"/>
                <a:gd name="T14" fmla="*/ 5 w 22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11">
                  <a:moveTo>
                    <a:pt x="5" y="11"/>
                  </a:moveTo>
                  <a:cubicBezTo>
                    <a:pt x="3" y="11"/>
                    <a:pt x="1" y="10"/>
                    <a:pt x="1" y="8"/>
                  </a:cubicBezTo>
                  <a:cubicBezTo>
                    <a:pt x="0" y="6"/>
                    <a:pt x="2" y="4"/>
                    <a:pt x="4" y="3"/>
                  </a:cubicBezTo>
                  <a:cubicBezTo>
                    <a:pt x="6" y="2"/>
                    <a:pt x="11" y="2"/>
                    <a:pt x="17" y="0"/>
                  </a:cubicBezTo>
                  <a:cubicBezTo>
                    <a:pt x="19" y="0"/>
                    <a:pt x="21" y="2"/>
                    <a:pt x="22" y="4"/>
                  </a:cubicBezTo>
                  <a:cubicBezTo>
                    <a:pt x="22" y="6"/>
                    <a:pt x="20" y="8"/>
                    <a:pt x="18" y="9"/>
                  </a:cubicBezTo>
                  <a:cubicBezTo>
                    <a:pt x="12" y="9"/>
                    <a:pt x="8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任意多边形: 形状 22" descr="0651cd32-2446-41fa-853b-3126e7a9ca30"/>
            <p:cNvSpPr>
              <a:spLocks noEditPoints="1"/>
            </p:cNvSpPr>
            <p:nvPr/>
          </p:nvSpPr>
          <p:spPr bwMode="auto">
            <a:xfrm flipH="1">
              <a:off x="5064124" y="4719638"/>
              <a:ext cx="1198563" cy="911225"/>
            </a:xfrm>
            <a:custGeom>
              <a:avLst/>
              <a:gdLst>
                <a:gd name="T0" fmla="*/ 4 w 631"/>
                <a:gd name="T1" fmla="*/ 472 h 480"/>
                <a:gd name="T2" fmla="*/ 31 w 631"/>
                <a:gd name="T3" fmla="*/ 476 h 480"/>
                <a:gd name="T4" fmla="*/ 58 w 631"/>
                <a:gd name="T5" fmla="*/ 473 h 480"/>
                <a:gd name="T6" fmla="*/ 84 w 631"/>
                <a:gd name="T7" fmla="*/ 461 h 480"/>
                <a:gd name="T8" fmla="*/ 58 w 631"/>
                <a:gd name="T9" fmla="*/ 473 h 480"/>
                <a:gd name="T10" fmla="*/ 107 w 631"/>
                <a:gd name="T11" fmla="*/ 463 h 480"/>
                <a:gd name="T12" fmla="*/ 142 w 631"/>
                <a:gd name="T13" fmla="*/ 459 h 480"/>
                <a:gd name="T14" fmla="*/ 111 w 631"/>
                <a:gd name="T15" fmla="*/ 466 h 480"/>
                <a:gd name="T16" fmla="*/ 164 w 631"/>
                <a:gd name="T17" fmla="*/ 452 h 480"/>
                <a:gd name="T18" fmla="*/ 191 w 631"/>
                <a:gd name="T19" fmla="*/ 457 h 480"/>
                <a:gd name="T20" fmla="*/ 218 w 631"/>
                <a:gd name="T21" fmla="*/ 454 h 480"/>
                <a:gd name="T22" fmla="*/ 237 w 631"/>
                <a:gd name="T23" fmla="*/ 444 h 480"/>
                <a:gd name="T24" fmla="*/ 246 w 631"/>
                <a:gd name="T25" fmla="*/ 447 h 480"/>
                <a:gd name="T26" fmla="*/ 218 w 631"/>
                <a:gd name="T27" fmla="*/ 454 h 480"/>
                <a:gd name="T28" fmla="*/ 262 w 631"/>
                <a:gd name="T29" fmla="*/ 430 h 480"/>
                <a:gd name="T30" fmla="*/ 290 w 631"/>
                <a:gd name="T31" fmla="*/ 409 h 480"/>
                <a:gd name="T32" fmla="*/ 265 w 631"/>
                <a:gd name="T33" fmla="*/ 432 h 480"/>
                <a:gd name="T34" fmla="*/ 306 w 631"/>
                <a:gd name="T35" fmla="*/ 391 h 480"/>
                <a:gd name="T36" fmla="*/ 332 w 631"/>
                <a:gd name="T37" fmla="*/ 381 h 480"/>
                <a:gd name="T38" fmla="*/ 351 w 631"/>
                <a:gd name="T39" fmla="*/ 366 h 480"/>
                <a:gd name="T40" fmla="*/ 370 w 631"/>
                <a:gd name="T41" fmla="*/ 342 h 480"/>
                <a:gd name="T42" fmla="*/ 353 w 631"/>
                <a:gd name="T43" fmla="*/ 365 h 480"/>
                <a:gd name="T44" fmla="*/ 391 w 631"/>
                <a:gd name="T45" fmla="*/ 331 h 480"/>
                <a:gd name="T46" fmla="*/ 419 w 631"/>
                <a:gd name="T47" fmla="*/ 309 h 480"/>
                <a:gd name="T48" fmla="*/ 394 w 631"/>
                <a:gd name="T49" fmla="*/ 332 h 480"/>
                <a:gd name="T50" fmla="*/ 435 w 631"/>
                <a:gd name="T51" fmla="*/ 292 h 480"/>
                <a:gd name="T52" fmla="*/ 461 w 631"/>
                <a:gd name="T53" fmla="*/ 282 h 480"/>
                <a:gd name="T54" fmla="*/ 480 w 631"/>
                <a:gd name="T55" fmla="*/ 266 h 480"/>
                <a:gd name="T56" fmla="*/ 499 w 631"/>
                <a:gd name="T57" fmla="*/ 243 h 480"/>
                <a:gd name="T58" fmla="*/ 483 w 631"/>
                <a:gd name="T59" fmla="*/ 266 h 480"/>
                <a:gd name="T60" fmla="*/ 520 w 631"/>
                <a:gd name="T61" fmla="*/ 232 h 480"/>
                <a:gd name="T62" fmla="*/ 533 w 631"/>
                <a:gd name="T63" fmla="*/ 204 h 480"/>
                <a:gd name="T64" fmla="*/ 530 w 631"/>
                <a:gd name="T65" fmla="*/ 230 h 480"/>
                <a:gd name="T66" fmla="*/ 547 w 631"/>
                <a:gd name="T67" fmla="*/ 184 h 480"/>
                <a:gd name="T68" fmla="*/ 555 w 631"/>
                <a:gd name="T69" fmla="*/ 153 h 480"/>
                <a:gd name="T70" fmla="*/ 551 w 631"/>
                <a:gd name="T71" fmla="*/ 182 h 480"/>
                <a:gd name="T72" fmla="*/ 568 w 631"/>
                <a:gd name="T73" fmla="*/ 134 h 480"/>
                <a:gd name="T74" fmla="*/ 583 w 631"/>
                <a:gd name="T75" fmla="*/ 101 h 480"/>
                <a:gd name="T76" fmla="*/ 570 w 631"/>
                <a:gd name="T77" fmla="*/ 134 h 480"/>
                <a:gd name="T78" fmla="*/ 589 w 631"/>
                <a:gd name="T79" fmla="*/ 78 h 480"/>
                <a:gd name="T80" fmla="*/ 607 w 631"/>
                <a:gd name="T81" fmla="*/ 56 h 480"/>
                <a:gd name="T82" fmla="*/ 615 w 631"/>
                <a:gd name="T83" fmla="*/ 33 h 480"/>
                <a:gd name="T84" fmla="*/ 623 w 631"/>
                <a:gd name="T85" fmla="*/ 3 h 480"/>
                <a:gd name="T86" fmla="*/ 619 w 631"/>
                <a:gd name="T87" fmla="*/ 31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31" h="480">
                  <a:moveTo>
                    <a:pt x="4" y="480"/>
                  </a:moveTo>
                  <a:cubicBezTo>
                    <a:pt x="2" y="480"/>
                    <a:pt x="1" y="478"/>
                    <a:pt x="0" y="476"/>
                  </a:cubicBezTo>
                  <a:cubicBezTo>
                    <a:pt x="0" y="474"/>
                    <a:pt x="2" y="472"/>
                    <a:pt x="4" y="472"/>
                  </a:cubicBezTo>
                  <a:cubicBezTo>
                    <a:pt x="12" y="470"/>
                    <a:pt x="21" y="469"/>
                    <a:pt x="30" y="468"/>
                  </a:cubicBezTo>
                  <a:cubicBezTo>
                    <a:pt x="32" y="468"/>
                    <a:pt x="34" y="469"/>
                    <a:pt x="35" y="472"/>
                  </a:cubicBezTo>
                  <a:cubicBezTo>
                    <a:pt x="35" y="474"/>
                    <a:pt x="33" y="476"/>
                    <a:pt x="31" y="476"/>
                  </a:cubicBezTo>
                  <a:cubicBezTo>
                    <a:pt x="22" y="477"/>
                    <a:pt x="13" y="479"/>
                    <a:pt x="5" y="480"/>
                  </a:cubicBezTo>
                  <a:cubicBezTo>
                    <a:pt x="5" y="480"/>
                    <a:pt x="4" y="480"/>
                    <a:pt x="4" y="480"/>
                  </a:cubicBezTo>
                  <a:close/>
                  <a:moveTo>
                    <a:pt x="58" y="473"/>
                  </a:moveTo>
                  <a:cubicBezTo>
                    <a:pt x="56" y="473"/>
                    <a:pt x="54" y="471"/>
                    <a:pt x="54" y="469"/>
                  </a:cubicBezTo>
                  <a:cubicBezTo>
                    <a:pt x="53" y="467"/>
                    <a:pt x="55" y="465"/>
                    <a:pt x="57" y="465"/>
                  </a:cubicBezTo>
                  <a:cubicBezTo>
                    <a:pt x="66" y="464"/>
                    <a:pt x="75" y="463"/>
                    <a:pt x="84" y="461"/>
                  </a:cubicBezTo>
                  <a:cubicBezTo>
                    <a:pt x="86" y="461"/>
                    <a:pt x="88" y="463"/>
                    <a:pt x="88" y="465"/>
                  </a:cubicBezTo>
                  <a:cubicBezTo>
                    <a:pt x="88" y="467"/>
                    <a:pt x="87" y="469"/>
                    <a:pt x="85" y="470"/>
                  </a:cubicBezTo>
                  <a:cubicBezTo>
                    <a:pt x="76" y="471"/>
                    <a:pt x="67" y="472"/>
                    <a:pt x="58" y="473"/>
                  </a:cubicBezTo>
                  <a:cubicBezTo>
                    <a:pt x="58" y="473"/>
                    <a:pt x="58" y="473"/>
                    <a:pt x="58" y="473"/>
                  </a:cubicBezTo>
                  <a:close/>
                  <a:moveTo>
                    <a:pt x="111" y="466"/>
                  </a:moveTo>
                  <a:cubicBezTo>
                    <a:pt x="109" y="466"/>
                    <a:pt x="107" y="465"/>
                    <a:pt x="107" y="463"/>
                  </a:cubicBezTo>
                  <a:cubicBezTo>
                    <a:pt x="107" y="461"/>
                    <a:pt x="108" y="459"/>
                    <a:pt x="110" y="458"/>
                  </a:cubicBezTo>
                  <a:cubicBezTo>
                    <a:pt x="119" y="457"/>
                    <a:pt x="128" y="456"/>
                    <a:pt x="137" y="455"/>
                  </a:cubicBezTo>
                  <a:cubicBezTo>
                    <a:pt x="139" y="455"/>
                    <a:pt x="141" y="457"/>
                    <a:pt x="142" y="459"/>
                  </a:cubicBezTo>
                  <a:cubicBezTo>
                    <a:pt x="142" y="461"/>
                    <a:pt x="140" y="463"/>
                    <a:pt x="138" y="463"/>
                  </a:cubicBezTo>
                  <a:cubicBezTo>
                    <a:pt x="129" y="464"/>
                    <a:pt x="120" y="465"/>
                    <a:pt x="111" y="466"/>
                  </a:cubicBezTo>
                  <a:cubicBezTo>
                    <a:pt x="111" y="466"/>
                    <a:pt x="111" y="466"/>
                    <a:pt x="111" y="466"/>
                  </a:cubicBezTo>
                  <a:close/>
                  <a:moveTo>
                    <a:pt x="164" y="460"/>
                  </a:moveTo>
                  <a:cubicBezTo>
                    <a:pt x="162" y="460"/>
                    <a:pt x="161" y="459"/>
                    <a:pt x="160" y="457"/>
                  </a:cubicBezTo>
                  <a:cubicBezTo>
                    <a:pt x="160" y="454"/>
                    <a:pt x="162" y="452"/>
                    <a:pt x="164" y="452"/>
                  </a:cubicBezTo>
                  <a:cubicBezTo>
                    <a:pt x="191" y="449"/>
                    <a:pt x="191" y="449"/>
                    <a:pt x="191" y="449"/>
                  </a:cubicBezTo>
                  <a:cubicBezTo>
                    <a:pt x="193" y="449"/>
                    <a:pt x="195" y="450"/>
                    <a:pt x="195" y="453"/>
                  </a:cubicBezTo>
                  <a:cubicBezTo>
                    <a:pt x="195" y="455"/>
                    <a:pt x="194" y="457"/>
                    <a:pt x="191" y="457"/>
                  </a:cubicBezTo>
                  <a:cubicBezTo>
                    <a:pt x="165" y="460"/>
                    <a:pt x="165" y="460"/>
                    <a:pt x="165" y="460"/>
                  </a:cubicBezTo>
                  <a:cubicBezTo>
                    <a:pt x="165" y="460"/>
                    <a:pt x="164" y="460"/>
                    <a:pt x="164" y="460"/>
                  </a:cubicBezTo>
                  <a:close/>
                  <a:moveTo>
                    <a:pt x="218" y="454"/>
                  </a:moveTo>
                  <a:cubicBezTo>
                    <a:pt x="216" y="454"/>
                    <a:pt x="214" y="453"/>
                    <a:pt x="214" y="451"/>
                  </a:cubicBezTo>
                  <a:cubicBezTo>
                    <a:pt x="214" y="448"/>
                    <a:pt x="215" y="446"/>
                    <a:pt x="217" y="446"/>
                  </a:cubicBezTo>
                  <a:cubicBezTo>
                    <a:pt x="237" y="444"/>
                    <a:pt x="237" y="444"/>
                    <a:pt x="237" y="444"/>
                  </a:cubicBezTo>
                  <a:cubicBezTo>
                    <a:pt x="241" y="441"/>
                    <a:pt x="241" y="441"/>
                    <a:pt x="241" y="441"/>
                  </a:cubicBezTo>
                  <a:cubicBezTo>
                    <a:pt x="243" y="439"/>
                    <a:pt x="245" y="440"/>
                    <a:pt x="246" y="442"/>
                  </a:cubicBezTo>
                  <a:cubicBezTo>
                    <a:pt x="248" y="443"/>
                    <a:pt x="247" y="446"/>
                    <a:pt x="246" y="447"/>
                  </a:cubicBezTo>
                  <a:cubicBezTo>
                    <a:pt x="242" y="450"/>
                    <a:pt x="242" y="450"/>
                    <a:pt x="242" y="450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18" y="454"/>
                    <a:pt x="218" y="454"/>
                    <a:pt x="218" y="454"/>
                  </a:cubicBezTo>
                  <a:cubicBezTo>
                    <a:pt x="218" y="454"/>
                    <a:pt x="218" y="454"/>
                    <a:pt x="218" y="454"/>
                  </a:cubicBezTo>
                  <a:close/>
                  <a:moveTo>
                    <a:pt x="265" y="432"/>
                  </a:moveTo>
                  <a:cubicBezTo>
                    <a:pt x="264" y="432"/>
                    <a:pt x="263" y="431"/>
                    <a:pt x="262" y="430"/>
                  </a:cubicBezTo>
                  <a:cubicBezTo>
                    <a:pt x="260" y="428"/>
                    <a:pt x="261" y="426"/>
                    <a:pt x="263" y="424"/>
                  </a:cubicBezTo>
                  <a:cubicBezTo>
                    <a:pt x="284" y="408"/>
                    <a:pt x="284" y="408"/>
                    <a:pt x="284" y="408"/>
                  </a:cubicBezTo>
                  <a:cubicBezTo>
                    <a:pt x="286" y="406"/>
                    <a:pt x="288" y="407"/>
                    <a:pt x="290" y="409"/>
                  </a:cubicBezTo>
                  <a:cubicBezTo>
                    <a:pt x="291" y="410"/>
                    <a:pt x="291" y="413"/>
                    <a:pt x="289" y="414"/>
                  </a:cubicBezTo>
                  <a:cubicBezTo>
                    <a:pt x="267" y="431"/>
                    <a:pt x="267" y="431"/>
                    <a:pt x="267" y="431"/>
                  </a:cubicBezTo>
                  <a:cubicBezTo>
                    <a:pt x="267" y="431"/>
                    <a:pt x="266" y="432"/>
                    <a:pt x="265" y="432"/>
                  </a:cubicBezTo>
                  <a:close/>
                  <a:moveTo>
                    <a:pt x="308" y="399"/>
                  </a:moveTo>
                  <a:cubicBezTo>
                    <a:pt x="307" y="399"/>
                    <a:pt x="306" y="398"/>
                    <a:pt x="305" y="397"/>
                  </a:cubicBezTo>
                  <a:cubicBezTo>
                    <a:pt x="304" y="395"/>
                    <a:pt x="304" y="393"/>
                    <a:pt x="306" y="391"/>
                  </a:cubicBezTo>
                  <a:cubicBezTo>
                    <a:pt x="327" y="375"/>
                    <a:pt x="327" y="375"/>
                    <a:pt x="327" y="375"/>
                  </a:cubicBezTo>
                  <a:cubicBezTo>
                    <a:pt x="329" y="373"/>
                    <a:pt x="331" y="374"/>
                    <a:pt x="333" y="376"/>
                  </a:cubicBezTo>
                  <a:cubicBezTo>
                    <a:pt x="334" y="377"/>
                    <a:pt x="334" y="380"/>
                    <a:pt x="332" y="381"/>
                  </a:cubicBezTo>
                  <a:cubicBezTo>
                    <a:pt x="310" y="398"/>
                    <a:pt x="310" y="398"/>
                    <a:pt x="310" y="398"/>
                  </a:cubicBezTo>
                  <a:cubicBezTo>
                    <a:pt x="310" y="398"/>
                    <a:pt x="309" y="399"/>
                    <a:pt x="308" y="399"/>
                  </a:cubicBezTo>
                  <a:close/>
                  <a:moveTo>
                    <a:pt x="351" y="366"/>
                  </a:moveTo>
                  <a:cubicBezTo>
                    <a:pt x="350" y="366"/>
                    <a:pt x="349" y="365"/>
                    <a:pt x="348" y="364"/>
                  </a:cubicBezTo>
                  <a:cubicBezTo>
                    <a:pt x="347" y="362"/>
                    <a:pt x="347" y="360"/>
                    <a:pt x="349" y="358"/>
                  </a:cubicBezTo>
                  <a:cubicBezTo>
                    <a:pt x="370" y="342"/>
                    <a:pt x="370" y="342"/>
                    <a:pt x="370" y="342"/>
                  </a:cubicBezTo>
                  <a:cubicBezTo>
                    <a:pt x="372" y="340"/>
                    <a:pt x="374" y="341"/>
                    <a:pt x="376" y="343"/>
                  </a:cubicBezTo>
                  <a:cubicBezTo>
                    <a:pt x="377" y="344"/>
                    <a:pt x="377" y="347"/>
                    <a:pt x="375" y="348"/>
                  </a:cubicBezTo>
                  <a:cubicBezTo>
                    <a:pt x="353" y="365"/>
                    <a:pt x="353" y="365"/>
                    <a:pt x="353" y="365"/>
                  </a:cubicBezTo>
                  <a:cubicBezTo>
                    <a:pt x="353" y="365"/>
                    <a:pt x="352" y="366"/>
                    <a:pt x="351" y="366"/>
                  </a:cubicBezTo>
                  <a:close/>
                  <a:moveTo>
                    <a:pt x="394" y="332"/>
                  </a:moveTo>
                  <a:cubicBezTo>
                    <a:pt x="393" y="332"/>
                    <a:pt x="392" y="332"/>
                    <a:pt x="391" y="331"/>
                  </a:cubicBezTo>
                  <a:cubicBezTo>
                    <a:pt x="390" y="329"/>
                    <a:pt x="390" y="326"/>
                    <a:pt x="392" y="325"/>
                  </a:cubicBezTo>
                  <a:cubicBezTo>
                    <a:pt x="413" y="309"/>
                    <a:pt x="413" y="309"/>
                    <a:pt x="413" y="309"/>
                  </a:cubicBezTo>
                  <a:cubicBezTo>
                    <a:pt x="415" y="307"/>
                    <a:pt x="418" y="308"/>
                    <a:pt x="419" y="309"/>
                  </a:cubicBezTo>
                  <a:cubicBezTo>
                    <a:pt x="420" y="311"/>
                    <a:pt x="420" y="314"/>
                    <a:pt x="418" y="315"/>
                  </a:cubicBezTo>
                  <a:cubicBezTo>
                    <a:pt x="396" y="332"/>
                    <a:pt x="396" y="332"/>
                    <a:pt x="396" y="332"/>
                  </a:cubicBezTo>
                  <a:cubicBezTo>
                    <a:pt x="396" y="332"/>
                    <a:pt x="395" y="332"/>
                    <a:pt x="394" y="332"/>
                  </a:cubicBezTo>
                  <a:close/>
                  <a:moveTo>
                    <a:pt x="437" y="299"/>
                  </a:moveTo>
                  <a:cubicBezTo>
                    <a:pt x="436" y="299"/>
                    <a:pt x="435" y="299"/>
                    <a:pt x="434" y="298"/>
                  </a:cubicBezTo>
                  <a:cubicBezTo>
                    <a:pt x="433" y="296"/>
                    <a:pt x="433" y="293"/>
                    <a:pt x="435" y="292"/>
                  </a:cubicBezTo>
                  <a:cubicBezTo>
                    <a:pt x="456" y="276"/>
                    <a:pt x="456" y="276"/>
                    <a:pt x="456" y="276"/>
                  </a:cubicBezTo>
                  <a:cubicBezTo>
                    <a:pt x="458" y="274"/>
                    <a:pt x="461" y="275"/>
                    <a:pt x="462" y="276"/>
                  </a:cubicBezTo>
                  <a:cubicBezTo>
                    <a:pt x="463" y="278"/>
                    <a:pt x="463" y="281"/>
                    <a:pt x="461" y="282"/>
                  </a:cubicBezTo>
                  <a:cubicBezTo>
                    <a:pt x="440" y="299"/>
                    <a:pt x="440" y="299"/>
                    <a:pt x="440" y="299"/>
                  </a:cubicBezTo>
                  <a:cubicBezTo>
                    <a:pt x="439" y="299"/>
                    <a:pt x="438" y="299"/>
                    <a:pt x="437" y="299"/>
                  </a:cubicBezTo>
                  <a:close/>
                  <a:moveTo>
                    <a:pt x="480" y="266"/>
                  </a:moveTo>
                  <a:cubicBezTo>
                    <a:pt x="479" y="266"/>
                    <a:pt x="478" y="266"/>
                    <a:pt x="477" y="265"/>
                  </a:cubicBezTo>
                  <a:cubicBezTo>
                    <a:pt x="476" y="263"/>
                    <a:pt x="476" y="260"/>
                    <a:pt x="478" y="259"/>
                  </a:cubicBezTo>
                  <a:cubicBezTo>
                    <a:pt x="499" y="243"/>
                    <a:pt x="499" y="243"/>
                    <a:pt x="499" y="243"/>
                  </a:cubicBezTo>
                  <a:cubicBezTo>
                    <a:pt x="501" y="241"/>
                    <a:pt x="504" y="242"/>
                    <a:pt x="505" y="243"/>
                  </a:cubicBezTo>
                  <a:cubicBezTo>
                    <a:pt x="506" y="245"/>
                    <a:pt x="506" y="248"/>
                    <a:pt x="504" y="249"/>
                  </a:cubicBezTo>
                  <a:cubicBezTo>
                    <a:pt x="483" y="266"/>
                    <a:pt x="483" y="266"/>
                    <a:pt x="483" y="266"/>
                  </a:cubicBezTo>
                  <a:cubicBezTo>
                    <a:pt x="482" y="266"/>
                    <a:pt x="481" y="266"/>
                    <a:pt x="480" y="266"/>
                  </a:cubicBezTo>
                  <a:close/>
                  <a:moveTo>
                    <a:pt x="523" y="233"/>
                  </a:moveTo>
                  <a:cubicBezTo>
                    <a:pt x="522" y="233"/>
                    <a:pt x="521" y="233"/>
                    <a:pt x="520" y="232"/>
                  </a:cubicBezTo>
                  <a:cubicBezTo>
                    <a:pt x="519" y="230"/>
                    <a:pt x="519" y="227"/>
                    <a:pt x="521" y="226"/>
                  </a:cubicBezTo>
                  <a:cubicBezTo>
                    <a:pt x="523" y="224"/>
                    <a:pt x="523" y="224"/>
                    <a:pt x="523" y="224"/>
                  </a:cubicBezTo>
                  <a:cubicBezTo>
                    <a:pt x="533" y="204"/>
                    <a:pt x="533" y="204"/>
                    <a:pt x="533" y="204"/>
                  </a:cubicBezTo>
                  <a:cubicBezTo>
                    <a:pt x="533" y="202"/>
                    <a:pt x="536" y="201"/>
                    <a:pt x="538" y="202"/>
                  </a:cubicBezTo>
                  <a:cubicBezTo>
                    <a:pt x="540" y="203"/>
                    <a:pt x="541" y="205"/>
                    <a:pt x="540" y="207"/>
                  </a:cubicBezTo>
                  <a:cubicBezTo>
                    <a:pt x="530" y="230"/>
                    <a:pt x="530" y="230"/>
                    <a:pt x="530" y="230"/>
                  </a:cubicBezTo>
                  <a:cubicBezTo>
                    <a:pt x="526" y="233"/>
                    <a:pt x="526" y="233"/>
                    <a:pt x="526" y="233"/>
                  </a:cubicBezTo>
                  <a:cubicBezTo>
                    <a:pt x="525" y="233"/>
                    <a:pt x="524" y="233"/>
                    <a:pt x="523" y="233"/>
                  </a:cubicBezTo>
                  <a:close/>
                  <a:moveTo>
                    <a:pt x="547" y="184"/>
                  </a:moveTo>
                  <a:cubicBezTo>
                    <a:pt x="547" y="184"/>
                    <a:pt x="546" y="184"/>
                    <a:pt x="546" y="184"/>
                  </a:cubicBezTo>
                  <a:cubicBezTo>
                    <a:pt x="544" y="183"/>
                    <a:pt x="543" y="181"/>
                    <a:pt x="544" y="179"/>
                  </a:cubicBezTo>
                  <a:cubicBezTo>
                    <a:pt x="555" y="153"/>
                    <a:pt x="555" y="153"/>
                    <a:pt x="555" y="153"/>
                  </a:cubicBezTo>
                  <a:cubicBezTo>
                    <a:pt x="556" y="151"/>
                    <a:pt x="558" y="150"/>
                    <a:pt x="560" y="151"/>
                  </a:cubicBezTo>
                  <a:cubicBezTo>
                    <a:pt x="562" y="152"/>
                    <a:pt x="563" y="155"/>
                    <a:pt x="562" y="157"/>
                  </a:cubicBezTo>
                  <a:cubicBezTo>
                    <a:pt x="551" y="182"/>
                    <a:pt x="551" y="182"/>
                    <a:pt x="551" y="182"/>
                  </a:cubicBezTo>
                  <a:cubicBezTo>
                    <a:pt x="550" y="183"/>
                    <a:pt x="549" y="184"/>
                    <a:pt x="547" y="184"/>
                  </a:cubicBezTo>
                  <a:close/>
                  <a:moveTo>
                    <a:pt x="570" y="134"/>
                  </a:moveTo>
                  <a:cubicBezTo>
                    <a:pt x="569" y="134"/>
                    <a:pt x="569" y="134"/>
                    <a:pt x="568" y="134"/>
                  </a:cubicBezTo>
                  <a:cubicBezTo>
                    <a:pt x="566" y="133"/>
                    <a:pt x="566" y="130"/>
                    <a:pt x="566" y="128"/>
                  </a:cubicBezTo>
                  <a:cubicBezTo>
                    <a:pt x="578" y="103"/>
                    <a:pt x="578" y="103"/>
                    <a:pt x="578" y="103"/>
                  </a:cubicBezTo>
                  <a:cubicBezTo>
                    <a:pt x="579" y="101"/>
                    <a:pt x="581" y="100"/>
                    <a:pt x="583" y="101"/>
                  </a:cubicBezTo>
                  <a:cubicBezTo>
                    <a:pt x="585" y="102"/>
                    <a:pt x="586" y="104"/>
                    <a:pt x="585" y="107"/>
                  </a:cubicBezTo>
                  <a:cubicBezTo>
                    <a:pt x="574" y="132"/>
                    <a:pt x="574" y="132"/>
                    <a:pt x="574" y="132"/>
                  </a:cubicBezTo>
                  <a:cubicBezTo>
                    <a:pt x="573" y="133"/>
                    <a:pt x="571" y="134"/>
                    <a:pt x="570" y="134"/>
                  </a:cubicBezTo>
                  <a:close/>
                  <a:moveTo>
                    <a:pt x="593" y="84"/>
                  </a:moveTo>
                  <a:cubicBezTo>
                    <a:pt x="592" y="84"/>
                    <a:pt x="592" y="84"/>
                    <a:pt x="591" y="83"/>
                  </a:cubicBezTo>
                  <a:cubicBezTo>
                    <a:pt x="589" y="82"/>
                    <a:pt x="588" y="80"/>
                    <a:pt x="589" y="78"/>
                  </a:cubicBezTo>
                  <a:cubicBezTo>
                    <a:pt x="600" y="53"/>
                    <a:pt x="600" y="53"/>
                    <a:pt x="600" y="53"/>
                  </a:cubicBezTo>
                  <a:cubicBezTo>
                    <a:pt x="601" y="51"/>
                    <a:pt x="604" y="50"/>
                    <a:pt x="606" y="51"/>
                  </a:cubicBezTo>
                  <a:cubicBezTo>
                    <a:pt x="608" y="52"/>
                    <a:pt x="608" y="54"/>
                    <a:pt x="607" y="56"/>
                  </a:cubicBezTo>
                  <a:cubicBezTo>
                    <a:pt x="596" y="81"/>
                    <a:pt x="596" y="81"/>
                    <a:pt x="596" y="81"/>
                  </a:cubicBezTo>
                  <a:cubicBezTo>
                    <a:pt x="596" y="83"/>
                    <a:pt x="594" y="84"/>
                    <a:pt x="593" y="84"/>
                  </a:cubicBezTo>
                  <a:close/>
                  <a:moveTo>
                    <a:pt x="615" y="33"/>
                  </a:moveTo>
                  <a:cubicBezTo>
                    <a:pt x="615" y="33"/>
                    <a:pt x="614" y="33"/>
                    <a:pt x="614" y="33"/>
                  </a:cubicBezTo>
                  <a:cubicBezTo>
                    <a:pt x="612" y="32"/>
                    <a:pt x="611" y="30"/>
                    <a:pt x="612" y="28"/>
                  </a:cubicBezTo>
                  <a:cubicBezTo>
                    <a:pt x="623" y="3"/>
                    <a:pt x="623" y="3"/>
                    <a:pt x="623" y="3"/>
                  </a:cubicBezTo>
                  <a:cubicBezTo>
                    <a:pt x="624" y="1"/>
                    <a:pt x="626" y="0"/>
                    <a:pt x="628" y="1"/>
                  </a:cubicBezTo>
                  <a:cubicBezTo>
                    <a:pt x="630" y="2"/>
                    <a:pt x="631" y="4"/>
                    <a:pt x="630" y="6"/>
                  </a:cubicBezTo>
                  <a:cubicBezTo>
                    <a:pt x="619" y="31"/>
                    <a:pt x="619" y="31"/>
                    <a:pt x="619" y="31"/>
                  </a:cubicBezTo>
                  <a:cubicBezTo>
                    <a:pt x="618" y="33"/>
                    <a:pt x="617" y="33"/>
                    <a:pt x="615" y="33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任意多边形: 形状 23" descr="a84677af-e274-4ba0-9f58-9e95cc82b421"/>
            <p:cNvSpPr/>
            <p:nvPr/>
          </p:nvSpPr>
          <p:spPr bwMode="auto">
            <a:xfrm flipH="1">
              <a:off x="5032374" y="4648200"/>
              <a:ext cx="28575" cy="41275"/>
            </a:xfrm>
            <a:custGeom>
              <a:avLst/>
              <a:gdLst>
                <a:gd name="T0" fmla="*/ 5 w 15"/>
                <a:gd name="T1" fmla="*/ 22 h 22"/>
                <a:gd name="T2" fmla="*/ 3 w 15"/>
                <a:gd name="T3" fmla="*/ 21 h 22"/>
                <a:gd name="T4" fmla="*/ 1 w 15"/>
                <a:gd name="T5" fmla="*/ 16 h 22"/>
                <a:gd name="T6" fmla="*/ 7 w 15"/>
                <a:gd name="T7" fmla="*/ 3 h 22"/>
                <a:gd name="T8" fmla="*/ 12 w 15"/>
                <a:gd name="T9" fmla="*/ 1 h 22"/>
                <a:gd name="T10" fmla="*/ 14 w 15"/>
                <a:gd name="T11" fmla="*/ 7 h 22"/>
                <a:gd name="T12" fmla="*/ 8 w 15"/>
                <a:gd name="T13" fmla="*/ 19 h 22"/>
                <a:gd name="T14" fmla="*/ 5 w 15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2">
                  <a:moveTo>
                    <a:pt x="5" y="22"/>
                  </a:moveTo>
                  <a:cubicBezTo>
                    <a:pt x="4" y="22"/>
                    <a:pt x="4" y="21"/>
                    <a:pt x="3" y="21"/>
                  </a:cubicBezTo>
                  <a:cubicBezTo>
                    <a:pt x="1" y="20"/>
                    <a:pt x="0" y="18"/>
                    <a:pt x="1" y="16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1"/>
                    <a:pt x="10" y="0"/>
                    <a:pt x="12" y="1"/>
                  </a:cubicBezTo>
                  <a:cubicBezTo>
                    <a:pt x="14" y="2"/>
                    <a:pt x="15" y="5"/>
                    <a:pt x="14" y="7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21"/>
                    <a:pt x="6" y="22"/>
                    <a:pt x="5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任意多边形: 形状 24" descr="7771de0a-c39b-4a5d-9ae7-2df3da73e330"/>
            <p:cNvSpPr/>
            <p:nvPr/>
          </p:nvSpPr>
          <p:spPr bwMode="auto">
            <a:xfrm flipH="1">
              <a:off x="4856161" y="6269038"/>
              <a:ext cx="33338" cy="36513"/>
            </a:xfrm>
            <a:custGeom>
              <a:avLst/>
              <a:gdLst>
                <a:gd name="T0" fmla="*/ 12 w 17"/>
                <a:gd name="T1" fmla="*/ 19 h 19"/>
                <a:gd name="T2" fmla="*/ 9 w 17"/>
                <a:gd name="T3" fmla="*/ 18 h 19"/>
                <a:gd name="T4" fmla="*/ 1 w 17"/>
                <a:gd name="T5" fmla="*/ 7 h 19"/>
                <a:gd name="T6" fmla="*/ 2 w 17"/>
                <a:gd name="T7" fmla="*/ 1 h 19"/>
                <a:gd name="T8" fmla="*/ 8 w 17"/>
                <a:gd name="T9" fmla="*/ 2 h 19"/>
                <a:gd name="T10" fmla="*/ 15 w 17"/>
                <a:gd name="T11" fmla="*/ 13 h 19"/>
                <a:gd name="T12" fmla="*/ 15 w 17"/>
                <a:gd name="T13" fmla="*/ 19 h 19"/>
                <a:gd name="T14" fmla="*/ 12 w 17"/>
                <a:gd name="T1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19">
                  <a:moveTo>
                    <a:pt x="12" y="19"/>
                  </a:moveTo>
                  <a:cubicBezTo>
                    <a:pt x="11" y="19"/>
                    <a:pt x="10" y="19"/>
                    <a:pt x="9" y="1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2"/>
                    <a:pt x="2" y="1"/>
                  </a:cubicBezTo>
                  <a:cubicBezTo>
                    <a:pt x="4" y="0"/>
                    <a:pt x="6" y="0"/>
                    <a:pt x="8" y="2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6" y="17"/>
                    <a:pt x="15" y="19"/>
                  </a:cubicBezTo>
                  <a:cubicBezTo>
                    <a:pt x="14" y="19"/>
                    <a:pt x="13" y="19"/>
                    <a:pt x="12" y="19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任意多边形: 形状 25" descr="d44de7f3-e979-45be-aa65-ffc62c5505a8"/>
            <p:cNvSpPr>
              <a:spLocks noEditPoints="1"/>
            </p:cNvSpPr>
            <p:nvPr/>
          </p:nvSpPr>
          <p:spPr bwMode="auto">
            <a:xfrm flipH="1">
              <a:off x="4902199" y="5600700"/>
              <a:ext cx="852488" cy="641350"/>
            </a:xfrm>
            <a:custGeom>
              <a:avLst/>
              <a:gdLst>
                <a:gd name="T0" fmla="*/ 441 w 448"/>
                <a:gd name="T1" fmla="*/ 337 h 338"/>
                <a:gd name="T2" fmla="*/ 426 w 448"/>
                <a:gd name="T3" fmla="*/ 309 h 338"/>
                <a:gd name="T4" fmla="*/ 447 w 448"/>
                <a:gd name="T5" fmla="*/ 332 h 338"/>
                <a:gd name="T6" fmla="*/ 444 w 448"/>
                <a:gd name="T7" fmla="*/ 338 h 338"/>
                <a:gd name="T8" fmla="*/ 410 w 448"/>
                <a:gd name="T9" fmla="*/ 293 h 338"/>
                <a:gd name="T10" fmla="*/ 395 w 448"/>
                <a:gd name="T11" fmla="*/ 265 h 338"/>
                <a:gd name="T12" fmla="*/ 416 w 448"/>
                <a:gd name="T13" fmla="*/ 288 h 338"/>
                <a:gd name="T14" fmla="*/ 413 w 448"/>
                <a:gd name="T15" fmla="*/ 294 h 338"/>
                <a:gd name="T16" fmla="*/ 379 w 448"/>
                <a:gd name="T17" fmla="*/ 249 h 338"/>
                <a:gd name="T18" fmla="*/ 364 w 448"/>
                <a:gd name="T19" fmla="*/ 221 h 338"/>
                <a:gd name="T20" fmla="*/ 385 w 448"/>
                <a:gd name="T21" fmla="*/ 244 h 338"/>
                <a:gd name="T22" fmla="*/ 382 w 448"/>
                <a:gd name="T23" fmla="*/ 251 h 338"/>
                <a:gd name="T24" fmla="*/ 343 w 448"/>
                <a:gd name="T25" fmla="*/ 214 h 338"/>
                <a:gd name="T26" fmla="*/ 319 w 448"/>
                <a:gd name="T27" fmla="*/ 194 h 338"/>
                <a:gd name="T28" fmla="*/ 347 w 448"/>
                <a:gd name="T29" fmla="*/ 207 h 338"/>
                <a:gd name="T30" fmla="*/ 345 w 448"/>
                <a:gd name="T31" fmla="*/ 214 h 338"/>
                <a:gd name="T32" fmla="*/ 297 w 448"/>
                <a:gd name="T33" fmla="*/ 186 h 338"/>
                <a:gd name="T34" fmla="*/ 273 w 448"/>
                <a:gd name="T35" fmla="*/ 167 h 338"/>
                <a:gd name="T36" fmla="*/ 301 w 448"/>
                <a:gd name="T37" fmla="*/ 179 h 338"/>
                <a:gd name="T38" fmla="*/ 299 w 448"/>
                <a:gd name="T39" fmla="*/ 187 h 338"/>
                <a:gd name="T40" fmla="*/ 252 w 448"/>
                <a:gd name="T41" fmla="*/ 159 h 338"/>
                <a:gd name="T42" fmla="*/ 228 w 448"/>
                <a:gd name="T43" fmla="*/ 139 h 338"/>
                <a:gd name="T44" fmla="*/ 256 w 448"/>
                <a:gd name="T45" fmla="*/ 152 h 338"/>
                <a:gd name="T46" fmla="*/ 254 w 448"/>
                <a:gd name="T47" fmla="*/ 159 h 338"/>
                <a:gd name="T48" fmla="*/ 207 w 448"/>
                <a:gd name="T49" fmla="*/ 131 h 338"/>
                <a:gd name="T50" fmla="*/ 183 w 448"/>
                <a:gd name="T51" fmla="*/ 112 h 338"/>
                <a:gd name="T52" fmla="*/ 211 w 448"/>
                <a:gd name="T53" fmla="*/ 124 h 338"/>
                <a:gd name="T54" fmla="*/ 209 w 448"/>
                <a:gd name="T55" fmla="*/ 132 h 338"/>
                <a:gd name="T56" fmla="*/ 161 w 448"/>
                <a:gd name="T57" fmla="*/ 104 h 338"/>
                <a:gd name="T58" fmla="*/ 137 w 448"/>
                <a:gd name="T59" fmla="*/ 85 h 338"/>
                <a:gd name="T60" fmla="*/ 165 w 448"/>
                <a:gd name="T61" fmla="*/ 97 h 338"/>
                <a:gd name="T62" fmla="*/ 163 w 448"/>
                <a:gd name="T63" fmla="*/ 104 h 338"/>
                <a:gd name="T64" fmla="*/ 116 w 448"/>
                <a:gd name="T65" fmla="*/ 77 h 338"/>
                <a:gd name="T66" fmla="*/ 92 w 448"/>
                <a:gd name="T67" fmla="*/ 57 h 338"/>
                <a:gd name="T68" fmla="*/ 120 w 448"/>
                <a:gd name="T69" fmla="*/ 70 h 338"/>
                <a:gd name="T70" fmla="*/ 118 w 448"/>
                <a:gd name="T71" fmla="*/ 77 h 338"/>
                <a:gd name="T72" fmla="*/ 71 w 448"/>
                <a:gd name="T73" fmla="*/ 49 h 338"/>
                <a:gd name="T74" fmla="*/ 47 w 448"/>
                <a:gd name="T75" fmla="*/ 30 h 338"/>
                <a:gd name="T76" fmla="*/ 75 w 448"/>
                <a:gd name="T77" fmla="*/ 42 h 338"/>
                <a:gd name="T78" fmla="*/ 73 w 448"/>
                <a:gd name="T79" fmla="*/ 50 h 338"/>
                <a:gd name="T80" fmla="*/ 25 w 448"/>
                <a:gd name="T81" fmla="*/ 22 h 338"/>
                <a:gd name="T82" fmla="*/ 1 w 448"/>
                <a:gd name="T83" fmla="*/ 2 h 338"/>
                <a:gd name="T84" fmla="*/ 29 w 448"/>
                <a:gd name="T85" fmla="*/ 15 h 338"/>
                <a:gd name="T86" fmla="*/ 27 w 448"/>
                <a:gd name="T87" fmla="*/ 22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8" h="338">
                  <a:moveTo>
                    <a:pt x="444" y="338"/>
                  </a:moveTo>
                  <a:cubicBezTo>
                    <a:pt x="443" y="338"/>
                    <a:pt x="442" y="338"/>
                    <a:pt x="441" y="337"/>
                  </a:cubicBezTo>
                  <a:cubicBezTo>
                    <a:pt x="425" y="315"/>
                    <a:pt x="425" y="315"/>
                    <a:pt x="425" y="315"/>
                  </a:cubicBezTo>
                  <a:cubicBezTo>
                    <a:pt x="424" y="313"/>
                    <a:pt x="424" y="310"/>
                    <a:pt x="426" y="309"/>
                  </a:cubicBezTo>
                  <a:cubicBezTo>
                    <a:pt x="428" y="308"/>
                    <a:pt x="430" y="308"/>
                    <a:pt x="432" y="310"/>
                  </a:cubicBezTo>
                  <a:cubicBezTo>
                    <a:pt x="447" y="332"/>
                    <a:pt x="447" y="332"/>
                    <a:pt x="447" y="332"/>
                  </a:cubicBezTo>
                  <a:cubicBezTo>
                    <a:pt x="448" y="334"/>
                    <a:pt x="448" y="336"/>
                    <a:pt x="446" y="338"/>
                  </a:cubicBezTo>
                  <a:cubicBezTo>
                    <a:pt x="446" y="338"/>
                    <a:pt x="445" y="338"/>
                    <a:pt x="444" y="338"/>
                  </a:cubicBezTo>
                  <a:close/>
                  <a:moveTo>
                    <a:pt x="413" y="294"/>
                  </a:moveTo>
                  <a:cubicBezTo>
                    <a:pt x="412" y="294"/>
                    <a:pt x="411" y="294"/>
                    <a:pt x="410" y="293"/>
                  </a:cubicBezTo>
                  <a:cubicBezTo>
                    <a:pt x="394" y="271"/>
                    <a:pt x="394" y="271"/>
                    <a:pt x="394" y="271"/>
                  </a:cubicBezTo>
                  <a:cubicBezTo>
                    <a:pt x="393" y="269"/>
                    <a:pt x="393" y="267"/>
                    <a:pt x="395" y="265"/>
                  </a:cubicBezTo>
                  <a:cubicBezTo>
                    <a:pt x="397" y="264"/>
                    <a:pt x="399" y="264"/>
                    <a:pt x="401" y="266"/>
                  </a:cubicBezTo>
                  <a:cubicBezTo>
                    <a:pt x="416" y="288"/>
                    <a:pt x="416" y="288"/>
                    <a:pt x="416" y="288"/>
                  </a:cubicBezTo>
                  <a:cubicBezTo>
                    <a:pt x="417" y="290"/>
                    <a:pt x="417" y="292"/>
                    <a:pt x="415" y="294"/>
                  </a:cubicBezTo>
                  <a:cubicBezTo>
                    <a:pt x="415" y="294"/>
                    <a:pt x="414" y="294"/>
                    <a:pt x="413" y="294"/>
                  </a:cubicBezTo>
                  <a:close/>
                  <a:moveTo>
                    <a:pt x="382" y="251"/>
                  </a:moveTo>
                  <a:cubicBezTo>
                    <a:pt x="381" y="251"/>
                    <a:pt x="380" y="250"/>
                    <a:pt x="379" y="249"/>
                  </a:cubicBezTo>
                  <a:cubicBezTo>
                    <a:pt x="363" y="227"/>
                    <a:pt x="363" y="227"/>
                    <a:pt x="363" y="227"/>
                  </a:cubicBezTo>
                  <a:cubicBezTo>
                    <a:pt x="362" y="225"/>
                    <a:pt x="362" y="223"/>
                    <a:pt x="364" y="221"/>
                  </a:cubicBezTo>
                  <a:cubicBezTo>
                    <a:pt x="366" y="220"/>
                    <a:pt x="368" y="220"/>
                    <a:pt x="370" y="222"/>
                  </a:cubicBezTo>
                  <a:cubicBezTo>
                    <a:pt x="385" y="244"/>
                    <a:pt x="385" y="244"/>
                    <a:pt x="385" y="244"/>
                  </a:cubicBezTo>
                  <a:cubicBezTo>
                    <a:pt x="386" y="246"/>
                    <a:pt x="386" y="249"/>
                    <a:pt x="384" y="250"/>
                  </a:cubicBezTo>
                  <a:cubicBezTo>
                    <a:pt x="384" y="250"/>
                    <a:pt x="383" y="251"/>
                    <a:pt x="382" y="251"/>
                  </a:cubicBezTo>
                  <a:close/>
                  <a:moveTo>
                    <a:pt x="345" y="214"/>
                  </a:moveTo>
                  <a:cubicBezTo>
                    <a:pt x="344" y="214"/>
                    <a:pt x="343" y="214"/>
                    <a:pt x="343" y="214"/>
                  </a:cubicBezTo>
                  <a:cubicBezTo>
                    <a:pt x="320" y="200"/>
                    <a:pt x="320" y="200"/>
                    <a:pt x="320" y="200"/>
                  </a:cubicBezTo>
                  <a:cubicBezTo>
                    <a:pt x="318" y="199"/>
                    <a:pt x="318" y="196"/>
                    <a:pt x="319" y="194"/>
                  </a:cubicBezTo>
                  <a:cubicBezTo>
                    <a:pt x="320" y="192"/>
                    <a:pt x="322" y="192"/>
                    <a:pt x="324" y="193"/>
                  </a:cubicBezTo>
                  <a:cubicBezTo>
                    <a:pt x="347" y="207"/>
                    <a:pt x="347" y="207"/>
                    <a:pt x="347" y="207"/>
                  </a:cubicBezTo>
                  <a:cubicBezTo>
                    <a:pt x="349" y="208"/>
                    <a:pt x="349" y="210"/>
                    <a:pt x="348" y="212"/>
                  </a:cubicBezTo>
                  <a:cubicBezTo>
                    <a:pt x="347" y="213"/>
                    <a:pt x="346" y="214"/>
                    <a:pt x="345" y="214"/>
                  </a:cubicBezTo>
                  <a:close/>
                  <a:moveTo>
                    <a:pt x="299" y="187"/>
                  </a:moveTo>
                  <a:cubicBezTo>
                    <a:pt x="299" y="187"/>
                    <a:pt x="298" y="187"/>
                    <a:pt x="297" y="186"/>
                  </a:cubicBezTo>
                  <a:cubicBezTo>
                    <a:pt x="275" y="172"/>
                    <a:pt x="275" y="172"/>
                    <a:pt x="275" y="172"/>
                  </a:cubicBezTo>
                  <a:cubicBezTo>
                    <a:pt x="273" y="171"/>
                    <a:pt x="272" y="169"/>
                    <a:pt x="273" y="167"/>
                  </a:cubicBezTo>
                  <a:cubicBezTo>
                    <a:pt x="274" y="165"/>
                    <a:pt x="277" y="164"/>
                    <a:pt x="279" y="165"/>
                  </a:cubicBezTo>
                  <a:cubicBezTo>
                    <a:pt x="301" y="179"/>
                    <a:pt x="301" y="179"/>
                    <a:pt x="301" y="179"/>
                  </a:cubicBezTo>
                  <a:cubicBezTo>
                    <a:pt x="303" y="180"/>
                    <a:pt x="304" y="183"/>
                    <a:pt x="303" y="185"/>
                  </a:cubicBezTo>
                  <a:cubicBezTo>
                    <a:pt x="302" y="186"/>
                    <a:pt x="301" y="187"/>
                    <a:pt x="299" y="187"/>
                  </a:cubicBezTo>
                  <a:close/>
                  <a:moveTo>
                    <a:pt x="254" y="159"/>
                  </a:moveTo>
                  <a:cubicBezTo>
                    <a:pt x="253" y="159"/>
                    <a:pt x="253" y="159"/>
                    <a:pt x="252" y="159"/>
                  </a:cubicBezTo>
                  <a:cubicBezTo>
                    <a:pt x="229" y="145"/>
                    <a:pt x="229" y="145"/>
                    <a:pt x="229" y="145"/>
                  </a:cubicBezTo>
                  <a:cubicBezTo>
                    <a:pt x="227" y="144"/>
                    <a:pt x="227" y="141"/>
                    <a:pt x="228" y="139"/>
                  </a:cubicBezTo>
                  <a:cubicBezTo>
                    <a:pt x="229" y="138"/>
                    <a:pt x="231" y="137"/>
                    <a:pt x="233" y="138"/>
                  </a:cubicBezTo>
                  <a:cubicBezTo>
                    <a:pt x="256" y="152"/>
                    <a:pt x="256" y="152"/>
                    <a:pt x="256" y="152"/>
                  </a:cubicBezTo>
                  <a:cubicBezTo>
                    <a:pt x="258" y="153"/>
                    <a:pt x="258" y="155"/>
                    <a:pt x="257" y="157"/>
                  </a:cubicBezTo>
                  <a:cubicBezTo>
                    <a:pt x="257" y="159"/>
                    <a:pt x="255" y="159"/>
                    <a:pt x="254" y="159"/>
                  </a:cubicBezTo>
                  <a:close/>
                  <a:moveTo>
                    <a:pt x="209" y="132"/>
                  </a:moveTo>
                  <a:cubicBezTo>
                    <a:pt x="208" y="132"/>
                    <a:pt x="207" y="132"/>
                    <a:pt x="207" y="131"/>
                  </a:cubicBezTo>
                  <a:cubicBezTo>
                    <a:pt x="184" y="118"/>
                    <a:pt x="184" y="118"/>
                    <a:pt x="184" y="118"/>
                  </a:cubicBezTo>
                  <a:cubicBezTo>
                    <a:pt x="182" y="116"/>
                    <a:pt x="181" y="114"/>
                    <a:pt x="183" y="112"/>
                  </a:cubicBezTo>
                  <a:cubicBezTo>
                    <a:pt x="184" y="110"/>
                    <a:pt x="186" y="109"/>
                    <a:pt x="188" y="111"/>
                  </a:cubicBezTo>
                  <a:cubicBezTo>
                    <a:pt x="211" y="124"/>
                    <a:pt x="211" y="124"/>
                    <a:pt x="211" y="124"/>
                  </a:cubicBezTo>
                  <a:cubicBezTo>
                    <a:pt x="212" y="125"/>
                    <a:pt x="213" y="128"/>
                    <a:pt x="212" y="130"/>
                  </a:cubicBezTo>
                  <a:cubicBezTo>
                    <a:pt x="211" y="131"/>
                    <a:pt x="210" y="132"/>
                    <a:pt x="209" y="132"/>
                  </a:cubicBezTo>
                  <a:close/>
                  <a:moveTo>
                    <a:pt x="163" y="104"/>
                  </a:moveTo>
                  <a:cubicBezTo>
                    <a:pt x="163" y="104"/>
                    <a:pt x="162" y="104"/>
                    <a:pt x="161" y="104"/>
                  </a:cubicBezTo>
                  <a:cubicBezTo>
                    <a:pt x="139" y="90"/>
                    <a:pt x="139" y="90"/>
                    <a:pt x="139" y="90"/>
                  </a:cubicBezTo>
                  <a:cubicBezTo>
                    <a:pt x="137" y="89"/>
                    <a:pt x="136" y="87"/>
                    <a:pt x="137" y="85"/>
                  </a:cubicBezTo>
                  <a:cubicBezTo>
                    <a:pt x="138" y="83"/>
                    <a:pt x="141" y="82"/>
                    <a:pt x="143" y="83"/>
                  </a:cubicBezTo>
                  <a:cubicBezTo>
                    <a:pt x="165" y="97"/>
                    <a:pt x="165" y="97"/>
                    <a:pt x="165" y="97"/>
                  </a:cubicBezTo>
                  <a:cubicBezTo>
                    <a:pt x="167" y="98"/>
                    <a:pt x="168" y="101"/>
                    <a:pt x="167" y="102"/>
                  </a:cubicBezTo>
                  <a:cubicBezTo>
                    <a:pt x="166" y="104"/>
                    <a:pt x="165" y="104"/>
                    <a:pt x="163" y="104"/>
                  </a:cubicBezTo>
                  <a:close/>
                  <a:moveTo>
                    <a:pt x="118" y="77"/>
                  </a:moveTo>
                  <a:cubicBezTo>
                    <a:pt x="117" y="77"/>
                    <a:pt x="117" y="77"/>
                    <a:pt x="116" y="77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1" y="62"/>
                    <a:pt x="91" y="59"/>
                    <a:pt x="92" y="57"/>
                  </a:cubicBezTo>
                  <a:cubicBezTo>
                    <a:pt x="93" y="55"/>
                    <a:pt x="95" y="55"/>
                    <a:pt x="97" y="56"/>
                  </a:cubicBezTo>
                  <a:cubicBezTo>
                    <a:pt x="120" y="70"/>
                    <a:pt x="120" y="70"/>
                    <a:pt x="120" y="70"/>
                  </a:cubicBezTo>
                  <a:cubicBezTo>
                    <a:pt x="122" y="71"/>
                    <a:pt x="122" y="73"/>
                    <a:pt x="121" y="75"/>
                  </a:cubicBezTo>
                  <a:cubicBezTo>
                    <a:pt x="121" y="76"/>
                    <a:pt x="119" y="77"/>
                    <a:pt x="118" y="77"/>
                  </a:cubicBezTo>
                  <a:close/>
                  <a:moveTo>
                    <a:pt x="73" y="50"/>
                  </a:moveTo>
                  <a:cubicBezTo>
                    <a:pt x="72" y="50"/>
                    <a:pt x="71" y="49"/>
                    <a:pt x="71" y="49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6" y="34"/>
                    <a:pt x="45" y="32"/>
                    <a:pt x="47" y="30"/>
                  </a:cubicBezTo>
                  <a:cubicBezTo>
                    <a:pt x="48" y="28"/>
                    <a:pt x="50" y="27"/>
                    <a:pt x="52" y="28"/>
                  </a:cubicBezTo>
                  <a:cubicBezTo>
                    <a:pt x="75" y="42"/>
                    <a:pt x="75" y="42"/>
                    <a:pt x="75" y="42"/>
                  </a:cubicBezTo>
                  <a:cubicBezTo>
                    <a:pt x="76" y="43"/>
                    <a:pt x="77" y="46"/>
                    <a:pt x="76" y="48"/>
                  </a:cubicBezTo>
                  <a:cubicBezTo>
                    <a:pt x="75" y="49"/>
                    <a:pt x="74" y="50"/>
                    <a:pt x="73" y="50"/>
                  </a:cubicBezTo>
                  <a:close/>
                  <a:moveTo>
                    <a:pt x="27" y="22"/>
                  </a:moveTo>
                  <a:cubicBezTo>
                    <a:pt x="27" y="22"/>
                    <a:pt x="26" y="22"/>
                    <a:pt x="25" y="22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4"/>
                    <a:pt x="1" y="2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31" y="16"/>
                    <a:pt x="32" y="18"/>
                    <a:pt x="31" y="20"/>
                  </a:cubicBezTo>
                  <a:cubicBezTo>
                    <a:pt x="30" y="22"/>
                    <a:pt x="29" y="22"/>
                    <a:pt x="27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任意多边形: 形状 26" descr="45c38b60-3907-4f3e-8f3d-62b625601658"/>
            <p:cNvSpPr/>
            <p:nvPr/>
          </p:nvSpPr>
          <p:spPr bwMode="auto">
            <a:xfrm flipH="1">
              <a:off x="5780087" y="5561013"/>
              <a:ext cx="38100" cy="30163"/>
            </a:xfrm>
            <a:custGeom>
              <a:avLst/>
              <a:gdLst>
                <a:gd name="T0" fmla="*/ 16 w 20"/>
                <a:gd name="T1" fmla="*/ 16 h 16"/>
                <a:gd name="T2" fmla="*/ 14 w 20"/>
                <a:gd name="T3" fmla="*/ 15 h 16"/>
                <a:gd name="T4" fmla="*/ 2 w 20"/>
                <a:gd name="T5" fmla="*/ 8 h 16"/>
                <a:gd name="T6" fmla="*/ 1 w 20"/>
                <a:gd name="T7" fmla="*/ 3 h 16"/>
                <a:gd name="T8" fmla="*/ 6 w 20"/>
                <a:gd name="T9" fmla="*/ 1 h 16"/>
                <a:gd name="T10" fmla="*/ 18 w 20"/>
                <a:gd name="T11" fmla="*/ 8 h 16"/>
                <a:gd name="T12" fmla="*/ 19 w 20"/>
                <a:gd name="T13" fmla="*/ 14 h 16"/>
                <a:gd name="T14" fmla="*/ 16 w 20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16">
                  <a:moveTo>
                    <a:pt x="16" y="16"/>
                  </a:moveTo>
                  <a:cubicBezTo>
                    <a:pt x="15" y="16"/>
                    <a:pt x="15" y="16"/>
                    <a:pt x="14" y="15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5" y="0"/>
                    <a:pt x="6" y="1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20" y="9"/>
                    <a:pt x="20" y="12"/>
                    <a:pt x="19" y="14"/>
                  </a:cubicBezTo>
                  <a:cubicBezTo>
                    <a:pt x="19" y="15"/>
                    <a:pt x="17" y="16"/>
                    <a:pt x="16" y="16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任意多边形: 形状 27" descr="f4af6222-add4-4cf6-958b-19f2e92e3e3b"/>
            <p:cNvSpPr/>
            <p:nvPr/>
          </p:nvSpPr>
          <p:spPr bwMode="auto">
            <a:xfrm flipH="1">
              <a:off x="5248274" y="5143500"/>
              <a:ext cx="22225" cy="39688"/>
            </a:xfrm>
            <a:custGeom>
              <a:avLst/>
              <a:gdLst>
                <a:gd name="T0" fmla="*/ 7 w 12"/>
                <a:gd name="T1" fmla="*/ 21 h 21"/>
                <a:gd name="T2" fmla="*/ 4 w 12"/>
                <a:gd name="T3" fmla="*/ 18 h 21"/>
                <a:gd name="T4" fmla="*/ 1 w 12"/>
                <a:gd name="T5" fmla="*/ 5 h 21"/>
                <a:gd name="T6" fmla="*/ 3 w 12"/>
                <a:gd name="T7" fmla="*/ 0 h 21"/>
                <a:gd name="T8" fmla="*/ 8 w 12"/>
                <a:gd name="T9" fmla="*/ 3 h 21"/>
                <a:gd name="T10" fmla="*/ 11 w 12"/>
                <a:gd name="T11" fmla="*/ 16 h 21"/>
                <a:gd name="T12" fmla="*/ 8 w 12"/>
                <a:gd name="T13" fmla="*/ 21 h 21"/>
                <a:gd name="T14" fmla="*/ 7 w 12"/>
                <a:gd name="T1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1">
                  <a:moveTo>
                    <a:pt x="7" y="21"/>
                  </a:moveTo>
                  <a:cubicBezTo>
                    <a:pt x="6" y="21"/>
                    <a:pt x="4" y="20"/>
                    <a:pt x="4" y="18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6" y="0"/>
                    <a:pt x="8" y="1"/>
                    <a:pt x="8" y="3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9"/>
                    <a:pt x="10" y="21"/>
                    <a:pt x="8" y="21"/>
                  </a:cubicBezTo>
                  <a:cubicBezTo>
                    <a:pt x="8" y="21"/>
                    <a:pt x="8" y="21"/>
                    <a:pt x="7" y="21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任意多边形: 形状 28" descr="33272529-c1cb-4c28-9e13-20300f4af420"/>
            <p:cNvSpPr>
              <a:spLocks noEditPoints="1"/>
            </p:cNvSpPr>
            <p:nvPr/>
          </p:nvSpPr>
          <p:spPr bwMode="auto">
            <a:xfrm flipH="1">
              <a:off x="5070474" y="5214938"/>
              <a:ext cx="184150" cy="741363"/>
            </a:xfrm>
            <a:custGeom>
              <a:avLst/>
              <a:gdLst>
                <a:gd name="T0" fmla="*/ 89 w 97"/>
                <a:gd name="T1" fmla="*/ 387 h 390"/>
                <a:gd name="T2" fmla="*/ 86 w 97"/>
                <a:gd name="T3" fmla="*/ 357 h 390"/>
                <a:gd name="T4" fmla="*/ 97 w 97"/>
                <a:gd name="T5" fmla="*/ 385 h 390"/>
                <a:gd name="T6" fmla="*/ 93 w 97"/>
                <a:gd name="T7" fmla="*/ 390 h 390"/>
                <a:gd name="T8" fmla="*/ 77 w 97"/>
                <a:gd name="T9" fmla="*/ 336 h 390"/>
                <a:gd name="T10" fmla="*/ 74 w 97"/>
                <a:gd name="T11" fmla="*/ 306 h 390"/>
                <a:gd name="T12" fmla="*/ 85 w 97"/>
                <a:gd name="T13" fmla="*/ 335 h 390"/>
                <a:gd name="T14" fmla="*/ 81 w 97"/>
                <a:gd name="T15" fmla="*/ 340 h 390"/>
                <a:gd name="T16" fmla="*/ 65 w 97"/>
                <a:gd name="T17" fmla="*/ 286 h 390"/>
                <a:gd name="T18" fmla="*/ 62 w 97"/>
                <a:gd name="T19" fmla="*/ 255 h 390"/>
                <a:gd name="T20" fmla="*/ 73 w 97"/>
                <a:gd name="T21" fmla="*/ 284 h 390"/>
                <a:gd name="T22" fmla="*/ 69 w 97"/>
                <a:gd name="T23" fmla="*/ 289 h 390"/>
                <a:gd name="T24" fmla="*/ 54 w 97"/>
                <a:gd name="T25" fmla="*/ 235 h 390"/>
                <a:gd name="T26" fmla="*/ 51 w 97"/>
                <a:gd name="T27" fmla="*/ 204 h 390"/>
                <a:gd name="T28" fmla="*/ 61 w 97"/>
                <a:gd name="T29" fmla="*/ 233 h 390"/>
                <a:gd name="T30" fmla="*/ 57 w 97"/>
                <a:gd name="T31" fmla="*/ 238 h 390"/>
                <a:gd name="T32" fmla="*/ 42 w 97"/>
                <a:gd name="T33" fmla="*/ 184 h 390"/>
                <a:gd name="T34" fmla="*/ 39 w 97"/>
                <a:gd name="T35" fmla="*/ 153 h 390"/>
                <a:gd name="T36" fmla="*/ 49 w 97"/>
                <a:gd name="T37" fmla="*/ 182 h 390"/>
                <a:gd name="T38" fmla="*/ 46 w 97"/>
                <a:gd name="T39" fmla="*/ 187 h 390"/>
                <a:gd name="T40" fmla="*/ 30 w 97"/>
                <a:gd name="T41" fmla="*/ 133 h 390"/>
                <a:gd name="T42" fmla="*/ 27 w 97"/>
                <a:gd name="T43" fmla="*/ 103 h 390"/>
                <a:gd name="T44" fmla="*/ 38 w 97"/>
                <a:gd name="T45" fmla="*/ 131 h 390"/>
                <a:gd name="T46" fmla="*/ 34 w 97"/>
                <a:gd name="T47" fmla="*/ 136 h 390"/>
                <a:gd name="T48" fmla="*/ 18 w 97"/>
                <a:gd name="T49" fmla="*/ 82 h 390"/>
                <a:gd name="T50" fmla="*/ 15 w 97"/>
                <a:gd name="T51" fmla="*/ 52 h 390"/>
                <a:gd name="T52" fmla="*/ 26 w 97"/>
                <a:gd name="T53" fmla="*/ 80 h 390"/>
                <a:gd name="T54" fmla="*/ 22 w 97"/>
                <a:gd name="T55" fmla="*/ 85 h 390"/>
                <a:gd name="T56" fmla="*/ 6 w 97"/>
                <a:gd name="T57" fmla="*/ 31 h 390"/>
                <a:gd name="T58" fmla="*/ 3 w 97"/>
                <a:gd name="T59" fmla="*/ 1 h 390"/>
                <a:gd name="T60" fmla="*/ 14 w 97"/>
                <a:gd name="T61" fmla="*/ 29 h 390"/>
                <a:gd name="T62" fmla="*/ 10 w 97"/>
                <a:gd name="T63" fmla="*/ 34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7" h="390">
                  <a:moveTo>
                    <a:pt x="93" y="390"/>
                  </a:moveTo>
                  <a:cubicBezTo>
                    <a:pt x="91" y="390"/>
                    <a:pt x="89" y="389"/>
                    <a:pt x="89" y="387"/>
                  </a:cubicBezTo>
                  <a:cubicBezTo>
                    <a:pt x="83" y="362"/>
                    <a:pt x="83" y="362"/>
                    <a:pt x="83" y="362"/>
                  </a:cubicBezTo>
                  <a:cubicBezTo>
                    <a:pt x="83" y="360"/>
                    <a:pt x="84" y="358"/>
                    <a:pt x="86" y="357"/>
                  </a:cubicBezTo>
                  <a:cubicBezTo>
                    <a:pt x="88" y="356"/>
                    <a:pt x="90" y="358"/>
                    <a:pt x="91" y="360"/>
                  </a:cubicBezTo>
                  <a:cubicBezTo>
                    <a:pt x="97" y="385"/>
                    <a:pt x="97" y="385"/>
                    <a:pt x="97" y="385"/>
                  </a:cubicBezTo>
                  <a:cubicBezTo>
                    <a:pt x="97" y="388"/>
                    <a:pt x="96" y="390"/>
                    <a:pt x="94" y="390"/>
                  </a:cubicBezTo>
                  <a:cubicBezTo>
                    <a:pt x="93" y="390"/>
                    <a:pt x="93" y="390"/>
                    <a:pt x="93" y="390"/>
                  </a:cubicBezTo>
                  <a:close/>
                  <a:moveTo>
                    <a:pt x="81" y="340"/>
                  </a:moveTo>
                  <a:cubicBezTo>
                    <a:pt x="79" y="340"/>
                    <a:pt x="78" y="338"/>
                    <a:pt x="77" y="336"/>
                  </a:cubicBezTo>
                  <a:cubicBezTo>
                    <a:pt x="71" y="311"/>
                    <a:pt x="71" y="311"/>
                    <a:pt x="71" y="311"/>
                  </a:cubicBezTo>
                  <a:cubicBezTo>
                    <a:pt x="71" y="309"/>
                    <a:pt x="72" y="307"/>
                    <a:pt x="74" y="306"/>
                  </a:cubicBezTo>
                  <a:cubicBezTo>
                    <a:pt x="76" y="306"/>
                    <a:pt x="78" y="307"/>
                    <a:pt x="79" y="309"/>
                  </a:cubicBezTo>
                  <a:cubicBezTo>
                    <a:pt x="85" y="335"/>
                    <a:pt x="85" y="335"/>
                    <a:pt x="85" y="335"/>
                  </a:cubicBezTo>
                  <a:cubicBezTo>
                    <a:pt x="85" y="337"/>
                    <a:pt x="84" y="339"/>
                    <a:pt x="82" y="339"/>
                  </a:cubicBezTo>
                  <a:cubicBezTo>
                    <a:pt x="82" y="340"/>
                    <a:pt x="81" y="340"/>
                    <a:pt x="81" y="340"/>
                  </a:cubicBezTo>
                  <a:close/>
                  <a:moveTo>
                    <a:pt x="69" y="289"/>
                  </a:moveTo>
                  <a:cubicBezTo>
                    <a:pt x="67" y="289"/>
                    <a:pt x="66" y="287"/>
                    <a:pt x="65" y="286"/>
                  </a:cubicBezTo>
                  <a:cubicBezTo>
                    <a:pt x="60" y="260"/>
                    <a:pt x="60" y="260"/>
                    <a:pt x="60" y="260"/>
                  </a:cubicBezTo>
                  <a:cubicBezTo>
                    <a:pt x="59" y="258"/>
                    <a:pt x="60" y="256"/>
                    <a:pt x="62" y="255"/>
                  </a:cubicBezTo>
                  <a:cubicBezTo>
                    <a:pt x="65" y="255"/>
                    <a:pt x="67" y="256"/>
                    <a:pt x="67" y="258"/>
                  </a:cubicBezTo>
                  <a:cubicBezTo>
                    <a:pt x="73" y="284"/>
                    <a:pt x="73" y="284"/>
                    <a:pt x="73" y="284"/>
                  </a:cubicBezTo>
                  <a:cubicBezTo>
                    <a:pt x="74" y="286"/>
                    <a:pt x="72" y="288"/>
                    <a:pt x="70" y="289"/>
                  </a:cubicBezTo>
                  <a:cubicBezTo>
                    <a:pt x="70" y="289"/>
                    <a:pt x="70" y="289"/>
                    <a:pt x="69" y="289"/>
                  </a:cubicBezTo>
                  <a:close/>
                  <a:moveTo>
                    <a:pt x="57" y="238"/>
                  </a:moveTo>
                  <a:cubicBezTo>
                    <a:pt x="56" y="238"/>
                    <a:pt x="54" y="237"/>
                    <a:pt x="54" y="235"/>
                  </a:cubicBezTo>
                  <a:cubicBezTo>
                    <a:pt x="48" y="209"/>
                    <a:pt x="48" y="209"/>
                    <a:pt x="48" y="209"/>
                  </a:cubicBezTo>
                  <a:cubicBezTo>
                    <a:pt x="47" y="207"/>
                    <a:pt x="49" y="205"/>
                    <a:pt x="51" y="204"/>
                  </a:cubicBezTo>
                  <a:cubicBezTo>
                    <a:pt x="53" y="204"/>
                    <a:pt x="55" y="205"/>
                    <a:pt x="55" y="207"/>
                  </a:cubicBezTo>
                  <a:cubicBezTo>
                    <a:pt x="61" y="233"/>
                    <a:pt x="61" y="233"/>
                    <a:pt x="61" y="233"/>
                  </a:cubicBezTo>
                  <a:cubicBezTo>
                    <a:pt x="62" y="235"/>
                    <a:pt x="60" y="237"/>
                    <a:pt x="58" y="238"/>
                  </a:cubicBezTo>
                  <a:cubicBezTo>
                    <a:pt x="58" y="238"/>
                    <a:pt x="58" y="238"/>
                    <a:pt x="57" y="238"/>
                  </a:cubicBezTo>
                  <a:close/>
                  <a:moveTo>
                    <a:pt x="46" y="187"/>
                  </a:moveTo>
                  <a:cubicBezTo>
                    <a:pt x="44" y="187"/>
                    <a:pt x="42" y="186"/>
                    <a:pt x="42" y="184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5" y="156"/>
                    <a:pt x="37" y="154"/>
                    <a:pt x="39" y="153"/>
                  </a:cubicBezTo>
                  <a:cubicBezTo>
                    <a:pt x="41" y="153"/>
                    <a:pt x="43" y="154"/>
                    <a:pt x="44" y="156"/>
                  </a:cubicBezTo>
                  <a:cubicBezTo>
                    <a:pt x="49" y="182"/>
                    <a:pt x="49" y="182"/>
                    <a:pt x="49" y="182"/>
                  </a:cubicBezTo>
                  <a:cubicBezTo>
                    <a:pt x="50" y="184"/>
                    <a:pt x="49" y="186"/>
                    <a:pt x="47" y="187"/>
                  </a:cubicBezTo>
                  <a:cubicBezTo>
                    <a:pt x="46" y="187"/>
                    <a:pt x="46" y="187"/>
                    <a:pt x="46" y="187"/>
                  </a:cubicBezTo>
                  <a:close/>
                  <a:moveTo>
                    <a:pt x="34" y="136"/>
                  </a:moveTo>
                  <a:cubicBezTo>
                    <a:pt x="32" y="136"/>
                    <a:pt x="30" y="135"/>
                    <a:pt x="30" y="13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24" y="105"/>
                    <a:pt x="25" y="103"/>
                    <a:pt x="27" y="103"/>
                  </a:cubicBezTo>
                  <a:cubicBezTo>
                    <a:pt x="29" y="102"/>
                    <a:pt x="31" y="103"/>
                    <a:pt x="32" y="106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8" y="133"/>
                    <a:pt x="37" y="135"/>
                    <a:pt x="35" y="136"/>
                  </a:cubicBezTo>
                  <a:cubicBezTo>
                    <a:pt x="34" y="136"/>
                    <a:pt x="34" y="136"/>
                    <a:pt x="34" y="136"/>
                  </a:cubicBezTo>
                  <a:close/>
                  <a:moveTo>
                    <a:pt x="22" y="85"/>
                  </a:moveTo>
                  <a:cubicBezTo>
                    <a:pt x="20" y="85"/>
                    <a:pt x="19" y="84"/>
                    <a:pt x="18" y="82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4"/>
                    <a:pt x="13" y="52"/>
                    <a:pt x="15" y="52"/>
                  </a:cubicBezTo>
                  <a:cubicBezTo>
                    <a:pt x="17" y="51"/>
                    <a:pt x="19" y="53"/>
                    <a:pt x="20" y="55"/>
                  </a:cubicBezTo>
                  <a:cubicBezTo>
                    <a:pt x="26" y="80"/>
                    <a:pt x="26" y="80"/>
                    <a:pt x="26" y="80"/>
                  </a:cubicBezTo>
                  <a:cubicBezTo>
                    <a:pt x="26" y="82"/>
                    <a:pt x="25" y="85"/>
                    <a:pt x="23" y="85"/>
                  </a:cubicBezTo>
                  <a:cubicBezTo>
                    <a:pt x="23" y="85"/>
                    <a:pt x="22" y="85"/>
                    <a:pt x="22" y="85"/>
                  </a:cubicBezTo>
                  <a:close/>
                  <a:moveTo>
                    <a:pt x="10" y="34"/>
                  </a:moveTo>
                  <a:cubicBezTo>
                    <a:pt x="8" y="34"/>
                    <a:pt x="7" y="33"/>
                    <a:pt x="6" y="3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1" y="1"/>
                    <a:pt x="3" y="1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5" y="31"/>
                    <a:pt x="13" y="34"/>
                    <a:pt x="11" y="34"/>
                  </a:cubicBezTo>
                  <a:cubicBezTo>
                    <a:pt x="11" y="34"/>
                    <a:pt x="11" y="34"/>
                    <a:pt x="10" y="34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任意多边形: 形状 29" descr="163bc8aa-b235-489d-b0fc-2199b3373a82"/>
            <p:cNvSpPr/>
            <p:nvPr/>
          </p:nvSpPr>
          <p:spPr bwMode="auto">
            <a:xfrm flipH="1">
              <a:off x="5053012" y="5988050"/>
              <a:ext cx="22225" cy="41275"/>
            </a:xfrm>
            <a:custGeom>
              <a:avLst/>
              <a:gdLst>
                <a:gd name="T0" fmla="*/ 8 w 12"/>
                <a:gd name="T1" fmla="*/ 22 h 22"/>
                <a:gd name="T2" fmla="*/ 4 w 12"/>
                <a:gd name="T3" fmla="*/ 19 h 22"/>
                <a:gd name="T4" fmla="*/ 1 w 12"/>
                <a:gd name="T5" fmla="*/ 6 h 22"/>
                <a:gd name="T6" fmla="*/ 4 w 12"/>
                <a:gd name="T7" fmla="*/ 1 h 22"/>
                <a:gd name="T8" fmla="*/ 9 w 12"/>
                <a:gd name="T9" fmla="*/ 4 h 22"/>
                <a:gd name="T10" fmla="*/ 12 w 12"/>
                <a:gd name="T11" fmla="*/ 17 h 22"/>
                <a:gd name="T12" fmla="*/ 9 w 12"/>
                <a:gd name="T13" fmla="*/ 22 h 22"/>
                <a:gd name="T14" fmla="*/ 8 w 12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22">
                  <a:moveTo>
                    <a:pt x="8" y="22"/>
                  </a:moveTo>
                  <a:cubicBezTo>
                    <a:pt x="6" y="22"/>
                    <a:pt x="4" y="21"/>
                    <a:pt x="4" y="19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2" y="1"/>
                    <a:pt x="4" y="1"/>
                  </a:cubicBezTo>
                  <a:cubicBezTo>
                    <a:pt x="6" y="0"/>
                    <a:pt x="8" y="2"/>
                    <a:pt x="9" y="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9"/>
                    <a:pt x="11" y="22"/>
                    <a:pt x="9" y="22"/>
                  </a:cubicBezTo>
                  <a:cubicBezTo>
                    <a:pt x="8" y="22"/>
                    <a:pt x="8" y="22"/>
                    <a:pt x="8" y="22"/>
                  </a:cubicBezTo>
                  <a:close/>
                </a:path>
              </a:pathLst>
            </a:custGeom>
            <a:solidFill>
              <a:srgbClr val="B2AC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任意多边形: 形状 30" descr="55f58232-a11e-46c4-9895-6b8d56295288"/>
            <p:cNvSpPr>
              <a:spLocks noEditPoints="1"/>
            </p:cNvSpPr>
            <p:nvPr/>
          </p:nvSpPr>
          <p:spPr bwMode="auto">
            <a:xfrm flipH="1">
              <a:off x="4468811" y="4632325"/>
              <a:ext cx="1887538" cy="1793875"/>
            </a:xfrm>
            <a:custGeom>
              <a:avLst/>
              <a:gdLst>
                <a:gd name="T0" fmla="*/ 354 w 1189"/>
                <a:gd name="T1" fmla="*/ 1130 h 1130"/>
                <a:gd name="T2" fmla="*/ 0 w 1189"/>
                <a:gd name="T3" fmla="*/ 633 h 1130"/>
                <a:gd name="T4" fmla="*/ 241 w 1189"/>
                <a:gd name="T5" fmla="*/ 68 h 1130"/>
                <a:gd name="T6" fmla="*/ 836 w 1189"/>
                <a:gd name="T7" fmla="*/ 0 h 1130"/>
                <a:gd name="T8" fmla="*/ 1189 w 1189"/>
                <a:gd name="T9" fmla="*/ 498 h 1130"/>
                <a:gd name="T10" fmla="*/ 948 w 1189"/>
                <a:gd name="T11" fmla="*/ 1063 h 1130"/>
                <a:gd name="T12" fmla="*/ 354 w 1189"/>
                <a:gd name="T13" fmla="*/ 1130 h 1130"/>
                <a:gd name="T14" fmla="*/ 32 w 1189"/>
                <a:gd name="T15" fmla="*/ 629 h 1130"/>
                <a:gd name="T16" fmla="*/ 367 w 1189"/>
                <a:gd name="T17" fmla="*/ 1100 h 1130"/>
                <a:gd name="T18" fmla="*/ 929 w 1189"/>
                <a:gd name="T19" fmla="*/ 1036 h 1130"/>
                <a:gd name="T20" fmla="*/ 1157 w 1189"/>
                <a:gd name="T21" fmla="*/ 501 h 1130"/>
                <a:gd name="T22" fmla="*/ 822 w 1189"/>
                <a:gd name="T23" fmla="*/ 31 h 1130"/>
                <a:gd name="T24" fmla="*/ 260 w 1189"/>
                <a:gd name="T25" fmla="*/ 96 h 1130"/>
                <a:gd name="T26" fmla="*/ 32 w 1189"/>
                <a:gd name="T27" fmla="*/ 629 h 1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89" h="1130">
                  <a:moveTo>
                    <a:pt x="354" y="1130"/>
                  </a:moveTo>
                  <a:lnTo>
                    <a:pt x="0" y="633"/>
                  </a:lnTo>
                  <a:lnTo>
                    <a:pt x="241" y="68"/>
                  </a:lnTo>
                  <a:lnTo>
                    <a:pt x="836" y="0"/>
                  </a:lnTo>
                  <a:lnTo>
                    <a:pt x="1189" y="498"/>
                  </a:lnTo>
                  <a:lnTo>
                    <a:pt x="948" y="1063"/>
                  </a:lnTo>
                  <a:lnTo>
                    <a:pt x="354" y="1130"/>
                  </a:lnTo>
                  <a:close/>
                  <a:moveTo>
                    <a:pt x="32" y="629"/>
                  </a:moveTo>
                  <a:lnTo>
                    <a:pt x="367" y="1100"/>
                  </a:lnTo>
                  <a:lnTo>
                    <a:pt x="929" y="1036"/>
                  </a:lnTo>
                  <a:lnTo>
                    <a:pt x="1157" y="501"/>
                  </a:lnTo>
                  <a:lnTo>
                    <a:pt x="822" y="31"/>
                  </a:lnTo>
                  <a:lnTo>
                    <a:pt x="260" y="96"/>
                  </a:lnTo>
                  <a:lnTo>
                    <a:pt x="32" y="629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任意多边形: 形状 31" descr="31da6c80-0ba6-4d74-a4d0-de5afbc7e9a4"/>
            <p:cNvSpPr/>
            <p:nvPr/>
          </p:nvSpPr>
          <p:spPr bwMode="auto">
            <a:xfrm flipH="1">
              <a:off x="5605462" y="4748213"/>
              <a:ext cx="371475" cy="1665288"/>
            </a:xfrm>
            <a:custGeom>
              <a:avLst/>
              <a:gdLst>
                <a:gd name="T0" fmla="*/ 134 w 234"/>
                <a:gd name="T1" fmla="*/ 1049 h 1049"/>
                <a:gd name="T2" fmla="*/ 109 w 234"/>
                <a:gd name="T3" fmla="*/ 1036 h 1049"/>
                <a:gd name="T4" fmla="*/ 205 w 234"/>
                <a:gd name="T5" fmla="*/ 835 h 1049"/>
                <a:gd name="T6" fmla="*/ 140 w 234"/>
                <a:gd name="T7" fmla="*/ 210 h 1049"/>
                <a:gd name="T8" fmla="*/ 0 w 234"/>
                <a:gd name="T9" fmla="*/ 18 h 1049"/>
                <a:gd name="T10" fmla="*/ 23 w 234"/>
                <a:gd name="T11" fmla="*/ 0 h 1049"/>
                <a:gd name="T12" fmla="*/ 167 w 234"/>
                <a:gd name="T13" fmla="*/ 200 h 1049"/>
                <a:gd name="T14" fmla="*/ 168 w 234"/>
                <a:gd name="T15" fmla="*/ 203 h 1049"/>
                <a:gd name="T16" fmla="*/ 234 w 234"/>
                <a:gd name="T17" fmla="*/ 841 h 1049"/>
                <a:gd name="T18" fmla="*/ 134 w 234"/>
                <a:gd name="T19" fmla="*/ 1049 h 10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4" h="1049">
                  <a:moveTo>
                    <a:pt x="134" y="1049"/>
                  </a:moveTo>
                  <a:lnTo>
                    <a:pt x="109" y="1036"/>
                  </a:lnTo>
                  <a:lnTo>
                    <a:pt x="205" y="835"/>
                  </a:lnTo>
                  <a:lnTo>
                    <a:pt x="140" y="210"/>
                  </a:lnTo>
                  <a:lnTo>
                    <a:pt x="0" y="18"/>
                  </a:lnTo>
                  <a:lnTo>
                    <a:pt x="23" y="0"/>
                  </a:lnTo>
                  <a:lnTo>
                    <a:pt x="167" y="200"/>
                  </a:lnTo>
                  <a:lnTo>
                    <a:pt x="168" y="203"/>
                  </a:lnTo>
                  <a:lnTo>
                    <a:pt x="234" y="841"/>
                  </a:lnTo>
                  <a:lnTo>
                    <a:pt x="134" y="1049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任意多边形: 形状 32" descr="20eb7d10-1f8b-451c-8d6c-c3950be490fc"/>
            <p:cNvSpPr>
              <a:spLocks noEditPoints="1"/>
            </p:cNvSpPr>
            <p:nvPr/>
          </p:nvSpPr>
          <p:spPr bwMode="auto">
            <a:xfrm flipH="1">
              <a:off x="4778374" y="4632325"/>
              <a:ext cx="1576388" cy="1687513"/>
            </a:xfrm>
            <a:custGeom>
              <a:avLst/>
              <a:gdLst>
                <a:gd name="T0" fmla="*/ 783 w 829"/>
                <a:gd name="T1" fmla="*/ 889 h 889"/>
                <a:gd name="T2" fmla="*/ 780 w 829"/>
                <a:gd name="T3" fmla="*/ 889 h 889"/>
                <a:gd name="T4" fmla="*/ 379 w 829"/>
                <a:gd name="T5" fmla="*/ 773 h 889"/>
                <a:gd name="T6" fmla="*/ 376 w 829"/>
                <a:gd name="T7" fmla="*/ 772 h 889"/>
                <a:gd name="T8" fmla="*/ 6 w 829"/>
                <a:gd name="T9" fmla="*/ 538 h 889"/>
                <a:gd name="T10" fmla="*/ 1 w 829"/>
                <a:gd name="T11" fmla="*/ 529 h 889"/>
                <a:gd name="T12" fmla="*/ 5 w 829"/>
                <a:gd name="T13" fmla="*/ 519 h 889"/>
                <a:gd name="T14" fmla="*/ 319 w 829"/>
                <a:gd name="T15" fmla="*/ 224 h 889"/>
                <a:gd name="T16" fmla="*/ 321 w 829"/>
                <a:gd name="T17" fmla="*/ 222 h 889"/>
                <a:gd name="T18" fmla="*/ 685 w 829"/>
                <a:gd name="T19" fmla="*/ 3 h 889"/>
                <a:gd name="T20" fmla="*/ 696 w 829"/>
                <a:gd name="T21" fmla="*/ 2 h 889"/>
                <a:gd name="T22" fmla="*/ 703 w 829"/>
                <a:gd name="T23" fmla="*/ 10 h 889"/>
                <a:gd name="T24" fmla="*/ 828 w 829"/>
                <a:gd name="T25" fmla="*/ 452 h 889"/>
                <a:gd name="T26" fmla="*/ 829 w 829"/>
                <a:gd name="T27" fmla="*/ 456 h 889"/>
                <a:gd name="T28" fmla="*/ 795 w 829"/>
                <a:gd name="T29" fmla="*/ 878 h 889"/>
                <a:gd name="T30" fmla="*/ 790 w 829"/>
                <a:gd name="T31" fmla="*/ 887 h 889"/>
                <a:gd name="T32" fmla="*/ 783 w 829"/>
                <a:gd name="T33" fmla="*/ 889 h 889"/>
                <a:gd name="T34" fmla="*/ 387 w 829"/>
                <a:gd name="T35" fmla="*/ 750 h 889"/>
                <a:gd name="T36" fmla="*/ 773 w 829"/>
                <a:gd name="T37" fmla="*/ 862 h 889"/>
                <a:gd name="T38" fmla="*/ 805 w 829"/>
                <a:gd name="T39" fmla="*/ 457 h 889"/>
                <a:gd name="T40" fmla="*/ 684 w 829"/>
                <a:gd name="T41" fmla="*/ 31 h 889"/>
                <a:gd name="T42" fmla="*/ 334 w 829"/>
                <a:gd name="T43" fmla="*/ 243 h 889"/>
                <a:gd name="T44" fmla="*/ 32 w 829"/>
                <a:gd name="T45" fmla="*/ 526 h 889"/>
                <a:gd name="T46" fmla="*/ 387 w 829"/>
                <a:gd name="T47" fmla="*/ 750 h 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29" h="889">
                  <a:moveTo>
                    <a:pt x="783" y="889"/>
                  </a:moveTo>
                  <a:cubicBezTo>
                    <a:pt x="782" y="889"/>
                    <a:pt x="781" y="889"/>
                    <a:pt x="780" y="889"/>
                  </a:cubicBezTo>
                  <a:cubicBezTo>
                    <a:pt x="379" y="773"/>
                    <a:pt x="379" y="773"/>
                    <a:pt x="379" y="773"/>
                  </a:cubicBezTo>
                  <a:cubicBezTo>
                    <a:pt x="378" y="773"/>
                    <a:pt x="377" y="772"/>
                    <a:pt x="376" y="772"/>
                  </a:cubicBezTo>
                  <a:cubicBezTo>
                    <a:pt x="6" y="538"/>
                    <a:pt x="6" y="538"/>
                    <a:pt x="6" y="538"/>
                  </a:cubicBezTo>
                  <a:cubicBezTo>
                    <a:pt x="3" y="536"/>
                    <a:pt x="1" y="533"/>
                    <a:pt x="1" y="529"/>
                  </a:cubicBezTo>
                  <a:cubicBezTo>
                    <a:pt x="0" y="525"/>
                    <a:pt x="2" y="522"/>
                    <a:pt x="5" y="519"/>
                  </a:cubicBezTo>
                  <a:cubicBezTo>
                    <a:pt x="319" y="224"/>
                    <a:pt x="319" y="224"/>
                    <a:pt x="319" y="224"/>
                  </a:cubicBezTo>
                  <a:cubicBezTo>
                    <a:pt x="320" y="223"/>
                    <a:pt x="320" y="223"/>
                    <a:pt x="321" y="222"/>
                  </a:cubicBezTo>
                  <a:cubicBezTo>
                    <a:pt x="685" y="3"/>
                    <a:pt x="685" y="3"/>
                    <a:pt x="685" y="3"/>
                  </a:cubicBezTo>
                  <a:cubicBezTo>
                    <a:pt x="688" y="1"/>
                    <a:pt x="692" y="0"/>
                    <a:pt x="696" y="2"/>
                  </a:cubicBezTo>
                  <a:cubicBezTo>
                    <a:pt x="699" y="3"/>
                    <a:pt x="702" y="6"/>
                    <a:pt x="703" y="10"/>
                  </a:cubicBezTo>
                  <a:cubicBezTo>
                    <a:pt x="828" y="452"/>
                    <a:pt x="828" y="452"/>
                    <a:pt x="828" y="452"/>
                  </a:cubicBezTo>
                  <a:cubicBezTo>
                    <a:pt x="829" y="453"/>
                    <a:pt x="829" y="455"/>
                    <a:pt x="829" y="456"/>
                  </a:cubicBezTo>
                  <a:cubicBezTo>
                    <a:pt x="795" y="878"/>
                    <a:pt x="795" y="878"/>
                    <a:pt x="795" y="878"/>
                  </a:cubicBezTo>
                  <a:cubicBezTo>
                    <a:pt x="795" y="882"/>
                    <a:pt x="793" y="885"/>
                    <a:pt x="790" y="887"/>
                  </a:cubicBezTo>
                  <a:cubicBezTo>
                    <a:pt x="788" y="889"/>
                    <a:pt x="786" y="889"/>
                    <a:pt x="783" y="889"/>
                  </a:cubicBezTo>
                  <a:close/>
                  <a:moveTo>
                    <a:pt x="387" y="750"/>
                  </a:moveTo>
                  <a:cubicBezTo>
                    <a:pt x="773" y="862"/>
                    <a:pt x="773" y="862"/>
                    <a:pt x="773" y="862"/>
                  </a:cubicBezTo>
                  <a:cubicBezTo>
                    <a:pt x="805" y="457"/>
                    <a:pt x="805" y="457"/>
                    <a:pt x="805" y="457"/>
                  </a:cubicBezTo>
                  <a:cubicBezTo>
                    <a:pt x="684" y="31"/>
                    <a:pt x="684" y="31"/>
                    <a:pt x="684" y="31"/>
                  </a:cubicBezTo>
                  <a:cubicBezTo>
                    <a:pt x="334" y="243"/>
                    <a:pt x="334" y="243"/>
                    <a:pt x="334" y="243"/>
                  </a:cubicBezTo>
                  <a:cubicBezTo>
                    <a:pt x="32" y="526"/>
                    <a:pt x="32" y="526"/>
                    <a:pt x="32" y="526"/>
                  </a:cubicBezTo>
                  <a:lnTo>
                    <a:pt x="387" y="750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任意多边形: 形状 33" descr="ee9cc91f-c822-43d4-95a9-1592a6969bae"/>
            <p:cNvSpPr/>
            <p:nvPr/>
          </p:nvSpPr>
          <p:spPr bwMode="auto">
            <a:xfrm flipH="1">
              <a:off x="4489449" y="5054600"/>
              <a:ext cx="1252538" cy="466725"/>
            </a:xfrm>
            <a:custGeom>
              <a:avLst/>
              <a:gdLst>
                <a:gd name="T0" fmla="*/ 591 w 789"/>
                <a:gd name="T1" fmla="*/ 294 h 294"/>
                <a:gd name="T2" fmla="*/ 0 w 789"/>
                <a:gd name="T3" fmla="*/ 26 h 294"/>
                <a:gd name="T4" fmla="*/ 12 w 789"/>
                <a:gd name="T5" fmla="*/ 0 h 294"/>
                <a:gd name="T6" fmla="*/ 593 w 789"/>
                <a:gd name="T7" fmla="*/ 264 h 294"/>
                <a:gd name="T8" fmla="*/ 783 w 789"/>
                <a:gd name="T9" fmla="*/ 220 h 294"/>
                <a:gd name="T10" fmla="*/ 789 w 789"/>
                <a:gd name="T11" fmla="*/ 247 h 294"/>
                <a:gd name="T12" fmla="*/ 591 w 789"/>
                <a:gd name="T13" fmla="*/ 294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9" h="294">
                  <a:moveTo>
                    <a:pt x="591" y="294"/>
                  </a:moveTo>
                  <a:lnTo>
                    <a:pt x="0" y="26"/>
                  </a:lnTo>
                  <a:lnTo>
                    <a:pt x="12" y="0"/>
                  </a:lnTo>
                  <a:lnTo>
                    <a:pt x="593" y="264"/>
                  </a:lnTo>
                  <a:lnTo>
                    <a:pt x="783" y="220"/>
                  </a:lnTo>
                  <a:lnTo>
                    <a:pt x="789" y="247"/>
                  </a:lnTo>
                  <a:lnTo>
                    <a:pt x="591" y="294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任意多边形: 形状 34" descr="eda5f65d-ab8d-465e-8dd7-5a7882a77b41"/>
            <p:cNvSpPr/>
            <p:nvPr/>
          </p:nvSpPr>
          <p:spPr bwMode="auto">
            <a:xfrm flipH="1">
              <a:off x="4791074" y="5476875"/>
              <a:ext cx="849313" cy="619125"/>
            </a:xfrm>
            <a:custGeom>
              <a:avLst/>
              <a:gdLst>
                <a:gd name="T0" fmla="*/ 16 w 535"/>
                <a:gd name="T1" fmla="*/ 390 h 390"/>
                <a:gd name="T2" fmla="*/ 0 w 535"/>
                <a:gd name="T3" fmla="*/ 366 h 390"/>
                <a:gd name="T4" fmla="*/ 520 w 535"/>
                <a:gd name="T5" fmla="*/ 0 h 390"/>
                <a:gd name="T6" fmla="*/ 535 w 535"/>
                <a:gd name="T7" fmla="*/ 24 h 390"/>
                <a:gd name="T8" fmla="*/ 16 w 535"/>
                <a:gd name="T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5" h="390">
                  <a:moveTo>
                    <a:pt x="16" y="390"/>
                  </a:moveTo>
                  <a:lnTo>
                    <a:pt x="0" y="366"/>
                  </a:lnTo>
                  <a:lnTo>
                    <a:pt x="520" y="0"/>
                  </a:lnTo>
                  <a:lnTo>
                    <a:pt x="535" y="24"/>
                  </a:lnTo>
                  <a:lnTo>
                    <a:pt x="16" y="390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21" name="组合 120" descr="914b9569-4035-4f97-a82f-ecb70ad03f73"/>
          <p:cNvGrpSpPr/>
          <p:nvPr/>
        </p:nvGrpSpPr>
        <p:grpSpPr>
          <a:xfrm>
            <a:off x="7464877" y="1219158"/>
            <a:ext cx="3367964" cy="3188204"/>
            <a:chOff x="7065962" y="1482725"/>
            <a:chExt cx="3717925" cy="3519488"/>
          </a:xfrm>
        </p:grpSpPr>
        <p:sp>
          <p:nvSpPr>
            <p:cNvPr id="36" name="任意多边形: 形状 35" descr="d4ad2cf6-0c31-498c-bc76-af31e617df3f"/>
            <p:cNvSpPr/>
            <p:nvPr/>
          </p:nvSpPr>
          <p:spPr bwMode="auto">
            <a:xfrm flipH="1">
              <a:off x="7108824" y="3590925"/>
              <a:ext cx="1465263" cy="1370013"/>
            </a:xfrm>
            <a:custGeom>
              <a:avLst/>
              <a:gdLst>
                <a:gd name="T0" fmla="*/ 923 w 923"/>
                <a:gd name="T1" fmla="*/ 0 h 863"/>
                <a:gd name="T2" fmla="*/ 158 w 923"/>
                <a:gd name="T3" fmla="*/ 863 h 863"/>
                <a:gd name="T4" fmla="*/ 0 w 923"/>
                <a:gd name="T5" fmla="*/ 422 h 863"/>
                <a:gd name="T6" fmla="*/ 923 w 923"/>
                <a:gd name="T7" fmla="*/ 0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23" h="863">
                  <a:moveTo>
                    <a:pt x="923" y="0"/>
                  </a:moveTo>
                  <a:lnTo>
                    <a:pt x="158" y="863"/>
                  </a:lnTo>
                  <a:lnTo>
                    <a:pt x="0" y="422"/>
                  </a:lnTo>
                  <a:lnTo>
                    <a:pt x="9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任意多边形: 形状 36" descr="e7958c36-181c-4ec4-9b39-14bfde80c464"/>
            <p:cNvSpPr/>
            <p:nvPr/>
          </p:nvSpPr>
          <p:spPr bwMode="auto">
            <a:xfrm flipH="1">
              <a:off x="7712074" y="1855788"/>
              <a:ext cx="90488" cy="82550"/>
            </a:xfrm>
            <a:custGeom>
              <a:avLst/>
              <a:gdLst>
                <a:gd name="T0" fmla="*/ 15 w 48"/>
                <a:gd name="T1" fmla="*/ 44 h 44"/>
                <a:gd name="T2" fmla="*/ 6 w 48"/>
                <a:gd name="T3" fmla="*/ 10 h 44"/>
                <a:gd name="T4" fmla="*/ 0 w 48"/>
                <a:gd name="T5" fmla="*/ 2 h 44"/>
                <a:gd name="T6" fmla="*/ 0 w 48"/>
                <a:gd name="T7" fmla="*/ 0 h 44"/>
                <a:gd name="T8" fmla="*/ 48 w 48"/>
                <a:gd name="T9" fmla="*/ 9 h 44"/>
                <a:gd name="T10" fmla="*/ 15 w 48"/>
                <a:gd name="T11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44">
                  <a:moveTo>
                    <a:pt x="15" y="44"/>
                  </a:moveTo>
                  <a:cubicBezTo>
                    <a:pt x="8" y="34"/>
                    <a:pt x="5" y="23"/>
                    <a:pt x="6" y="10"/>
                  </a:cubicBezTo>
                  <a:cubicBezTo>
                    <a:pt x="6" y="5"/>
                    <a:pt x="3" y="3"/>
                    <a:pt x="0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9"/>
                    <a:pt x="48" y="9"/>
                    <a:pt x="48" y="9"/>
                  </a:cubicBezTo>
                  <a:lnTo>
                    <a:pt x="15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任意多边形: 形状 37" descr="dce82a78-87eb-4486-adf5-343aff4f77c5"/>
            <p:cNvSpPr/>
            <p:nvPr/>
          </p:nvSpPr>
          <p:spPr bwMode="auto">
            <a:xfrm flipH="1">
              <a:off x="7108824" y="1871663"/>
              <a:ext cx="1087438" cy="1719263"/>
            </a:xfrm>
            <a:custGeom>
              <a:avLst/>
              <a:gdLst>
                <a:gd name="T0" fmla="*/ 248 w 685"/>
                <a:gd name="T1" fmla="*/ 60 h 1083"/>
                <a:gd name="T2" fmla="*/ 266 w 685"/>
                <a:gd name="T3" fmla="*/ 42 h 1083"/>
                <a:gd name="T4" fmla="*/ 305 w 685"/>
                <a:gd name="T5" fmla="*/ 0 h 1083"/>
                <a:gd name="T6" fmla="*/ 685 w 685"/>
                <a:gd name="T7" fmla="*/ 1083 h 1083"/>
                <a:gd name="T8" fmla="*/ 0 w 685"/>
                <a:gd name="T9" fmla="*/ 315 h 1083"/>
                <a:gd name="T10" fmla="*/ 108 w 685"/>
                <a:gd name="T11" fmla="*/ 204 h 1083"/>
                <a:gd name="T12" fmla="*/ 121 w 685"/>
                <a:gd name="T13" fmla="*/ 191 h 1083"/>
                <a:gd name="T14" fmla="*/ 223 w 685"/>
                <a:gd name="T15" fmla="*/ 85 h 1083"/>
                <a:gd name="T16" fmla="*/ 233 w 685"/>
                <a:gd name="T17" fmla="*/ 75 h 1083"/>
                <a:gd name="T18" fmla="*/ 248 w 685"/>
                <a:gd name="T19" fmla="*/ 60 h 1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5" h="1083">
                  <a:moveTo>
                    <a:pt x="248" y="60"/>
                  </a:moveTo>
                  <a:lnTo>
                    <a:pt x="266" y="42"/>
                  </a:lnTo>
                  <a:lnTo>
                    <a:pt x="305" y="0"/>
                  </a:lnTo>
                  <a:lnTo>
                    <a:pt x="685" y="1083"/>
                  </a:lnTo>
                  <a:lnTo>
                    <a:pt x="0" y="315"/>
                  </a:lnTo>
                  <a:lnTo>
                    <a:pt x="108" y="204"/>
                  </a:lnTo>
                  <a:lnTo>
                    <a:pt x="121" y="191"/>
                  </a:lnTo>
                  <a:lnTo>
                    <a:pt x="223" y="85"/>
                  </a:lnTo>
                  <a:lnTo>
                    <a:pt x="233" y="75"/>
                  </a:lnTo>
                  <a:lnTo>
                    <a:pt x="248" y="60"/>
                  </a:lnTo>
                  <a:close/>
                </a:path>
              </a:pathLst>
            </a:custGeom>
            <a:solidFill>
              <a:srgbClr val="F9D4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任意多边形: 形状 38" descr="cacc5980-0a2e-47c3-9537-9b6dc0313dfc"/>
            <p:cNvSpPr/>
            <p:nvPr/>
          </p:nvSpPr>
          <p:spPr bwMode="auto">
            <a:xfrm flipH="1">
              <a:off x="8024812" y="2162175"/>
              <a:ext cx="387350" cy="209550"/>
            </a:xfrm>
            <a:custGeom>
              <a:avLst/>
              <a:gdLst>
                <a:gd name="T0" fmla="*/ 203 w 203"/>
                <a:gd name="T1" fmla="*/ 17 h 110"/>
                <a:gd name="T2" fmla="*/ 113 w 203"/>
                <a:gd name="T3" fmla="*/ 110 h 110"/>
                <a:gd name="T4" fmla="*/ 0 w 203"/>
                <a:gd name="T5" fmla="*/ 38 h 110"/>
                <a:gd name="T6" fmla="*/ 37 w 203"/>
                <a:gd name="T7" fmla="*/ 0 h 110"/>
                <a:gd name="T8" fmla="*/ 107 w 203"/>
                <a:gd name="T9" fmla="*/ 40 h 110"/>
                <a:gd name="T10" fmla="*/ 193 w 203"/>
                <a:gd name="T11" fmla="*/ 2 h 110"/>
                <a:gd name="T12" fmla="*/ 203 w 203"/>
                <a:gd name="T13" fmla="*/ 17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10">
                  <a:moveTo>
                    <a:pt x="203" y="17"/>
                  </a:moveTo>
                  <a:cubicBezTo>
                    <a:pt x="113" y="110"/>
                    <a:pt x="113" y="110"/>
                    <a:pt x="113" y="11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7" y="34"/>
                    <a:pt x="30" y="23"/>
                    <a:pt x="37" y="0"/>
                  </a:cubicBezTo>
                  <a:cubicBezTo>
                    <a:pt x="51" y="22"/>
                    <a:pt x="81" y="36"/>
                    <a:pt x="107" y="40"/>
                  </a:cubicBezTo>
                  <a:cubicBezTo>
                    <a:pt x="139" y="44"/>
                    <a:pt x="180" y="27"/>
                    <a:pt x="193" y="2"/>
                  </a:cubicBezTo>
                  <a:cubicBezTo>
                    <a:pt x="196" y="8"/>
                    <a:pt x="199" y="12"/>
                    <a:pt x="20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任意多边形: 形状 39" descr="c704104a-3a76-4a72-95a9-cdff301afe53"/>
            <p:cNvSpPr/>
            <p:nvPr/>
          </p:nvSpPr>
          <p:spPr bwMode="auto">
            <a:xfrm flipH="1">
              <a:off x="7108824" y="2371725"/>
              <a:ext cx="1465263" cy="1889125"/>
            </a:xfrm>
            <a:custGeom>
              <a:avLst/>
              <a:gdLst>
                <a:gd name="T0" fmla="*/ 238 w 923"/>
                <a:gd name="T1" fmla="*/ 0 h 1190"/>
                <a:gd name="T2" fmla="*/ 923 w 923"/>
                <a:gd name="T3" fmla="*/ 768 h 1190"/>
                <a:gd name="T4" fmla="*/ 0 w 923"/>
                <a:gd name="T5" fmla="*/ 1190 h 1190"/>
                <a:gd name="T6" fmla="*/ 0 w 923"/>
                <a:gd name="T7" fmla="*/ 1185 h 1190"/>
                <a:gd name="T8" fmla="*/ 23 w 923"/>
                <a:gd name="T9" fmla="*/ 1067 h 1190"/>
                <a:gd name="T10" fmla="*/ 50 w 923"/>
                <a:gd name="T11" fmla="*/ 937 h 1190"/>
                <a:gd name="T12" fmla="*/ 53 w 923"/>
                <a:gd name="T13" fmla="*/ 921 h 1190"/>
                <a:gd name="T14" fmla="*/ 75 w 923"/>
                <a:gd name="T15" fmla="*/ 809 h 1190"/>
                <a:gd name="T16" fmla="*/ 80 w 923"/>
                <a:gd name="T17" fmla="*/ 786 h 1190"/>
                <a:gd name="T18" fmla="*/ 114 w 923"/>
                <a:gd name="T19" fmla="*/ 616 h 1190"/>
                <a:gd name="T20" fmla="*/ 118 w 923"/>
                <a:gd name="T21" fmla="*/ 593 h 1190"/>
                <a:gd name="T22" fmla="*/ 150 w 923"/>
                <a:gd name="T23" fmla="*/ 435 h 1190"/>
                <a:gd name="T24" fmla="*/ 161 w 923"/>
                <a:gd name="T25" fmla="*/ 383 h 1190"/>
                <a:gd name="T26" fmla="*/ 173 w 923"/>
                <a:gd name="T27" fmla="*/ 319 h 1190"/>
                <a:gd name="T28" fmla="*/ 179 w 923"/>
                <a:gd name="T29" fmla="*/ 292 h 1190"/>
                <a:gd name="T30" fmla="*/ 201 w 923"/>
                <a:gd name="T31" fmla="*/ 184 h 1190"/>
                <a:gd name="T32" fmla="*/ 204 w 923"/>
                <a:gd name="T33" fmla="*/ 165 h 1190"/>
                <a:gd name="T34" fmla="*/ 227 w 923"/>
                <a:gd name="T35" fmla="*/ 53 h 1190"/>
                <a:gd name="T36" fmla="*/ 232 w 923"/>
                <a:gd name="T37" fmla="*/ 30 h 1190"/>
                <a:gd name="T38" fmla="*/ 238 w 923"/>
                <a:gd name="T39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23" h="1190">
                  <a:moveTo>
                    <a:pt x="238" y="0"/>
                  </a:moveTo>
                  <a:lnTo>
                    <a:pt x="923" y="768"/>
                  </a:lnTo>
                  <a:lnTo>
                    <a:pt x="0" y="1190"/>
                  </a:lnTo>
                  <a:lnTo>
                    <a:pt x="0" y="1185"/>
                  </a:lnTo>
                  <a:lnTo>
                    <a:pt x="23" y="1067"/>
                  </a:lnTo>
                  <a:lnTo>
                    <a:pt x="50" y="937"/>
                  </a:lnTo>
                  <a:lnTo>
                    <a:pt x="53" y="921"/>
                  </a:lnTo>
                  <a:lnTo>
                    <a:pt x="75" y="809"/>
                  </a:lnTo>
                  <a:lnTo>
                    <a:pt x="80" y="786"/>
                  </a:lnTo>
                  <a:lnTo>
                    <a:pt x="114" y="616"/>
                  </a:lnTo>
                  <a:lnTo>
                    <a:pt x="118" y="593"/>
                  </a:lnTo>
                  <a:lnTo>
                    <a:pt x="150" y="435"/>
                  </a:lnTo>
                  <a:lnTo>
                    <a:pt x="161" y="383"/>
                  </a:lnTo>
                  <a:lnTo>
                    <a:pt x="173" y="319"/>
                  </a:lnTo>
                  <a:lnTo>
                    <a:pt x="179" y="292"/>
                  </a:lnTo>
                  <a:lnTo>
                    <a:pt x="201" y="184"/>
                  </a:lnTo>
                  <a:lnTo>
                    <a:pt x="204" y="165"/>
                  </a:lnTo>
                  <a:lnTo>
                    <a:pt x="227" y="53"/>
                  </a:lnTo>
                  <a:lnTo>
                    <a:pt x="232" y="3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任意多边形: 形状 40" descr="3d4b8d06-acf0-4aab-8b9c-3bd415a1fcf2"/>
            <p:cNvSpPr/>
            <p:nvPr/>
          </p:nvSpPr>
          <p:spPr bwMode="auto">
            <a:xfrm flipH="1">
              <a:off x="8196262" y="2371725"/>
              <a:ext cx="155575" cy="57150"/>
            </a:xfrm>
            <a:custGeom>
              <a:avLst/>
              <a:gdLst>
                <a:gd name="T0" fmla="*/ 77 w 82"/>
                <a:gd name="T1" fmla="*/ 25 h 30"/>
                <a:gd name="T2" fmla="*/ 47 w 82"/>
                <a:gd name="T3" fmla="*/ 29 h 30"/>
                <a:gd name="T4" fmla="*/ 0 w 82"/>
                <a:gd name="T5" fmla="*/ 25 h 30"/>
                <a:gd name="T6" fmla="*/ 82 w 82"/>
                <a:gd name="T7" fmla="*/ 0 h 30"/>
                <a:gd name="T8" fmla="*/ 77 w 82"/>
                <a:gd name="T9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30">
                  <a:moveTo>
                    <a:pt x="77" y="25"/>
                  </a:moveTo>
                  <a:cubicBezTo>
                    <a:pt x="69" y="28"/>
                    <a:pt x="59" y="30"/>
                    <a:pt x="47" y="29"/>
                  </a:cubicBezTo>
                  <a:cubicBezTo>
                    <a:pt x="37" y="29"/>
                    <a:pt x="17" y="29"/>
                    <a:pt x="0" y="25"/>
                  </a:cubicBezTo>
                  <a:cubicBezTo>
                    <a:pt x="82" y="0"/>
                    <a:pt x="82" y="0"/>
                    <a:pt x="82" y="0"/>
                  </a:cubicBezTo>
                  <a:lnTo>
                    <a:pt x="77" y="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任意多边形: 形状 41" descr="682be109-fe49-4539-9d6b-42938942aa7d"/>
            <p:cNvSpPr/>
            <p:nvPr/>
          </p:nvSpPr>
          <p:spPr bwMode="auto">
            <a:xfrm flipH="1">
              <a:off x="8299449" y="2814638"/>
              <a:ext cx="1809750" cy="330200"/>
            </a:xfrm>
            <a:custGeom>
              <a:avLst/>
              <a:gdLst>
                <a:gd name="T0" fmla="*/ 952 w 952"/>
                <a:gd name="T1" fmla="*/ 34 h 174"/>
                <a:gd name="T2" fmla="*/ 942 w 952"/>
                <a:gd name="T3" fmla="*/ 87 h 174"/>
                <a:gd name="T4" fmla="*/ 926 w 952"/>
                <a:gd name="T5" fmla="*/ 88 h 174"/>
                <a:gd name="T6" fmla="*/ 919 w 952"/>
                <a:gd name="T7" fmla="*/ 112 h 174"/>
                <a:gd name="T8" fmla="*/ 877 w 952"/>
                <a:gd name="T9" fmla="*/ 135 h 174"/>
                <a:gd name="T10" fmla="*/ 806 w 952"/>
                <a:gd name="T11" fmla="*/ 129 h 174"/>
                <a:gd name="T12" fmla="*/ 778 w 952"/>
                <a:gd name="T13" fmla="*/ 111 h 174"/>
                <a:gd name="T14" fmla="*/ 776 w 952"/>
                <a:gd name="T15" fmla="*/ 98 h 174"/>
                <a:gd name="T16" fmla="*/ 764 w 952"/>
                <a:gd name="T17" fmla="*/ 91 h 174"/>
                <a:gd name="T18" fmla="*/ 758 w 952"/>
                <a:gd name="T19" fmla="*/ 120 h 174"/>
                <a:gd name="T20" fmla="*/ 580 w 952"/>
                <a:gd name="T21" fmla="*/ 111 h 174"/>
                <a:gd name="T22" fmla="*/ 564 w 952"/>
                <a:gd name="T23" fmla="*/ 114 h 174"/>
                <a:gd name="T24" fmla="*/ 492 w 952"/>
                <a:gd name="T25" fmla="*/ 146 h 174"/>
                <a:gd name="T26" fmla="*/ 429 w 952"/>
                <a:gd name="T27" fmla="*/ 117 h 174"/>
                <a:gd name="T28" fmla="*/ 424 w 952"/>
                <a:gd name="T29" fmla="*/ 95 h 174"/>
                <a:gd name="T30" fmla="*/ 409 w 952"/>
                <a:gd name="T31" fmla="*/ 98 h 174"/>
                <a:gd name="T32" fmla="*/ 409 w 952"/>
                <a:gd name="T33" fmla="*/ 115 h 174"/>
                <a:gd name="T34" fmla="*/ 388 w 952"/>
                <a:gd name="T35" fmla="*/ 132 h 174"/>
                <a:gd name="T36" fmla="*/ 364 w 952"/>
                <a:gd name="T37" fmla="*/ 136 h 174"/>
                <a:gd name="T38" fmla="*/ 312 w 952"/>
                <a:gd name="T39" fmla="*/ 105 h 174"/>
                <a:gd name="T40" fmla="*/ 292 w 952"/>
                <a:gd name="T41" fmla="*/ 97 h 174"/>
                <a:gd name="T42" fmla="*/ 173 w 952"/>
                <a:gd name="T43" fmla="*/ 105 h 174"/>
                <a:gd name="T44" fmla="*/ 171 w 952"/>
                <a:gd name="T45" fmla="*/ 100 h 174"/>
                <a:gd name="T46" fmla="*/ 130 w 952"/>
                <a:gd name="T47" fmla="*/ 93 h 174"/>
                <a:gd name="T48" fmla="*/ 78 w 952"/>
                <a:gd name="T49" fmla="*/ 137 h 174"/>
                <a:gd name="T50" fmla="*/ 0 w 952"/>
                <a:gd name="T51" fmla="*/ 70 h 174"/>
                <a:gd name="T52" fmla="*/ 130 w 952"/>
                <a:gd name="T53" fmla="*/ 31 h 174"/>
                <a:gd name="T54" fmla="*/ 169 w 952"/>
                <a:gd name="T55" fmla="*/ 32 h 174"/>
                <a:gd name="T56" fmla="*/ 222 w 952"/>
                <a:gd name="T57" fmla="*/ 8 h 174"/>
                <a:gd name="T58" fmla="*/ 298 w 952"/>
                <a:gd name="T59" fmla="*/ 43 h 174"/>
                <a:gd name="T60" fmla="*/ 371 w 952"/>
                <a:gd name="T61" fmla="*/ 16 h 174"/>
                <a:gd name="T62" fmla="*/ 463 w 952"/>
                <a:gd name="T63" fmla="*/ 48 h 174"/>
                <a:gd name="T64" fmla="*/ 548 w 952"/>
                <a:gd name="T65" fmla="*/ 12 h 174"/>
                <a:gd name="T66" fmla="*/ 621 w 952"/>
                <a:gd name="T67" fmla="*/ 29 h 174"/>
                <a:gd name="T68" fmla="*/ 684 w 952"/>
                <a:gd name="T69" fmla="*/ 2 h 174"/>
                <a:gd name="T70" fmla="*/ 831 w 952"/>
                <a:gd name="T71" fmla="*/ 0 h 174"/>
                <a:gd name="T72" fmla="*/ 910 w 952"/>
                <a:gd name="T73" fmla="*/ 37 h 174"/>
                <a:gd name="T74" fmla="*/ 952 w 952"/>
                <a:gd name="T75" fmla="*/ 3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2" h="174">
                  <a:moveTo>
                    <a:pt x="952" y="34"/>
                  </a:moveTo>
                  <a:cubicBezTo>
                    <a:pt x="942" y="87"/>
                    <a:pt x="942" y="87"/>
                    <a:pt x="942" y="87"/>
                  </a:cubicBezTo>
                  <a:cubicBezTo>
                    <a:pt x="938" y="83"/>
                    <a:pt x="930" y="84"/>
                    <a:pt x="926" y="88"/>
                  </a:cubicBezTo>
                  <a:cubicBezTo>
                    <a:pt x="920" y="97"/>
                    <a:pt x="918" y="105"/>
                    <a:pt x="919" y="112"/>
                  </a:cubicBezTo>
                  <a:cubicBezTo>
                    <a:pt x="908" y="123"/>
                    <a:pt x="887" y="133"/>
                    <a:pt x="877" y="135"/>
                  </a:cubicBezTo>
                  <a:cubicBezTo>
                    <a:pt x="857" y="139"/>
                    <a:pt x="824" y="137"/>
                    <a:pt x="806" y="129"/>
                  </a:cubicBezTo>
                  <a:cubicBezTo>
                    <a:pt x="798" y="126"/>
                    <a:pt x="787" y="116"/>
                    <a:pt x="778" y="111"/>
                  </a:cubicBezTo>
                  <a:cubicBezTo>
                    <a:pt x="777" y="107"/>
                    <a:pt x="777" y="103"/>
                    <a:pt x="776" y="98"/>
                  </a:cubicBezTo>
                  <a:cubicBezTo>
                    <a:pt x="775" y="93"/>
                    <a:pt x="769" y="89"/>
                    <a:pt x="764" y="91"/>
                  </a:cubicBezTo>
                  <a:cubicBezTo>
                    <a:pt x="745" y="97"/>
                    <a:pt x="748" y="109"/>
                    <a:pt x="758" y="120"/>
                  </a:cubicBezTo>
                  <a:cubicBezTo>
                    <a:pt x="748" y="174"/>
                    <a:pt x="602" y="143"/>
                    <a:pt x="580" y="111"/>
                  </a:cubicBezTo>
                  <a:cubicBezTo>
                    <a:pt x="576" y="104"/>
                    <a:pt x="564" y="105"/>
                    <a:pt x="564" y="114"/>
                  </a:cubicBezTo>
                  <a:cubicBezTo>
                    <a:pt x="563" y="141"/>
                    <a:pt x="511" y="147"/>
                    <a:pt x="492" y="146"/>
                  </a:cubicBezTo>
                  <a:cubicBezTo>
                    <a:pt x="480" y="145"/>
                    <a:pt x="440" y="135"/>
                    <a:pt x="429" y="117"/>
                  </a:cubicBezTo>
                  <a:cubicBezTo>
                    <a:pt x="432" y="110"/>
                    <a:pt x="431" y="102"/>
                    <a:pt x="424" y="95"/>
                  </a:cubicBezTo>
                  <a:cubicBezTo>
                    <a:pt x="420" y="91"/>
                    <a:pt x="410" y="91"/>
                    <a:pt x="409" y="98"/>
                  </a:cubicBezTo>
                  <a:cubicBezTo>
                    <a:pt x="407" y="104"/>
                    <a:pt x="408" y="110"/>
                    <a:pt x="409" y="115"/>
                  </a:cubicBezTo>
                  <a:cubicBezTo>
                    <a:pt x="404" y="122"/>
                    <a:pt x="392" y="131"/>
                    <a:pt x="388" y="132"/>
                  </a:cubicBezTo>
                  <a:cubicBezTo>
                    <a:pt x="381" y="136"/>
                    <a:pt x="372" y="137"/>
                    <a:pt x="364" y="136"/>
                  </a:cubicBezTo>
                  <a:cubicBezTo>
                    <a:pt x="351" y="128"/>
                    <a:pt x="307" y="124"/>
                    <a:pt x="312" y="105"/>
                  </a:cubicBezTo>
                  <a:cubicBezTo>
                    <a:pt x="315" y="93"/>
                    <a:pt x="299" y="87"/>
                    <a:pt x="292" y="97"/>
                  </a:cubicBezTo>
                  <a:cubicBezTo>
                    <a:pt x="260" y="143"/>
                    <a:pt x="213" y="129"/>
                    <a:pt x="173" y="105"/>
                  </a:cubicBezTo>
                  <a:cubicBezTo>
                    <a:pt x="173" y="103"/>
                    <a:pt x="172" y="102"/>
                    <a:pt x="171" y="100"/>
                  </a:cubicBezTo>
                  <a:cubicBezTo>
                    <a:pt x="157" y="86"/>
                    <a:pt x="145" y="80"/>
                    <a:pt x="130" y="93"/>
                  </a:cubicBezTo>
                  <a:cubicBezTo>
                    <a:pt x="109" y="110"/>
                    <a:pt x="104" y="132"/>
                    <a:pt x="78" y="137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44" y="34"/>
                    <a:pt x="158" y="34"/>
                    <a:pt x="169" y="32"/>
                  </a:cubicBezTo>
                  <a:cubicBezTo>
                    <a:pt x="180" y="30"/>
                    <a:pt x="206" y="21"/>
                    <a:pt x="222" y="8"/>
                  </a:cubicBezTo>
                  <a:cubicBezTo>
                    <a:pt x="240" y="28"/>
                    <a:pt x="279" y="40"/>
                    <a:pt x="298" y="43"/>
                  </a:cubicBezTo>
                  <a:cubicBezTo>
                    <a:pt x="333" y="48"/>
                    <a:pt x="359" y="41"/>
                    <a:pt x="371" y="16"/>
                  </a:cubicBezTo>
                  <a:cubicBezTo>
                    <a:pt x="390" y="40"/>
                    <a:pt x="435" y="46"/>
                    <a:pt x="463" y="48"/>
                  </a:cubicBezTo>
                  <a:cubicBezTo>
                    <a:pt x="505" y="52"/>
                    <a:pt x="540" y="47"/>
                    <a:pt x="548" y="12"/>
                  </a:cubicBezTo>
                  <a:cubicBezTo>
                    <a:pt x="568" y="26"/>
                    <a:pt x="602" y="30"/>
                    <a:pt x="621" y="29"/>
                  </a:cubicBezTo>
                  <a:cubicBezTo>
                    <a:pt x="641" y="27"/>
                    <a:pt x="668" y="18"/>
                    <a:pt x="684" y="2"/>
                  </a:cubicBezTo>
                  <a:cubicBezTo>
                    <a:pt x="712" y="34"/>
                    <a:pt x="803" y="43"/>
                    <a:pt x="831" y="0"/>
                  </a:cubicBezTo>
                  <a:cubicBezTo>
                    <a:pt x="848" y="23"/>
                    <a:pt x="884" y="33"/>
                    <a:pt x="910" y="37"/>
                  </a:cubicBezTo>
                  <a:cubicBezTo>
                    <a:pt x="922" y="39"/>
                    <a:pt x="937" y="38"/>
                    <a:pt x="952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任意多边形: 形状 42" descr="f21b15c7-6fa2-450d-8a22-03138df753f6"/>
            <p:cNvSpPr/>
            <p:nvPr/>
          </p:nvSpPr>
          <p:spPr bwMode="auto">
            <a:xfrm flipH="1">
              <a:off x="8205787" y="2419350"/>
              <a:ext cx="190500" cy="39688"/>
            </a:xfrm>
            <a:custGeom>
              <a:avLst/>
              <a:gdLst>
                <a:gd name="T0" fmla="*/ 70 w 100"/>
                <a:gd name="T1" fmla="*/ 4 h 21"/>
                <a:gd name="T2" fmla="*/ 100 w 100"/>
                <a:gd name="T3" fmla="*/ 0 h 21"/>
                <a:gd name="T4" fmla="*/ 96 w 100"/>
                <a:gd name="T5" fmla="*/ 19 h 21"/>
                <a:gd name="T6" fmla="*/ 77 w 100"/>
                <a:gd name="T7" fmla="*/ 21 h 21"/>
                <a:gd name="T8" fmla="*/ 0 w 100"/>
                <a:gd name="T9" fmla="*/ 7 h 21"/>
                <a:gd name="T10" fmla="*/ 23 w 100"/>
                <a:gd name="T11" fmla="*/ 0 h 21"/>
                <a:gd name="T12" fmla="*/ 70 w 100"/>
                <a:gd name="T13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21">
                  <a:moveTo>
                    <a:pt x="70" y="4"/>
                  </a:moveTo>
                  <a:cubicBezTo>
                    <a:pt x="82" y="5"/>
                    <a:pt x="92" y="3"/>
                    <a:pt x="100" y="0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0" y="20"/>
                    <a:pt x="84" y="21"/>
                    <a:pt x="77" y="21"/>
                  </a:cubicBezTo>
                  <a:cubicBezTo>
                    <a:pt x="57" y="20"/>
                    <a:pt x="23" y="19"/>
                    <a:pt x="0" y="7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40" y="4"/>
                    <a:pt x="60" y="4"/>
                    <a:pt x="70" y="4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任意多边形: 形状 43" descr="6a51c6be-ec84-475f-85ef-7d34e6d29d2c"/>
            <p:cNvSpPr/>
            <p:nvPr/>
          </p:nvSpPr>
          <p:spPr bwMode="auto">
            <a:xfrm flipH="1">
              <a:off x="8004174" y="2073275"/>
              <a:ext cx="442913" cy="173038"/>
            </a:xfrm>
            <a:custGeom>
              <a:avLst/>
              <a:gdLst>
                <a:gd name="T0" fmla="*/ 121 w 233"/>
                <a:gd name="T1" fmla="*/ 68 h 91"/>
                <a:gd name="T2" fmla="*/ 205 w 233"/>
                <a:gd name="T3" fmla="*/ 11 h 91"/>
                <a:gd name="T4" fmla="*/ 222 w 233"/>
                <a:gd name="T5" fmla="*/ 12 h 91"/>
                <a:gd name="T6" fmla="*/ 233 w 233"/>
                <a:gd name="T7" fmla="*/ 53 h 91"/>
                <a:gd name="T8" fmla="*/ 222 w 233"/>
                <a:gd name="T9" fmla="*/ 64 h 91"/>
                <a:gd name="T10" fmla="*/ 212 w 233"/>
                <a:gd name="T11" fmla="*/ 49 h 91"/>
                <a:gd name="T12" fmla="*/ 126 w 233"/>
                <a:gd name="T13" fmla="*/ 87 h 91"/>
                <a:gd name="T14" fmla="*/ 56 w 233"/>
                <a:gd name="T15" fmla="*/ 47 h 91"/>
                <a:gd name="T16" fmla="*/ 19 w 233"/>
                <a:gd name="T17" fmla="*/ 85 h 91"/>
                <a:gd name="T18" fmla="*/ 0 w 233"/>
                <a:gd name="T19" fmla="*/ 73 h 91"/>
                <a:gd name="T20" fmla="*/ 45 w 233"/>
                <a:gd name="T21" fmla="*/ 32 h 91"/>
                <a:gd name="T22" fmla="*/ 49 w 233"/>
                <a:gd name="T23" fmla="*/ 27 h 91"/>
                <a:gd name="T24" fmla="*/ 50 w 233"/>
                <a:gd name="T25" fmla="*/ 8 h 91"/>
                <a:gd name="T26" fmla="*/ 55 w 233"/>
                <a:gd name="T27" fmla="*/ 3 h 91"/>
                <a:gd name="T28" fmla="*/ 59 w 233"/>
                <a:gd name="T29" fmla="*/ 3 h 91"/>
                <a:gd name="T30" fmla="*/ 63 w 233"/>
                <a:gd name="T31" fmla="*/ 17 h 91"/>
                <a:gd name="T32" fmla="*/ 75 w 233"/>
                <a:gd name="T33" fmla="*/ 44 h 91"/>
                <a:gd name="T34" fmla="*/ 102 w 233"/>
                <a:gd name="T35" fmla="*/ 63 h 91"/>
                <a:gd name="T36" fmla="*/ 121 w 233"/>
                <a:gd name="T37" fmla="*/ 68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3" h="91">
                  <a:moveTo>
                    <a:pt x="121" y="68"/>
                  </a:moveTo>
                  <a:cubicBezTo>
                    <a:pt x="162" y="74"/>
                    <a:pt x="203" y="49"/>
                    <a:pt x="205" y="11"/>
                  </a:cubicBezTo>
                  <a:cubicBezTo>
                    <a:pt x="206" y="0"/>
                    <a:pt x="222" y="1"/>
                    <a:pt x="222" y="12"/>
                  </a:cubicBezTo>
                  <a:cubicBezTo>
                    <a:pt x="220" y="28"/>
                    <a:pt x="225" y="42"/>
                    <a:pt x="233" y="53"/>
                  </a:cubicBezTo>
                  <a:cubicBezTo>
                    <a:pt x="222" y="64"/>
                    <a:pt x="222" y="64"/>
                    <a:pt x="222" y="64"/>
                  </a:cubicBezTo>
                  <a:cubicBezTo>
                    <a:pt x="218" y="59"/>
                    <a:pt x="215" y="55"/>
                    <a:pt x="212" y="49"/>
                  </a:cubicBezTo>
                  <a:cubicBezTo>
                    <a:pt x="199" y="74"/>
                    <a:pt x="158" y="91"/>
                    <a:pt x="126" y="87"/>
                  </a:cubicBezTo>
                  <a:cubicBezTo>
                    <a:pt x="100" y="83"/>
                    <a:pt x="70" y="69"/>
                    <a:pt x="56" y="47"/>
                  </a:cubicBezTo>
                  <a:cubicBezTo>
                    <a:pt x="49" y="70"/>
                    <a:pt x="36" y="81"/>
                    <a:pt x="19" y="85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23" y="72"/>
                    <a:pt x="39" y="62"/>
                    <a:pt x="45" y="32"/>
                  </a:cubicBezTo>
                  <a:cubicBezTo>
                    <a:pt x="46" y="29"/>
                    <a:pt x="47" y="28"/>
                    <a:pt x="49" y="27"/>
                  </a:cubicBezTo>
                  <a:cubicBezTo>
                    <a:pt x="48" y="21"/>
                    <a:pt x="48" y="15"/>
                    <a:pt x="50" y="8"/>
                  </a:cubicBezTo>
                  <a:cubicBezTo>
                    <a:pt x="50" y="6"/>
                    <a:pt x="53" y="4"/>
                    <a:pt x="55" y="3"/>
                  </a:cubicBezTo>
                  <a:cubicBezTo>
                    <a:pt x="56" y="3"/>
                    <a:pt x="58" y="3"/>
                    <a:pt x="59" y="3"/>
                  </a:cubicBezTo>
                  <a:cubicBezTo>
                    <a:pt x="68" y="2"/>
                    <a:pt x="72" y="14"/>
                    <a:pt x="63" y="17"/>
                  </a:cubicBezTo>
                  <a:cubicBezTo>
                    <a:pt x="64" y="27"/>
                    <a:pt x="68" y="36"/>
                    <a:pt x="75" y="44"/>
                  </a:cubicBezTo>
                  <a:cubicBezTo>
                    <a:pt x="81" y="54"/>
                    <a:pt x="90" y="60"/>
                    <a:pt x="102" y="63"/>
                  </a:cubicBezTo>
                  <a:cubicBezTo>
                    <a:pt x="108" y="65"/>
                    <a:pt x="115" y="67"/>
                    <a:pt x="121" y="6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任意多边形: 形状 44" descr="fac7811f-cee2-45d5-813f-d29f7ab3e866"/>
            <p:cNvSpPr/>
            <p:nvPr/>
          </p:nvSpPr>
          <p:spPr bwMode="auto">
            <a:xfrm flipH="1">
              <a:off x="8323261" y="4260850"/>
              <a:ext cx="1814513" cy="700088"/>
            </a:xfrm>
            <a:custGeom>
              <a:avLst/>
              <a:gdLst>
                <a:gd name="T0" fmla="*/ 985 w 1143"/>
                <a:gd name="T1" fmla="*/ 0 h 441"/>
                <a:gd name="T2" fmla="*/ 1143 w 1143"/>
                <a:gd name="T3" fmla="*/ 441 h 441"/>
                <a:gd name="T4" fmla="*/ 0 w 1143"/>
                <a:gd name="T5" fmla="*/ 222 h 441"/>
                <a:gd name="T6" fmla="*/ 337 w 1143"/>
                <a:gd name="T7" fmla="*/ 147 h 441"/>
                <a:gd name="T8" fmla="*/ 446 w 1143"/>
                <a:gd name="T9" fmla="*/ 122 h 441"/>
                <a:gd name="T10" fmla="*/ 474 w 1143"/>
                <a:gd name="T11" fmla="*/ 115 h 441"/>
                <a:gd name="T12" fmla="*/ 985 w 1143"/>
                <a:gd name="T13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3" h="441">
                  <a:moveTo>
                    <a:pt x="985" y="0"/>
                  </a:moveTo>
                  <a:lnTo>
                    <a:pt x="1143" y="441"/>
                  </a:lnTo>
                  <a:lnTo>
                    <a:pt x="0" y="222"/>
                  </a:lnTo>
                  <a:lnTo>
                    <a:pt x="337" y="147"/>
                  </a:lnTo>
                  <a:lnTo>
                    <a:pt x="446" y="122"/>
                  </a:lnTo>
                  <a:lnTo>
                    <a:pt x="474" y="115"/>
                  </a:lnTo>
                  <a:lnTo>
                    <a:pt x="9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任意多边形: 形状 45" descr="f46e8624-256a-49fd-9d3a-440a2829cce9"/>
            <p:cNvSpPr/>
            <p:nvPr/>
          </p:nvSpPr>
          <p:spPr bwMode="auto">
            <a:xfrm flipH="1">
              <a:off x="8335961" y="3019425"/>
              <a:ext cx="1589088" cy="373063"/>
            </a:xfrm>
            <a:custGeom>
              <a:avLst/>
              <a:gdLst>
                <a:gd name="T0" fmla="*/ 836 w 836"/>
                <a:gd name="T1" fmla="*/ 23 h 197"/>
                <a:gd name="T2" fmla="*/ 809 w 836"/>
                <a:gd name="T3" fmla="*/ 155 h 197"/>
                <a:gd name="T4" fmla="*/ 770 w 836"/>
                <a:gd name="T5" fmla="*/ 127 h 197"/>
                <a:gd name="T6" fmla="*/ 779 w 836"/>
                <a:gd name="T7" fmla="*/ 85 h 197"/>
                <a:gd name="T8" fmla="*/ 768 w 836"/>
                <a:gd name="T9" fmla="*/ 78 h 197"/>
                <a:gd name="T10" fmla="*/ 749 w 836"/>
                <a:gd name="T11" fmla="*/ 120 h 197"/>
                <a:gd name="T12" fmla="*/ 749 w 836"/>
                <a:gd name="T13" fmla="*/ 121 h 197"/>
                <a:gd name="T14" fmla="*/ 717 w 836"/>
                <a:gd name="T15" fmla="*/ 155 h 197"/>
                <a:gd name="T16" fmla="*/ 627 w 836"/>
                <a:gd name="T17" fmla="*/ 107 h 197"/>
                <a:gd name="T18" fmla="*/ 608 w 836"/>
                <a:gd name="T19" fmla="*/ 106 h 197"/>
                <a:gd name="T20" fmla="*/ 608 w 836"/>
                <a:gd name="T21" fmla="*/ 133 h 197"/>
                <a:gd name="T22" fmla="*/ 588 w 836"/>
                <a:gd name="T23" fmla="*/ 184 h 197"/>
                <a:gd name="T24" fmla="*/ 521 w 836"/>
                <a:gd name="T25" fmla="*/ 170 h 197"/>
                <a:gd name="T26" fmla="*/ 505 w 836"/>
                <a:gd name="T27" fmla="*/ 122 h 197"/>
                <a:gd name="T28" fmla="*/ 487 w 836"/>
                <a:gd name="T29" fmla="*/ 121 h 197"/>
                <a:gd name="T30" fmla="*/ 431 w 836"/>
                <a:gd name="T31" fmla="*/ 196 h 197"/>
                <a:gd name="T32" fmla="*/ 343 w 836"/>
                <a:gd name="T33" fmla="*/ 116 h 197"/>
                <a:gd name="T34" fmla="*/ 326 w 836"/>
                <a:gd name="T35" fmla="*/ 115 h 197"/>
                <a:gd name="T36" fmla="*/ 305 w 836"/>
                <a:gd name="T37" fmla="*/ 176 h 197"/>
                <a:gd name="T38" fmla="*/ 226 w 836"/>
                <a:gd name="T39" fmla="*/ 184 h 197"/>
                <a:gd name="T40" fmla="*/ 158 w 836"/>
                <a:gd name="T41" fmla="*/ 108 h 197"/>
                <a:gd name="T42" fmla="*/ 143 w 836"/>
                <a:gd name="T43" fmla="*/ 111 h 197"/>
                <a:gd name="T44" fmla="*/ 122 w 836"/>
                <a:gd name="T45" fmla="*/ 150 h 197"/>
                <a:gd name="T46" fmla="*/ 30 w 836"/>
                <a:gd name="T47" fmla="*/ 71 h 197"/>
                <a:gd name="T48" fmla="*/ 0 w 836"/>
                <a:gd name="T49" fmla="*/ 45 h 197"/>
                <a:gd name="T50" fmla="*/ 13 w 836"/>
                <a:gd name="T51" fmla="*/ 39 h 197"/>
                <a:gd name="T52" fmla="*/ 38 w 836"/>
                <a:gd name="T53" fmla="*/ 15 h 197"/>
                <a:gd name="T54" fmla="*/ 49 w 836"/>
                <a:gd name="T55" fmla="*/ 0 h 197"/>
                <a:gd name="T56" fmla="*/ 130 w 836"/>
                <a:gd name="T57" fmla="*/ 41 h 197"/>
                <a:gd name="T58" fmla="*/ 199 w 836"/>
                <a:gd name="T59" fmla="*/ 18 h 197"/>
                <a:gd name="T60" fmla="*/ 210 w 836"/>
                <a:gd name="T61" fmla="*/ 31 h 197"/>
                <a:gd name="T62" fmla="*/ 263 w 836"/>
                <a:gd name="T63" fmla="*/ 45 h 197"/>
                <a:gd name="T64" fmla="*/ 306 w 836"/>
                <a:gd name="T65" fmla="*/ 36 h 197"/>
                <a:gd name="T66" fmla="*/ 322 w 836"/>
                <a:gd name="T67" fmla="*/ 23 h 197"/>
                <a:gd name="T68" fmla="*/ 385 w 836"/>
                <a:gd name="T69" fmla="*/ 55 h 197"/>
                <a:gd name="T70" fmla="*/ 480 w 836"/>
                <a:gd name="T71" fmla="*/ 23 h 197"/>
                <a:gd name="T72" fmla="*/ 677 w 836"/>
                <a:gd name="T73" fmla="*/ 26 h 197"/>
                <a:gd name="T74" fmla="*/ 700 w 836"/>
                <a:gd name="T75" fmla="*/ 39 h 197"/>
                <a:gd name="T76" fmla="*/ 835 w 836"/>
                <a:gd name="T77" fmla="*/ 22 h 197"/>
                <a:gd name="T78" fmla="*/ 836 w 836"/>
                <a:gd name="T79" fmla="*/ 23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36" h="197">
                  <a:moveTo>
                    <a:pt x="836" y="23"/>
                  </a:moveTo>
                  <a:cubicBezTo>
                    <a:pt x="809" y="155"/>
                    <a:pt x="809" y="155"/>
                    <a:pt x="809" y="155"/>
                  </a:cubicBezTo>
                  <a:cubicBezTo>
                    <a:pt x="793" y="153"/>
                    <a:pt x="777" y="147"/>
                    <a:pt x="770" y="127"/>
                  </a:cubicBezTo>
                  <a:cubicBezTo>
                    <a:pt x="777" y="113"/>
                    <a:pt x="781" y="98"/>
                    <a:pt x="779" y="85"/>
                  </a:cubicBezTo>
                  <a:cubicBezTo>
                    <a:pt x="778" y="79"/>
                    <a:pt x="772" y="77"/>
                    <a:pt x="768" y="78"/>
                  </a:cubicBezTo>
                  <a:cubicBezTo>
                    <a:pt x="748" y="80"/>
                    <a:pt x="748" y="105"/>
                    <a:pt x="749" y="120"/>
                  </a:cubicBezTo>
                  <a:cubicBezTo>
                    <a:pt x="749" y="121"/>
                    <a:pt x="749" y="121"/>
                    <a:pt x="749" y="121"/>
                  </a:cubicBezTo>
                  <a:cubicBezTo>
                    <a:pt x="740" y="135"/>
                    <a:pt x="727" y="149"/>
                    <a:pt x="717" y="155"/>
                  </a:cubicBezTo>
                  <a:cubicBezTo>
                    <a:pt x="676" y="182"/>
                    <a:pt x="623" y="161"/>
                    <a:pt x="627" y="107"/>
                  </a:cubicBezTo>
                  <a:cubicBezTo>
                    <a:pt x="627" y="95"/>
                    <a:pt x="609" y="95"/>
                    <a:pt x="608" y="106"/>
                  </a:cubicBezTo>
                  <a:cubicBezTo>
                    <a:pt x="608" y="116"/>
                    <a:pt x="607" y="125"/>
                    <a:pt x="608" y="133"/>
                  </a:cubicBezTo>
                  <a:cubicBezTo>
                    <a:pt x="607" y="153"/>
                    <a:pt x="604" y="175"/>
                    <a:pt x="588" y="184"/>
                  </a:cubicBezTo>
                  <a:cubicBezTo>
                    <a:pt x="570" y="195"/>
                    <a:pt x="536" y="182"/>
                    <a:pt x="521" y="170"/>
                  </a:cubicBezTo>
                  <a:cubicBezTo>
                    <a:pt x="504" y="155"/>
                    <a:pt x="504" y="143"/>
                    <a:pt x="505" y="122"/>
                  </a:cubicBezTo>
                  <a:cubicBezTo>
                    <a:pt x="506" y="111"/>
                    <a:pt x="488" y="110"/>
                    <a:pt x="487" y="121"/>
                  </a:cubicBezTo>
                  <a:cubicBezTo>
                    <a:pt x="484" y="155"/>
                    <a:pt x="472" y="195"/>
                    <a:pt x="431" y="196"/>
                  </a:cubicBezTo>
                  <a:cubicBezTo>
                    <a:pt x="386" y="197"/>
                    <a:pt x="343" y="160"/>
                    <a:pt x="343" y="116"/>
                  </a:cubicBezTo>
                  <a:cubicBezTo>
                    <a:pt x="343" y="105"/>
                    <a:pt x="326" y="104"/>
                    <a:pt x="326" y="115"/>
                  </a:cubicBezTo>
                  <a:cubicBezTo>
                    <a:pt x="324" y="137"/>
                    <a:pt x="323" y="160"/>
                    <a:pt x="305" y="176"/>
                  </a:cubicBezTo>
                  <a:cubicBezTo>
                    <a:pt x="285" y="194"/>
                    <a:pt x="250" y="191"/>
                    <a:pt x="226" y="184"/>
                  </a:cubicBezTo>
                  <a:cubicBezTo>
                    <a:pt x="184" y="173"/>
                    <a:pt x="176" y="141"/>
                    <a:pt x="158" y="108"/>
                  </a:cubicBezTo>
                  <a:cubicBezTo>
                    <a:pt x="154" y="100"/>
                    <a:pt x="144" y="103"/>
                    <a:pt x="143" y="111"/>
                  </a:cubicBezTo>
                  <a:cubicBezTo>
                    <a:pt x="140" y="127"/>
                    <a:pt x="133" y="141"/>
                    <a:pt x="122" y="150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5" y="44"/>
                    <a:pt x="9" y="42"/>
                    <a:pt x="13" y="39"/>
                  </a:cubicBezTo>
                  <a:cubicBezTo>
                    <a:pt x="23" y="32"/>
                    <a:pt x="31" y="24"/>
                    <a:pt x="38" y="15"/>
                  </a:cubicBezTo>
                  <a:cubicBezTo>
                    <a:pt x="43" y="8"/>
                    <a:pt x="45" y="2"/>
                    <a:pt x="49" y="0"/>
                  </a:cubicBezTo>
                  <a:cubicBezTo>
                    <a:pt x="62" y="25"/>
                    <a:pt x="106" y="39"/>
                    <a:pt x="130" y="41"/>
                  </a:cubicBezTo>
                  <a:cubicBezTo>
                    <a:pt x="158" y="44"/>
                    <a:pt x="181" y="36"/>
                    <a:pt x="199" y="18"/>
                  </a:cubicBezTo>
                  <a:cubicBezTo>
                    <a:pt x="202" y="23"/>
                    <a:pt x="205" y="27"/>
                    <a:pt x="210" y="31"/>
                  </a:cubicBezTo>
                  <a:cubicBezTo>
                    <a:pt x="223" y="39"/>
                    <a:pt x="247" y="49"/>
                    <a:pt x="263" y="45"/>
                  </a:cubicBezTo>
                  <a:cubicBezTo>
                    <a:pt x="278" y="46"/>
                    <a:pt x="293" y="43"/>
                    <a:pt x="306" y="36"/>
                  </a:cubicBezTo>
                  <a:cubicBezTo>
                    <a:pt x="311" y="32"/>
                    <a:pt x="317" y="28"/>
                    <a:pt x="322" y="23"/>
                  </a:cubicBezTo>
                  <a:cubicBezTo>
                    <a:pt x="337" y="41"/>
                    <a:pt x="366" y="52"/>
                    <a:pt x="385" y="55"/>
                  </a:cubicBezTo>
                  <a:cubicBezTo>
                    <a:pt x="414" y="59"/>
                    <a:pt x="465" y="52"/>
                    <a:pt x="480" y="23"/>
                  </a:cubicBezTo>
                  <a:cubicBezTo>
                    <a:pt x="527" y="63"/>
                    <a:pt x="654" y="80"/>
                    <a:pt x="677" y="26"/>
                  </a:cubicBezTo>
                  <a:cubicBezTo>
                    <a:pt x="686" y="32"/>
                    <a:pt x="695" y="37"/>
                    <a:pt x="700" y="39"/>
                  </a:cubicBezTo>
                  <a:cubicBezTo>
                    <a:pt x="731" y="52"/>
                    <a:pt x="805" y="52"/>
                    <a:pt x="835" y="22"/>
                  </a:cubicBezTo>
                  <a:cubicBezTo>
                    <a:pt x="835" y="22"/>
                    <a:pt x="836" y="23"/>
                    <a:pt x="836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任意多边形: 形状 46" descr="c61b9de6-52d5-43b7-8a0c-e939e5a38aee"/>
            <p:cNvSpPr/>
            <p:nvPr/>
          </p:nvSpPr>
          <p:spPr bwMode="auto">
            <a:xfrm flipH="1">
              <a:off x="8432799" y="2441575"/>
              <a:ext cx="100013" cy="31750"/>
            </a:xfrm>
            <a:custGeom>
              <a:avLst/>
              <a:gdLst>
                <a:gd name="T0" fmla="*/ 0 w 53"/>
                <a:gd name="T1" fmla="*/ 16 h 17"/>
                <a:gd name="T2" fmla="*/ 53 w 53"/>
                <a:gd name="T3" fmla="*/ 0 h 17"/>
                <a:gd name="T4" fmla="*/ 25 w 53"/>
                <a:gd name="T5" fmla="*/ 16 h 17"/>
                <a:gd name="T6" fmla="*/ 0 w 53"/>
                <a:gd name="T7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17">
                  <a:moveTo>
                    <a:pt x="0" y="16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47" y="8"/>
                    <a:pt x="39" y="14"/>
                    <a:pt x="25" y="16"/>
                  </a:cubicBezTo>
                  <a:cubicBezTo>
                    <a:pt x="17" y="17"/>
                    <a:pt x="8" y="17"/>
                    <a:pt x="0" y="16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任意多边形: 形状 47" descr="11517b45-cb2b-4f6e-b362-7b294b998a37"/>
            <p:cNvSpPr/>
            <p:nvPr/>
          </p:nvSpPr>
          <p:spPr bwMode="auto">
            <a:xfrm flipH="1">
              <a:off x="8447086" y="3619500"/>
              <a:ext cx="7938" cy="36513"/>
            </a:xfrm>
            <a:custGeom>
              <a:avLst/>
              <a:gdLst>
                <a:gd name="T0" fmla="*/ 5 w 5"/>
                <a:gd name="T1" fmla="*/ 0 h 23"/>
                <a:gd name="T2" fmla="*/ 0 w 5"/>
                <a:gd name="T3" fmla="*/ 23 h 23"/>
                <a:gd name="T4" fmla="*/ 5 w 5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23">
                  <a:moveTo>
                    <a:pt x="5" y="0"/>
                  </a:moveTo>
                  <a:lnTo>
                    <a:pt x="0" y="2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任意多边形: 形状 48" descr="70a7b556-a7cb-4627-9b61-e25dce7e322f"/>
            <p:cNvSpPr/>
            <p:nvPr/>
          </p:nvSpPr>
          <p:spPr bwMode="auto">
            <a:xfrm flipH="1">
              <a:off x="8213724" y="2432050"/>
              <a:ext cx="446088" cy="201613"/>
            </a:xfrm>
            <a:custGeom>
              <a:avLst/>
              <a:gdLst>
                <a:gd name="T0" fmla="*/ 235 w 235"/>
                <a:gd name="T1" fmla="*/ 12 h 106"/>
                <a:gd name="T2" fmla="*/ 216 w 235"/>
                <a:gd name="T3" fmla="*/ 106 h 106"/>
                <a:gd name="T4" fmla="*/ 200 w 235"/>
                <a:gd name="T5" fmla="*/ 91 h 106"/>
                <a:gd name="T6" fmla="*/ 195 w 235"/>
                <a:gd name="T7" fmla="*/ 63 h 106"/>
                <a:gd name="T8" fmla="*/ 182 w 235"/>
                <a:gd name="T9" fmla="*/ 66 h 106"/>
                <a:gd name="T10" fmla="*/ 182 w 235"/>
                <a:gd name="T11" fmla="*/ 92 h 106"/>
                <a:gd name="T12" fmla="*/ 127 w 235"/>
                <a:gd name="T13" fmla="*/ 103 h 106"/>
                <a:gd name="T14" fmla="*/ 77 w 235"/>
                <a:gd name="T15" fmla="*/ 96 h 106"/>
                <a:gd name="T16" fmla="*/ 12 w 235"/>
                <a:gd name="T17" fmla="*/ 55 h 106"/>
                <a:gd name="T18" fmla="*/ 2 w 235"/>
                <a:gd name="T19" fmla="*/ 50 h 106"/>
                <a:gd name="T20" fmla="*/ 0 w 235"/>
                <a:gd name="T21" fmla="*/ 41 h 106"/>
                <a:gd name="T22" fmla="*/ 67 w 235"/>
                <a:gd name="T23" fmla="*/ 21 h 106"/>
                <a:gd name="T24" fmla="*/ 92 w 235"/>
                <a:gd name="T25" fmla="*/ 21 h 106"/>
                <a:gd name="T26" fmla="*/ 120 w 235"/>
                <a:gd name="T27" fmla="*/ 5 h 106"/>
                <a:gd name="T28" fmla="*/ 139 w 235"/>
                <a:gd name="T29" fmla="*/ 0 h 106"/>
                <a:gd name="T30" fmla="*/ 216 w 235"/>
                <a:gd name="T31" fmla="*/ 14 h 106"/>
                <a:gd name="T32" fmla="*/ 235 w 235"/>
                <a:gd name="T33" fmla="*/ 12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5" h="105">
                  <a:moveTo>
                    <a:pt x="235" y="12"/>
                  </a:moveTo>
                  <a:cubicBezTo>
                    <a:pt x="216" y="106"/>
                    <a:pt x="216" y="106"/>
                    <a:pt x="216" y="106"/>
                  </a:cubicBezTo>
                  <a:cubicBezTo>
                    <a:pt x="209" y="102"/>
                    <a:pt x="203" y="97"/>
                    <a:pt x="200" y="91"/>
                  </a:cubicBezTo>
                  <a:cubicBezTo>
                    <a:pt x="204" y="83"/>
                    <a:pt x="204" y="74"/>
                    <a:pt x="195" y="63"/>
                  </a:cubicBezTo>
                  <a:cubicBezTo>
                    <a:pt x="191" y="59"/>
                    <a:pt x="183" y="60"/>
                    <a:pt x="182" y="66"/>
                  </a:cubicBezTo>
                  <a:cubicBezTo>
                    <a:pt x="179" y="76"/>
                    <a:pt x="179" y="85"/>
                    <a:pt x="182" y="92"/>
                  </a:cubicBezTo>
                  <a:cubicBezTo>
                    <a:pt x="167" y="102"/>
                    <a:pt x="131" y="103"/>
                    <a:pt x="127" y="103"/>
                  </a:cubicBezTo>
                  <a:cubicBezTo>
                    <a:pt x="110" y="102"/>
                    <a:pt x="94" y="100"/>
                    <a:pt x="77" y="96"/>
                  </a:cubicBezTo>
                  <a:cubicBezTo>
                    <a:pt x="56" y="92"/>
                    <a:pt x="17" y="80"/>
                    <a:pt x="12" y="55"/>
                  </a:cubicBezTo>
                  <a:cubicBezTo>
                    <a:pt x="11" y="50"/>
                    <a:pt x="6" y="49"/>
                    <a:pt x="2" y="5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67" y="21"/>
                    <a:pt x="67" y="21"/>
                    <a:pt x="67" y="21"/>
                  </a:cubicBezTo>
                  <a:cubicBezTo>
                    <a:pt x="75" y="22"/>
                    <a:pt x="84" y="22"/>
                    <a:pt x="92" y="21"/>
                  </a:cubicBezTo>
                  <a:cubicBezTo>
                    <a:pt x="106" y="19"/>
                    <a:pt x="114" y="13"/>
                    <a:pt x="120" y="5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62" y="12"/>
                    <a:pt x="196" y="13"/>
                    <a:pt x="216" y="14"/>
                  </a:cubicBezTo>
                  <a:cubicBezTo>
                    <a:pt x="223" y="14"/>
                    <a:pt x="229" y="13"/>
                    <a:pt x="235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任意多边形: 形状 49" descr="0b6e5d99-a163-40ae-82dd-79b8191e534c"/>
            <p:cNvSpPr/>
            <p:nvPr/>
          </p:nvSpPr>
          <p:spPr bwMode="auto">
            <a:xfrm flipH="1">
              <a:off x="8567737" y="4144963"/>
              <a:ext cx="98425" cy="107950"/>
            </a:xfrm>
            <a:custGeom>
              <a:avLst/>
              <a:gdLst>
                <a:gd name="T0" fmla="*/ 38 w 52"/>
                <a:gd name="T1" fmla="*/ 53 h 57"/>
                <a:gd name="T2" fmla="*/ 0 w 52"/>
                <a:gd name="T3" fmla="*/ 20 h 57"/>
                <a:gd name="T4" fmla="*/ 1 w 52"/>
                <a:gd name="T5" fmla="*/ 9 h 57"/>
                <a:gd name="T6" fmla="*/ 15 w 52"/>
                <a:gd name="T7" fmla="*/ 8 h 57"/>
                <a:gd name="T8" fmla="*/ 52 w 52"/>
                <a:gd name="T9" fmla="*/ 41 h 57"/>
                <a:gd name="T10" fmla="*/ 48 w 52"/>
                <a:gd name="T11" fmla="*/ 57 h 57"/>
                <a:gd name="T12" fmla="*/ 38 w 52"/>
                <a:gd name="T13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57">
                  <a:moveTo>
                    <a:pt x="38" y="53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17"/>
                    <a:pt x="1" y="13"/>
                    <a:pt x="1" y="9"/>
                  </a:cubicBezTo>
                  <a:cubicBezTo>
                    <a:pt x="1" y="1"/>
                    <a:pt x="13" y="0"/>
                    <a:pt x="15" y="8"/>
                  </a:cubicBezTo>
                  <a:cubicBezTo>
                    <a:pt x="18" y="24"/>
                    <a:pt x="35" y="34"/>
                    <a:pt x="52" y="41"/>
                  </a:cubicBezTo>
                  <a:cubicBezTo>
                    <a:pt x="48" y="57"/>
                    <a:pt x="48" y="57"/>
                    <a:pt x="48" y="57"/>
                  </a:cubicBezTo>
                  <a:cubicBezTo>
                    <a:pt x="45" y="56"/>
                    <a:pt x="41" y="54"/>
                    <a:pt x="38" y="53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任意多边形: 形状 50" descr="fae5d162-31ed-4ad2-93c5-3e57986ed696"/>
            <p:cNvSpPr/>
            <p:nvPr/>
          </p:nvSpPr>
          <p:spPr bwMode="auto">
            <a:xfrm flipH="1">
              <a:off x="8537574" y="4003675"/>
              <a:ext cx="236538" cy="114300"/>
            </a:xfrm>
            <a:custGeom>
              <a:avLst/>
              <a:gdLst>
                <a:gd name="T0" fmla="*/ 58 w 125"/>
                <a:gd name="T1" fmla="*/ 22 h 60"/>
                <a:gd name="T2" fmla="*/ 17 w 125"/>
                <a:gd name="T3" fmla="*/ 60 h 60"/>
                <a:gd name="T4" fmla="*/ 0 w 125"/>
                <a:gd name="T5" fmla="*/ 45 h 60"/>
                <a:gd name="T6" fmla="*/ 46 w 125"/>
                <a:gd name="T7" fmla="*/ 9 h 60"/>
                <a:gd name="T8" fmla="*/ 57 w 125"/>
                <a:gd name="T9" fmla="*/ 3 h 60"/>
                <a:gd name="T10" fmla="*/ 125 w 125"/>
                <a:gd name="T11" fmla="*/ 32 h 60"/>
                <a:gd name="T12" fmla="*/ 122 w 125"/>
                <a:gd name="T13" fmla="*/ 48 h 60"/>
                <a:gd name="T14" fmla="*/ 58 w 125"/>
                <a:gd name="T15" fmla="*/ 2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5" h="60">
                  <a:moveTo>
                    <a:pt x="58" y="22"/>
                  </a:moveTo>
                  <a:cubicBezTo>
                    <a:pt x="51" y="45"/>
                    <a:pt x="37" y="56"/>
                    <a:pt x="17" y="6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24" y="41"/>
                    <a:pt x="43" y="30"/>
                    <a:pt x="46" y="9"/>
                  </a:cubicBezTo>
                  <a:cubicBezTo>
                    <a:pt x="47" y="5"/>
                    <a:pt x="52" y="0"/>
                    <a:pt x="57" y="3"/>
                  </a:cubicBezTo>
                  <a:cubicBezTo>
                    <a:pt x="73" y="16"/>
                    <a:pt x="101" y="29"/>
                    <a:pt x="125" y="32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99" y="45"/>
                    <a:pt x="77" y="35"/>
                    <a:pt x="58" y="22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任意多边形: 形状 51" descr="98b747a7-6092-4715-991f-f2dbe43cc4c6"/>
            <p:cNvSpPr/>
            <p:nvPr/>
          </p:nvSpPr>
          <p:spPr bwMode="auto">
            <a:xfrm flipH="1">
              <a:off x="8537574" y="4046538"/>
              <a:ext cx="204788" cy="206375"/>
            </a:xfrm>
            <a:custGeom>
              <a:avLst/>
              <a:gdLst>
                <a:gd name="T0" fmla="*/ 41 w 108"/>
                <a:gd name="T1" fmla="*/ 61 h 109"/>
                <a:gd name="T2" fmla="*/ 40 w 108"/>
                <a:gd name="T3" fmla="*/ 72 h 109"/>
                <a:gd name="T4" fmla="*/ 0 w 108"/>
                <a:gd name="T5" fmla="*/ 38 h 109"/>
                <a:gd name="T6" fmla="*/ 41 w 108"/>
                <a:gd name="T7" fmla="*/ 0 h 109"/>
                <a:gd name="T8" fmla="*/ 105 w 108"/>
                <a:gd name="T9" fmla="*/ 26 h 109"/>
                <a:gd name="T10" fmla="*/ 108 w 108"/>
                <a:gd name="T11" fmla="*/ 10 h 109"/>
                <a:gd name="T12" fmla="*/ 108 w 108"/>
                <a:gd name="T13" fmla="*/ 10 h 109"/>
                <a:gd name="T14" fmla="*/ 88 w 108"/>
                <a:gd name="T15" fmla="*/ 109 h 109"/>
                <a:gd name="T16" fmla="*/ 92 w 108"/>
                <a:gd name="T17" fmla="*/ 93 h 109"/>
                <a:gd name="T18" fmla="*/ 55 w 108"/>
                <a:gd name="T19" fmla="*/ 60 h 109"/>
                <a:gd name="T20" fmla="*/ 41 w 108"/>
                <a:gd name="T21" fmla="*/ 6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9">
                  <a:moveTo>
                    <a:pt x="41" y="61"/>
                  </a:moveTo>
                  <a:cubicBezTo>
                    <a:pt x="41" y="65"/>
                    <a:pt x="40" y="69"/>
                    <a:pt x="40" y="7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20" y="34"/>
                    <a:pt x="34" y="23"/>
                    <a:pt x="41" y="0"/>
                  </a:cubicBezTo>
                  <a:cubicBezTo>
                    <a:pt x="60" y="13"/>
                    <a:pt x="82" y="23"/>
                    <a:pt x="105" y="26"/>
                  </a:cubicBezTo>
                  <a:cubicBezTo>
                    <a:pt x="108" y="10"/>
                    <a:pt x="108" y="10"/>
                    <a:pt x="108" y="10"/>
                  </a:cubicBezTo>
                  <a:cubicBezTo>
                    <a:pt x="108" y="10"/>
                    <a:pt x="108" y="10"/>
                    <a:pt x="108" y="10"/>
                  </a:cubicBezTo>
                  <a:cubicBezTo>
                    <a:pt x="88" y="109"/>
                    <a:pt x="88" y="109"/>
                    <a:pt x="88" y="109"/>
                  </a:cubicBezTo>
                  <a:cubicBezTo>
                    <a:pt x="92" y="93"/>
                    <a:pt x="92" y="93"/>
                    <a:pt x="92" y="93"/>
                  </a:cubicBezTo>
                  <a:cubicBezTo>
                    <a:pt x="75" y="86"/>
                    <a:pt x="58" y="76"/>
                    <a:pt x="55" y="60"/>
                  </a:cubicBezTo>
                  <a:cubicBezTo>
                    <a:pt x="53" y="52"/>
                    <a:pt x="41" y="53"/>
                    <a:pt x="41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任意多边形: 形状 52" descr="3eb313c5-c8de-400b-99b6-59a07ffbd29b"/>
            <p:cNvSpPr/>
            <p:nvPr/>
          </p:nvSpPr>
          <p:spPr bwMode="auto">
            <a:xfrm flipH="1">
              <a:off x="8666162" y="4098925"/>
              <a:ext cx="254000" cy="136525"/>
            </a:xfrm>
            <a:custGeom>
              <a:avLst/>
              <a:gdLst>
                <a:gd name="T0" fmla="*/ 94 w 134"/>
                <a:gd name="T1" fmla="*/ 10 h 72"/>
                <a:gd name="T2" fmla="*/ 134 w 134"/>
                <a:gd name="T3" fmla="*/ 44 h 72"/>
                <a:gd name="T4" fmla="*/ 62 w 134"/>
                <a:gd name="T5" fmla="*/ 70 h 72"/>
                <a:gd name="T6" fmla="*/ 6 w 134"/>
                <a:gd name="T7" fmla="*/ 46 h 72"/>
                <a:gd name="T8" fmla="*/ 7 w 134"/>
                <a:gd name="T9" fmla="*/ 22 h 72"/>
                <a:gd name="T10" fmla="*/ 0 w 134"/>
                <a:gd name="T11" fmla="*/ 17 h 72"/>
                <a:gd name="T12" fmla="*/ 6 w 134"/>
                <a:gd name="T13" fmla="*/ 0 h 72"/>
                <a:gd name="T14" fmla="*/ 49 w 134"/>
                <a:gd name="T15" fmla="*/ 9 h 72"/>
                <a:gd name="T16" fmla="*/ 94 w 134"/>
                <a:gd name="T17" fmla="*/ 1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" h="72">
                  <a:moveTo>
                    <a:pt x="94" y="10"/>
                  </a:moveTo>
                  <a:cubicBezTo>
                    <a:pt x="134" y="44"/>
                    <a:pt x="134" y="44"/>
                    <a:pt x="134" y="44"/>
                  </a:cubicBezTo>
                  <a:cubicBezTo>
                    <a:pt x="127" y="71"/>
                    <a:pt x="88" y="72"/>
                    <a:pt x="62" y="70"/>
                  </a:cubicBezTo>
                  <a:cubicBezTo>
                    <a:pt x="58" y="70"/>
                    <a:pt x="20" y="59"/>
                    <a:pt x="6" y="46"/>
                  </a:cubicBezTo>
                  <a:cubicBezTo>
                    <a:pt x="7" y="39"/>
                    <a:pt x="8" y="31"/>
                    <a:pt x="7" y="22"/>
                  </a:cubicBezTo>
                  <a:cubicBezTo>
                    <a:pt x="6" y="19"/>
                    <a:pt x="3" y="17"/>
                    <a:pt x="0" y="1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2" y="4"/>
                    <a:pt x="38" y="8"/>
                    <a:pt x="49" y="9"/>
                  </a:cubicBezTo>
                  <a:cubicBezTo>
                    <a:pt x="66" y="12"/>
                    <a:pt x="81" y="12"/>
                    <a:pt x="94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任意多边形: 形状 53" descr="0f668b47-6e5a-4ae9-8cc6-c52754038aba"/>
            <p:cNvSpPr/>
            <p:nvPr/>
          </p:nvSpPr>
          <p:spPr bwMode="auto">
            <a:xfrm flipH="1">
              <a:off x="7842249" y="1938338"/>
              <a:ext cx="911225" cy="276225"/>
            </a:xfrm>
            <a:custGeom>
              <a:avLst/>
              <a:gdLst>
                <a:gd name="T0" fmla="*/ 427 w 479"/>
                <a:gd name="T1" fmla="*/ 49 h 145"/>
                <a:gd name="T2" fmla="*/ 479 w 479"/>
                <a:gd name="T3" fmla="*/ 36 h 145"/>
                <a:gd name="T4" fmla="*/ 394 w 479"/>
                <a:gd name="T5" fmla="*/ 124 h 145"/>
                <a:gd name="T6" fmla="*/ 383 w 479"/>
                <a:gd name="T7" fmla="*/ 83 h 145"/>
                <a:gd name="T8" fmla="*/ 366 w 479"/>
                <a:gd name="T9" fmla="*/ 82 h 145"/>
                <a:gd name="T10" fmla="*/ 282 w 479"/>
                <a:gd name="T11" fmla="*/ 139 h 145"/>
                <a:gd name="T12" fmla="*/ 263 w 479"/>
                <a:gd name="T13" fmla="*/ 134 h 145"/>
                <a:gd name="T14" fmla="*/ 236 w 479"/>
                <a:gd name="T15" fmla="*/ 115 h 145"/>
                <a:gd name="T16" fmla="*/ 224 w 479"/>
                <a:gd name="T17" fmla="*/ 88 h 145"/>
                <a:gd name="T18" fmla="*/ 220 w 479"/>
                <a:gd name="T19" fmla="*/ 74 h 145"/>
                <a:gd name="T20" fmla="*/ 216 w 479"/>
                <a:gd name="T21" fmla="*/ 74 h 145"/>
                <a:gd name="T22" fmla="*/ 211 w 479"/>
                <a:gd name="T23" fmla="*/ 79 h 145"/>
                <a:gd name="T24" fmla="*/ 210 w 479"/>
                <a:gd name="T25" fmla="*/ 98 h 145"/>
                <a:gd name="T26" fmla="*/ 206 w 479"/>
                <a:gd name="T27" fmla="*/ 103 h 145"/>
                <a:gd name="T28" fmla="*/ 161 w 479"/>
                <a:gd name="T29" fmla="*/ 144 h 145"/>
                <a:gd name="T30" fmla="*/ 0 w 479"/>
                <a:gd name="T31" fmla="*/ 41 h 145"/>
                <a:gd name="T32" fmla="*/ 9 w 479"/>
                <a:gd name="T33" fmla="*/ 44 h 145"/>
                <a:gd name="T34" fmla="*/ 70 w 479"/>
                <a:gd name="T35" fmla="*/ 7 h 145"/>
                <a:gd name="T36" fmla="*/ 144 w 479"/>
                <a:gd name="T37" fmla="*/ 51 h 145"/>
                <a:gd name="T38" fmla="*/ 199 w 479"/>
                <a:gd name="T39" fmla="*/ 6 h 145"/>
                <a:gd name="T40" fmla="*/ 269 w 479"/>
                <a:gd name="T41" fmla="*/ 48 h 145"/>
                <a:gd name="T42" fmla="*/ 338 w 479"/>
                <a:gd name="T43" fmla="*/ 0 h 145"/>
                <a:gd name="T44" fmla="*/ 427 w 479"/>
                <a:gd name="T45" fmla="*/ 4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9" h="145">
                  <a:moveTo>
                    <a:pt x="427" y="49"/>
                  </a:moveTo>
                  <a:cubicBezTo>
                    <a:pt x="448" y="51"/>
                    <a:pt x="466" y="46"/>
                    <a:pt x="479" y="36"/>
                  </a:cubicBezTo>
                  <a:cubicBezTo>
                    <a:pt x="394" y="124"/>
                    <a:pt x="394" y="124"/>
                    <a:pt x="394" y="124"/>
                  </a:cubicBezTo>
                  <a:cubicBezTo>
                    <a:pt x="386" y="113"/>
                    <a:pt x="381" y="99"/>
                    <a:pt x="383" y="83"/>
                  </a:cubicBezTo>
                  <a:cubicBezTo>
                    <a:pt x="383" y="72"/>
                    <a:pt x="367" y="71"/>
                    <a:pt x="366" y="82"/>
                  </a:cubicBezTo>
                  <a:cubicBezTo>
                    <a:pt x="364" y="120"/>
                    <a:pt x="323" y="145"/>
                    <a:pt x="282" y="139"/>
                  </a:cubicBezTo>
                  <a:cubicBezTo>
                    <a:pt x="276" y="138"/>
                    <a:pt x="269" y="136"/>
                    <a:pt x="263" y="134"/>
                  </a:cubicBezTo>
                  <a:cubicBezTo>
                    <a:pt x="251" y="131"/>
                    <a:pt x="242" y="125"/>
                    <a:pt x="236" y="115"/>
                  </a:cubicBezTo>
                  <a:cubicBezTo>
                    <a:pt x="229" y="107"/>
                    <a:pt x="225" y="98"/>
                    <a:pt x="224" y="88"/>
                  </a:cubicBezTo>
                  <a:cubicBezTo>
                    <a:pt x="233" y="85"/>
                    <a:pt x="229" y="73"/>
                    <a:pt x="220" y="74"/>
                  </a:cubicBezTo>
                  <a:cubicBezTo>
                    <a:pt x="219" y="74"/>
                    <a:pt x="217" y="74"/>
                    <a:pt x="216" y="74"/>
                  </a:cubicBezTo>
                  <a:cubicBezTo>
                    <a:pt x="214" y="75"/>
                    <a:pt x="211" y="77"/>
                    <a:pt x="211" y="79"/>
                  </a:cubicBezTo>
                  <a:cubicBezTo>
                    <a:pt x="209" y="86"/>
                    <a:pt x="209" y="92"/>
                    <a:pt x="210" y="98"/>
                  </a:cubicBezTo>
                  <a:cubicBezTo>
                    <a:pt x="208" y="99"/>
                    <a:pt x="207" y="100"/>
                    <a:pt x="206" y="103"/>
                  </a:cubicBezTo>
                  <a:cubicBezTo>
                    <a:pt x="200" y="133"/>
                    <a:pt x="184" y="143"/>
                    <a:pt x="161" y="144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" y="42"/>
                    <a:pt x="6" y="43"/>
                    <a:pt x="9" y="44"/>
                  </a:cubicBezTo>
                  <a:cubicBezTo>
                    <a:pt x="50" y="57"/>
                    <a:pt x="59" y="34"/>
                    <a:pt x="70" y="7"/>
                  </a:cubicBezTo>
                  <a:cubicBezTo>
                    <a:pt x="82" y="34"/>
                    <a:pt x="110" y="52"/>
                    <a:pt x="144" y="51"/>
                  </a:cubicBezTo>
                  <a:cubicBezTo>
                    <a:pt x="175" y="51"/>
                    <a:pt x="191" y="31"/>
                    <a:pt x="199" y="6"/>
                  </a:cubicBezTo>
                  <a:cubicBezTo>
                    <a:pt x="214" y="29"/>
                    <a:pt x="241" y="44"/>
                    <a:pt x="269" y="48"/>
                  </a:cubicBezTo>
                  <a:cubicBezTo>
                    <a:pt x="304" y="53"/>
                    <a:pt x="327" y="29"/>
                    <a:pt x="338" y="0"/>
                  </a:cubicBezTo>
                  <a:cubicBezTo>
                    <a:pt x="355" y="29"/>
                    <a:pt x="386" y="47"/>
                    <a:pt x="427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任意多边形: 形状 54" descr="bf1574bd-6d84-4573-b5a3-54d185ab7198"/>
            <p:cNvSpPr/>
            <p:nvPr/>
          </p:nvSpPr>
          <p:spPr bwMode="auto">
            <a:xfrm flipH="1">
              <a:off x="8705849" y="1676400"/>
              <a:ext cx="30163" cy="6350"/>
            </a:xfrm>
            <a:custGeom>
              <a:avLst/>
              <a:gdLst>
                <a:gd name="T0" fmla="*/ 19 w 19"/>
                <a:gd name="T1" fmla="*/ 4 h 4"/>
                <a:gd name="T2" fmla="*/ 0 w 19"/>
                <a:gd name="T3" fmla="*/ 0 h 4"/>
                <a:gd name="T4" fmla="*/ 19 w 19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4">
                  <a:moveTo>
                    <a:pt x="19" y="4"/>
                  </a:moveTo>
                  <a:lnTo>
                    <a:pt x="0" y="0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任意多边形: 形状 55" descr="a25c9039-5674-40b2-bd61-af35809fff51"/>
            <p:cNvSpPr/>
            <p:nvPr/>
          </p:nvSpPr>
          <p:spPr bwMode="auto">
            <a:xfrm flipH="1">
              <a:off x="8196261" y="1525588"/>
              <a:ext cx="1912938" cy="1420813"/>
            </a:xfrm>
            <a:custGeom>
              <a:avLst/>
              <a:gdLst>
                <a:gd name="T0" fmla="*/ 993 w 1205"/>
                <a:gd name="T1" fmla="*/ 596 h 895"/>
                <a:gd name="T2" fmla="*/ 913 w 1205"/>
                <a:gd name="T3" fmla="*/ 620 h 895"/>
                <a:gd name="T4" fmla="*/ 771 w 1205"/>
                <a:gd name="T5" fmla="*/ 663 h 895"/>
                <a:gd name="T6" fmla="*/ 750 w 1205"/>
                <a:gd name="T7" fmla="*/ 669 h 895"/>
                <a:gd name="T8" fmla="*/ 678 w 1205"/>
                <a:gd name="T9" fmla="*/ 691 h 895"/>
                <a:gd name="T10" fmla="*/ 654 w 1205"/>
                <a:gd name="T11" fmla="*/ 698 h 895"/>
                <a:gd name="T12" fmla="*/ 431 w 1205"/>
                <a:gd name="T13" fmla="*/ 765 h 895"/>
                <a:gd name="T14" fmla="*/ 286 w 1205"/>
                <a:gd name="T15" fmla="*/ 809 h 895"/>
                <a:gd name="T16" fmla="*/ 156 w 1205"/>
                <a:gd name="T17" fmla="*/ 849 h 895"/>
                <a:gd name="T18" fmla="*/ 0 w 1205"/>
                <a:gd name="T19" fmla="*/ 895 h 895"/>
                <a:gd name="T20" fmla="*/ 368 w 1205"/>
                <a:gd name="T21" fmla="*/ 0 h 895"/>
                <a:gd name="T22" fmla="*/ 503 w 1205"/>
                <a:gd name="T23" fmla="*/ 86 h 895"/>
                <a:gd name="T24" fmla="*/ 552 w 1205"/>
                <a:gd name="T25" fmla="*/ 118 h 895"/>
                <a:gd name="T26" fmla="*/ 599 w 1205"/>
                <a:gd name="T27" fmla="*/ 147 h 895"/>
                <a:gd name="T28" fmla="*/ 641 w 1205"/>
                <a:gd name="T29" fmla="*/ 174 h 895"/>
                <a:gd name="T30" fmla="*/ 783 w 1205"/>
                <a:gd name="T31" fmla="*/ 265 h 895"/>
                <a:gd name="T32" fmla="*/ 802 w 1205"/>
                <a:gd name="T33" fmla="*/ 277 h 895"/>
                <a:gd name="T34" fmla="*/ 813 w 1205"/>
                <a:gd name="T35" fmla="*/ 283 h 895"/>
                <a:gd name="T36" fmla="*/ 854 w 1205"/>
                <a:gd name="T37" fmla="*/ 309 h 895"/>
                <a:gd name="T38" fmla="*/ 1047 w 1205"/>
                <a:gd name="T39" fmla="*/ 432 h 895"/>
                <a:gd name="T40" fmla="*/ 1069 w 1205"/>
                <a:gd name="T41" fmla="*/ 447 h 895"/>
                <a:gd name="T42" fmla="*/ 1205 w 1205"/>
                <a:gd name="T43" fmla="*/ 533 h 895"/>
                <a:gd name="T44" fmla="*/ 1107 w 1205"/>
                <a:gd name="T45" fmla="*/ 563 h 895"/>
                <a:gd name="T46" fmla="*/ 1079 w 1205"/>
                <a:gd name="T47" fmla="*/ 571 h 895"/>
                <a:gd name="T48" fmla="*/ 1056 w 1205"/>
                <a:gd name="T49" fmla="*/ 577 h 895"/>
                <a:gd name="T50" fmla="*/ 993 w 1205"/>
                <a:gd name="T51" fmla="*/ 596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5" h="895">
                  <a:moveTo>
                    <a:pt x="993" y="596"/>
                  </a:moveTo>
                  <a:lnTo>
                    <a:pt x="913" y="620"/>
                  </a:lnTo>
                  <a:lnTo>
                    <a:pt x="771" y="663"/>
                  </a:lnTo>
                  <a:lnTo>
                    <a:pt x="750" y="669"/>
                  </a:lnTo>
                  <a:lnTo>
                    <a:pt x="678" y="691"/>
                  </a:lnTo>
                  <a:lnTo>
                    <a:pt x="654" y="698"/>
                  </a:lnTo>
                  <a:lnTo>
                    <a:pt x="431" y="765"/>
                  </a:lnTo>
                  <a:lnTo>
                    <a:pt x="286" y="809"/>
                  </a:lnTo>
                  <a:lnTo>
                    <a:pt x="156" y="849"/>
                  </a:lnTo>
                  <a:lnTo>
                    <a:pt x="0" y="895"/>
                  </a:lnTo>
                  <a:lnTo>
                    <a:pt x="368" y="0"/>
                  </a:lnTo>
                  <a:lnTo>
                    <a:pt x="503" y="86"/>
                  </a:lnTo>
                  <a:lnTo>
                    <a:pt x="552" y="118"/>
                  </a:lnTo>
                  <a:lnTo>
                    <a:pt x="599" y="147"/>
                  </a:lnTo>
                  <a:lnTo>
                    <a:pt x="641" y="174"/>
                  </a:lnTo>
                  <a:lnTo>
                    <a:pt x="783" y="265"/>
                  </a:lnTo>
                  <a:lnTo>
                    <a:pt x="802" y="277"/>
                  </a:lnTo>
                  <a:lnTo>
                    <a:pt x="813" y="283"/>
                  </a:lnTo>
                  <a:lnTo>
                    <a:pt x="854" y="309"/>
                  </a:lnTo>
                  <a:lnTo>
                    <a:pt x="1047" y="432"/>
                  </a:lnTo>
                  <a:lnTo>
                    <a:pt x="1069" y="447"/>
                  </a:lnTo>
                  <a:lnTo>
                    <a:pt x="1205" y="533"/>
                  </a:lnTo>
                  <a:lnTo>
                    <a:pt x="1107" y="563"/>
                  </a:lnTo>
                  <a:lnTo>
                    <a:pt x="1079" y="571"/>
                  </a:lnTo>
                  <a:lnTo>
                    <a:pt x="1056" y="577"/>
                  </a:lnTo>
                  <a:lnTo>
                    <a:pt x="993" y="596"/>
                  </a:lnTo>
                  <a:close/>
                </a:path>
              </a:pathLst>
            </a:custGeom>
            <a:solidFill>
              <a:srgbClr val="F9D4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任意多边形: 形状 56" descr="41091e7b-2c3c-4ae7-8d2e-5b0049188f45"/>
            <p:cNvSpPr/>
            <p:nvPr/>
          </p:nvSpPr>
          <p:spPr bwMode="auto">
            <a:xfrm flipH="1">
              <a:off x="8770936" y="1633538"/>
              <a:ext cx="195263" cy="131763"/>
            </a:xfrm>
            <a:custGeom>
              <a:avLst/>
              <a:gdLst>
                <a:gd name="T0" fmla="*/ 1 w 103"/>
                <a:gd name="T1" fmla="*/ 0 h 70"/>
                <a:gd name="T2" fmla="*/ 103 w 103"/>
                <a:gd name="T3" fmla="*/ 19 h 70"/>
                <a:gd name="T4" fmla="*/ 84 w 103"/>
                <a:gd name="T5" fmla="*/ 59 h 70"/>
                <a:gd name="T6" fmla="*/ 17 w 103"/>
                <a:gd name="T7" fmla="*/ 44 h 70"/>
                <a:gd name="T8" fmla="*/ 1 w 103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70">
                  <a:moveTo>
                    <a:pt x="1" y="0"/>
                  </a:moveTo>
                  <a:cubicBezTo>
                    <a:pt x="103" y="19"/>
                    <a:pt x="103" y="19"/>
                    <a:pt x="103" y="19"/>
                  </a:cubicBezTo>
                  <a:cubicBezTo>
                    <a:pt x="101" y="36"/>
                    <a:pt x="97" y="52"/>
                    <a:pt x="84" y="59"/>
                  </a:cubicBezTo>
                  <a:cubicBezTo>
                    <a:pt x="66" y="70"/>
                    <a:pt x="32" y="57"/>
                    <a:pt x="17" y="44"/>
                  </a:cubicBezTo>
                  <a:cubicBezTo>
                    <a:pt x="0" y="30"/>
                    <a:pt x="0" y="19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任意多边形: 形状 57" descr="df67f48a-eea3-4f0b-ae17-dd2d2c54de10"/>
            <p:cNvSpPr/>
            <p:nvPr/>
          </p:nvSpPr>
          <p:spPr bwMode="auto">
            <a:xfrm flipH="1">
              <a:off x="8774111" y="3787775"/>
              <a:ext cx="1354138" cy="317500"/>
            </a:xfrm>
            <a:custGeom>
              <a:avLst/>
              <a:gdLst>
                <a:gd name="T0" fmla="*/ 575 w 712"/>
                <a:gd name="T1" fmla="*/ 41 h 167"/>
                <a:gd name="T2" fmla="*/ 712 w 712"/>
                <a:gd name="T3" fmla="*/ 159 h 167"/>
                <a:gd name="T4" fmla="*/ 592 w 712"/>
                <a:gd name="T5" fmla="*/ 109 h 167"/>
                <a:gd name="T6" fmla="*/ 577 w 712"/>
                <a:gd name="T7" fmla="*/ 109 h 167"/>
                <a:gd name="T8" fmla="*/ 501 w 712"/>
                <a:gd name="T9" fmla="*/ 137 h 167"/>
                <a:gd name="T10" fmla="*/ 431 w 712"/>
                <a:gd name="T11" fmla="*/ 92 h 167"/>
                <a:gd name="T12" fmla="*/ 419 w 712"/>
                <a:gd name="T13" fmla="*/ 96 h 167"/>
                <a:gd name="T14" fmla="*/ 312 w 712"/>
                <a:gd name="T15" fmla="*/ 128 h 167"/>
                <a:gd name="T16" fmla="*/ 272 w 712"/>
                <a:gd name="T17" fmla="*/ 89 h 167"/>
                <a:gd name="T18" fmla="*/ 263 w 712"/>
                <a:gd name="T19" fmla="*/ 94 h 167"/>
                <a:gd name="T20" fmla="*/ 265 w 712"/>
                <a:gd name="T21" fmla="*/ 98 h 167"/>
                <a:gd name="T22" fmla="*/ 177 w 712"/>
                <a:gd name="T23" fmla="*/ 130 h 167"/>
                <a:gd name="T24" fmla="*/ 104 w 712"/>
                <a:gd name="T25" fmla="*/ 97 h 167"/>
                <a:gd name="T26" fmla="*/ 88 w 712"/>
                <a:gd name="T27" fmla="*/ 96 h 167"/>
                <a:gd name="T28" fmla="*/ 86 w 712"/>
                <a:gd name="T29" fmla="*/ 110 h 167"/>
                <a:gd name="T30" fmla="*/ 85 w 712"/>
                <a:gd name="T31" fmla="*/ 115 h 167"/>
                <a:gd name="T32" fmla="*/ 82 w 712"/>
                <a:gd name="T33" fmla="*/ 121 h 167"/>
                <a:gd name="T34" fmla="*/ 30 w 712"/>
                <a:gd name="T35" fmla="*/ 125 h 167"/>
                <a:gd name="T36" fmla="*/ 0 w 712"/>
                <a:gd name="T37" fmla="*/ 119 h 167"/>
                <a:gd name="T38" fmla="*/ 1 w 712"/>
                <a:gd name="T39" fmla="*/ 36 h 167"/>
                <a:gd name="T40" fmla="*/ 37 w 712"/>
                <a:gd name="T41" fmla="*/ 11 h 167"/>
                <a:gd name="T42" fmla="*/ 110 w 712"/>
                <a:gd name="T43" fmla="*/ 49 h 167"/>
                <a:gd name="T44" fmla="*/ 178 w 712"/>
                <a:gd name="T45" fmla="*/ 9 h 167"/>
                <a:gd name="T46" fmla="*/ 379 w 712"/>
                <a:gd name="T47" fmla="*/ 5 h 167"/>
                <a:gd name="T48" fmla="*/ 459 w 712"/>
                <a:gd name="T49" fmla="*/ 40 h 167"/>
                <a:gd name="T50" fmla="*/ 515 w 712"/>
                <a:gd name="T51" fmla="*/ 0 h 167"/>
                <a:gd name="T52" fmla="*/ 575 w 712"/>
                <a:gd name="T53" fmla="*/ 4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2" h="167">
                  <a:moveTo>
                    <a:pt x="575" y="41"/>
                  </a:moveTo>
                  <a:cubicBezTo>
                    <a:pt x="712" y="159"/>
                    <a:pt x="712" y="159"/>
                    <a:pt x="712" y="159"/>
                  </a:cubicBezTo>
                  <a:cubicBezTo>
                    <a:pt x="663" y="167"/>
                    <a:pt x="593" y="146"/>
                    <a:pt x="592" y="109"/>
                  </a:cubicBezTo>
                  <a:cubicBezTo>
                    <a:pt x="591" y="100"/>
                    <a:pt x="578" y="99"/>
                    <a:pt x="577" y="109"/>
                  </a:cubicBezTo>
                  <a:cubicBezTo>
                    <a:pt x="575" y="160"/>
                    <a:pt x="529" y="148"/>
                    <a:pt x="501" y="137"/>
                  </a:cubicBezTo>
                  <a:cubicBezTo>
                    <a:pt x="472" y="126"/>
                    <a:pt x="450" y="115"/>
                    <a:pt x="431" y="92"/>
                  </a:cubicBezTo>
                  <a:cubicBezTo>
                    <a:pt x="426" y="87"/>
                    <a:pt x="420" y="91"/>
                    <a:pt x="419" y="96"/>
                  </a:cubicBezTo>
                  <a:cubicBezTo>
                    <a:pt x="410" y="151"/>
                    <a:pt x="347" y="142"/>
                    <a:pt x="312" y="128"/>
                  </a:cubicBezTo>
                  <a:cubicBezTo>
                    <a:pt x="294" y="121"/>
                    <a:pt x="283" y="105"/>
                    <a:pt x="272" y="89"/>
                  </a:cubicBezTo>
                  <a:cubicBezTo>
                    <a:pt x="268" y="84"/>
                    <a:pt x="260" y="88"/>
                    <a:pt x="263" y="94"/>
                  </a:cubicBezTo>
                  <a:cubicBezTo>
                    <a:pt x="264" y="95"/>
                    <a:pt x="264" y="96"/>
                    <a:pt x="265" y="98"/>
                  </a:cubicBezTo>
                  <a:cubicBezTo>
                    <a:pt x="257" y="131"/>
                    <a:pt x="203" y="132"/>
                    <a:pt x="177" y="130"/>
                  </a:cubicBezTo>
                  <a:cubicBezTo>
                    <a:pt x="156" y="128"/>
                    <a:pt x="103" y="126"/>
                    <a:pt x="104" y="97"/>
                  </a:cubicBezTo>
                  <a:cubicBezTo>
                    <a:pt x="104" y="86"/>
                    <a:pt x="88" y="86"/>
                    <a:pt x="88" y="96"/>
                  </a:cubicBezTo>
                  <a:cubicBezTo>
                    <a:pt x="88" y="102"/>
                    <a:pt x="87" y="106"/>
                    <a:pt x="86" y="110"/>
                  </a:cubicBezTo>
                  <a:cubicBezTo>
                    <a:pt x="85" y="112"/>
                    <a:pt x="84" y="113"/>
                    <a:pt x="85" y="115"/>
                  </a:cubicBezTo>
                  <a:cubicBezTo>
                    <a:pt x="84" y="117"/>
                    <a:pt x="83" y="119"/>
                    <a:pt x="82" y="121"/>
                  </a:cubicBezTo>
                  <a:cubicBezTo>
                    <a:pt x="73" y="129"/>
                    <a:pt x="38" y="126"/>
                    <a:pt x="30" y="125"/>
                  </a:cubicBezTo>
                  <a:cubicBezTo>
                    <a:pt x="18" y="125"/>
                    <a:pt x="9" y="122"/>
                    <a:pt x="0" y="119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17" y="32"/>
                    <a:pt x="30" y="23"/>
                    <a:pt x="37" y="11"/>
                  </a:cubicBezTo>
                  <a:cubicBezTo>
                    <a:pt x="52" y="34"/>
                    <a:pt x="82" y="46"/>
                    <a:pt x="110" y="49"/>
                  </a:cubicBezTo>
                  <a:cubicBezTo>
                    <a:pt x="142" y="52"/>
                    <a:pt x="166" y="34"/>
                    <a:pt x="178" y="9"/>
                  </a:cubicBezTo>
                  <a:cubicBezTo>
                    <a:pt x="216" y="76"/>
                    <a:pt x="348" y="80"/>
                    <a:pt x="379" y="5"/>
                  </a:cubicBezTo>
                  <a:cubicBezTo>
                    <a:pt x="395" y="29"/>
                    <a:pt x="426" y="40"/>
                    <a:pt x="459" y="40"/>
                  </a:cubicBezTo>
                  <a:cubicBezTo>
                    <a:pt x="488" y="40"/>
                    <a:pt x="507" y="23"/>
                    <a:pt x="515" y="0"/>
                  </a:cubicBezTo>
                  <a:cubicBezTo>
                    <a:pt x="528" y="21"/>
                    <a:pt x="551" y="36"/>
                    <a:pt x="575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任意多边形: 形状 58" descr="c2234ae3-f2de-4c16-a523-bf7b6e0ba5d1"/>
            <p:cNvSpPr/>
            <p:nvPr/>
          </p:nvSpPr>
          <p:spPr bwMode="auto">
            <a:xfrm flipH="1">
              <a:off x="7773987" y="1843088"/>
              <a:ext cx="1092200" cy="203200"/>
            </a:xfrm>
            <a:custGeom>
              <a:avLst/>
              <a:gdLst>
                <a:gd name="T0" fmla="*/ 330 w 574"/>
                <a:gd name="T1" fmla="*/ 81 h 107"/>
                <a:gd name="T2" fmla="*/ 387 w 574"/>
                <a:gd name="T3" fmla="*/ 11 h 107"/>
                <a:gd name="T4" fmla="*/ 404 w 574"/>
                <a:gd name="T5" fmla="*/ 12 h 107"/>
                <a:gd name="T6" fmla="*/ 483 w 574"/>
                <a:gd name="T7" fmla="*/ 76 h 107"/>
                <a:gd name="T8" fmla="*/ 549 w 574"/>
                <a:gd name="T9" fmla="*/ 24 h 107"/>
                <a:gd name="T10" fmla="*/ 550 w 574"/>
                <a:gd name="T11" fmla="*/ 15 h 107"/>
                <a:gd name="T12" fmla="*/ 559 w 574"/>
                <a:gd name="T13" fmla="*/ 8 h 107"/>
                <a:gd name="T14" fmla="*/ 565 w 574"/>
                <a:gd name="T15" fmla="*/ 16 h 107"/>
                <a:gd name="T16" fmla="*/ 574 w 574"/>
                <a:gd name="T17" fmla="*/ 50 h 107"/>
                <a:gd name="T18" fmla="*/ 559 w 574"/>
                <a:gd name="T19" fmla="*/ 65 h 107"/>
                <a:gd name="T20" fmla="*/ 556 w 574"/>
                <a:gd name="T21" fmla="*/ 61 h 107"/>
                <a:gd name="T22" fmla="*/ 547 w 574"/>
                <a:gd name="T23" fmla="*/ 77 h 107"/>
                <a:gd name="T24" fmla="*/ 538 w 574"/>
                <a:gd name="T25" fmla="*/ 86 h 107"/>
                <a:gd name="T26" fmla="*/ 486 w 574"/>
                <a:gd name="T27" fmla="*/ 99 h 107"/>
                <a:gd name="T28" fmla="*/ 397 w 574"/>
                <a:gd name="T29" fmla="*/ 50 h 107"/>
                <a:gd name="T30" fmla="*/ 328 w 574"/>
                <a:gd name="T31" fmla="*/ 98 h 107"/>
                <a:gd name="T32" fmla="*/ 258 w 574"/>
                <a:gd name="T33" fmla="*/ 56 h 107"/>
                <a:gd name="T34" fmla="*/ 203 w 574"/>
                <a:gd name="T35" fmla="*/ 101 h 107"/>
                <a:gd name="T36" fmla="*/ 129 w 574"/>
                <a:gd name="T37" fmla="*/ 57 h 107"/>
                <a:gd name="T38" fmla="*/ 68 w 574"/>
                <a:gd name="T39" fmla="*/ 94 h 107"/>
                <a:gd name="T40" fmla="*/ 59 w 574"/>
                <a:gd name="T41" fmla="*/ 91 h 107"/>
                <a:gd name="T42" fmla="*/ 25 w 574"/>
                <a:gd name="T43" fmla="*/ 69 h 107"/>
                <a:gd name="T44" fmla="*/ 18 w 574"/>
                <a:gd name="T45" fmla="*/ 59 h 107"/>
                <a:gd name="T46" fmla="*/ 16 w 574"/>
                <a:gd name="T47" fmla="*/ 64 h 107"/>
                <a:gd name="T48" fmla="*/ 0 w 574"/>
                <a:gd name="T49" fmla="*/ 54 h 107"/>
                <a:gd name="T50" fmla="*/ 11 w 574"/>
                <a:gd name="T51" fmla="*/ 18 h 107"/>
                <a:gd name="T52" fmla="*/ 28 w 574"/>
                <a:gd name="T53" fmla="*/ 18 h 107"/>
                <a:gd name="T54" fmla="*/ 78 w 574"/>
                <a:gd name="T55" fmla="*/ 80 h 107"/>
                <a:gd name="T56" fmla="*/ 125 w 574"/>
                <a:gd name="T57" fmla="*/ 24 h 107"/>
                <a:gd name="T58" fmla="*/ 141 w 574"/>
                <a:gd name="T59" fmla="*/ 29 h 107"/>
                <a:gd name="T60" fmla="*/ 204 w 574"/>
                <a:gd name="T61" fmla="*/ 85 h 107"/>
                <a:gd name="T62" fmla="*/ 247 w 574"/>
                <a:gd name="T63" fmla="*/ 20 h 107"/>
                <a:gd name="T64" fmla="*/ 264 w 574"/>
                <a:gd name="T65" fmla="*/ 21 h 107"/>
                <a:gd name="T66" fmla="*/ 330 w 574"/>
                <a:gd name="T67" fmla="*/ 81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4" h="107">
                  <a:moveTo>
                    <a:pt x="330" y="81"/>
                  </a:moveTo>
                  <a:cubicBezTo>
                    <a:pt x="370" y="83"/>
                    <a:pt x="386" y="41"/>
                    <a:pt x="387" y="11"/>
                  </a:cubicBezTo>
                  <a:cubicBezTo>
                    <a:pt x="387" y="0"/>
                    <a:pt x="404" y="1"/>
                    <a:pt x="404" y="12"/>
                  </a:cubicBezTo>
                  <a:cubicBezTo>
                    <a:pt x="404" y="56"/>
                    <a:pt x="444" y="71"/>
                    <a:pt x="483" y="76"/>
                  </a:cubicBezTo>
                  <a:cubicBezTo>
                    <a:pt x="530" y="81"/>
                    <a:pt x="544" y="60"/>
                    <a:pt x="549" y="24"/>
                  </a:cubicBezTo>
                  <a:cubicBezTo>
                    <a:pt x="549" y="21"/>
                    <a:pt x="549" y="18"/>
                    <a:pt x="550" y="15"/>
                  </a:cubicBezTo>
                  <a:cubicBezTo>
                    <a:pt x="550" y="10"/>
                    <a:pt x="555" y="8"/>
                    <a:pt x="559" y="8"/>
                  </a:cubicBezTo>
                  <a:cubicBezTo>
                    <a:pt x="562" y="9"/>
                    <a:pt x="565" y="11"/>
                    <a:pt x="565" y="16"/>
                  </a:cubicBezTo>
                  <a:cubicBezTo>
                    <a:pt x="564" y="29"/>
                    <a:pt x="567" y="40"/>
                    <a:pt x="574" y="50"/>
                  </a:cubicBezTo>
                  <a:cubicBezTo>
                    <a:pt x="559" y="65"/>
                    <a:pt x="559" y="65"/>
                    <a:pt x="559" y="65"/>
                  </a:cubicBezTo>
                  <a:cubicBezTo>
                    <a:pt x="558" y="63"/>
                    <a:pt x="557" y="62"/>
                    <a:pt x="556" y="61"/>
                  </a:cubicBezTo>
                  <a:cubicBezTo>
                    <a:pt x="554" y="67"/>
                    <a:pt x="551" y="72"/>
                    <a:pt x="547" y="77"/>
                  </a:cubicBezTo>
                  <a:cubicBezTo>
                    <a:pt x="538" y="86"/>
                    <a:pt x="538" y="86"/>
                    <a:pt x="538" y="86"/>
                  </a:cubicBezTo>
                  <a:cubicBezTo>
                    <a:pt x="525" y="96"/>
                    <a:pt x="507" y="101"/>
                    <a:pt x="486" y="99"/>
                  </a:cubicBezTo>
                  <a:cubicBezTo>
                    <a:pt x="445" y="97"/>
                    <a:pt x="414" y="79"/>
                    <a:pt x="397" y="50"/>
                  </a:cubicBezTo>
                  <a:cubicBezTo>
                    <a:pt x="386" y="79"/>
                    <a:pt x="363" y="103"/>
                    <a:pt x="328" y="98"/>
                  </a:cubicBezTo>
                  <a:cubicBezTo>
                    <a:pt x="300" y="94"/>
                    <a:pt x="273" y="79"/>
                    <a:pt x="258" y="56"/>
                  </a:cubicBezTo>
                  <a:cubicBezTo>
                    <a:pt x="250" y="81"/>
                    <a:pt x="234" y="101"/>
                    <a:pt x="203" y="101"/>
                  </a:cubicBezTo>
                  <a:cubicBezTo>
                    <a:pt x="169" y="102"/>
                    <a:pt x="141" y="84"/>
                    <a:pt x="129" y="57"/>
                  </a:cubicBezTo>
                  <a:cubicBezTo>
                    <a:pt x="118" y="84"/>
                    <a:pt x="109" y="107"/>
                    <a:pt x="68" y="94"/>
                  </a:cubicBezTo>
                  <a:cubicBezTo>
                    <a:pt x="65" y="93"/>
                    <a:pt x="62" y="92"/>
                    <a:pt x="59" y="91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2" y="66"/>
                    <a:pt x="20" y="63"/>
                    <a:pt x="18" y="59"/>
                  </a:cubicBezTo>
                  <a:cubicBezTo>
                    <a:pt x="17" y="61"/>
                    <a:pt x="16" y="62"/>
                    <a:pt x="16" y="6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6" y="44"/>
                    <a:pt x="10" y="33"/>
                    <a:pt x="11" y="18"/>
                  </a:cubicBezTo>
                  <a:cubicBezTo>
                    <a:pt x="12" y="7"/>
                    <a:pt x="28" y="8"/>
                    <a:pt x="28" y="18"/>
                  </a:cubicBezTo>
                  <a:cubicBezTo>
                    <a:pt x="26" y="49"/>
                    <a:pt x="43" y="77"/>
                    <a:pt x="78" y="80"/>
                  </a:cubicBezTo>
                  <a:cubicBezTo>
                    <a:pt x="115" y="83"/>
                    <a:pt x="113" y="47"/>
                    <a:pt x="125" y="24"/>
                  </a:cubicBezTo>
                  <a:cubicBezTo>
                    <a:pt x="129" y="17"/>
                    <a:pt x="141" y="22"/>
                    <a:pt x="141" y="29"/>
                  </a:cubicBezTo>
                  <a:cubicBezTo>
                    <a:pt x="140" y="61"/>
                    <a:pt x="171" y="88"/>
                    <a:pt x="204" y="85"/>
                  </a:cubicBezTo>
                  <a:cubicBezTo>
                    <a:pt x="240" y="81"/>
                    <a:pt x="246" y="46"/>
                    <a:pt x="247" y="20"/>
                  </a:cubicBezTo>
                  <a:cubicBezTo>
                    <a:pt x="248" y="9"/>
                    <a:pt x="264" y="11"/>
                    <a:pt x="264" y="21"/>
                  </a:cubicBezTo>
                  <a:cubicBezTo>
                    <a:pt x="264" y="52"/>
                    <a:pt x="299" y="79"/>
                    <a:pt x="330" y="8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任意多边形: 形状 59" descr="ba0ab293-f5cc-4b49-b74f-83948088fc18"/>
            <p:cNvSpPr/>
            <p:nvPr/>
          </p:nvSpPr>
          <p:spPr bwMode="auto">
            <a:xfrm flipH="1">
              <a:off x="8250236" y="2525713"/>
              <a:ext cx="668338" cy="138113"/>
            </a:xfrm>
            <a:custGeom>
              <a:avLst/>
              <a:gdLst>
                <a:gd name="T0" fmla="*/ 336 w 352"/>
                <a:gd name="T1" fmla="*/ 42 h 73"/>
                <a:gd name="T2" fmla="*/ 352 w 352"/>
                <a:gd name="T3" fmla="*/ 57 h 73"/>
                <a:gd name="T4" fmla="*/ 349 w 352"/>
                <a:gd name="T5" fmla="*/ 73 h 73"/>
                <a:gd name="T6" fmla="*/ 323 w 352"/>
                <a:gd name="T7" fmla="*/ 54 h 73"/>
                <a:gd name="T8" fmla="*/ 268 w 352"/>
                <a:gd name="T9" fmla="*/ 69 h 73"/>
                <a:gd name="T10" fmla="*/ 143 w 352"/>
                <a:gd name="T11" fmla="*/ 30 h 73"/>
                <a:gd name="T12" fmla="*/ 34 w 352"/>
                <a:gd name="T13" fmla="*/ 55 h 73"/>
                <a:gd name="T14" fmla="*/ 0 w 352"/>
                <a:gd name="T15" fmla="*/ 33 h 73"/>
                <a:gd name="T16" fmla="*/ 0 w 352"/>
                <a:gd name="T17" fmla="*/ 33 h 73"/>
                <a:gd name="T18" fmla="*/ 18 w 352"/>
                <a:gd name="T19" fmla="*/ 28 h 73"/>
                <a:gd name="T20" fmla="*/ 61 w 352"/>
                <a:gd name="T21" fmla="*/ 44 h 73"/>
                <a:gd name="T22" fmla="*/ 134 w 352"/>
                <a:gd name="T23" fmla="*/ 7 h 73"/>
                <a:gd name="T24" fmla="*/ 138 w 352"/>
                <a:gd name="T25" fmla="*/ 1 h 73"/>
                <a:gd name="T26" fmla="*/ 148 w 352"/>
                <a:gd name="T27" fmla="*/ 6 h 73"/>
                <a:gd name="T28" fmla="*/ 213 w 352"/>
                <a:gd name="T29" fmla="*/ 47 h 73"/>
                <a:gd name="T30" fmla="*/ 263 w 352"/>
                <a:gd name="T31" fmla="*/ 54 h 73"/>
                <a:gd name="T32" fmla="*/ 318 w 352"/>
                <a:gd name="T33" fmla="*/ 43 h 73"/>
                <a:gd name="T34" fmla="*/ 318 w 352"/>
                <a:gd name="T35" fmla="*/ 17 h 73"/>
                <a:gd name="T36" fmla="*/ 331 w 352"/>
                <a:gd name="T37" fmla="*/ 14 h 73"/>
                <a:gd name="T38" fmla="*/ 336 w 352"/>
                <a:gd name="T39" fmla="*/ 42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52" h="73">
                  <a:moveTo>
                    <a:pt x="336" y="42"/>
                  </a:moveTo>
                  <a:cubicBezTo>
                    <a:pt x="339" y="48"/>
                    <a:pt x="345" y="53"/>
                    <a:pt x="352" y="57"/>
                  </a:cubicBezTo>
                  <a:cubicBezTo>
                    <a:pt x="349" y="73"/>
                    <a:pt x="349" y="73"/>
                    <a:pt x="349" y="73"/>
                  </a:cubicBezTo>
                  <a:cubicBezTo>
                    <a:pt x="338" y="69"/>
                    <a:pt x="329" y="62"/>
                    <a:pt x="323" y="54"/>
                  </a:cubicBezTo>
                  <a:cubicBezTo>
                    <a:pt x="306" y="64"/>
                    <a:pt x="281" y="69"/>
                    <a:pt x="268" y="69"/>
                  </a:cubicBezTo>
                  <a:cubicBezTo>
                    <a:pt x="235" y="68"/>
                    <a:pt x="168" y="62"/>
                    <a:pt x="143" y="30"/>
                  </a:cubicBezTo>
                  <a:cubicBezTo>
                    <a:pt x="127" y="64"/>
                    <a:pt x="70" y="65"/>
                    <a:pt x="34" y="55"/>
                  </a:cubicBezTo>
                  <a:cubicBezTo>
                    <a:pt x="25" y="52"/>
                    <a:pt x="11" y="4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35" y="37"/>
                    <a:pt x="58" y="43"/>
                    <a:pt x="61" y="44"/>
                  </a:cubicBezTo>
                  <a:cubicBezTo>
                    <a:pt x="90" y="46"/>
                    <a:pt x="135" y="45"/>
                    <a:pt x="134" y="7"/>
                  </a:cubicBezTo>
                  <a:cubicBezTo>
                    <a:pt x="134" y="4"/>
                    <a:pt x="136" y="2"/>
                    <a:pt x="138" y="1"/>
                  </a:cubicBezTo>
                  <a:cubicBezTo>
                    <a:pt x="142" y="0"/>
                    <a:pt x="147" y="1"/>
                    <a:pt x="148" y="6"/>
                  </a:cubicBezTo>
                  <a:cubicBezTo>
                    <a:pt x="153" y="31"/>
                    <a:pt x="192" y="43"/>
                    <a:pt x="213" y="47"/>
                  </a:cubicBezTo>
                  <a:cubicBezTo>
                    <a:pt x="230" y="51"/>
                    <a:pt x="246" y="53"/>
                    <a:pt x="263" y="54"/>
                  </a:cubicBezTo>
                  <a:cubicBezTo>
                    <a:pt x="267" y="54"/>
                    <a:pt x="303" y="53"/>
                    <a:pt x="318" y="43"/>
                  </a:cubicBezTo>
                  <a:cubicBezTo>
                    <a:pt x="315" y="36"/>
                    <a:pt x="315" y="27"/>
                    <a:pt x="318" y="17"/>
                  </a:cubicBezTo>
                  <a:cubicBezTo>
                    <a:pt x="319" y="11"/>
                    <a:pt x="327" y="10"/>
                    <a:pt x="331" y="14"/>
                  </a:cubicBezTo>
                  <a:cubicBezTo>
                    <a:pt x="340" y="25"/>
                    <a:pt x="340" y="34"/>
                    <a:pt x="336" y="42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任意多边形: 形状 60" descr="6780c035-fc0e-4ad0-8c86-9055982bdf08"/>
            <p:cNvSpPr/>
            <p:nvPr/>
          </p:nvSpPr>
          <p:spPr bwMode="auto">
            <a:xfrm flipH="1">
              <a:off x="8918574" y="2587625"/>
              <a:ext cx="114300" cy="34925"/>
            </a:xfrm>
            <a:custGeom>
              <a:avLst/>
              <a:gdLst>
                <a:gd name="T0" fmla="*/ 72 w 72"/>
                <a:gd name="T1" fmla="*/ 0 h 22"/>
                <a:gd name="T2" fmla="*/ 0 w 72"/>
                <a:gd name="T3" fmla="*/ 22 h 22"/>
                <a:gd name="T4" fmla="*/ 72 w 72"/>
                <a:gd name="T5" fmla="*/ 0 h 22"/>
                <a:gd name="T6" fmla="*/ 72 w 7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" h="22">
                  <a:moveTo>
                    <a:pt x="72" y="0"/>
                  </a:moveTo>
                  <a:lnTo>
                    <a:pt x="0" y="22"/>
                  </a:lnTo>
                  <a:lnTo>
                    <a:pt x="72" y="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任意多边形: 形状 61" descr="ab54ba73-ac0e-4012-be4a-26a59a4734cb"/>
            <p:cNvSpPr/>
            <p:nvPr/>
          </p:nvSpPr>
          <p:spPr bwMode="auto">
            <a:xfrm flipH="1">
              <a:off x="8909049" y="3995738"/>
              <a:ext cx="1222375" cy="277813"/>
            </a:xfrm>
            <a:custGeom>
              <a:avLst/>
              <a:gdLst>
                <a:gd name="T0" fmla="*/ 588 w 643"/>
                <a:gd name="T1" fmla="*/ 24 h 146"/>
                <a:gd name="T2" fmla="*/ 643 w 643"/>
                <a:gd name="T3" fmla="*/ 54 h 146"/>
                <a:gd name="T4" fmla="*/ 637 w 643"/>
                <a:gd name="T5" fmla="*/ 71 h 146"/>
                <a:gd name="T6" fmla="*/ 632 w 643"/>
                <a:gd name="T7" fmla="*/ 73 h 146"/>
                <a:gd name="T8" fmla="*/ 627 w 643"/>
                <a:gd name="T9" fmla="*/ 100 h 146"/>
                <a:gd name="T10" fmla="*/ 493 w 643"/>
                <a:gd name="T11" fmla="*/ 72 h 146"/>
                <a:gd name="T12" fmla="*/ 479 w 643"/>
                <a:gd name="T13" fmla="*/ 72 h 146"/>
                <a:gd name="T14" fmla="*/ 479 w 643"/>
                <a:gd name="T15" fmla="*/ 72 h 146"/>
                <a:gd name="T16" fmla="*/ 454 w 643"/>
                <a:gd name="T17" fmla="*/ 94 h 146"/>
                <a:gd name="T18" fmla="*/ 414 w 643"/>
                <a:gd name="T19" fmla="*/ 93 h 146"/>
                <a:gd name="T20" fmla="*/ 410 w 643"/>
                <a:gd name="T21" fmla="*/ 92 h 146"/>
                <a:gd name="T22" fmla="*/ 401 w 643"/>
                <a:gd name="T23" fmla="*/ 93 h 146"/>
                <a:gd name="T24" fmla="*/ 321 w 643"/>
                <a:gd name="T25" fmla="*/ 106 h 146"/>
                <a:gd name="T26" fmla="*/ 268 w 643"/>
                <a:gd name="T27" fmla="*/ 92 h 146"/>
                <a:gd name="T28" fmla="*/ 211 w 643"/>
                <a:gd name="T29" fmla="*/ 118 h 146"/>
                <a:gd name="T30" fmla="*/ 143 w 643"/>
                <a:gd name="T31" fmla="*/ 78 h 146"/>
                <a:gd name="T32" fmla="*/ 125 w 643"/>
                <a:gd name="T33" fmla="*/ 80 h 146"/>
                <a:gd name="T34" fmla="*/ 0 w 643"/>
                <a:gd name="T35" fmla="*/ 108 h 146"/>
                <a:gd name="T36" fmla="*/ 2 w 643"/>
                <a:gd name="T37" fmla="*/ 28 h 146"/>
                <a:gd name="T38" fmla="*/ 21 w 643"/>
                <a:gd name="T39" fmla="*/ 33 h 146"/>
                <a:gd name="T40" fmla="*/ 67 w 643"/>
                <a:gd name="T41" fmla="*/ 35 h 146"/>
                <a:gd name="T42" fmla="*/ 101 w 643"/>
                <a:gd name="T43" fmla="*/ 21 h 146"/>
                <a:gd name="T44" fmla="*/ 175 w 643"/>
                <a:gd name="T45" fmla="*/ 37 h 146"/>
                <a:gd name="T46" fmla="*/ 281 w 643"/>
                <a:gd name="T47" fmla="*/ 9 h 146"/>
                <a:gd name="T48" fmla="*/ 349 w 643"/>
                <a:gd name="T49" fmla="*/ 42 h 146"/>
                <a:gd name="T50" fmla="*/ 431 w 643"/>
                <a:gd name="T51" fmla="*/ 0 h 146"/>
                <a:gd name="T52" fmla="*/ 588 w 643"/>
                <a:gd name="T53" fmla="*/ 2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43" h="146">
                  <a:moveTo>
                    <a:pt x="588" y="24"/>
                  </a:moveTo>
                  <a:cubicBezTo>
                    <a:pt x="596" y="37"/>
                    <a:pt x="620" y="47"/>
                    <a:pt x="643" y="54"/>
                  </a:cubicBezTo>
                  <a:cubicBezTo>
                    <a:pt x="637" y="71"/>
                    <a:pt x="637" y="71"/>
                    <a:pt x="637" y="71"/>
                  </a:cubicBezTo>
                  <a:cubicBezTo>
                    <a:pt x="635" y="71"/>
                    <a:pt x="633" y="72"/>
                    <a:pt x="632" y="73"/>
                  </a:cubicBezTo>
                  <a:cubicBezTo>
                    <a:pt x="622" y="81"/>
                    <a:pt x="623" y="90"/>
                    <a:pt x="627" y="100"/>
                  </a:cubicBezTo>
                  <a:cubicBezTo>
                    <a:pt x="608" y="146"/>
                    <a:pt x="495" y="116"/>
                    <a:pt x="493" y="72"/>
                  </a:cubicBezTo>
                  <a:cubicBezTo>
                    <a:pt x="492" y="64"/>
                    <a:pt x="480" y="63"/>
                    <a:pt x="479" y="72"/>
                  </a:cubicBezTo>
                  <a:cubicBezTo>
                    <a:pt x="479" y="72"/>
                    <a:pt x="479" y="72"/>
                    <a:pt x="479" y="72"/>
                  </a:cubicBezTo>
                  <a:cubicBezTo>
                    <a:pt x="471" y="79"/>
                    <a:pt x="464" y="88"/>
                    <a:pt x="454" y="94"/>
                  </a:cubicBezTo>
                  <a:cubicBezTo>
                    <a:pt x="440" y="104"/>
                    <a:pt x="427" y="103"/>
                    <a:pt x="414" y="93"/>
                  </a:cubicBezTo>
                  <a:cubicBezTo>
                    <a:pt x="413" y="92"/>
                    <a:pt x="411" y="92"/>
                    <a:pt x="410" y="92"/>
                  </a:cubicBezTo>
                  <a:cubicBezTo>
                    <a:pt x="408" y="90"/>
                    <a:pt x="404" y="90"/>
                    <a:pt x="401" y="93"/>
                  </a:cubicBezTo>
                  <a:cubicBezTo>
                    <a:pt x="391" y="106"/>
                    <a:pt x="333" y="108"/>
                    <a:pt x="321" y="106"/>
                  </a:cubicBezTo>
                  <a:cubicBezTo>
                    <a:pt x="304" y="104"/>
                    <a:pt x="286" y="88"/>
                    <a:pt x="268" y="92"/>
                  </a:cubicBezTo>
                  <a:cubicBezTo>
                    <a:pt x="245" y="98"/>
                    <a:pt x="241" y="119"/>
                    <a:pt x="211" y="118"/>
                  </a:cubicBezTo>
                  <a:cubicBezTo>
                    <a:pt x="185" y="117"/>
                    <a:pt x="148" y="106"/>
                    <a:pt x="143" y="78"/>
                  </a:cubicBezTo>
                  <a:cubicBezTo>
                    <a:pt x="141" y="69"/>
                    <a:pt x="125" y="70"/>
                    <a:pt x="125" y="80"/>
                  </a:cubicBezTo>
                  <a:cubicBezTo>
                    <a:pt x="125" y="123"/>
                    <a:pt x="40" y="129"/>
                    <a:pt x="0" y="10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8" y="31"/>
                    <a:pt x="14" y="33"/>
                    <a:pt x="21" y="33"/>
                  </a:cubicBezTo>
                  <a:cubicBezTo>
                    <a:pt x="36" y="35"/>
                    <a:pt x="52" y="36"/>
                    <a:pt x="67" y="35"/>
                  </a:cubicBezTo>
                  <a:cubicBezTo>
                    <a:pt x="81" y="34"/>
                    <a:pt x="94" y="30"/>
                    <a:pt x="101" y="21"/>
                  </a:cubicBezTo>
                  <a:cubicBezTo>
                    <a:pt x="118" y="34"/>
                    <a:pt x="154" y="35"/>
                    <a:pt x="175" y="37"/>
                  </a:cubicBezTo>
                  <a:cubicBezTo>
                    <a:pt x="207" y="40"/>
                    <a:pt x="261" y="35"/>
                    <a:pt x="281" y="9"/>
                  </a:cubicBezTo>
                  <a:cubicBezTo>
                    <a:pt x="297" y="29"/>
                    <a:pt x="317" y="39"/>
                    <a:pt x="349" y="42"/>
                  </a:cubicBezTo>
                  <a:cubicBezTo>
                    <a:pt x="390" y="45"/>
                    <a:pt x="420" y="35"/>
                    <a:pt x="431" y="0"/>
                  </a:cubicBezTo>
                  <a:cubicBezTo>
                    <a:pt x="474" y="38"/>
                    <a:pt x="560" y="81"/>
                    <a:pt x="588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任意多边形: 形状 62" descr="683cb597-5cf3-46f9-9603-e6752c37840f"/>
            <p:cNvSpPr/>
            <p:nvPr/>
          </p:nvSpPr>
          <p:spPr bwMode="auto">
            <a:xfrm flipH="1">
              <a:off x="7802562" y="1703388"/>
              <a:ext cx="1289050" cy="307975"/>
            </a:xfrm>
            <a:custGeom>
              <a:avLst/>
              <a:gdLst>
                <a:gd name="T0" fmla="*/ 295 w 678"/>
                <a:gd name="T1" fmla="*/ 6 h 162"/>
                <a:gd name="T2" fmla="*/ 678 w 678"/>
                <a:gd name="T3" fmla="*/ 80 h 162"/>
                <a:gd name="T4" fmla="*/ 678 w 678"/>
                <a:gd name="T5" fmla="*/ 82 h 162"/>
                <a:gd name="T6" fmla="*/ 669 w 678"/>
                <a:gd name="T7" fmla="*/ 89 h 162"/>
                <a:gd name="T8" fmla="*/ 668 w 678"/>
                <a:gd name="T9" fmla="*/ 98 h 162"/>
                <a:gd name="T10" fmla="*/ 602 w 678"/>
                <a:gd name="T11" fmla="*/ 150 h 162"/>
                <a:gd name="T12" fmla="*/ 523 w 678"/>
                <a:gd name="T13" fmla="*/ 86 h 162"/>
                <a:gd name="T14" fmla="*/ 506 w 678"/>
                <a:gd name="T15" fmla="*/ 85 h 162"/>
                <a:gd name="T16" fmla="*/ 449 w 678"/>
                <a:gd name="T17" fmla="*/ 155 h 162"/>
                <a:gd name="T18" fmla="*/ 383 w 678"/>
                <a:gd name="T19" fmla="*/ 95 h 162"/>
                <a:gd name="T20" fmla="*/ 366 w 678"/>
                <a:gd name="T21" fmla="*/ 94 h 162"/>
                <a:gd name="T22" fmla="*/ 323 w 678"/>
                <a:gd name="T23" fmla="*/ 159 h 162"/>
                <a:gd name="T24" fmla="*/ 260 w 678"/>
                <a:gd name="T25" fmla="*/ 103 h 162"/>
                <a:gd name="T26" fmla="*/ 244 w 678"/>
                <a:gd name="T27" fmla="*/ 98 h 162"/>
                <a:gd name="T28" fmla="*/ 197 w 678"/>
                <a:gd name="T29" fmla="*/ 154 h 162"/>
                <a:gd name="T30" fmla="*/ 147 w 678"/>
                <a:gd name="T31" fmla="*/ 92 h 162"/>
                <a:gd name="T32" fmla="*/ 130 w 678"/>
                <a:gd name="T33" fmla="*/ 92 h 162"/>
                <a:gd name="T34" fmla="*/ 119 w 678"/>
                <a:gd name="T35" fmla="*/ 128 h 162"/>
                <a:gd name="T36" fmla="*/ 0 w 678"/>
                <a:gd name="T37" fmla="*/ 52 h 162"/>
                <a:gd name="T38" fmla="*/ 56 w 678"/>
                <a:gd name="T39" fmla="*/ 8 h 162"/>
                <a:gd name="T40" fmla="*/ 64 w 678"/>
                <a:gd name="T41" fmla="*/ 16 h 162"/>
                <a:gd name="T42" fmla="*/ 140 w 678"/>
                <a:gd name="T43" fmla="*/ 44 h 162"/>
                <a:gd name="T44" fmla="*/ 184 w 678"/>
                <a:gd name="T45" fmla="*/ 0 h 162"/>
                <a:gd name="T46" fmla="*/ 190 w 678"/>
                <a:gd name="T47" fmla="*/ 5 h 162"/>
                <a:gd name="T48" fmla="*/ 264 w 678"/>
                <a:gd name="T49" fmla="*/ 23 h 162"/>
                <a:gd name="T50" fmla="*/ 295 w 678"/>
                <a:gd name="T51" fmla="*/ 6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78" h="162">
                  <a:moveTo>
                    <a:pt x="295" y="6"/>
                  </a:moveTo>
                  <a:cubicBezTo>
                    <a:pt x="678" y="80"/>
                    <a:pt x="678" y="80"/>
                    <a:pt x="678" y="80"/>
                  </a:cubicBezTo>
                  <a:cubicBezTo>
                    <a:pt x="678" y="82"/>
                    <a:pt x="678" y="82"/>
                    <a:pt x="678" y="82"/>
                  </a:cubicBezTo>
                  <a:cubicBezTo>
                    <a:pt x="674" y="82"/>
                    <a:pt x="669" y="84"/>
                    <a:pt x="669" y="89"/>
                  </a:cubicBezTo>
                  <a:cubicBezTo>
                    <a:pt x="668" y="92"/>
                    <a:pt x="668" y="95"/>
                    <a:pt x="668" y="98"/>
                  </a:cubicBezTo>
                  <a:cubicBezTo>
                    <a:pt x="663" y="134"/>
                    <a:pt x="649" y="155"/>
                    <a:pt x="602" y="150"/>
                  </a:cubicBezTo>
                  <a:cubicBezTo>
                    <a:pt x="563" y="145"/>
                    <a:pt x="523" y="130"/>
                    <a:pt x="523" y="86"/>
                  </a:cubicBezTo>
                  <a:cubicBezTo>
                    <a:pt x="523" y="75"/>
                    <a:pt x="506" y="74"/>
                    <a:pt x="506" y="85"/>
                  </a:cubicBezTo>
                  <a:cubicBezTo>
                    <a:pt x="505" y="115"/>
                    <a:pt x="489" y="157"/>
                    <a:pt x="449" y="155"/>
                  </a:cubicBezTo>
                  <a:cubicBezTo>
                    <a:pt x="418" y="153"/>
                    <a:pt x="383" y="126"/>
                    <a:pt x="383" y="95"/>
                  </a:cubicBezTo>
                  <a:cubicBezTo>
                    <a:pt x="383" y="85"/>
                    <a:pt x="367" y="83"/>
                    <a:pt x="366" y="94"/>
                  </a:cubicBezTo>
                  <a:cubicBezTo>
                    <a:pt x="365" y="120"/>
                    <a:pt x="359" y="155"/>
                    <a:pt x="323" y="159"/>
                  </a:cubicBezTo>
                  <a:cubicBezTo>
                    <a:pt x="290" y="162"/>
                    <a:pt x="259" y="135"/>
                    <a:pt x="260" y="103"/>
                  </a:cubicBezTo>
                  <a:cubicBezTo>
                    <a:pt x="260" y="96"/>
                    <a:pt x="248" y="91"/>
                    <a:pt x="244" y="98"/>
                  </a:cubicBezTo>
                  <a:cubicBezTo>
                    <a:pt x="232" y="121"/>
                    <a:pt x="234" y="157"/>
                    <a:pt x="197" y="154"/>
                  </a:cubicBezTo>
                  <a:cubicBezTo>
                    <a:pt x="162" y="151"/>
                    <a:pt x="145" y="123"/>
                    <a:pt x="147" y="92"/>
                  </a:cubicBezTo>
                  <a:cubicBezTo>
                    <a:pt x="147" y="82"/>
                    <a:pt x="131" y="81"/>
                    <a:pt x="130" y="92"/>
                  </a:cubicBezTo>
                  <a:cubicBezTo>
                    <a:pt x="129" y="107"/>
                    <a:pt x="125" y="118"/>
                    <a:pt x="119" y="128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28" y="50"/>
                    <a:pt x="46" y="31"/>
                    <a:pt x="56" y="8"/>
                  </a:cubicBezTo>
                  <a:cubicBezTo>
                    <a:pt x="58" y="10"/>
                    <a:pt x="60" y="13"/>
                    <a:pt x="64" y="16"/>
                  </a:cubicBezTo>
                  <a:cubicBezTo>
                    <a:pt x="84" y="33"/>
                    <a:pt x="112" y="46"/>
                    <a:pt x="140" y="44"/>
                  </a:cubicBezTo>
                  <a:cubicBezTo>
                    <a:pt x="167" y="41"/>
                    <a:pt x="179" y="22"/>
                    <a:pt x="184" y="0"/>
                  </a:cubicBezTo>
                  <a:cubicBezTo>
                    <a:pt x="186" y="2"/>
                    <a:pt x="187" y="3"/>
                    <a:pt x="190" y="5"/>
                  </a:cubicBezTo>
                  <a:cubicBezTo>
                    <a:pt x="209" y="20"/>
                    <a:pt x="239" y="29"/>
                    <a:pt x="264" y="23"/>
                  </a:cubicBezTo>
                  <a:cubicBezTo>
                    <a:pt x="274" y="20"/>
                    <a:pt x="285" y="14"/>
                    <a:pt x="295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任意多边形: 形状 63" descr="881652a3-4235-4a7a-9300-e77e8c131a18"/>
            <p:cNvSpPr/>
            <p:nvPr/>
          </p:nvSpPr>
          <p:spPr bwMode="auto">
            <a:xfrm flipH="1">
              <a:off x="8494712" y="3779838"/>
              <a:ext cx="539750" cy="309563"/>
            </a:xfrm>
            <a:custGeom>
              <a:avLst/>
              <a:gdLst>
                <a:gd name="T0" fmla="*/ 13 w 284"/>
                <a:gd name="T1" fmla="*/ 48 h 163"/>
                <a:gd name="T2" fmla="*/ 68 w 284"/>
                <a:gd name="T3" fmla="*/ 9 h 163"/>
                <a:gd name="T4" fmla="*/ 136 w 284"/>
                <a:gd name="T5" fmla="*/ 38 h 163"/>
                <a:gd name="T6" fmla="*/ 197 w 284"/>
                <a:gd name="T7" fmla="*/ 0 h 163"/>
                <a:gd name="T8" fmla="*/ 283 w 284"/>
                <a:gd name="T9" fmla="*/ 42 h 163"/>
                <a:gd name="T10" fmla="*/ 284 w 284"/>
                <a:gd name="T11" fmla="*/ 42 h 163"/>
                <a:gd name="T12" fmla="*/ 262 w 284"/>
                <a:gd name="T13" fmla="*/ 150 h 163"/>
                <a:gd name="T14" fmla="*/ 262 w 284"/>
                <a:gd name="T15" fmla="*/ 150 h 163"/>
                <a:gd name="T16" fmla="*/ 194 w 284"/>
                <a:gd name="T17" fmla="*/ 121 h 163"/>
                <a:gd name="T18" fmla="*/ 183 w 284"/>
                <a:gd name="T19" fmla="*/ 127 h 163"/>
                <a:gd name="T20" fmla="*/ 137 w 284"/>
                <a:gd name="T21" fmla="*/ 163 h 163"/>
                <a:gd name="T22" fmla="*/ 0 w 284"/>
                <a:gd name="T23" fmla="*/ 45 h 163"/>
                <a:gd name="T24" fmla="*/ 13 w 284"/>
                <a:gd name="T25" fmla="*/ 48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4" h="163">
                  <a:moveTo>
                    <a:pt x="13" y="48"/>
                  </a:moveTo>
                  <a:cubicBezTo>
                    <a:pt x="47" y="51"/>
                    <a:pt x="62" y="34"/>
                    <a:pt x="68" y="9"/>
                  </a:cubicBezTo>
                  <a:cubicBezTo>
                    <a:pt x="81" y="29"/>
                    <a:pt x="106" y="37"/>
                    <a:pt x="136" y="38"/>
                  </a:cubicBezTo>
                  <a:cubicBezTo>
                    <a:pt x="169" y="38"/>
                    <a:pt x="188" y="24"/>
                    <a:pt x="197" y="0"/>
                  </a:cubicBezTo>
                  <a:cubicBezTo>
                    <a:pt x="213" y="26"/>
                    <a:pt x="250" y="39"/>
                    <a:pt x="283" y="42"/>
                  </a:cubicBezTo>
                  <a:cubicBezTo>
                    <a:pt x="283" y="42"/>
                    <a:pt x="283" y="42"/>
                    <a:pt x="284" y="42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62" y="150"/>
                    <a:pt x="262" y="150"/>
                    <a:pt x="262" y="150"/>
                  </a:cubicBezTo>
                  <a:cubicBezTo>
                    <a:pt x="238" y="147"/>
                    <a:pt x="210" y="134"/>
                    <a:pt x="194" y="121"/>
                  </a:cubicBezTo>
                  <a:cubicBezTo>
                    <a:pt x="189" y="118"/>
                    <a:pt x="184" y="123"/>
                    <a:pt x="183" y="127"/>
                  </a:cubicBezTo>
                  <a:cubicBezTo>
                    <a:pt x="180" y="148"/>
                    <a:pt x="161" y="159"/>
                    <a:pt x="137" y="16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" y="46"/>
                    <a:pt x="8" y="47"/>
                    <a:pt x="13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任意多边形: 形状 64" descr="5e228e6b-cbda-4446-8e0b-fa0352b8ce43"/>
            <p:cNvSpPr/>
            <p:nvPr/>
          </p:nvSpPr>
          <p:spPr bwMode="auto">
            <a:xfrm flipH="1">
              <a:off x="8918574" y="2587625"/>
              <a:ext cx="152400" cy="49213"/>
            </a:xfrm>
            <a:custGeom>
              <a:avLst/>
              <a:gdLst>
                <a:gd name="T0" fmla="*/ 20 w 80"/>
                <a:gd name="T1" fmla="*/ 18 h 26"/>
                <a:gd name="T2" fmla="*/ 80 w 80"/>
                <a:gd name="T3" fmla="*/ 0 h 26"/>
                <a:gd name="T4" fmla="*/ 22 w 80"/>
                <a:gd name="T5" fmla="*/ 25 h 26"/>
                <a:gd name="T6" fmla="*/ 0 w 80"/>
                <a:gd name="T7" fmla="*/ 24 h 26"/>
                <a:gd name="T8" fmla="*/ 20 w 80"/>
                <a:gd name="T9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26">
                  <a:moveTo>
                    <a:pt x="20" y="18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0" y="19"/>
                    <a:pt x="50" y="25"/>
                    <a:pt x="22" y="25"/>
                  </a:cubicBezTo>
                  <a:cubicBezTo>
                    <a:pt x="14" y="26"/>
                    <a:pt x="7" y="25"/>
                    <a:pt x="0" y="24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任意多边形: 形状 65" descr="90a69af2-893d-4415-8b9c-85a5836305d6"/>
            <p:cNvSpPr/>
            <p:nvPr/>
          </p:nvSpPr>
          <p:spPr bwMode="auto">
            <a:xfrm flipH="1">
              <a:off x="8531224" y="1625600"/>
              <a:ext cx="627063" cy="176213"/>
            </a:xfrm>
            <a:custGeom>
              <a:avLst/>
              <a:gdLst>
                <a:gd name="T0" fmla="*/ 28 w 330"/>
                <a:gd name="T1" fmla="*/ 75 h 93"/>
                <a:gd name="T2" fmla="*/ 84 w 330"/>
                <a:gd name="T3" fmla="*/ 0 h 93"/>
                <a:gd name="T4" fmla="*/ 102 w 330"/>
                <a:gd name="T5" fmla="*/ 4 h 93"/>
                <a:gd name="T6" fmla="*/ 118 w 330"/>
                <a:gd name="T7" fmla="*/ 48 h 93"/>
                <a:gd name="T8" fmla="*/ 185 w 330"/>
                <a:gd name="T9" fmla="*/ 63 h 93"/>
                <a:gd name="T10" fmla="*/ 204 w 330"/>
                <a:gd name="T11" fmla="*/ 23 h 93"/>
                <a:gd name="T12" fmla="*/ 222 w 330"/>
                <a:gd name="T13" fmla="*/ 27 h 93"/>
                <a:gd name="T14" fmla="*/ 238 w 330"/>
                <a:gd name="T15" fmla="*/ 30 h 93"/>
                <a:gd name="T16" fmla="*/ 299 w 330"/>
                <a:gd name="T17" fmla="*/ 41 h 93"/>
                <a:gd name="T18" fmla="*/ 330 w 330"/>
                <a:gd name="T19" fmla="*/ 47 h 93"/>
                <a:gd name="T20" fmla="*/ 299 w 330"/>
                <a:gd name="T21" fmla="*/ 64 h 93"/>
                <a:gd name="T22" fmla="*/ 225 w 330"/>
                <a:gd name="T23" fmla="*/ 46 h 93"/>
                <a:gd name="T24" fmla="*/ 219 w 330"/>
                <a:gd name="T25" fmla="*/ 41 h 93"/>
                <a:gd name="T26" fmla="*/ 175 w 330"/>
                <a:gd name="T27" fmla="*/ 85 h 93"/>
                <a:gd name="T28" fmla="*/ 99 w 330"/>
                <a:gd name="T29" fmla="*/ 57 h 93"/>
                <a:gd name="T30" fmla="*/ 91 w 330"/>
                <a:gd name="T31" fmla="*/ 49 h 93"/>
                <a:gd name="T32" fmla="*/ 35 w 330"/>
                <a:gd name="T33" fmla="*/ 93 h 93"/>
                <a:gd name="T34" fmla="*/ 0 w 330"/>
                <a:gd name="T35" fmla="*/ 70 h 93"/>
                <a:gd name="T36" fmla="*/ 28 w 330"/>
                <a:gd name="T37" fmla="*/ 75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30" h="93">
                  <a:moveTo>
                    <a:pt x="28" y="75"/>
                  </a:moveTo>
                  <a:cubicBezTo>
                    <a:pt x="69" y="73"/>
                    <a:pt x="81" y="34"/>
                    <a:pt x="84" y="0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1" y="23"/>
                    <a:pt x="101" y="34"/>
                    <a:pt x="118" y="48"/>
                  </a:cubicBezTo>
                  <a:cubicBezTo>
                    <a:pt x="133" y="61"/>
                    <a:pt x="167" y="74"/>
                    <a:pt x="185" y="63"/>
                  </a:cubicBezTo>
                  <a:cubicBezTo>
                    <a:pt x="198" y="56"/>
                    <a:pt x="202" y="40"/>
                    <a:pt x="204" y="23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38" y="30"/>
                    <a:pt x="238" y="30"/>
                    <a:pt x="238" y="30"/>
                  </a:cubicBezTo>
                  <a:cubicBezTo>
                    <a:pt x="253" y="45"/>
                    <a:pt x="276" y="49"/>
                    <a:pt x="299" y="41"/>
                  </a:cubicBezTo>
                  <a:cubicBezTo>
                    <a:pt x="330" y="47"/>
                    <a:pt x="330" y="47"/>
                    <a:pt x="330" y="47"/>
                  </a:cubicBezTo>
                  <a:cubicBezTo>
                    <a:pt x="320" y="55"/>
                    <a:pt x="309" y="61"/>
                    <a:pt x="299" y="64"/>
                  </a:cubicBezTo>
                  <a:cubicBezTo>
                    <a:pt x="274" y="70"/>
                    <a:pt x="244" y="61"/>
                    <a:pt x="225" y="46"/>
                  </a:cubicBezTo>
                  <a:cubicBezTo>
                    <a:pt x="222" y="44"/>
                    <a:pt x="221" y="43"/>
                    <a:pt x="219" y="41"/>
                  </a:cubicBezTo>
                  <a:cubicBezTo>
                    <a:pt x="214" y="63"/>
                    <a:pt x="202" y="82"/>
                    <a:pt x="175" y="85"/>
                  </a:cubicBezTo>
                  <a:cubicBezTo>
                    <a:pt x="147" y="87"/>
                    <a:pt x="119" y="74"/>
                    <a:pt x="99" y="57"/>
                  </a:cubicBezTo>
                  <a:cubicBezTo>
                    <a:pt x="95" y="54"/>
                    <a:pt x="93" y="51"/>
                    <a:pt x="91" y="49"/>
                  </a:cubicBezTo>
                  <a:cubicBezTo>
                    <a:pt x="81" y="72"/>
                    <a:pt x="63" y="91"/>
                    <a:pt x="35" y="93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9" y="73"/>
                    <a:pt x="18" y="75"/>
                    <a:pt x="28" y="7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任意多边形: 形状 66" descr="b8a304b6-1c29-408d-86fd-af31c3d5b097"/>
            <p:cNvSpPr/>
            <p:nvPr/>
          </p:nvSpPr>
          <p:spPr bwMode="auto">
            <a:xfrm flipH="1">
              <a:off x="8489949" y="3698875"/>
              <a:ext cx="679450" cy="177800"/>
            </a:xfrm>
            <a:custGeom>
              <a:avLst/>
              <a:gdLst>
                <a:gd name="T0" fmla="*/ 358 w 358"/>
                <a:gd name="T1" fmla="*/ 71 h 94"/>
                <a:gd name="T2" fmla="*/ 355 w 358"/>
                <a:gd name="T3" fmla="*/ 85 h 94"/>
                <a:gd name="T4" fmla="*/ 354 w 358"/>
                <a:gd name="T5" fmla="*/ 85 h 94"/>
                <a:gd name="T6" fmla="*/ 268 w 358"/>
                <a:gd name="T7" fmla="*/ 43 h 94"/>
                <a:gd name="T8" fmla="*/ 207 w 358"/>
                <a:gd name="T9" fmla="*/ 81 h 94"/>
                <a:gd name="T10" fmla="*/ 139 w 358"/>
                <a:gd name="T11" fmla="*/ 52 h 94"/>
                <a:gd name="T12" fmla="*/ 84 w 358"/>
                <a:gd name="T13" fmla="*/ 91 h 94"/>
                <a:gd name="T14" fmla="*/ 71 w 358"/>
                <a:gd name="T15" fmla="*/ 88 h 94"/>
                <a:gd name="T16" fmla="*/ 0 w 358"/>
                <a:gd name="T17" fmla="*/ 28 h 94"/>
                <a:gd name="T18" fmla="*/ 1 w 358"/>
                <a:gd name="T19" fmla="*/ 14 h 94"/>
                <a:gd name="T20" fmla="*/ 17 w 358"/>
                <a:gd name="T21" fmla="*/ 14 h 94"/>
                <a:gd name="T22" fmla="*/ 80 w 358"/>
                <a:gd name="T23" fmla="*/ 75 h 94"/>
                <a:gd name="T24" fmla="*/ 128 w 358"/>
                <a:gd name="T25" fmla="*/ 14 h 94"/>
                <a:gd name="T26" fmla="*/ 141 w 358"/>
                <a:gd name="T27" fmla="*/ 14 h 94"/>
                <a:gd name="T28" fmla="*/ 207 w 358"/>
                <a:gd name="T29" fmla="*/ 66 h 94"/>
                <a:gd name="T30" fmla="*/ 258 w 358"/>
                <a:gd name="T31" fmla="*/ 9 h 94"/>
                <a:gd name="T32" fmla="*/ 273 w 358"/>
                <a:gd name="T33" fmla="*/ 9 h 94"/>
                <a:gd name="T34" fmla="*/ 346 w 358"/>
                <a:gd name="T35" fmla="*/ 69 h 94"/>
                <a:gd name="T36" fmla="*/ 358 w 358"/>
                <a:gd name="T37" fmla="*/ 7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8" h="94">
                  <a:moveTo>
                    <a:pt x="358" y="71"/>
                  </a:moveTo>
                  <a:cubicBezTo>
                    <a:pt x="355" y="85"/>
                    <a:pt x="355" y="85"/>
                    <a:pt x="355" y="85"/>
                  </a:cubicBezTo>
                  <a:cubicBezTo>
                    <a:pt x="354" y="85"/>
                    <a:pt x="354" y="85"/>
                    <a:pt x="354" y="85"/>
                  </a:cubicBezTo>
                  <a:cubicBezTo>
                    <a:pt x="321" y="82"/>
                    <a:pt x="284" y="69"/>
                    <a:pt x="268" y="43"/>
                  </a:cubicBezTo>
                  <a:cubicBezTo>
                    <a:pt x="259" y="67"/>
                    <a:pt x="240" y="81"/>
                    <a:pt x="207" y="81"/>
                  </a:cubicBezTo>
                  <a:cubicBezTo>
                    <a:pt x="177" y="80"/>
                    <a:pt x="152" y="72"/>
                    <a:pt x="139" y="52"/>
                  </a:cubicBezTo>
                  <a:cubicBezTo>
                    <a:pt x="133" y="77"/>
                    <a:pt x="118" y="94"/>
                    <a:pt x="84" y="91"/>
                  </a:cubicBezTo>
                  <a:cubicBezTo>
                    <a:pt x="79" y="90"/>
                    <a:pt x="75" y="89"/>
                    <a:pt x="71" y="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3"/>
                    <a:pt x="1" y="19"/>
                    <a:pt x="1" y="14"/>
                  </a:cubicBezTo>
                  <a:cubicBezTo>
                    <a:pt x="0" y="4"/>
                    <a:pt x="16" y="4"/>
                    <a:pt x="17" y="14"/>
                  </a:cubicBezTo>
                  <a:cubicBezTo>
                    <a:pt x="18" y="43"/>
                    <a:pt x="52" y="72"/>
                    <a:pt x="80" y="75"/>
                  </a:cubicBezTo>
                  <a:cubicBezTo>
                    <a:pt x="123" y="79"/>
                    <a:pt x="129" y="47"/>
                    <a:pt x="128" y="14"/>
                  </a:cubicBezTo>
                  <a:cubicBezTo>
                    <a:pt x="127" y="6"/>
                    <a:pt x="141" y="6"/>
                    <a:pt x="141" y="14"/>
                  </a:cubicBezTo>
                  <a:cubicBezTo>
                    <a:pt x="142" y="48"/>
                    <a:pt x="175" y="70"/>
                    <a:pt x="207" y="66"/>
                  </a:cubicBezTo>
                  <a:cubicBezTo>
                    <a:pt x="239" y="63"/>
                    <a:pt x="259" y="40"/>
                    <a:pt x="258" y="9"/>
                  </a:cubicBezTo>
                  <a:cubicBezTo>
                    <a:pt x="258" y="0"/>
                    <a:pt x="272" y="0"/>
                    <a:pt x="273" y="9"/>
                  </a:cubicBezTo>
                  <a:cubicBezTo>
                    <a:pt x="272" y="49"/>
                    <a:pt x="312" y="64"/>
                    <a:pt x="346" y="69"/>
                  </a:cubicBezTo>
                  <a:cubicBezTo>
                    <a:pt x="350" y="70"/>
                    <a:pt x="354" y="71"/>
                    <a:pt x="358" y="7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任意多边形: 形状 67" descr="3cc80305-8be4-4b7d-9a7a-d630b4fb97a1"/>
            <p:cNvSpPr/>
            <p:nvPr/>
          </p:nvSpPr>
          <p:spPr bwMode="auto">
            <a:xfrm flipH="1">
              <a:off x="8455024" y="3532188"/>
              <a:ext cx="846138" cy="315913"/>
            </a:xfrm>
            <a:custGeom>
              <a:avLst/>
              <a:gdLst>
                <a:gd name="T0" fmla="*/ 358 w 445"/>
                <a:gd name="T1" fmla="*/ 23 h 167"/>
                <a:gd name="T2" fmla="*/ 432 w 445"/>
                <a:gd name="T3" fmla="*/ 68 h 167"/>
                <a:gd name="T4" fmla="*/ 445 w 445"/>
                <a:gd name="T5" fmla="*/ 66 h 167"/>
                <a:gd name="T6" fmla="*/ 427 w 445"/>
                <a:gd name="T7" fmla="*/ 159 h 167"/>
                <a:gd name="T8" fmla="*/ 415 w 445"/>
                <a:gd name="T9" fmla="*/ 157 h 167"/>
                <a:gd name="T10" fmla="*/ 342 w 445"/>
                <a:gd name="T11" fmla="*/ 97 h 167"/>
                <a:gd name="T12" fmla="*/ 327 w 445"/>
                <a:gd name="T13" fmla="*/ 97 h 167"/>
                <a:gd name="T14" fmla="*/ 276 w 445"/>
                <a:gd name="T15" fmla="*/ 154 h 167"/>
                <a:gd name="T16" fmla="*/ 210 w 445"/>
                <a:gd name="T17" fmla="*/ 102 h 167"/>
                <a:gd name="T18" fmla="*/ 197 w 445"/>
                <a:gd name="T19" fmla="*/ 102 h 167"/>
                <a:gd name="T20" fmla="*/ 149 w 445"/>
                <a:gd name="T21" fmla="*/ 163 h 167"/>
                <a:gd name="T22" fmla="*/ 86 w 445"/>
                <a:gd name="T23" fmla="*/ 102 h 167"/>
                <a:gd name="T24" fmla="*/ 70 w 445"/>
                <a:gd name="T25" fmla="*/ 102 h 167"/>
                <a:gd name="T26" fmla="*/ 69 w 445"/>
                <a:gd name="T27" fmla="*/ 116 h 167"/>
                <a:gd name="T28" fmla="*/ 0 w 445"/>
                <a:gd name="T29" fmla="*/ 56 h 167"/>
                <a:gd name="T30" fmla="*/ 46 w 445"/>
                <a:gd name="T31" fmla="*/ 42 h 167"/>
                <a:gd name="T32" fmla="*/ 89 w 445"/>
                <a:gd name="T33" fmla="*/ 0 h 167"/>
                <a:gd name="T34" fmla="*/ 180 w 445"/>
                <a:gd name="T35" fmla="*/ 60 h 167"/>
                <a:gd name="T36" fmla="*/ 247 w 445"/>
                <a:gd name="T37" fmla="*/ 26 h 167"/>
                <a:gd name="T38" fmla="*/ 297 w 445"/>
                <a:gd name="T39" fmla="*/ 61 h 167"/>
                <a:gd name="T40" fmla="*/ 358 w 445"/>
                <a:gd name="T41" fmla="*/ 2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45" h="167">
                  <a:moveTo>
                    <a:pt x="358" y="23"/>
                  </a:moveTo>
                  <a:cubicBezTo>
                    <a:pt x="370" y="50"/>
                    <a:pt x="398" y="68"/>
                    <a:pt x="432" y="68"/>
                  </a:cubicBezTo>
                  <a:cubicBezTo>
                    <a:pt x="437" y="68"/>
                    <a:pt x="441" y="67"/>
                    <a:pt x="445" y="66"/>
                  </a:cubicBezTo>
                  <a:cubicBezTo>
                    <a:pt x="427" y="159"/>
                    <a:pt x="427" y="159"/>
                    <a:pt x="427" y="159"/>
                  </a:cubicBezTo>
                  <a:cubicBezTo>
                    <a:pt x="423" y="159"/>
                    <a:pt x="419" y="158"/>
                    <a:pt x="415" y="157"/>
                  </a:cubicBezTo>
                  <a:cubicBezTo>
                    <a:pt x="381" y="152"/>
                    <a:pt x="341" y="137"/>
                    <a:pt x="342" y="97"/>
                  </a:cubicBezTo>
                  <a:cubicBezTo>
                    <a:pt x="341" y="88"/>
                    <a:pt x="327" y="88"/>
                    <a:pt x="327" y="97"/>
                  </a:cubicBezTo>
                  <a:cubicBezTo>
                    <a:pt x="328" y="128"/>
                    <a:pt x="308" y="151"/>
                    <a:pt x="276" y="154"/>
                  </a:cubicBezTo>
                  <a:cubicBezTo>
                    <a:pt x="244" y="158"/>
                    <a:pt x="211" y="136"/>
                    <a:pt x="210" y="102"/>
                  </a:cubicBezTo>
                  <a:cubicBezTo>
                    <a:pt x="210" y="94"/>
                    <a:pt x="196" y="94"/>
                    <a:pt x="197" y="102"/>
                  </a:cubicBezTo>
                  <a:cubicBezTo>
                    <a:pt x="198" y="135"/>
                    <a:pt x="192" y="167"/>
                    <a:pt x="149" y="163"/>
                  </a:cubicBezTo>
                  <a:cubicBezTo>
                    <a:pt x="121" y="160"/>
                    <a:pt x="87" y="131"/>
                    <a:pt x="86" y="102"/>
                  </a:cubicBezTo>
                  <a:cubicBezTo>
                    <a:pt x="85" y="92"/>
                    <a:pt x="69" y="92"/>
                    <a:pt x="70" y="102"/>
                  </a:cubicBezTo>
                  <a:cubicBezTo>
                    <a:pt x="70" y="107"/>
                    <a:pt x="70" y="111"/>
                    <a:pt x="69" y="11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1" y="58"/>
                    <a:pt x="27" y="52"/>
                    <a:pt x="46" y="42"/>
                  </a:cubicBezTo>
                  <a:cubicBezTo>
                    <a:pt x="68" y="31"/>
                    <a:pt x="76" y="16"/>
                    <a:pt x="89" y="0"/>
                  </a:cubicBezTo>
                  <a:cubicBezTo>
                    <a:pt x="100" y="35"/>
                    <a:pt x="139" y="54"/>
                    <a:pt x="180" y="60"/>
                  </a:cubicBezTo>
                  <a:cubicBezTo>
                    <a:pt x="214" y="64"/>
                    <a:pt x="236" y="49"/>
                    <a:pt x="247" y="26"/>
                  </a:cubicBezTo>
                  <a:cubicBezTo>
                    <a:pt x="255" y="42"/>
                    <a:pt x="271" y="53"/>
                    <a:pt x="297" y="61"/>
                  </a:cubicBezTo>
                  <a:cubicBezTo>
                    <a:pt x="338" y="73"/>
                    <a:pt x="347" y="50"/>
                    <a:pt x="358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任意多边形: 形状 68" descr="81ab0df3-ed15-402f-b98b-f160f65723ae"/>
            <p:cNvSpPr/>
            <p:nvPr/>
          </p:nvSpPr>
          <p:spPr bwMode="auto">
            <a:xfrm flipH="1">
              <a:off x="8997949" y="1571625"/>
              <a:ext cx="290513" cy="196850"/>
            </a:xfrm>
            <a:custGeom>
              <a:avLst/>
              <a:gdLst>
                <a:gd name="T0" fmla="*/ 3 w 152"/>
                <a:gd name="T1" fmla="*/ 0 h 103"/>
                <a:gd name="T2" fmla="*/ 152 w 152"/>
                <a:gd name="T3" fmla="*/ 28 h 103"/>
                <a:gd name="T4" fmla="*/ 96 w 152"/>
                <a:gd name="T5" fmla="*/ 103 h 103"/>
                <a:gd name="T6" fmla="*/ 68 w 152"/>
                <a:gd name="T7" fmla="*/ 98 h 103"/>
                <a:gd name="T8" fmla="*/ 29 w 152"/>
                <a:gd name="T9" fmla="*/ 74 h 103"/>
                <a:gd name="T10" fmla="*/ 8 w 152"/>
                <a:gd name="T11" fmla="*/ 22 h 103"/>
                <a:gd name="T12" fmla="*/ 0 w 152"/>
                <a:gd name="T13" fmla="*/ 14 h 103"/>
                <a:gd name="T14" fmla="*/ 3 w 152"/>
                <a:gd name="T15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" h="103">
                  <a:moveTo>
                    <a:pt x="3" y="0"/>
                  </a:moveTo>
                  <a:cubicBezTo>
                    <a:pt x="152" y="28"/>
                    <a:pt x="152" y="28"/>
                    <a:pt x="152" y="28"/>
                  </a:cubicBezTo>
                  <a:cubicBezTo>
                    <a:pt x="149" y="62"/>
                    <a:pt x="137" y="101"/>
                    <a:pt x="96" y="103"/>
                  </a:cubicBezTo>
                  <a:cubicBezTo>
                    <a:pt x="86" y="103"/>
                    <a:pt x="77" y="101"/>
                    <a:pt x="68" y="98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16" y="59"/>
                    <a:pt x="8" y="42"/>
                    <a:pt x="8" y="22"/>
                  </a:cubicBezTo>
                  <a:cubicBezTo>
                    <a:pt x="8" y="18"/>
                    <a:pt x="4" y="15"/>
                    <a:pt x="0" y="14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任意多边形: 形状 69" descr="9c249391-e520-4e8b-b1b9-0b0700baa484"/>
            <p:cNvSpPr/>
            <p:nvPr/>
          </p:nvSpPr>
          <p:spPr bwMode="auto">
            <a:xfrm flipH="1">
              <a:off x="9282111" y="1525588"/>
              <a:ext cx="242888" cy="136525"/>
            </a:xfrm>
            <a:custGeom>
              <a:avLst/>
              <a:gdLst>
                <a:gd name="T0" fmla="*/ 0 w 128"/>
                <a:gd name="T1" fmla="*/ 0 h 72"/>
                <a:gd name="T2" fmla="*/ 128 w 128"/>
                <a:gd name="T3" fmla="*/ 25 h 72"/>
                <a:gd name="T4" fmla="*/ 125 w 128"/>
                <a:gd name="T5" fmla="*/ 39 h 72"/>
                <a:gd name="T6" fmla="*/ 116 w 128"/>
                <a:gd name="T7" fmla="*/ 47 h 72"/>
                <a:gd name="T8" fmla="*/ 113 w 128"/>
                <a:gd name="T9" fmla="*/ 72 h 72"/>
                <a:gd name="T10" fmla="*/ 0 w 128"/>
                <a:gd name="T11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72">
                  <a:moveTo>
                    <a:pt x="0" y="0"/>
                  </a:moveTo>
                  <a:cubicBezTo>
                    <a:pt x="128" y="25"/>
                    <a:pt x="128" y="25"/>
                    <a:pt x="128" y="25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1" y="38"/>
                    <a:pt x="116" y="41"/>
                    <a:pt x="116" y="47"/>
                  </a:cubicBezTo>
                  <a:cubicBezTo>
                    <a:pt x="115" y="55"/>
                    <a:pt x="114" y="64"/>
                    <a:pt x="113" y="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任意多边形: 形状 70" descr="3bef13d7-5f59-4476-a10c-3cd0d8cb546f"/>
            <p:cNvSpPr/>
            <p:nvPr/>
          </p:nvSpPr>
          <p:spPr bwMode="auto">
            <a:xfrm flipH="1">
              <a:off x="8447087" y="3479800"/>
              <a:ext cx="901700" cy="200025"/>
            </a:xfrm>
            <a:custGeom>
              <a:avLst/>
              <a:gdLst>
                <a:gd name="T0" fmla="*/ 474 w 474"/>
                <a:gd name="T1" fmla="*/ 73 h 105"/>
                <a:gd name="T2" fmla="*/ 470 w 474"/>
                <a:gd name="T3" fmla="*/ 93 h 105"/>
                <a:gd name="T4" fmla="*/ 457 w 474"/>
                <a:gd name="T5" fmla="*/ 95 h 105"/>
                <a:gd name="T6" fmla="*/ 383 w 474"/>
                <a:gd name="T7" fmla="*/ 50 h 105"/>
                <a:gd name="T8" fmla="*/ 322 w 474"/>
                <a:gd name="T9" fmla="*/ 88 h 105"/>
                <a:gd name="T10" fmla="*/ 272 w 474"/>
                <a:gd name="T11" fmla="*/ 53 h 105"/>
                <a:gd name="T12" fmla="*/ 205 w 474"/>
                <a:gd name="T13" fmla="*/ 87 h 105"/>
                <a:gd name="T14" fmla="*/ 114 w 474"/>
                <a:gd name="T15" fmla="*/ 27 h 105"/>
                <a:gd name="T16" fmla="*/ 71 w 474"/>
                <a:gd name="T17" fmla="*/ 69 h 105"/>
                <a:gd name="T18" fmla="*/ 25 w 474"/>
                <a:gd name="T19" fmla="*/ 83 h 105"/>
                <a:gd name="T20" fmla="*/ 0 w 474"/>
                <a:gd name="T21" fmla="*/ 62 h 105"/>
                <a:gd name="T22" fmla="*/ 27 w 474"/>
                <a:gd name="T23" fmla="*/ 66 h 105"/>
                <a:gd name="T24" fmla="*/ 113 w 474"/>
                <a:gd name="T25" fmla="*/ 4 h 105"/>
                <a:gd name="T26" fmla="*/ 127 w 474"/>
                <a:gd name="T27" fmla="*/ 8 h 105"/>
                <a:gd name="T28" fmla="*/ 265 w 474"/>
                <a:gd name="T29" fmla="*/ 11 h 105"/>
                <a:gd name="T30" fmla="*/ 282 w 474"/>
                <a:gd name="T31" fmla="*/ 12 h 105"/>
                <a:gd name="T32" fmla="*/ 332 w 474"/>
                <a:gd name="T33" fmla="*/ 73 h 105"/>
                <a:gd name="T34" fmla="*/ 379 w 474"/>
                <a:gd name="T35" fmla="*/ 18 h 105"/>
                <a:gd name="T36" fmla="*/ 395 w 474"/>
                <a:gd name="T37" fmla="*/ 23 h 105"/>
                <a:gd name="T38" fmla="*/ 458 w 474"/>
                <a:gd name="T39" fmla="*/ 78 h 105"/>
                <a:gd name="T40" fmla="*/ 474 w 474"/>
                <a:gd name="T41" fmla="*/ 73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3" h="105">
                  <a:moveTo>
                    <a:pt x="474" y="73"/>
                  </a:moveTo>
                  <a:cubicBezTo>
                    <a:pt x="470" y="93"/>
                    <a:pt x="470" y="93"/>
                    <a:pt x="470" y="93"/>
                  </a:cubicBezTo>
                  <a:cubicBezTo>
                    <a:pt x="466" y="94"/>
                    <a:pt x="462" y="95"/>
                    <a:pt x="457" y="95"/>
                  </a:cubicBezTo>
                  <a:cubicBezTo>
                    <a:pt x="423" y="95"/>
                    <a:pt x="395" y="77"/>
                    <a:pt x="383" y="50"/>
                  </a:cubicBezTo>
                  <a:cubicBezTo>
                    <a:pt x="372" y="77"/>
                    <a:pt x="363" y="100"/>
                    <a:pt x="322" y="88"/>
                  </a:cubicBezTo>
                  <a:cubicBezTo>
                    <a:pt x="296" y="80"/>
                    <a:pt x="280" y="69"/>
                    <a:pt x="272" y="53"/>
                  </a:cubicBezTo>
                  <a:cubicBezTo>
                    <a:pt x="261" y="76"/>
                    <a:pt x="239" y="91"/>
                    <a:pt x="205" y="87"/>
                  </a:cubicBezTo>
                  <a:cubicBezTo>
                    <a:pt x="164" y="81"/>
                    <a:pt x="125" y="62"/>
                    <a:pt x="114" y="27"/>
                  </a:cubicBezTo>
                  <a:cubicBezTo>
                    <a:pt x="101" y="43"/>
                    <a:pt x="93" y="58"/>
                    <a:pt x="71" y="69"/>
                  </a:cubicBezTo>
                  <a:cubicBezTo>
                    <a:pt x="52" y="79"/>
                    <a:pt x="46" y="85"/>
                    <a:pt x="25" y="8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0" y="66"/>
                    <a:pt x="12" y="68"/>
                    <a:pt x="27" y="66"/>
                  </a:cubicBezTo>
                  <a:cubicBezTo>
                    <a:pt x="75" y="60"/>
                    <a:pt x="86" y="29"/>
                    <a:pt x="113" y="4"/>
                  </a:cubicBezTo>
                  <a:cubicBezTo>
                    <a:pt x="117" y="0"/>
                    <a:pt x="126" y="2"/>
                    <a:pt x="127" y="8"/>
                  </a:cubicBezTo>
                  <a:cubicBezTo>
                    <a:pt x="139" y="77"/>
                    <a:pt x="258" y="105"/>
                    <a:pt x="265" y="11"/>
                  </a:cubicBezTo>
                  <a:cubicBezTo>
                    <a:pt x="266" y="0"/>
                    <a:pt x="282" y="1"/>
                    <a:pt x="282" y="12"/>
                  </a:cubicBezTo>
                  <a:cubicBezTo>
                    <a:pt x="280" y="42"/>
                    <a:pt x="297" y="70"/>
                    <a:pt x="332" y="73"/>
                  </a:cubicBezTo>
                  <a:cubicBezTo>
                    <a:pt x="369" y="76"/>
                    <a:pt x="367" y="40"/>
                    <a:pt x="379" y="18"/>
                  </a:cubicBezTo>
                  <a:cubicBezTo>
                    <a:pt x="383" y="10"/>
                    <a:pt x="395" y="15"/>
                    <a:pt x="395" y="23"/>
                  </a:cubicBezTo>
                  <a:cubicBezTo>
                    <a:pt x="394" y="54"/>
                    <a:pt x="425" y="81"/>
                    <a:pt x="458" y="78"/>
                  </a:cubicBezTo>
                  <a:cubicBezTo>
                    <a:pt x="464" y="77"/>
                    <a:pt x="470" y="75"/>
                    <a:pt x="474" y="73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任意多边形: 形状 71" descr="a9d9ef4c-2419-475e-92e2-edbbc06071fe"/>
            <p:cNvSpPr/>
            <p:nvPr/>
          </p:nvSpPr>
          <p:spPr bwMode="auto">
            <a:xfrm flipH="1">
              <a:off x="9232899" y="1597025"/>
              <a:ext cx="77788" cy="115888"/>
            </a:xfrm>
            <a:custGeom>
              <a:avLst/>
              <a:gdLst>
                <a:gd name="T0" fmla="*/ 20 w 41"/>
                <a:gd name="T1" fmla="*/ 9 h 61"/>
                <a:gd name="T2" fmla="*/ 41 w 41"/>
                <a:gd name="T3" fmla="*/ 61 h 61"/>
                <a:gd name="T4" fmla="*/ 0 w 41"/>
                <a:gd name="T5" fmla="*/ 34 h 61"/>
                <a:gd name="T6" fmla="*/ 3 w 41"/>
                <a:gd name="T7" fmla="*/ 9 h 61"/>
                <a:gd name="T8" fmla="*/ 12 w 41"/>
                <a:gd name="T9" fmla="*/ 1 h 61"/>
                <a:gd name="T10" fmla="*/ 20 w 41"/>
                <a:gd name="T11" fmla="*/ 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61">
                  <a:moveTo>
                    <a:pt x="20" y="9"/>
                  </a:moveTo>
                  <a:cubicBezTo>
                    <a:pt x="20" y="29"/>
                    <a:pt x="28" y="46"/>
                    <a:pt x="41" y="6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26"/>
                    <a:pt x="2" y="17"/>
                    <a:pt x="3" y="9"/>
                  </a:cubicBezTo>
                  <a:cubicBezTo>
                    <a:pt x="3" y="3"/>
                    <a:pt x="8" y="0"/>
                    <a:pt x="12" y="1"/>
                  </a:cubicBezTo>
                  <a:cubicBezTo>
                    <a:pt x="16" y="2"/>
                    <a:pt x="20" y="5"/>
                    <a:pt x="20" y="9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任意多边形: 形状 72" descr="0746be6a-8e56-4274-8f62-505da112a43f"/>
            <p:cNvSpPr/>
            <p:nvPr/>
          </p:nvSpPr>
          <p:spPr bwMode="auto">
            <a:xfrm flipH="1">
              <a:off x="8574087" y="4164013"/>
              <a:ext cx="1562100" cy="330200"/>
            </a:xfrm>
            <a:custGeom>
              <a:avLst/>
              <a:gdLst>
                <a:gd name="T0" fmla="*/ 371 w 821"/>
                <a:gd name="T1" fmla="*/ 153 h 174"/>
                <a:gd name="T2" fmla="*/ 280 w 821"/>
                <a:gd name="T3" fmla="*/ 174 h 174"/>
                <a:gd name="T4" fmla="*/ 303 w 821"/>
                <a:gd name="T5" fmla="*/ 168 h 174"/>
                <a:gd name="T6" fmla="*/ 248 w 821"/>
                <a:gd name="T7" fmla="*/ 140 h 174"/>
                <a:gd name="T8" fmla="*/ 249 w 821"/>
                <a:gd name="T9" fmla="*/ 122 h 174"/>
                <a:gd name="T10" fmla="*/ 240 w 821"/>
                <a:gd name="T11" fmla="*/ 118 h 174"/>
                <a:gd name="T12" fmla="*/ 234 w 821"/>
                <a:gd name="T13" fmla="*/ 120 h 174"/>
                <a:gd name="T14" fmla="*/ 228 w 821"/>
                <a:gd name="T15" fmla="*/ 125 h 174"/>
                <a:gd name="T16" fmla="*/ 229 w 821"/>
                <a:gd name="T17" fmla="*/ 139 h 174"/>
                <a:gd name="T18" fmla="*/ 225 w 821"/>
                <a:gd name="T19" fmla="*/ 140 h 174"/>
                <a:gd name="T20" fmla="*/ 195 w 821"/>
                <a:gd name="T21" fmla="*/ 156 h 174"/>
                <a:gd name="T22" fmla="*/ 144 w 821"/>
                <a:gd name="T23" fmla="*/ 160 h 174"/>
                <a:gd name="T24" fmla="*/ 100 w 821"/>
                <a:gd name="T25" fmla="*/ 128 h 174"/>
                <a:gd name="T26" fmla="*/ 106 w 821"/>
                <a:gd name="T27" fmla="*/ 117 h 174"/>
                <a:gd name="T28" fmla="*/ 96 w 821"/>
                <a:gd name="T29" fmla="*/ 105 h 174"/>
                <a:gd name="T30" fmla="*/ 94 w 821"/>
                <a:gd name="T31" fmla="*/ 105 h 174"/>
                <a:gd name="T32" fmla="*/ 89 w 821"/>
                <a:gd name="T33" fmla="*/ 106 h 174"/>
                <a:gd name="T34" fmla="*/ 85 w 821"/>
                <a:gd name="T35" fmla="*/ 110 h 174"/>
                <a:gd name="T36" fmla="*/ 84 w 821"/>
                <a:gd name="T37" fmla="*/ 114 h 174"/>
                <a:gd name="T38" fmla="*/ 75 w 821"/>
                <a:gd name="T39" fmla="*/ 124 h 174"/>
                <a:gd name="T40" fmla="*/ 16 w 821"/>
                <a:gd name="T41" fmla="*/ 148 h 174"/>
                <a:gd name="T42" fmla="*/ 0 w 821"/>
                <a:gd name="T43" fmla="*/ 145 h 174"/>
                <a:gd name="T44" fmla="*/ 2 w 821"/>
                <a:gd name="T45" fmla="*/ 40 h 174"/>
                <a:gd name="T46" fmla="*/ 139 w 821"/>
                <a:gd name="T47" fmla="*/ 16 h 174"/>
                <a:gd name="T48" fmla="*/ 245 w 821"/>
                <a:gd name="T49" fmla="*/ 43 h 174"/>
                <a:gd name="T50" fmla="*/ 259 w 821"/>
                <a:gd name="T51" fmla="*/ 34 h 174"/>
                <a:gd name="T52" fmla="*/ 293 w 821"/>
                <a:gd name="T53" fmla="*/ 30 h 174"/>
                <a:gd name="T54" fmla="*/ 342 w 821"/>
                <a:gd name="T55" fmla="*/ 37 h 174"/>
                <a:gd name="T56" fmla="*/ 405 w 821"/>
                <a:gd name="T57" fmla="*/ 22 h 174"/>
                <a:gd name="T58" fmla="*/ 406 w 821"/>
                <a:gd name="T59" fmla="*/ 23 h 174"/>
                <a:gd name="T60" fmla="*/ 456 w 821"/>
                <a:gd name="T61" fmla="*/ 23 h 174"/>
                <a:gd name="T62" fmla="*/ 485 w 821"/>
                <a:gd name="T63" fmla="*/ 0 h 174"/>
                <a:gd name="T64" fmla="*/ 582 w 821"/>
                <a:gd name="T65" fmla="*/ 51 h 174"/>
                <a:gd name="T66" fmla="*/ 640 w 821"/>
                <a:gd name="T67" fmla="*/ 26 h 174"/>
                <a:gd name="T68" fmla="*/ 674 w 821"/>
                <a:gd name="T69" fmla="*/ 47 h 174"/>
                <a:gd name="T70" fmla="*/ 783 w 821"/>
                <a:gd name="T71" fmla="*/ 22 h 174"/>
                <a:gd name="T72" fmla="*/ 811 w 821"/>
                <a:gd name="T73" fmla="*/ 43 h 174"/>
                <a:gd name="T74" fmla="*/ 821 w 821"/>
                <a:gd name="T75" fmla="*/ 51 h 174"/>
                <a:gd name="T76" fmla="*/ 395 w 821"/>
                <a:gd name="T77" fmla="*/ 147 h 174"/>
                <a:gd name="T78" fmla="*/ 391 w 821"/>
                <a:gd name="T79" fmla="*/ 133 h 174"/>
                <a:gd name="T80" fmla="*/ 375 w 821"/>
                <a:gd name="T81" fmla="*/ 133 h 174"/>
                <a:gd name="T82" fmla="*/ 371 w 821"/>
                <a:gd name="T83" fmla="*/ 153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21" h="174">
                  <a:moveTo>
                    <a:pt x="371" y="153"/>
                  </a:moveTo>
                  <a:cubicBezTo>
                    <a:pt x="280" y="174"/>
                    <a:pt x="280" y="174"/>
                    <a:pt x="280" y="174"/>
                  </a:cubicBezTo>
                  <a:cubicBezTo>
                    <a:pt x="303" y="168"/>
                    <a:pt x="303" y="168"/>
                    <a:pt x="303" y="168"/>
                  </a:cubicBezTo>
                  <a:cubicBezTo>
                    <a:pt x="283" y="163"/>
                    <a:pt x="267" y="146"/>
                    <a:pt x="248" y="140"/>
                  </a:cubicBezTo>
                  <a:cubicBezTo>
                    <a:pt x="252" y="135"/>
                    <a:pt x="253" y="129"/>
                    <a:pt x="249" y="122"/>
                  </a:cubicBezTo>
                  <a:cubicBezTo>
                    <a:pt x="247" y="119"/>
                    <a:pt x="244" y="118"/>
                    <a:pt x="240" y="118"/>
                  </a:cubicBezTo>
                  <a:cubicBezTo>
                    <a:pt x="238" y="119"/>
                    <a:pt x="236" y="119"/>
                    <a:pt x="234" y="120"/>
                  </a:cubicBezTo>
                  <a:cubicBezTo>
                    <a:pt x="231" y="120"/>
                    <a:pt x="228" y="123"/>
                    <a:pt x="228" y="125"/>
                  </a:cubicBezTo>
                  <a:cubicBezTo>
                    <a:pt x="227" y="130"/>
                    <a:pt x="227" y="135"/>
                    <a:pt x="229" y="139"/>
                  </a:cubicBezTo>
                  <a:cubicBezTo>
                    <a:pt x="227" y="140"/>
                    <a:pt x="226" y="140"/>
                    <a:pt x="225" y="140"/>
                  </a:cubicBezTo>
                  <a:cubicBezTo>
                    <a:pt x="215" y="144"/>
                    <a:pt x="205" y="152"/>
                    <a:pt x="195" y="156"/>
                  </a:cubicBezTo>
                  <a:cubicBezTo>
                    <a:pt x="178" y="162"/>
                    <a:pt x="161" y="165"/>
                    <a:pt x="144" y="160"/>
                  </a:cubicBezTo>
                  <a:cubicBezTo>
                    <a:pt x="139" y="158"/>
                    <a:pt x="112" y="140"/>
                    <a:pt x="100" y="128"/>
                  </a:cubicBezTo>
                  <a:cubicBezTo>
                    <a:pt x="103" y="124"/>
                    <a:pt x="105" y="120"/>
                    <a:pt x="106" y="117"/>
                  </a:cubicBezTo>
                  <a:cubicBezTo>
                    <a:pt x="108" y="110"/>
                    <a:pt x="102" y="105"/>
                    <a:pt x="96" y="105"/>
                  </a:cubicBezTo>
                  <a:cubicBezTo>
                    <a:pt x="95" y="105"/>
                    <a:pt x="95" y="105"/>
                    <a:pt x="94" y="105"/>
                  </a:cubicBezTo>
                  <a:cubicBezTo>
                    <a:pt x="92" y="105"/>
                    <a:pt x="91" y="106"/>
                    <a:pt x="89" y="106"/>
                  </a:cubicBezTo>
                  <a:cubicBezTo>
                    <a:pt x="87" y="106"/>
                    <a:pt x="85" y="108"/>
                    <a:pt x="85" y="110"/>
                  </a:cubicBezTo>
                  <a:cubicBezTo>
                    <a:pt x="85" y="111"/>
                    <a:pt x="85" y="113"/>
                    <a:pt x="84" y="114"/>
                  </a:cubicBezTo>
                  <a:cubicBezTo>
                    <a:pt x="81" y="117"/>
                    <a:pt x="78" y="120"/>
                    <a:pt x="75" y="124"/>
                  </a:cubicBezTo>
                  <a:cubicBezTo>
                    <a:pt x="56" y="144"/>
                    <a:pt x="47" y="154"/>
                    <a:pt x="16" y="148"/>
                  </a:cubicBezTo>
                  <a:cubicBezTo>
                    <a:pt x="11" y="147"/>
                    <a:pt x="5" y="146"/>
                    <a:pt x="0" y="145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46" y="59"/>
                    <a:pt x="118" y="54"/>
                    <a:pt x="139" y="16"/>
                  </a:cubicBezTo>
                  <a:cubicBezTo>
                    <a:pt x="162" y="45"/>
                    <a:pt x="215" y="57"/>
                    <a:pt x="245" y="43"/>
                  </a:cubicBezTo>
                  <a:cubicBezTo>
                    <a:pt x="251" y="41"/>
                    <a:pt x="255" y="37"/>
                    <a:pt x="259" y="34"/>
                  </a:cubicBezTo>
                  <a:cubicBezTo>
                    <a:pt x="274" y="25"/>
                    <a:pt x="277" y="26"/>
                    <a:pt x="293" y="30"/>
                  </a:cubicBezTo>
                  <a:cubicBezTo>
                    <a:pt x="310" y="34"/>
                    <a:pt x="324" y="38"/>
                    <a:pt x="342" y="37"/>
                  </a:cubicBezTo>
                  <a:cubicBezTo>
                    <a:pt x="359" y="36"/>
                    <a:pt x="389" y="34"/>
                    <a:pt x="405" y="22"/>
                  </a:cubicBezTo>
                  <a:cubicBezTo>
                    <a:pt x="405" y="22"/>
                    <a:pt x="405" y="22"/>
                    <a:pt x="406" y="23"/>
                  </a:cubicBezTo>
                  <a:cubicBezTo>
                    <a:pt x="421" y="32"/>
                    <a:pt x="440" y="32"/>
                    <a:pt x="456" y="23"/>
                  </a:cubicBezTo>
                  <a:cubicBezTo>
                    <a:pt x="465" y="18"/>
                    <a:pt x="477" y="10"/>
                    <a:pt x="485" y="0"/>
                  </a:cubicBezTo>
                  <a:cubicBezTo>
                    <a:pt x="498" y="33"/>
                    <a:pt x="530" y="52"/>
                    <a:pt x="582" y="51"/>
                  </a:cubicBezTo>
                  <a:cubicBezTo>
                    <a:pt x="610" y="50"/>
                    <a:pt x="630" y="44"/>
                    <a:pt x="640" y="26"/>
                  </a:cubicBezTo>
                  <a:cubicBezTo>
                    <a:pt x="651" y="36"/>
                    <a:pt x="665" y="44"/>
                    <a:pt x="674" y="47"/>
                  </a:cubicBezTo>
                  <a:cubicBezTo>
                    <a:pt x="710" y="57"/>
                    <a:pt x="767" y="56"/>
                    <a:pt x="783" y="22"/>
                  </a:cubicBezTo>
                  <a:cubicBezTo>
                    <a:pt x="790" y="31"/>
                    <a:pt x="800" y="37"/>
                    <a:pt x="811" y="43"/>
                  </a:cubicBezTo>
                  <a:cubicBezTo>
                    <a:pt x="821" y="51"/>
                    <a:pt x="821" y="51"/>
                    <a:pt x="821" y="51"/>
                  </a:cubicBezTo>
                  <a:cubicBezTo>
                    <a:pt x="395" y="147"/>
                    <a:pt x="395" y="147"/>
                    <a:pt x="395" y="147"/>
                  </a:cubicBezTo>
                  <a:cubicBezTo>
                    <a:pt x="392" y="143"/>
                    <a:pt x="391" y="139"/>
                    <a:pt x="391" y="133"/>
                  </a:cubicBezTo>
                  <a:cubicBezTo>
                    <a:pt x="391" y="123"/>
                    <a:pt x="375" y="123"/>
                    <a:pt x="375" y="133"/>
                  </a:cubicBezTo>
                  <a:cubicBezTo>
                    <a:pt x="375" y="141"/>
                    <a:pt x="373" y="148"/>
                    <a:pt x="371" y="1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任意多边形: 形状 73" descr="a591f04a-5ca4-402e-9aab-f9703b23e63e"/>
            <p:cNvSpPr/>
            <p:nvPr/>
          </p:nvSpPr>
          <p:spPr bwMode="auto">
            <a:xfrm flipH="1">
              <a:off x="9385299" y="4397375"/>
              <a:ext cx="44450" cy="57150"/>
            </a:xfrm>
            <a:custGeom>
              <a:avLst/>
              <a:gdLst>
                <a:gd name="T0" fmla="*/ 20 w 24"/>
                <a:gd name="T1" fmla="*/ 10 h 30"/>
                <a:gd name="T2" fmla="*/ 24 w 24"/>
                <a:gd name="T3" fmla="*/ 24 h 30"/>
                <a:gd name="T4" fmla="*/ 0 w 24"/>
                <a:gd name="T5" fmla="*/ 30 h 30"/>
                <a:gd name="T6" fmla="*/ 4 w 24"/>
                <a:gd name="T7" fmla="*/ 10 h 30"/>
                <a:gd name="T8" fmla="*/ 20 w 24"/>
                <a:gd name="T9" fmla="*/ 1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30">
                  <a:moveTo>
                    <a:pt x="20" y="10"/>
                  </a:moveTo>
                  <a:cubicBezTo>
                    <a:pt x="20" y="16"/>
                    <a:pt x="21" y="20"/>
                    <a:pt x="24" y="24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2" y="25"/>
                    <a:pt x="4" y="18"/>
                    <a:pt x="4" y="10"/>
                  </a:cubicBezTo>
                  <a:cubicBezTo>
                    <a:pt x="4" y="0"/>
                    <a:pt x="20" y="0"/>
                    <a:pt x="20" y="10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任意多边形: 形状 74" descr="f9cdde22-1fff-458b-b3ab-049114d3d37b"/>
            <p:cNvSpPr/>
            <p:nvPr/>
          </p:nvSpPr>
          <p:spPr bwMode="auto">
            <a:xfrm flipH="1">
              <a:off x="8254999" y="2582863"/>
              <a:ext cx="1169988" cy="296863"/>
            </a:xfrm>
            <a:custGeom>
              <a:avLst/>
              <a:gdLst>
                <a:gd name="T0" fmla="*/ 17 w 615"/>
                <a:gd name="T1" fmla="*/ 111 h 157"/>
                <a:gd name="T2" fmla="*/ 6 w 615"/>
                <a:gd name="T3" fmla="*/ 104 h 157"/>
                <a:gd name="T4" fmla="*/ 0 w 615"/>
                <a:gd name="T5" fmla="*/ 83 h 157"/>
                <a:gd name="T6" fmla="*/ 186 w 615"/>
                <a:gd name="T7" fmla="*/ 27 h 157"/>
                <a:gd name="T8" fmla="*/ 208 w 615"/>
                <a:gd name="T9" fmla="*/ 28 h 157"/>
                <a:gd name="T10" fmla="*/ 266 w 615"/>
                <a:gd name="T11" fmla="*/ 3 h 157"/>
                <a:gd name="T12" fmla="*/ 300 w 615"/>
                <a:gd name="T13" fmla="*/ 25 h 157"/>
                <a:gd name="T14" fmla="*/ 409 w 615"/>
                <a:gd name="T15" fmla="*/ 0 h 157"/>
                <a:gd name="T16" fmla="*/ 534 w 615"/>
                <a:gd name="T17" fmla="*/ 39 h 157"/>
                <a:gd name="T18" fmla="*/ 589 w 615"/>
                <a:gd name="T19" fmla="*/ 24 h 157"/>
                <a:gd name="T20" fmla="*/ 615 w 615"/>
                <a:gd name="T21" fmla="*/ 43 h 157"/>
                <a:gd name="T22" fmla="*/ 597 w 615"/>
                <a:gd name="T23" fmla="*/ 133 h 157"/>
                <a:gd name="T24" fmla="*/ 551 w 615"/>
                <a:gd name="T25" fmla="*/ 140 h 157"/>
                <a:gd name="T26" fmla="*/ 480 w 615"/>
                <a:gd name="T27" fmla="*/ 93 h 157"/>
                <a:gd name="T28" fmla="*/ 462 w 615"/>
                <a:gd name="T29" fmla="*/ 93 h 157"/>
                <a:gd name="T30" fmla="*/ 405 w 615"/>
                <a:gd name="T31" fmla="*/ 132 h 157"/>
                <a:gd name="T32" fmla="*/ 332 w 615"/>
                <a:gd name="T33" fmla="*/ 112 h 157"/>
                <a:gd name="T34" fmla="*/ 336 w 615"/>
                <a:gd name="T35" fmla="*/ 89 h 157"/>
                <a:gd name="T36" fmla="*/ 321 w 615"/>
                <a:gd name="T37" fmla="*/ 87 h 157"/>
                <a:gd name="T38" fmla="*/ 316 w 615"/>
                <a:gd name="T39" fmla="*/ 106 h 157"/>
                <a:gd name="T40" fmla="*/ 288 w 615"/>
                <a:gd name="T41" fmla="*/ 127 h 157"/>
                <a:gd name="T42" fmla="*/ 247 w 615"/>
                <a:gd name="T43" fmla="*/ 134 h 157"/>
                <a:gd name="T44" fmla="*/ 189 w 615"/>
                <a:gd name="T45" fmla="*/ 109 h 157"/>
                <a:gd name="T46" fmla="*/ 173 w 615"/>
                <a:gd name="T47" fmla="*/ 111 h 157"/>
                <a:gd name="T48" fmla="*/ 104 w 615"/>
                <a:gd name="T49" fmla="*/ 154 h 157"/>
                <a:gd name="T50" fmla="*/ 17 w 615"/>
                <a:gd name="T51" fmla="*/ 111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15" h="157">
                  <a:moveTo>
                    <a:pt x="17" y="111"/>
                  </a:moveTo>
                  <a:cubicBezTo>
                    <a:pt x="17" y="105"/>
                    <a:pt x="10" y="102"/>
                    <a:pt x="6" y="104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93" y="28"/>
                    <a:pt x="200" y="29"/>
                    <a:pt x="208" y="28"/>
                  </a:cubicBezTo>
                  <a:cubicBezTo>
                    <a:pt x="236" y="28"/>
                    <a:pt x="256" y="22"/>
                    <a:pt x="266" y="3"/>
                  </a:cubicBezTo>
                  <a:cubicBezTo>
                    <a:pt x="277" y="14"/>
                    <a:pt x="291" y="22"/>
                    <a:pt x="300" y="25"/>
                  </a:cubicBezTo>
                  <a:cubicBezTo>
                    <a:pt x="336" y="35"/>
                    <a:pt x="393" y="34"/>
                    <a:pt x="409" y="0"/>
                  </a:cubicBezTo>
                  <a:cubicBezTo>
                    <a:pt x="434" y="32"/>
                    <a:pt x="501" y="38"/>
                    <a:pt x="534" y="39"/>
                  </a:cubicBezTo>
                  <a:cubicBezTo>
                    <a:pt x="547" y="39"/>
                    <a:pt x="572" y="34"/>
                    <a:pt x="589" y="24"/>
                  </a:cubicBezTo>
                  <a:cubicBezTo>
                    <a:pt x="595" y="32"/>
                    <a:pt x="604" y="39"/>
                    <a:pt x="615" y="43"/>
                  </a:cubicBezTo>
                  <a:cubicBezTo>
                    <a:pt x="597" y="133"/>
                    <a:pt x="597" y="133"/>
                    <a:pt x="597" y="133"/>
                  </a:cubicBezTo>
                  <a:cubicBezTo>
                    <a:pt x="580" y="140"/>
                    <a:pt x="562" y="142"/>
                    <a:pt x="551" y="140"/>
                  </a:cubicBezTo>
                  <a:cubicBezTo>
                    <a:pt x="526" y="137"/>
                    <a:pt x="479" y="125"/>
                    <a:pt x="480" y="93"/>
                  </a:cubicBezTo>
                  <a:cubicBezTo>
                    <a:pt x="480" y="82"/>
                    <a:pt x="462" y="81"/>
                    <a:pt x="462" y="93"/>
                  </a:cubicBezTo>
                  <a:cubicBezTo>
                    <a:pt x="462" y="123"/>
                    <a:pt x="431" y="131"/>
                    <a:pt x="405" y="132"/>
                  </a:cubicBezTo>
                  <a:cubicBezTo>
                    <a:pt x="391" y="133"/>
                    <a:pt x="340" y="131"/>
                    <a:pt x="332" y="112"/>
                  </a:cubicBezTo>
                  <a:cubicBezTo>
                    <a:pt x="336" y="105"/>
                    <a:pt x="337" y="98"/>
                    <a:pt x="336" y="89"/>
                  </a:cubicBezTo>
                  <a:cubicBezTo>
                    <a:pt x="335" y="82"/>
                    <a:pt x="325" y="81"/>
                    <a:pt x="321" y="87"/>
                  </a:cubicBezTo>
                  <a:cubicBezTo>
                    <a:pt x="317" y="93"/>
                    <a:pt x="315" y="100"/>
                    <a:pt x="316" y="106"/>
                  </a:cubicBezTo>
                  <a:cubicBezTo>
                    <a:pt x="309" y="116"/>
                    <a:pt x="295" y="124"/>
                    <a:pt x="288" y="127"/>
                  </a:cubicBezTo>
                  <a:cubicBezTo>
                    <a:pt x="275" y="132"/>
                    <a:pt x="261" y="135"/>
                    <a:pt x="247" y="134"/>
                  </a:cubicBezTo>
                  <a:cubicBezTo>
                    <a:pt x="235" y="133"/>
                    <a:pt x="192" y="126"/>
                    <a:pt x="189" y="109"/>
                  </a:cubicBezTo>
                  <a:cubicBezTo>
                    <a:pt x="188" y="100"/>
                    <a:pt x="172" y="101"/>
                    <a:pt x="173" y="111"/>
                  </a:cubicBezTo>
                  <a:cubicBezTo>
                    <a:pt x="175" y="149"/>
                    <a:pt x="136" y="157"/>
                    <a:pt x="104" y="154"/>
                  </a:cubicBezTo>
                  <a:cubicBezTo>
                    <a:pt x="80" y="152"/>
                    <a:pt x="16" y="146"/>
                    <a:pt x="17" y="1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任意多边形: 形状 75" descr="f4b33005-a4c8-44de-9eb4-95f575fc1a9d"/>
            <p:cNvSpPr/>
            <p:nvPr/>
          </p:nvSpPr>
          <p:spPr bwMode="auto">
            <a:xfrm flipH="1">
              <a:off x="9456736" y="3490913"/>
              <a:ext cx="17463" cy="15875"/>
            </a:xfrm>
            <a:custGeom>
              <a:avLst/>
              <a:gdLst>
                <a:gd name="T0" fmla="*/ 9 w 9"/>
                <a:gd name="T1" fmla="*/ 8 h 8"/>
                <a:gd name="T2" fmla="*/ 0 w 9"/>
                <a:gd name="T3" fmla="*/ 0 h 8"/>
                <a:gd name="T4" fmla="*/ 9 w 9"/>
                <a:gd name="T5" fmla="*/ 6 h 8"/>
                <a:gd name="T6" fmla="*/ 9 w 9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">
                  <a:moveTo>
                    <a:pt x="9" y="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2"/>
                    <a:pt x="9" y="6"/>
                  </a:cubicBezTo>
                  <a:cubicBezTo>
                    <a:pt x="9" y="7"/>
                    <a:pt x="9" y="7"/>
                    <a:pt x="9" y="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任意多边形: 形状 76" descr="bf32ad64-3dd6-4dc1-aa7b-e425806f0c2c"/>
            <p:cNvSpPr/>
            <p:nvPr/>
          </p:nvSpPr>
          <p:spPr bwMode="auto">
            <a:xfrm flipH="1">
              <a:off x="9524999" y="1525588"/>
              <a:ext cx="1214438" cy="1420813"/>
            </a:xfrm>
            <a:custGeom>
              <a:avLst/>
              <a:gdLst>
                <a:gd name="T0" fmla="*/ 765 w 765"/>
                <a:gd name="T1" fmla="*/ 0 h 895"/>
                <a:gd name="T2" fmla="*/ 397 w 765"/>
                <a:gd name="T3" fmla="*/ 895 h 895"/>
                <a:gd name="T4" fmla="*/ 213 w 765"/>
                <a:gd name="T5" fmla="*/ 881 h 895"/>
                <a:gd name="T6" fmla="*/ 0 w 765"/>
                <a:gd name="T7" fmla="*/ 864 h 895"/>
                <a:gd name="T8" fmla="*/ 765 w 765"/>
                <a:gd name="T9" fmla="*/ 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5" h="895">
                  <a:moveTo>
                    <a:pt x="765" y="0"/>
                  </a:moveTo>
                  <a:lnTo>
                    <a:pt x="397" y="895"/>
                  </a:lnTo>
                  <a:lnTo>
                    <a:pt x="213" y="881"/>
                  </a:lnTo>
                  <a:lnTo>
                    <a:pt x="0" y="864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F9D4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任意多边形: 形状 77" descr="29688e45-367f-4269-85f1-c55bad44881c"/>
            <p:cNvSpPr/>
            <p:nvPr/>
          </p:nvSpPr>
          <p:spPr bwMode="auto">
            <a:xfrm flipH="1">
              <a:off x="8393111" y="3273425"/>
              <a:ext cx="1277938" cy="406400"/>
            </a:xfrm>
            <a:custGeom>
              <a:avLst/>
              <a:gdLst>
                <a:gd name="T0" fmla="*/ 47 w 673"/>
                <a:gd name="T1" fmla="*/ 47 h 214"/>
                <a:gd name="T2" fmla="*/ 123 w 673"/>
                <a:gd name="T3" fmla="*/ 72 h 214"/>
                <a:gd name="T4" fmla="*/ 202 w 673"/>
                <a:gd name="T5" fmla="*/ 23 h 214"/>
                <a:gd name="T6" fmla="*/ 297 w 673"/>
                <a:gd name="T7" fmla="*/ 80 h 214"/>
                <a:gd name="T8" fmla="*/ 361 w 673"/>
                <a:gd name="T9" fmla="*/ 36 h 214"/>
                <a:gd name="T10" fmla="*/ 369 w 673"/>
                <a:gd name="T11" fmla="*/ 44 h 214"/>
                <a:gd name="T12" fmla="*/ 445 w 673"/>
                <a:gd name="T13" fmla="*/ 72 h 214"/>
                <a:gd name="T14" fmla="*/ 489 w 673"/>
                <a:gd name="T15" fmla="*/ 28 h 214"/>
                <a:gd name="T16" fmla="*/ 495 w 673"/>
                <a:gd name="T17" fmla="*/ 33 h 214"/>
                <a:gd name="T18" fmla="*/ 569 w 673"/>
                <a:gd name="T19" fmla="*/ 51 h 214"/>
                <a:gd name="T20" fmla="*/ 625 w 673"/>
                <a:gd name="T21" fmla="*/ 11 h 214"/>
                <a:gd name="T22" fmla="*/ 667 w 673"/>
                <a:gd name="T23" fmla="*/ 39 h 214"/>
                <a:gd name="T24" fmla="*/ 673 w 673"/>
                <a:gd name="T25" fmla="*/ 40 h 214"/>
                <a:gd name="T26" fmla="*/ 644 w 673"/>
                <a:gd name="T27" fmla="*/ 182 h 214"/>
                <a:gd name="T28" fmla="*/ 628 w 673"/>
                <a:gd name="T29" fmla="*/ 187 h 214"/>
                <a:gd name="T30" fmla="*/ 565 w 673"/>
                <a:gd name="T31" fmla="*/ 132 h 214"/>
                <a:gd name="T32" fmla="*/ 549 w 673"/>
                <a:gd name="T33" fmla="*/ 127 h 214"/>
                <a:gd name="T34" fmla="*/ 502 w 673"/>
                <a:gd name="T35" fmla="*/ 182 h 214"/>
                <a:gd name="T36" fmla="*/ 452 w 673"/>
                <a:gd name="T37" fmla="*/ 121 h 214"/>
                <a:gd name="T38" fmla="*/ 435 w 673"/>
                <a:gd name="T39" fmla="*/ 120 h 214"/>
                <a:gd name="T40" fmla="*/ 297 w 673"/>
                <a:gd name="T41" fmla="*/ 117 h 214"/>
                <a:gd name="T42" fmla="*/ 283 w 673"/>
                <a:gd name="T43" fmla="*/ 113 h 214"/>
                <a:gd name="T44" fmla="*/ 197 w 673"/>
                <a:gd name="T45" fmla="*/ 175 h 214"/>
                <a:gd name="T46" fmla="*/ 170 w 673"/>
                <a:gd name="T47" fmla="*/ 171 h 214"/>
                <a:gd name="T48" fmla="*/ 170 w 673"/>
                <a:gd name="T49" fmla="*/ 171 h 214"/>
                <a:gd name="T50" fmla="*/ 113 w 673"/>
                <a:gd name="T51" fmla="*/ 123 h 214"/>
                <a:gd name="T52" fmla="*/ 113 w 673"/>
                <a:gd name="T53" fmla="*/ 121 h 214"/>
                <a:gd name="T54" fmla="*/ 104 w 673"/>
                <a:gd name="T55" fmla="*/ 115 h 214"/>
                <a:gd name="T56" fmla="*/ 0 w 673"/>
                <a:gd name="T57" fmla="*/ 25 h 214"/>
                <a:gd name="T58" fmla="*/ 19 w 673"/>
                <a:gd name="T59" fmla="*/ 0 h 214"/>
                <a:gd name="T60" fmla="*/ 47 w 673"/>
                <a:gd name="T61" fmla="*/ 47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73" h="214">
                  <a:moveTo>
                    <a:pt x="47" y="47"/>
                  </a:moveTo>
                  <a:cubicBezTo>
                    <a:pt x="69" y="64"/>
                    <a:pt x="96" y="70"/>
                    <a:pt x="123" y="72"/>
                  </a:cubicBezTo>
                  <a:cubicBezTo>
                    <a:pt x="167" y="75"/>
                    <a:pt x="191" y="54"/>
                    <a:pt x="202" y="23"/>
                  </a:cubicBezTo>
                  <a:cubicBezTo>
                    <a:pt x="219" y="56"/>
                    <a:pt x="256" y="78"/>
                    <a:pt x="297" y="80"/>
                  </a:cubicBezTo>
                  <a:cubicBezTo>
                    <a:pt x="329" y="82"/>
                    <a:pt x="350" y="62"/>
                    <a:pt x="361" y="36"/>
                  </a:cubicBezTo>
                  <a:cubicBezTo>
                    <a:pt x="363" y="38"/>
                    <a:pt x="365" y="41"/>
                    <a:pt x="369" y="44"/>
                  </a:cubicBezTo>
                  <a:cubicBezTo>
                    <a:pt x="389" y="61"/>
                    <a:pt x="417" y="74"/>
                    <a:pt x="445" y="72"/>
                  </a:cubicBezTo>
                  <a:cubicBezTo>
                    <a:pt x="472" y="69"/>
                    <a:pt x="484" y="51"/>
                    <a:pt x="489" y="28"/>
                  </a:cubicBezTo>
                  <a:cubicBezTo>
                    <a:pt x="491" y="30"/>
                    <a:pt x="492" y="32"/>
                    <a:pt x="495" y="33"/>
                  </a:cubicBezTo>
                  <a:cubicBezTo>
                    <a:pt x="514" y="49"/>
                    <a:pt x="544" y="58"/>
                    <a:pt x="569" y="51"/>
                  </a:cubicBezTo>
                  <a:cubicBezTo>
                    <a:pt x="588" y="45"/>
                    <a:pt x="609" y="30"/>
                    <a:pt x="625" y="11"/>
                  </a:cubicBezTo>
                  <a:cubicBezTo>
                    <a:pt x="634" y="25"/>
                    <a:pt x="649" y="35"/>
                    <a:pt x="667" y="39"/>
                  </a:cubicBezTo>
                  <a:cubicBezTo>
                    <a:pt x="669" y="40"/>
                    <a:pt x="671" y="40"/>
                    <a:pt x="673" y="40"/>
                  </a:cubicBezTo>
                  <a:cubicBezTo>
                    <a:pt x="644" y="182"/>
                    <a:pt x="644" y="182"/>
                    <a:pt x="644" y="182"/>
                  </a:cubicBezTo>
                  <a:cubicBezTo>
                    <a:pt x="640" y="184"/>
                    <a:pt x="634" y="186"/>
                    <a:pt x="628" y="187"/>
                  </a:cubicBezTo>
                  <a:cubicBezTo>
                    <a:pt x="595" y="190"/>
                    <a:pt x="564" y="163"/>
                    <a:pt x="565" y="132"/>
                  </a:cubicBezTo>
                  <a:cubicBezTo>
                    <a:pt x="565" y="124"/>
                    <a:pt x="553" y="119"/>
                    <a:pt x="549" y="127"/>
                  </a:cubicBezTo>
                  <a:cubicBezTo>
                    <a:pt x="537" y="149"/>
                    <a:pt x="539" y="185"/>
                    <a:pt x="502" y="182"/>
                  </a:cubicBezTo>
                  <a:cubicBezTo>
                    <a:pt x="467" y="179"/>
                    <a:pt x="450" y="151"/>
                    <a:pt x="452" y="121"/>
                  </a:cubicBezTo>
                  <a:cubicBezTo>
                    <a:pt x="452" y="110"/>
                    <a:pt x="436" y="109"/>
                    <a:pt x="435" y="120"/>
                  </a:cubicBezTo>
                  <a:cubicBezTo>
                    <a:pt x="428" y="214"/>
                    <a:pt x="309" y="186"/>
                    <a:pt x="297" y="117"/>
                  </a:cubicBezTo>
                  <a:cubicBezTo>
                    <a:pt x="296" y="111"/>
                    <a:pt x="287" y="109"/>
                    <a:pt x="283" y="113"/>
                  </a:cubicBezTo>
                  <a:cubicBezTo>
                    <a:pt x="256" y="138"/>
                    <a:pt x="245" y="169"/>
                    <a:pt x="197" y="175"/>
                  </a:cubicBezTo>
                  <a:cubicBezTo>
                    <a:pt x="182" y="177"/>
                    <a:pt x="180" y="175"/>
                    <a:pt x="170" y="171"/>
                  </a:cubicBezTo>
                  <a:cubicBezTo>
                    <a:pt x="170" y="171"/>
                    <a:pt x="170" y="171"/>
                    <a:pt x="170" y="171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13" y="122"/>
                    <a:pt x="113" y="122"/>
                    <a:pt x="113" y="121"/>
                  </a:cubicBezTo>
                  <a:cubicBezTo>
                    <a:pt x="112" y="117"/>
                    <a:pt x="108" y="115"/>
                    <a:pt x="104" y="11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8" y="18"/>
                    <a:pt x="14" y="10"/>
                    <a:pt x="19" y="0"/>
                  </a:cubicBezTo>
                  <a:cubicBezTo>
                    <a:pt x="25" y="18"/>
                    <a:pt x="30" y="33"/>
                    <a:pt x="47" y="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任意多边形: 形状 78" descr="c2a8635f-629d-451e-9e1f-7e1c10a3963c"/>
            <p:cNvSpPr/>
            <p:nvPr/>
          </p:nvSpPr>
          <p:spPr bwMode="auto">
            <a:xfrm flipH="1">
              <a:off x="8386761" y="3165475"/>
              <a:ext cx="1306513" cy="263525"/>
            </a:xfrm>
            <a:custGeom>
              <a:avLst/>
              <a:gdLst>
                <a:gd name="T0" fmla="*/ 36 w 687"/>
                <a:gd name="T1" fmla="*/ 31 h 139"/>
                <a:gd name="T2" fmla="*/ 104 w 687"/>
                <a:gd name="T3" fmla="*/ 107 h 139"/>
                <a:gd name="T4" fmla="*/ 183 w 687"/>
                <a:gd name="T5" fmla="*/ 99 h 139"/>
                <a:gd name="T6" fmla="*/ 204 w 687"/>
                <a:gd name="T7" fmla="*/ 38 h 139"/>
                <a:gd name="T8" fmla="*/ 221 w 687"/>
                <a:gd name="T9" fmla="*/ 39 h 139"/>
                <a:gd name="T10" fmla="*/ 309 w 687"/>
                <a:gd name="T11" fmla="*/ 119 h 139"/>
                <a:gd name="T12" fmla="*/ 365 w 687"/>
                <a:gd name="T13" fmla="*/ 44 h 139"/>
                <a:gd name="T14" fmla="*/ 383 w 687"/>
                <a:gd name="T15" fmla="*/ 45 h 139"/>
                <a:gd name="T16" fmla="*/ 399 w 687"/>
                <a:gd name="T17" fmla="*/ 93 h 139"/>
                <a:gd name="T18" fmla="*/ 466 w 687"/>
                <a:gd name="T19" fmla="*/ 107 h 139"/>
                <a:gd name="T20" fmla="*/ 486 w 687"/>
                <a:gd name="T21" fmla="*/ 56 h 139"/>
                <a:gd name="T22" fmla="*/ 486 w 687"/>
                <a:gd name="T23" fmla="*/ 29 h 139"/>
                <a:gd name="T24" fmla="*/ 505 w 687"/>
                <a:gd name="T25" fmla="*/ 30 h 139"/>
                <a:gd name="T26" fmla="*/ 595 w 687"/>
                <a:gd name="T27" fmla="*/ 78 h 139"/>
                <a:gd name="T28" fmla="*/ 627 w 687"/>
                <a:gd name="T29" fmla="*/ 44 h 139"/>
                <a:gd name="T30" fmla="*/ 627 w 687"/>
                <a:gd name="T31" fmla="*/ 43 h 139"/>
                <a:gd name="T32" fmla="*/ 646 w 687"/>
                <a:gd name="T33" fmla="*/ 1 h 139"/>
                <a:gd name="T34" fmla="*/ 657 w 687"/>
                <a:gd name="T35" fmla="*/ 8 h 139"/>
                <a:gd name="T36" fmla="*/ 648 w 687"/>
                <a:gd name="T37" fmla="*/ 50 h 139"/>
                <a:gd name="T38" fmla="*/ 687 w 687"/>
                <a:gd name="T39" fmla="*/ 78 h 139"/>
                <a:gd name="T40" fmla="*/ 684 w 687"/>
                <a:gd name="T41" fmla="*/ 97 h 139"/>
                <a:gd name="T42" fmla="*/ 678 w 687"/>
                <a:gd name="T43" fmla="*/ 96 h 139"/>
                <a:gd name="T44" fmla="*/ 636 w 687"/>
                <a:gd name="T45" fmla="*/ 68 h 139"/>
                <a:gd name="T46" fmla="*/ 580 w 687"/>
                <a:gd name="T47" fmla="*/ 108 h 139"/>
                <a:gd name="T48" fmla="*/ 506 w 687"/>
                <a:gd name="T49" fmla="*/ 90 h 139"/>
                <a:gd name="T50" fmla="*/ 500 w 687"/>
                <a:gd name="T51" fmla="*/ 85 h 139"/>
                <a:gd name="T52" fmla="*/ 456 w 687"/>
                <a:gd name="T53" fmla="*/ 129 h 139"/>
                <a:gd name="T54" fmla="*/ 380 w 687"/>
                <a:gd name="T55" fmla="*/ 101 h 139"/>
                <a:gd name="T56" fmla="*/ 372 w 687"/>
                <a:gd name="T57" fmla="*/ 93 h 139"/>
                <a:gd name="T58" fmla="*/ 308 w 687"/>
                <a:gd name="T59" fmla="*/ 137 h 139"/>
                <a:gd name="T60" fmla="*/ 213 w 687"/>
                <a:gd name="T61" fmla="*/ 80 h 139"/>
                <a:gd name="T62" fmla="*/ 134 w 687"/>
                <a:gd name="T63" fmla="*/ 129 h 139"/>
                <a:gd name="T64" fmla="*/ 58 w 687"/>
                <a:gd name="T65" fmla="*/ 104 h 139"/>
                <a:gd name="T66" fmla="*/ 30 w 687"/>
                <a:gd name="T67" fmla="*/ 57 h 139"/>
                <a:gd name="T68" fmla="*/ 11 w 687"/>
                <a:gd name="T69" fmla="*/ 82 h 139"/>
                <a:gd name="T70" fmla="*/ 0 w 687"/>
                <a:gd name="T71" fmla="*/ 73 h 139"/>
                <a:gd name="T72" fmla="*/ 21 w 687"/>
                <a:gd name="T73" fmla="*/ 34 h 139"/>
                <a:gd name="T74" fmla="*/ 36 w 687"/>
                <a:gd name="T75" fmla="*/ 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87" h="139">
                  <a:moveTo>
                    <a:pt x="36" y="31"/>
                  </a:moveTo>
                  <a:cubicBezTo>
                    <a:pt x="54" y="64"/>
                    <a:pt x="62" y="96"/>
                    <a:pt x="104" y="107"/>
                  </a:cubicBezTo>
                  <a:cubicBezTo>
                    <a:pt x="128" y="114"/>
                    <a:pt x="163" y="117"/>
                    <a:pt x="183" y="99"/>
                  </a:cubicBezTo>
                  <a:cubicBezTo>
                    <a:pt x="201" y="83"/>
                    <a:pt x="202" y="60"/>
                    <a:pt x="204" y="38"/>
                  </a:cubicBezTo>
                  <a:cubicBezTo>
                    <a:pt x="204" y="27"/>
                    <a:pt x="221" y="28"/>
                    <a:pt x="221" y="39"/>
                  </a:cubicBezTo>
                  <a:cubicBezTo>
                    <a:pt x="221" y="83"/>
                    <a:pt x="264" y="120"/>
                    <a:pt x="309" y="119"/>
                  </a:cubicBezTo>
                  <a:cubicBezTo>
                    <a:pt x="350" y="118"/>
                    <a:pt x="362" y="78"/>
                    <a:pt x="365" y="44"/>
                  </a:cubicBezTo>
                  <a:cubicBezTo>
                    <a:pt x="366" y="33"/>
                    <a:pt x="384" y="34"/>
                    <a:pt x="383" y="45"/>
                  </a:cubicBezTo>
                  <a:cubicBezTo>
                    <a:pt x="382" y="66"/>
                    <a:pt x="382" y="78"/>
                    <a:pt x="399" y="93"/>
                  </a:cubicBezTo>
                  <a:cubicBezTo>
                    <a:pt x="414" y="105"/>
                    <a:pt x="448" y="118"/>
                    <a:pt x="466" y="107"/>
                  </a:cubicBezTo>
                  <a:cubicBezTo>
                    <a:pt x="482" y="98"/>
                    <a:pt x="485" y="76"/>
                    <a:pt x="486" y="56"/>
                  </a:cubicBezTo>
                  <a:cubicBezTo>
                    <a:pt x="485" y="48"/>
                    <a:pt x="486" y="39"/>
                    <a:pt x="486" y="29"/>
                  </a:cubicBezTo>
                  <a:cubicBezTo>
                    <a:pt x="487" y="18"/>
                    <a:pt x="505" y="18"/>
                    <a:pt x="505" y="30"/>
                  </a:cubicBezTo>
                  <a:cubicBezTo>
                    <a:pt x="501" y="84"/>
                    <a:pt x="554" y="105"/>
                    <a:pt x="595" y="78"/>
                  </a:cubicBezTo>
                  <a:cubicBezTo>
                    <a:pt x="605" y="72"/>
                    <a:pt x="618" y="58"/>
                    <a:pt x="627" y="44"/>
                  </a:cubicBezTo>
                  <a:cubicBezTo>
                    <a:pt x="627" y="44"/>
                    <a:pt x="627" y="44"/>
                    <a:pt x="627" y="43"/>
                  </a:cubicBezTo>
                  <a:cubicBezTo>
                    <a:pt x="626" y="28"/>
                    <a:pt x="626" y="3"/>
                    <a:pt x="646" y="1"/>
                  </a:cubicBezTo>
                  <a:cubicBezTo>
                    <a:pt x="650" y="0"/>
                    <a:pt x="656" y="2"/>
                    <a:pt x="657" y="8"/>
                  </a:cubicBezTo>
                  <a:cubicBezTo>
                    <a:pt x="659" y="21"/>
                    <a:pt x="655" y="36"/>
                    <a:pt x="648" y="50"/>
                  </a:cubicBezTo>
                  <a:cubicBezTo>
                    <a:pt x="655" y="70"/>
                    <a:pt x="671" y="76"/>
                    <a:pt x="687" y="78"/>
                  </a:cubicBezTo>
                  <a:cubicBezTo>
                    <a:pt x="684" y="97"/>
                    <a:pt x="684" y="97"/>
                    <a:pt x="684" y="97"/>
                  </a:cubicBezTo>
                  <a:cubicBezTo>
                    <a:pt x="682" y="97"/>
                    <a:pt x="680" y="97"/>
                    <a:pt x="678" y="96"/>
                  </a:cubicBezTo>
                  <a:cubicBezTo>
                    <a:pt x="660" y="92"/>
                    <a:pt x="645" y="82"/>
                    <a:pt x="636" y="68"/>
                  </a:cubicBezTo>
                  <a:cubicBezTo>
                    <a:pt x="620" y="87"/>
                    <a:pt x="599" y="102"/>
                    <a:pt x="580" y="108"/>
                  </a:cubicBezTo>
                  <a:cubicBezTo>
                    <a:pt x="555" y="115"/>
                    <a:pt x="525" y="106"/>
                    <a:pt x="506" y="90"/>
                  </a:cubicBezTo>
                  <a:cubicBezTo>
                    <a:pt x="503" y="89"/>
                    <a:pt x="502" y="87"/>
                    <a:pt x="500" y="85"/>
                  </a:cubicBezTo>
                  <a:cubicBezTo>
                    <a:pt x="495" y="108"/>
                    <a:pt x="483" y="126"/>
                    <a:pt x="456" y="129"/>
                  </a:cubicBezTo>
                  <a:cubicBezTo>
                    <a:pt x="428" y="131"/>
                    <a:pt x="400" y="118"/>
                    <a:pt x="380" y="101"/>
                  </a:cubicBezTo>
                  <a:cubicBezTo>
                    <a:pt x="376" y="98"/>
                    <a:pt x="374" y="95"/>
                    <a:pt x="372" y="93"/>
                  </a:cubicBezTo>
                  <a:cubicBezTo>
                    <a:pt x="361" y="119"/>
                    <a:pt x="340" y="139"/>
                    <a:pt x="308" y="137"/>
                  </a:cubicBezTo>
                  <a:cubicBezTo>
                    <a:pt x="267" y="135"/>
                    <a:pt x="230" y="113"/>
                    <a:pt x="213" y="80"/>
                  </a:cubicBezTo>
                  <a:cubicBezTo>
                    <a:pt x="202" y="111"/>
                    <a:pt x="178" y="132"/>
                    <a:pt x="134" y="129"/>
                  </a:cubicBezTo>
                  <a:cubicBezTo>
                    <a:pt x="107" y="127"/>
                    <a:pt x="80" y="121"/>
                    <a:pt x="58" y="104"/>
                  </a:cubicBezTo>
                  <a:cubicBezTo>
                    <a:pt x="41" y="90"/>
                    <a:pt x="36" y="75"/>
                    <a:pt x="30" y="57"/>
                  </a:cubicBezTo>
                  <a:cubicBezTo>
                    <a:pt x="25" y="67"/>
                    <a:pt x="19" y="75"/>
                    <a:pt x="11" y="82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11" y="64"/>
                    <a:pt x="18" y="50"/>
                    <a:pt x="21" y="34"/>
                  </a:cubicBezTo>
                  <a:cubicBezTo>
                    <a:pt x="22" y="26"/>
                    <a:pt x="32" y="23"/>
                    <a:pt x="36" y="3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任意多边形: 形状 79" descr="59b08926-4f7a-4f88-9ca8-3768058168b8"/>
            <p:cNvSpPr/>
            <p:nvPr/>
          </p:nvSpPr>
          <p:spPr bwMode="auto">
            <a:xfrm flipH="1">
              <a:off x="9169399" y="3522663"/>
              <a:ext cx="954088" cy="407988"/>
            </a:xfrm>
            <a:custGeom>
              <a:avLst/>
              <a:gdLst>
                <a:gd name="T0" fmla="*/ 206 w 502"/>
                <a:gd name="T1" fmla="*/ 0 h 215"/>
                <a:gd name="T2" fmla="*/ 346 w 502"/>
                <a:gd name="T3" fmla="*/ 28 h 215"/>
                <a:gd name="T4" fmla="*/ 430 w 502"/>
                <a:gd name="T5" fmla="*/ 61 h 215"/>
                <a:gd name="T6" fmla="*/ 433 w 502"/>
                <a:gd name="T7" fmla="*/ 61 h 215"/>
                <a:gd name="T8" fmla="*/ 502 w 502"/>
                <a:gd name="T9" fmla="*/ 121 h 215"/>
                <a:gd name="T10" fmla="*/ 457 w 502"/>
                <a:gd name="T11" fmla="*/ 164 h 215"/>
                <a:gd name="T12" fmla="*/ 383 w 502"/>
                <a:gd name="T13" fmla="*/ 111 h 215"/>
                <a:gd name="T14" fmla="*/ 366 w 502"/>
                <a:gd name="T15" fmla="*/ 111 h 215"/>
                <a:gd name="T16" fmla="*/ 184 w 502"/>
                <a:gd name="T17" fmla="*/ 111 h 215"/>
                <a:gd name="T18" fmla="*/ 167 w 502"/>
                <a:gd name="T19" fmla="*/ 111 h 215"/>
                <a:gd name="T20" fmla="*/ 102 w 502"/>
                <a:gd name="T21" fmla="*/ 171 h 215"/>
                <a:gd name="T22" fmla="*/ 82 w 502"/>
                <a:gd name="T23" fmla="*/ 167 h 215"/>
                <a:gd name="T24" fmla="*/ 55 w 502"/>
                <a:gd name="T25" fmla="*/ 149 h 215"/>
                <a:gd name="T26" fmla="*/ 41 w 502"/>
                <a:gd name="T27" fmla="*/ 122 h 215"/>
                <a:gd name="T28" fmla="*/ 41 w 502"/>
                <a:gd name="T29" fmla="*/ 122 h 215"/>
                <a:gd name="T30" fmla="*/ 40 w 502"/>
                <a:gd name="T31" fmla="*/ 108 h 215"/>
                <a:gd name="T32" fmla="*/ 30 w 502"/>
                <a:gd name="T33" fmla="*/ 111 h 215"/>
                <a:gd name="T34" fmla="*/ 30 w 502"/>
                <a:gd name="T35" fmla="*/ 111 h 215"/>
                <a:gd name="T36" fmla="*/ 28 w 502"/>
                <a:gd name="T37" fmla="*/ 114 h 215"/>
                <a:gd name="T38" fmla="*/ 28 w 502"/>
                <a:gd name="T39" fmla="*/ 129 h 215"/>
                <a:gd name="T40" fmla="*/ 0 w 502"/>
                <a:gd name="T41" fmla="*/ 158 h 215"/>
                <a:gd name="T42" fmla="*/ 2 w 502"/>
                <a:gd name="T43" fmla="*/ 39 h 215"/>
                <a:gd name="T44" fmla="*/ 55 w 502"/>
                <a:gd name="T45" fmla="*/ 51 h 215"/>
                <a:gd name="T46" fmla="*/ 93 w 502"/>
                <a:gd name="T47" fmla="*/ 29 h 215"/>
                <a:gd name="T48" fmla="*/ 140 w 502"/>
                <a:gd name="T49" fmla="*/ 45 h 215"/>
                <a:gd name="T50" fmla="*/ 190 w 502"/>
                <a:gd name="T51" fmla="*/ 31 h 215"/>
                <a:gd name="T52" fmla="*/ 206 w 502"/>
                <a:gd name="T53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2" h="215">
                  <a:moveTo>
                    <a:pt x="206" y="0"/>
                  </a:moveTo>
                  <a:cubicBezTo>
                    <a:pt x="234" y="46"/>
                    <a:pt x="322" y="65"/>
                    <a:pt x="346" y="28"/>
                  </a:cubicBezTo>
                  <a:cubicBezTo>
                    <a:pt x="367" y="49"/>
                    <a:pt x="402" y="58"/>
                    <a:pt x="430" y="61"/>
                  </a:cubicBezTo>
                  <a:cubicBezTo>
                    <a:pt x="431" y="61"/>
                    <a:pt x="432" y="61"/>
                    <a:pt x="433" y="61"/>
                  </a:cubicBezTo>
                  <a:cubicBezTo>
                    <a:pt x="502" y="121"/>
                    <a:pt x="502" y="121"/>
                    <a:pt x="502" y="121"/>
                  </a:cubicBezTo>
                  <a:cubicBezTo>
                    <a:pt x="499" y="144"/>
                    <a:pt x="484" y="162"/>
                    <a:pt x="457" y="164"/>
                  </a:cubicBezTo>
                  <a:cubicBezTo>
                    <a:pt x="423" y="166"/>
                    <a:pt x="385" y="147"/>
                    <a:pt x="383" y="111"/>
                  </a:cubicBezTo>
                  <a:cubicBezTo>
                    <a:pt x="382" y="101"/>
                    <a:pt x="366" y="101"/>
                    <a:pt x="366" y="111"/>
                  </a:cubicBezTo>
                  <a:cubicBezTo>
                    <a:pt x="371" y="215"/>
                    <a:pt x="180" y="202"/>
                    <a:pt x="184" y="111"/>
                  </a:cubicBezTo>
                  <a:cubicBezTo>
                    <a:pt x="184" y="100"/>
                    <a:pt x="168" y="100"/>
                    <a:pt x="167" y="111"/>
                  </a:cubicBezTo>
                  <a:cubicBezTo>
                    <a:pt x="167" y="149"/>
                    <a:pt x="143" y="176"/>
                    <a:pt x="102" y="171"/>
                  </a:cubicBezTo>
                  <a:cubicBezTo>
                    <a:pt x="96" y="170"/>
                    <a:pt x="88" y="169"/>
                    <a:pt x="82" y="167"/>
                  </a:cubicBezTo>
                  <a:cubicBezTo>
                    <a:pt x="70" y="164"/>
                    <a:pt x="61" y="158"/>
                    <a:pt x="55" y="149"/>
                  </a:cubicBezTo>
                  <a:cubicBezTo>
                    <a:pt x="48" y="141"/>
                    <a:pt x="43" y="133"/>
                    <a:pt x="41" y="122"/>
                  </a:cubicBezTo>
                  <a:cubicBezTo>
                    <a:pt x="41" y="122"/>
                    <a:pt x="41" y="122"/>
                    <a:pt x="41" y="122"/>
                  </a:cubicBezTo>
                  <a:cubicBezTo>
                    <a:pt x="49" y="119"/>
                    <a:pt x="47" y="109"/>
                    <a:pt x="40" y="108"/>
                  </a:cubicBezTo>
                  <a:cubicBezTo>
                    <a:pt x="37" y="103"/>
                    <a:pt x="30" y="103"/>
                    <a:pt x="30" y="111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9" y="112"/>
                    <a:pt x="28" y="113"/>
                    <a:pt x="28" y="114"/>
                  </a:cubicBezTo>
                  <a:cubicBezTo>
                    <a:pt x="27" y="119"/>
                    <a:pt x="27" y="124"/>
                    <a:pt x="28" y="129"/>
                  </a:cubicBezTo>
                  <a:cubicBezTo>
                    <a:pt x="24" y="144"/>
                    <a:pt x="15" y="154"/>
                    <a:pt x="0" y="15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8" y="47"/>
                    <a:pt x="38" y="51"/>
                    <a:pt x="55" y="51"/>
                  </a:cubicBezTo>
                  <a:cubicBezTo>
                    <a:pt x="68" y="50"/>
                    <a:pt x="83" y="41"/>
                    <a:pt x="93" y="29"/>
                  </a:cubicBezTo>
                  <a:cubicBezTo>
                    <a:pt x="104" y="38"/>
                    <a:pt x="121" y="43"/>
                    <a:pt x="140" y="45"/>
                  </a:cubicBezTo>
                  <a:cubicBezTo>
                    <a:pt x="158" y="47"/>
                    <a:pt x="179" y="47"/>
                    <a:pt x="190" y="31"/>
                  </a:cubicBezTo>
                  <a:cubicBezTo>
                    <a:pt x="200" y="17"/>
                    <a:pt x="191" y="1"/>
                    <a:pt x="2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任意多边形: 形状 80" descr="39ec31eb-e2a4-4573-9118-79e593380c03"/>
            <p:cNvSpPr/>
            <p:nvPr/>
          </p:nvSpPr>
          <p:spPr bwMode="auto">
            <a:xfrm flipH="1">
              <a:off x="8289924" y="2736850"/>
              <a:ext cx="1571625" cy="176213"/>
            </a:xfrm>
            <a:custGeom>
              <a:avLst/>
              <a:gdLst>
                <a:gd name="T0" fmla="*/ 241 w 827"/>
                <a:gd name="T1" fmla="*/ 57 h 93"/>
                <a:gd name="T2" fmla="*/ 168 w 827"/>
                <a:gd name="T3" fmla="*/ 84 h 93"/>
                <a:gd name="T4" fmla="*/ 92 w 827"/>
                <a:gd name="T5" fmla="*/ 49 h 93"/>
                <a:gd name="T6" fmla="*/ 39 w 827"/>
                <a:gd name="T7" fmla="*/ 73 h 93"/>
                <a:gd name="T8" fmla="*/ 0 w 827"/>
                <a:gd name="T9" fmla="*/ 72 h 93"/>
                <a:gd name="T10" fmla="*/ 109 w 827"/>
                <a:gd name="T11" fmla="*/ 39 h 93"/>
                <a:gd name="T12" fmla="*/ 160 w 827"/>
                <a:gd name="T13" fmla="*/ 66 h 93"/>
                <a:gd name="T14" fmla="*/ 231 w 827"/>
                <a:gd name="T15" fmla="*/ 29 h 93"/>
                <a:gd name="T16" fmla="*/ 236 w 827"/>
                <a:gd name="T17" fmla="*/ 23 h 93"/>
                <a:gd name="T18" fmla="*/ 247 w 827"/>
                <a:gd name="T19" fmla="*/ 30 h 93"/>
                <a:gd name="T20" fmla="*/ 334 w 827"/>
                <a:gd name="T21" fmla="*/ 73 h 93"/>
                <a:gd name="T22" fmla="*/ 403 w 827"/>
                <a:gd name="T23" fmla="*/ 30 h 93"/>
                <a:gd name="T24" fmla="*/ 419 w 827"/>
                <a:gd name="T25" fmla="*/ 28 h 93"/>
                <a:gd name="T26" fmla="*/ 477 w 827"/>
                <a:gd name="T27" fmla="*/ 53 h 93"/>
                <a:gd name="T28" fmla="*/ 518 w 827"/>
                <a:gd name="T29" fmla="*/ 46 h 93"/>
                <a:gd name="T30" fmla="*/ 546 w 827"/>
                <a:gd name="T31" fmla="*/ 25 h 93"/>
                <a:gd name="T32" fmla="*/ 551 w 827"/>
                <a:gd name="T33" fmla="*/ 6 h 93"/>
                <a:gd name="T34" fmla="*/ 566 w 827"/>
                <a:gd name="T35" fmla="*/ 8 h 93"/>
                <a:gd name="T36" fmla="*/ 562 w 827"/>
                <a:gd name="T37" fmla="*/ 31 h 93"/>
                <a:gd name="T38" fmla="*/ 635 w 827"/>
                <a:gd name="T39" fmla="*/ 51 h 93"/>
                <a:gd name="T40" fmla="*/ 692 w 827"/>
                <a:gd name="T41" fmla="*/ 12 h 93"/>
                <a:gd name="T42" fmla="*/ 710 w 827"/>
                <a:gd name="T43" fmla="*/ 12 h 93"/>
                <a:gd name="T44" fmla="*/ 781 w 827"/>
                <a:gd name="T45" fmla="*/ 59 h 93"/>
                <a:gd name="T46" fmla="*/ 827 w 827"/>
                <a:gd name="T47" fmla="*/ 52 h 93"/>
                <a:gd name="T48" fmla="*/ 822 w 827"/>
                <a:gd name="T49" fmla="*/ 75 h 93"/>
                <a:gd name="T50" fmla="*/ 780 w 827"/>
                <a:gd name="T51" fmla="*/ 78 h 93"/>
                <a:gd name="T52" fmla="*/ 701 w 827"/>
                <a:gd name="T53" fmla="*/ 41 h 93"/>
                <a:gd name="T54" fmla="*/ 554 w 827"/>
                <a:gd name="T55" fmla="*/ 43 h 93"/>
                <a:gd name="T56" fmla="*/ 491 w 827"/>
                <a:gd name="T57" fmla="*/ 70 h 93"/>
                <a:gd name="T58" fmla="*/ 418 w 827"/>
                <a:gd name="T59" fmla="*/ 53 h 93"/>
                <a:gd name="T60" fmla="*/ 333 w 827"/>
                <a:gd name="T61" fmla="*/ 89 h 93"/>
                <a:gd name="T62" fmla="*/ 241 w 827"/>
                <a:gd name="T63" fmla="*/ 5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6" h="93">
                  <a:moveTo>
                    <a:pt x="241" y="57"/>
                  </a:moveTo>
                  <a:cubicBezTo>
                    <a:pt x="229" y="82"/>
                    <a:pt x="203" y="89"/>
                    <a:pt x="168" y="84"/>
                  </a:cubicBezTo>
                  <a:cubicBezTo>
                    <a:pt x="149" y="81"/>
                    <a:pt x="110" y="69"/>
                    <a:pt x="92" y="49"/>
                  </a:cubicBezTo>
                  <a:cubicBezTo>
                    <a:pt x="76" y="62"/>
                    <a:pt x="50" y="71"/>
                    <a:pt x="39" y="73"/>
                  </a:cubicBezTo>
                  <a:cubicBezTo>
                    <a:pt x="28" y="75"/>
                    <a:pt x="14" y="75"/>
                    <a:pt x="0" y="72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26" y="46"/>
                    <a:pt x="141" y="61"/>
                    <a:pt x="160" y="66"/>
                  </a:cubicBezTo>
                  <a:cubicBezTo>
                    <a:pt x="193" y="73"/>
                    <a:pt x="231" y="71"/>
                    <a:pt x="231" y="29"/>
                  </a:cubicBezTo>
                  <a:cubicBezTo>
                    <a:pt x="231" y="26"/>
                    <a:pt x="233" y="24"/>
                    <a:pt x="236" y="23"/>
                  </a:cubicBezTo>
                  <a:cubicBezTo>
                    <a:pt x="240" y="21"/>
                    <a:pt x="247" y="24"/>
                    <a:pt x="247" y="30"/>
                  </a:cubicBezTo>
                  <a:cubicBezTo>
                    <a:pt x="246" y="65"/>
                    <a:pt x="310" y="71"/>
                    <a:pt x="334" y="73"/>
                  </a:cubicBezTo>
                  <a:cubicBezTo>
                    <a:pt x="366" y="76"/>
                    <a:pt x="405" y="68"/>
                    <a:pt x="403" y="30"/>
                  </a:cubicBezTo>
                  <a:cubicBezTo>
                    <a:pt x="402" y="20"/>
                    <a:pt x="418" y="19"/>
                    <a:pt x="419" y="28"/>
                  </a:cubicBezTo>
                  <a:cubicBezTo>
                    <a:pt x="422" y="45"/>
                    <a:pt x="465" y="52"/>
                    <a:pt x="477" y="53"/>
                  </a:cubicBezTo>
                  <a:cubicBezTo>
                    <a:pt x="491" y="54"/>
                    <a:pt x="505" y="51"/>
                    <a:pt x="518" y="46"/>
                  </a:cubicBezTo>
                  <a:cubicBezTo>
                    <a:pt x="525" y="43"/>
                    <a:pt x="539" y="35"/>
                    <a:pt x="546" y="25"/>
                  </a:cubicBezTo>
                  <a:cubicBezTo>
                    <a:pt x="545" y="19"/>
                    <a:pt x="547" y="12"/>
                    <a:pt x="551" y="6"/>
                  </a:cubicBezTo>
                  <a:cubicBezTo>
                    <a:pt x="555" y="0"/>
                    <a:pt x="565" y="1"/>
                    <a:pt x="566" y="8"/>
                  </a:cubicBezTo>
                  <a:cubicBezTo>
                    <a:pt x="567" y="17"/>
                    <a:pt x="566" y="24"/>
                    <a:pt x="562" y="31"/>
                  </a:cubicBezTo>
                  <a:cubicBezTo>
                    <a:pt x="570" y="50"/>
                    <a:pt x="621" y="52"/>
                    <a:pt x="635" y="51"/>
                  </a:cubicBezTo>
                  <a:cubicBezTo>
                    <a:pt x="661" y="50"/>
                    <a:pt x="692" y="42"/>
                    <a:pt x="692" y="12"/>
                  </a:cubicBezTo>
                  <a:cubicBezTo>
                    <a:pt x="692" y="0"/>
                    <a:pt x="710" y="1"/>
                    <a:pt x="710" y="12"/>
                  </a:cubicBezTo>
                  <a:cubicBezTo>
                    <a:pt x="709" y="44"/>
                    <a:pt x="756" y="56"/>
                    <a:pt x="781" y="59"/>
                  </a:cubicBezTo>
                  <a:cubicBezTo>
                    <a:pt x="792" y="61"/>
                    <a:pt x="810" y="59"/>
                    <a:pt x="827" y="52"/>
                  </a:cubicBezTo>
                  <a:cubicBezTo>
                    <a:pt x="822" y="75"/>
                    <a:pt x="822" y="75"/>
                    <a:pt x="822" y="75"/>
                  </a:cubicBezTo>
                  <a:cubicBezTo>
                    <a:pt x="807" y="79"/>
                    <a:pt x="792" y="80"/>
                    <a:pt x="780" y="78"/>
                  </a:cubicBezTo>
                  <a:cubicBezTo>
                    <a:pt x="754" y="74"/>
                    <a:pt x="718" y="64"/>
                    <a:pt x="701" y="41"/>
                  </a:cubicBezTo>
                  <a:cubicBezTo>
                    <a:pt x="673" y="84"/>
                    <a:pt x="582" y="75"/>
                    <a:pt x="554" y="43"/>
                  </a:cubicBezTo>
                  <a:cubicBezTo>
                    <a:pt x="538" y="59"/>
                    <a:pt x="511" y="68"/>
                    <a:pt x="491" y="70"/>
                  </a:cubicBezTo>
                  <a:cubicBezTo>
                    <a:pt x="472" y="71"/>
                    <a:pt x="438" y="67"/>
                    <a:pt x="418" y="53"/>
                  </a:cubicBezTo>
                  <a:cubicBezTo>
                    <a:pt x="410" y="88"/>
                    <a:pt x="375" y="93"/>
                    <a:pt x="333" y="89"/>
                  </a:cubicBezTo>
                  <a:cubicBezTo>
                    <a:pt x="305" y="87"/>
                    <a:pt x="260" y="81"/>
                    <a:pt x="241" y="57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任意多边形: 形状 81" descr="b45f3a2f-88e8-4651-82ef-6e8a8c244537"/>
            <p:cNvSpPr/>
            <p:nvPr/>
          </p:nvSpPr>
          <p:spPr bwMode="auto">
            <a:xfrm flipH="1">
              <a:off x="9474199" y="3267075"/>
              <a:ext cx="646113" cy="323850"/>
            </a:xfrm>
            <a:custGeom>
              <a:avLst/>
              <a:gdLst>
                <a:gd name="T0" fmla="*/ 236 w 340"/>
                <a:gd name="T1" fmla="*/ 28 h 170"/>
                <a:gd name="T2" fmla="*/ 340 w 340"/>
                <a:gd name="T3" fmla="*/ 118 h 170"/>
                <a:gd name="T4" fmla="*/ 335 w 340"/>
                <a:gd name="T5" fmla="*/ 120 h 170"/>
                <a:gd name="T6" fmla="*/ 330 w 340"/>
                <a:gd name="T7" fmla="*/ 123 h 170"/>
                <a:gd name="T8" fmla="*/ 327 w 340"/>
                <a:gd name="T9" fmla="*/ 131 h 170"/>
                <a:gd name="T10" fmla="*/ 329 w 340"/>
                <a:gd name="T11" fmla="*/ 136 h 170"/>
                <a:gd name="T12" fmla="*/ 319 w 340"/>
                <a:gd name="T13" fmla="*/ 160 h 170"/>
                <a:gd name="T14" fmla="*/ 288 w 340"/>
                <a:gd name="T15" fmla="*/ 168 h 170"/>
                <a:gd name="T16" fmla="*/ 249 w 340"/>
                <a:gd name="T17" fmla="*/ 153 h 170"/>
                <a:gd name="T18" fmla="*/ 209 w 340"/>
                <a:gd name="T19" fmla="*/ 112 h 170"/>
                <a:gd name="T20" fmla="*/ 197 w 340"/>
                <a:gd name="T21" fmla="*/ 115 h 170"/>
                <a:gd name="T22" fmla="*/ 189 w 340"/>
                <a:gd name="T23" fmla="*/ 113 h 170"/>
                <a:gd name="T24" fmla="*/ 180 w 340"/>
                <a:gd name="T25" fmla="*/ 119 h 170"/>
                <a:gd name="T26" fmla="*/ 148 w 340"/>
                <a:gd name="T27" fmla="*/ 162 h 170"/>
                <a:gd name="T28" fmla="*/ 100 w 340"/>
                <a:gd name="T29" fmla="*/ 146 h 170"/>
                <a:gd name="T30" fmla="*/ 93 w 340"/>
                <a:gd name="T31" fmla="*/ 113 h 170"/>
                <a:gd name="T32" fmla="*/ 79 w 340"/>
                <a:gd name="T33" fmla="*/ 116 h 170"/>
                <a:gd name="T34" fmla="*/ 80 w 340"/>
                <a:gd name="T35" fmla="*/ 148 h 170"/>
                <a:gd name="T36" fmla="*/ 48 w 340"/>
                <a:gd name="T37" fmla="*/ 168 h 170"/>
                <a:gd name="T38" fmla="*/ 0 w 340"/>
                <a:gd name="T39" fmla="*/ 155 h 170"/>
                <a:gd name="T40" fmla="*/ 2 w 340"/>
                <a:gd name="T41" fmla="*/ 35 h 170"/>
                <a:gd name="T42" fmla="*/ 7 w 340"/>
                <a:gd name="T43" fmla="*/ 32 h 170"/>
                <a:gd name="T44" fmla="*/ 27 w 340"/>
                <a:gd name="T45" fmla="*/ 27 h 170"/>
                <a:gd name="T46" fmla="*/ 30 w 340"/>
                <a:gd name="T47" fmla="*/ 24 h 170"/>
                <a:gd name="T48" fmla="*/ 76 w 340"/>
                <a:gd name="T49" fmla="*/ 38 h 170"/>
                <a:gd name="T50" fmla="*/ 114 w 340"/>
                <a:gd name="T51" fmla="*/ 0 h 170"/>
                <a:gd name="T52" fmla="*/ 151 w 340"/>
                <a:gd name="T53" fmla="*/ 46 h 170"/>
                <a:gd name="T54" fmla="*/ 236 w 340"/>
                <a:gd name="T55" fmla="*/ 28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0" h="170">
                  <a:moveTo>
                    <a:pt x="236" y="28"/>
                  </a:moveTo>
                  <a:cubicBezTo>
                    <a:pt x="340" y="118"/>
                    <a:pt x="340" y="118"/>
                    <a:pt x="340" y="118"/>
                  </a:cubicBezTo>
                  <a:cubicBezTo>
                    <a:pt x="338" y="118"/>
                    <a:pt x="336" y="118"/>
                    <a:pt x="335" y="120"/>
                  </a:cubicBezTo>
                  <a:cubicBezTo>
                    <a:pt x="333" y="121"/>
                    <a:pt x="332" y="122"/>
                    <a:pt x="330" y="123"/>
                  </a:cubicBezTo>
                  <a:cubicBezTo>
                    <a:pt x="328" y="125"/>
                    <a:pt x="327" y="129"/>
                    <a:pt x="327" y="131"/>
                  </a:cubicBezTo>
                  <a:cubicBezTo>
                    <a:pt x="328" y="133"/>
                    <a:pt x="328" y="135"/>
                    <a:pt x="329" y="136"/>
                  </a:cubicBezTo>
                  <a:cubicBezTo>
                    <a:pt x="326" y="144"/>
                    <a:pt x="322" y="152"/>
                    <a:pt x="319" y="160"/>
                  </a:cubicBezTo>
                  <a:cubicBezTo>
                    <a:pt x="309" y="166"/>
                    <a:pt x="299" y="169"/>
                    <a:pt x="288" y="168"/>
                  </a:cubicBezTo>
                  <a:cubicBezTo>
                    <a:pt x="275" y="167"/>
                    <a:pt x="261" y="161"/>
                    <a:pt x="249" y="153"/>
                  </a:cubicBezTo>
                  <a:cubicBezTo>
                    <a:pt x="238" y="146"/>
                    <a:pt x="213" y="126"/>
                    <a:pt x="209" y="112"/>
                  </a:cubicBezTo>
                  <a:cubicBezTo>
                    <a:pt x="207" y="104"/>
                    <a:pt x="195" y="107"/>
                    <a:pt x="197" y="115"/>
                  </a:cubicBezTo>
                  <a:cubicBezTo>
                    <a:pt x="195" y="114"/>
                    <a:pt x="192" y="113"/>
                    <a:pt x="189" y="113"/>
                  </a:cubicBezTo>
                  <a:cubicBezTo>
                    <a:pt x="186" y="112"/>
                    <a:pt x="181" y="115"/>
                    <a:pt x="180" y="119"/>
                  </a:cubicBezTo>
                  <a:cubicBezTo>
                    <a:pt x="175" y="138"/>
                    <a:pt x="181" y="157"/>
                    <a:pt x="148" y="162"/>
                  </a:cubicBezTo>
                  <a:cubicBezTo>
                    <a:pt x="133" y="164"/>
                    <a:pt x="111" y="159"/>
                    <a:pt x="100" y="146"/>
                  </a:cubicBezTo>
                  <a:cubicBezTo>
                    <a:pt x="104" y="135"/>
                    <a:pt x="103" y="122"/>
                    <a:pt x="93" y="113"/>
                  </a:cubicBezTo>
                  <a:cubicBezTo>
                    <a:pt x="89" y="108"/>
                    <a:pt x="81" y="110"/>
                    <a:pt x="79" y="116"/>
                  </a:cubicBezTo>
                  <a:cubicBezTo>
                    <a:pt x="75" y="129"/>
                    <a:pt x="76" y="140"/>
                    <a:pt x="80" y="148"/>
                  </a:cubicBezTo>
                  <a:cubicBezTo>
                    <a:pt x="70" y="159"/>
                    <a:pt x="53" y="168"/>
                    <a:pt x="48" y="168"/>
                  </a:cubicBezTo>
                  <a:cubicBezTo>
                    <a:pt x="36" y="170"/>
                    <a:pt x="14" y="165"/>
                    <a:pt x="0" y="15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4" y="34"/>
                    <a:pt x="6" y="33"/>
                    <a:pt x="7" y="32"/>
                  </a:cubicBezTo>
                  <a:cubicBezTo>
                    <a:pt x="14" y="34"/>
                    <a:pt x="22" y="32"/>
                    <a:pt x="27" y="27"/>
                  </a:cubicBezTo>
                  <a:cubicBezTo>
                    <a:pt x="29" y="26"/>
                    <a:pt x="30" y="25"/>
                    <a:pt x="30" y="24"/>
                  </a:cubicBezTo>
                  <a:cubicBezTo>
                    <a:pt x="43" y="36"/>
                    <a:pt x="61" y="43"/>
                    <a:pt x="76" y="38"/>
                  </a:cubicBezTo>
                  <a:cubicBezTo>
                    <a:pt x="93" y="32"/>
                    <a:pt x="106" y="15"/>
                    <a:pt x="114" y="0"/>
                  </a:cubicBezTo>
                  <a:cubicBezTo>
                    <a:pt x="121" y="20"/>
                    <a:pt x="135" y="39"/>
                    <a:pt x="151" y="46"/>
                  </a:cubicBezTo>
                  <a:cubicBezTo>
                    <a:pt x="181" y="59"/>
                    <a:pt x="214" y="49"/>
                    <a:pt x="236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任意多边形: 形状 82" descr="2352d4bd-ed2f-41ab-9801-0414adffa042"/>
            <p:cNvSpPr/>
            <p:nvPr/>
          </p:nvSpPr>
          <p:spPr bwMode="auto">
            <a:xfrm flipH="1">
              <a:off x="8318499" y="2965450"/>
              <a:ext cx="1641475" cy="204788"/>
            </a:xfrm>
            <a:custGeom>
              <a:avLst/>
              <a:gdLst>
                <a:gd name="T0" fmla="*/ 95 w 864"/>
                <a:gd name="T1" fmla="*/ 25 h 108"/>
                <a:gd name="T2" fmla="*/ 214 w 864"/>
                <a:gd name="T3" fmla="*/ 17 h 108"/>
                <a:gd name="T4" fmla="*/ 234 w 864"/>
                <a:gd name="T5" fmla="*/ 25 h 108"/>
                <a:gd name="T6" fmla="*/ 286 w 864"/>
                <a:gd name="T7" fmla="*/ 56 h 108"/>
                <a:gd name="T8" fmla="*/ 310 w 864"/>
                <a:gd name="T9" fmla="*/ 52 h 108"/>
                <a:gd name="T10" fmla="*/ 331 w 864"/>
                <a:gd name="T11" fmla="*/ 35 h 108"/>
                <a:gd name="T12" fmla="*/ 331 w 864"/>
                <a:gd name="T13" fmla="*/ 18 h 108"/>
                <a:gd name="T14" fmla="*/ 346 w 864"/>
                <a:gd name="T15" fmla="*/ 15 h 108"/>
                <a:gd name="T16" fmla="*/ 351 w 864"/>
                <a:gd name="T17" fmla="*/ 37 h 108"/>
                <a:gd name="T18" fmla="*/ 414 w 864"/>
                <a:gd name="T19" fmla="*/ 66 h 108"/>
                <a:gd name="T20" fmla="*/ 486 w 864"/>
                <a:gd name="T21" fmla="*/ 34 h 108"/>
                <a:gd name="T22" fmla="*/ 502 w 864"/>
                <a:gd name="T23" fmla="*/ 31 h 108"/>
                <a:gd name="T24" fmla="*/ 680 w 864"/>
                <a:gd name="T25" fmla="*/ 40 h 108"/>
                <a:gd name="T26" fmla="*/ 686 w 864"/>
                <a:gd name="T27" fmla="*/ 11 h 108"/>
                <a:gd name="T28" fmla="*/ 698 w 864"/>
                <a:gd name="T29" fmla="*/ 18 h 108"/>
                <a:gd name="T30" fmla="*/ 700 w 864"/>
                <a:gd name="T31" fmla="*/ 31 h 108"/>
                <a:gd name="T32" fmla="*/ 728 w 864"/>
                <a:gd name="T33" fmla="*/ 49 h 108"/>
                <a:gd name="T34" fmla="*/ 799 w 864"/>
                <a:gd name="T35" fmla="*/ 55 h 108"/>
                <a:gd name="T36" fmla="*/ 841 w 864"/>
                <a:gd name="T37" fmla="*/ 32 h 108"/>
                <a:gd name="T38" fmla="*/ 848 w 864"/>
                <a:gd name="T39" fmla="*/ 8 h 108"/>
                <a:gd name="T40" fmla="*/ 864 w 864"/>
                <a:gd name="T41" fmla="*/ 7 h 108"/>
                <a:gd name="T42" fmla="*/ 855 w 864"/>
                <a:gd name="T43" fmla="*/ 51 h 108"/>
                <a:gd name="T44" fmla="*/ 854 w 864"/>
                <a:gd name="T45" fmla="*/ 50 h 108"/>
                <a:gd name="T46" fmla="*/ 719 w 864"/>
                <a:gd name="T47" fmla="*/ 67 h 108"/>
                <a:gd name="T48" fmla="*/ 696 w 864"/>
                <a:gd name="T49" fmla="*/ 54 h 108"/>
                <a:gd name="T50" fmla="*/ 499 w 864"/>
                <a:gd name="T51" fmla="*/ 51 h 108"/>
                <a:gd name="T52" fmla="*/ 404 w 864"/>
                <a:gd name="T53" fmla="*/ 83 h 108"/>
                <a:gd name="T54" fmla="*/ 341 w 864"/>
                <a:gd name="T55" fmla="*/ 51 h 108"/>
                <a:gd name="T56" fmla="*/ 325 w 864"/>
                <a:gd name="T57" fmla="*/ 64 h 108"/>
                <a:gd name="T58" fmla="*/ 282 w 864"/>
                <a:gd name="T59" fmla="*/ 73 h 108"/>
                <a:gd name="T60" fmla="*/ 229 w 864"/>
                <a:gd name="T61" fmla="*/ 59 h 108"/>
                <a:gd name="T62" fmla="*/ 218 w 864"/>
                <a:gd name="T63" fmla="*/ 46 h 108"/>
                <a:gd name="T64" fmla="*/ 149 w 864"/>
                <a:gd name="T65" fmla="*/ 69 h 108"/>
                <a:gd name="T66" fmla="*/ 68 w 864"/>
                <a:gd name="T67" fmla="*/ 28 h 108"/>
                <a:gd name="T68" fmla="*/ 57 w 864"/>
                <a:gd name="T69" fmla="*/ 43 h 108"/>
                <a:gd name="T70" fmla="*/ 32 w 864"/>
                <a:gd name="T71" fmla="*/ 67 h 108"/>
                <a:gd name="T72" fmla="*/ 19 w 864"/>
                <a:gd name="T73" fmla="*/ 73 h 108"/>
                <a:gd name="T74" fmla="*/ 0 w 864"/>
                <a:gd name="T75" fmla="*/ 57 h 108"/>
                <a:gd name="T76" fmla="*/ 52 w 864"/>
                <a:gd name="T77" fmla="*/ 13 h 108"/>
                <a:gd name="T78" fmla="*/ 93 w 864"/>
                <a:gd name="T79" fmla="*/ 20 h 108"/>
                <a:gd name="T80" fmla="*/ 95 w 864"/>
                <a:gd name="T81" fmla="*/ 2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64" h="108">
                  <a:moveTo>
                    <a:pt x="95" y="25"/>
                  </a:moveTo>
                  <a:cubicBezTo>
                    <a:pt x="135" y="49"/>
                    <a:pt x="182" y="63"/>
                    <a:pt x="214" y="17"/>
                  </a:cubicBezTo>
                  <a:cubicBezTo>
                    <a:pt x="221" y="7"/>
                    <a:pt x="237" y="13"/>
                    <a:pt x="234" y="25"/>
                  </a:cubicBezTo>
                  <a:cubicBezTo>
                    <a:pt x="229" y="44"/>
                    <a:pt x="273" y="48"/>
                    <a:pt x="286" y="56"/>
                  </a:cubicBezTo>
                  <a:cubicBezTo>
                    <a:pt x="294" y="57"/>
                    <a:pt x="303" y="56"/>
                    <a:pt x="310" y="52"/>
                  </a:cubicBezTo>
                  <a:cubicBezTo>
                    <a:pt x="314" y="51"/>
                    <a:pt x="326" y="42"/>
                    <a:pt x="331" y="35"/>
                  </a:cubicBezTo>
                  <a:cubicBezTo>
                    <a:pt x="330" y="30"/>
                    <a:pt x="329" y="24"/>
                    <a:pt x="331" y="18"/>
                  </a:cubicBezTo>
                  <a:cubicBezTo>
                    <a:pt x="332" y="11"/>
                    <a:pt x="342" y="11"/>
                    <a:pt x="346" y="15"/>
                  </a:cubicBezTo>
                  <a:cubicBezTo>
                    <a:pt x="353" y="22"/>
                    <a:pt x="354" y="30"/>
                    <a:pt x="351" y="37"/>
                  </a:cubicBezTo>
                  <a:cubicBezTo>
                    <a:pt x="362" y="55"/>
                    <a:pt x="402" y="65"/>
                    <a:pt x="414" y="66"/>
                  </a:cubicBezTo>
                  <a:cubicBezTo>
                    <a:pt x="433" y="67"/>
                    <a:pt x="485" y="61"/>
                    <a:pt x="486" y="34"/>
                  </a:cubicBezTo>
                  <a:cubicBezTo>
                    <a:pt x="486" y="25"/>
                    <a:pt x="498" y="24"/>
                    <a:pt x="502" y="31"/>
                  </a:cubicBezTo>
                  <a:cubicBezTo>
                    <a:pt x="524" y="63"/>
                    <a:pt x="670" y="94"/>
                    <a:pt x="680" y="40"/>
                  </a:cubicBezTo>
                  <a:cubicBezTo>
                    <a:pt x="670" y="29"/>
                    <a:pt x="667" y="17"/>
                    <a:pt x="686" y="11"/>
                  </a:cubicBezTo>
                  <a:cubicBezTo>
                    <a:pt x="691" y="9"/>
                    <a:pt x="697" y="13"/>
                    <a:pt x="698" y="18"/>
                  </a:cubicBezTo>
                  <a:cubicBezTo>
                    <a:pt x="699" y="23"/>
                    <a:pt x="699" y="27"/>
                    <a:pt x="700" y="31"/>
                  </a:cubicBezTo>
                  <a:cubicBezTo>
                    <a:pt x="709" y="36"/>
                    <a:pt x="720" y="46"/>
                    <a:pt x="728" y="49"/>
                  </a:cubicBezTo>
                  <a:cubicBezTo>
                    <a:pt x="746" y="57"/>
                    <a:pt x="779" y="59"/>
                    <a:pt x="799" y="55"/>
                  </a:cubicBezTo>
                  <a:cubicBezTo>
                    <a:pt x="809" y="53"/>
                    <a:pt x="830" y="43"/>
                    <a:pt x="841" y="32"/>
                  </a:cubicBezTo>
                  <a:cubicBezTo>
                    <a:pt x="840" y="25"/>
                    <a:pt x="842" y="17"/>
                    <a:pt x="848" y="8"/>
                  </a:cubicBezTo>
                  <a:cubicBezTo>
                    <a:pt x="852" y="4"/>
                    <a:pt x="860" y="3"/>
                    <a:pt x="864" y="7"/>
                  </a:cubicBezTo>
                  <a:cubicBezTo>
                    <a:pt x="855" y="51"/>
                    <a:pt x="855" y="51"/>
                    <a:pt x="855" y="51"/>
                  </a:cubicBezTo>
                  <a:cubicBezTo>
                    <a:pt x="855" y="51"/>
                    <a:pt x="854" y="50"/>
                    <a:pt x="854" y="50"/>
                  </a:cubicBezTo>
                  <a:cubicBezTo>
                    <a:pt x="824" y="80"/>
                    <a:pt x="750" y="80"/>
                    <a:pt x="719" y="67"/>
                  </a:cubicBezTo>
                  <a:cubicBezTo>
                    <a:pt x="714" y="65"/>
                    <a:pt x="705" y="60"/>
                    <a:pt x="696" y="54"/>
                  </a:cubicBezTo>
                  <a:cubicBezTo>
                    <a:pt x="673" y="108"/>
                    <a:pt x="546" y="91"/>
                    <a:pt x="499" y="51"/>
                  </a:cubicBezTo>
                  <a:cubicBezTo>
                    <a:pt x="484" y="80"/>
                    <a:pt x="433" y="87"/>
                    <a:pt x="404" y="83"/>
                  </a:cubicBezTo>
                  <a:cubicBezTo>
                    <a:pt x="385" y="80"/>
                    <a:pt x="356" y="69"/>
                    <a:pt x="341" y="51"/>
                  </a:cubicBezTo>
                  <a:cubicBezTo>
                    <a:pt x="336" y="56"/>
                    <a:pt x="330" y="60"/>
                    <a:pt x="325" y="64"/>
                  </a:cubicBezTo>
                  <a:cubicBezTo>
                    <a:pt x="312" y="71"/>
                    <a:pt x="297" y="74"/>
                    <a:pt x="282" y="73"/>
                  </a:cubicBezTo>
                  <a:cubicBezTo>
                    <a:pt x="266" y="77"/>
                    <a:pt x="242" y="67"/>
                    <a:pt x="229" y="59"/>
                  </a:cubicBezTo>
                  <a:cubicBezTo>
                    <a:pt x="224" y="55"/>
                    <a:pt x="221" y="51"/>
                    <a:pt x="218" y="46"/>
                  </a:cubicBezTo>
                  <a:cubicBezTo>
                    <a:pt x="200" y="64"/>
                    <a:pt x="177" y="72"/>
                    <a:pt x="149" y="69"/>
                  </a:cubicBezTo>
                  <a:cubicBezTo>
                    <a:pt x="125" y="67"/>
                    <a:pt x="81" y="53"/>
                    <a:pt x="68" y="28"/>
                  </a:cubicBezTo>
                  <a:cubicBezTo>
                    <a:pt x="64" y="30"/>
                    <a:pt x="62" y="36"/>
                    <a:pt x="57" y="43"/>
                  </a:cubicBezTo>
                  <a:cubicBezTo>
                    <a:pt x="50" y="52"/>
                    <a:pt x="42" y="60"/>
                    <a:pt x="32" y="67"/>
                  </a:cubicBezTo>
                  <a:cubicBezTo>
                    <a:pt x="28" y="70"/>
                    <a:pt x="24" y="72"/>
                    <a:pt x="19" y="73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26" y="52"/>
                    <a:pt x="31" y="30"/>
                    <a:pt x="52" y="13"/>
                  </a:cubicBezTo>
                  <a:cubicBezTo>
                    <a:pt x="67" y="0"/>
                    <a:pt x="79" y="6"/>
                    <a:pt x="93" y="20"/>
                  </a:cubicBezTo>
                  <a:cubicBezTo>
                    <a:pt x="94" y="22"/>
                    <a:pt x="95" y="23"/>
                    <a:pt x="95" y="2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任意多边形: 形状 83" descr="4b9013d1-0710-476e-8188-2fd17b615127"/>
            <p:cNvSpPr/>
            <p:nvPr/>
          </p:nvSpPr>
          <p:spPr bwMode="auto">
            <a:xfrm flipH="1">
              <a:off x="9693274" y="3154363"/>
              <a:ext cx="190500" cy="185738"/>
            </a:xfrm>
            <a:custGeom>
              <a:avLst/>
              <a:gdLst>
                <a:gd name="T0" fmla="*/ 9 w 101"/>
                <a:gd name="T1" fmla="*/ 0 h 98"/>
                <a:gd name="T2" fmla="*/ 101 w 101"/>
                <a:gd name="T3" fmla="*/ 79 h 98"/>
                <a:gd name="T4" fmla="*/ 34 w 101"/>
                <a:gd name="T5" fmla="*/ 88 h 98"/>
                <a:gd name="T6" fmla="*/ 0 w 101"/>
                <a:gd name="T7" fmla="*/ 39 h 98"/>
                <a:gd name="T8" fmla="*/ 8 w 101"/>
                <a:gd name="T9" fmla="*/ 9 h 98"/>
                <a:gd name="T10" fmla="*/ 6 w 101"/>
                <a:gd name="T11" fmla="*/ 4 h 98"/>
                <a:gd name="T12" fmla="*/ 9 w 101"/>
                <a:gd name="T13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98">
                  <a:moveTo>
                    <a:pt x="9" y="0"/>
                  </a:moveTo>
                  <a:cubicBezTo>
                    <a:pt x="101" y="79"/>
                    <a:pt x="101" y="79"/>
                    <a:pt x="101" y="79"/>
                  </a:cubicBezTo>
                  <a:cubicBezTo>
                    <a:pt x="83" y="94"/>
                    <a:pt x="57" y="98"/>
                    <a:pt x="34" y="88"/>
                  </a:cubicBezTo>
                  <a:cubicBezTo>
                    <a:pt x="21" y="82"/>
                    <a:pt x="4" y="60"/>
                    <a:pt x="0" y="39"/>
                  </a:cubicBezTo>
                  <a:cubicBezTo>
                    <a:pt x="4" y="28"/>
                    <a:pt x="8" y="17"/>
                    <a:pt x="8" y="9"/>
                  </a:cubicBezTo>
                  <a:cubicBezTo>
                    <a:pt x="8" y="7"/>
                    <a:pt x="7" y="5"/>
                    <a:pt x="6" y="4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任意多边形: 形状 84" descr="2d7fe184-4e97-4bd9-8a67-4242d95d6655"/>
            <p:cNvSpPr/>
            <p:nvPr/>
          </p:nvSpPr>
          <p:spPr bwMode="auto">
            <a:xfrm flipH="1">
              <a:off x="9959974" y="2946400"/>
              <a:ext cx="150813" cy="131763"/>
            </a:xfrm>
            <a:custGeom>
              <a:avLst/>
              <a:gdLst>
                <a:gd name="T0" fmla="*/ 1 w 79"/>
                <a:gd name="T1" fmla="*/ 0 h 69"/>
                <a:gd name="T2" fmla="*/ 79 w 79"/>
                <a:gd name="T3" fmla="*/ 67 h 69"/>
                <a:gd name="T4" fmla="*/ 65 w 79"/>
                <a:gd name="T5" fmla="*/ 69 h 69"/>
                <a:gd name="T6" fmla="*/ 0 w 79"/>
                <a:gd name="T7" fmla="*/ 41 h 69"/>
                <a:gd name="T8" fmla="*/ 1 w 79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69">
                  <a:moveTo>
                    <a:pt x="1" y="0"/>
                  </a:moveTo>
                  <a:cubicBezTo>
                    <a:pt x="79" y="67"/>
                    <a:pt x="79" y="67"/>
                    <a:pt x="79" y="67"/>
                  </a:cubicBezTo>
                  <a:cubicBezTo>
                    <a:pt x="75" y="68"/>
                    <a:pt x="71" y="69"/>
                    <a:pt x="65" y="69"/>
                  </a:cubicBezTo>
                  <a:cubicBezTo>
                    <a:pt x="41" y="69"/>
                    <a:pt x="8" y="64"/>
                    <a:pt x="0" y="4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任意多边形: 形状 85" descr="9df435bb-4384-4318-9ff3-f56d1876457f"/>
            <p:cNvSpPr/>
            <p:nvPr/>
          </p:nvSpPr>
          <p:spPr bwMode="auto">
            <a:xfrm flipH="1">
              <a:off x="8593136" y="4116388"/>
              <a:ext cx="1538288" cy="158750"/>
            </a:xfrm>
            <a:custGeom>
              <a:avLst/>
              <a:gdLst>
                <a:gd name="T0" fmla="*/ 340 w 809"/>
                <a:gd name="T1" fmla="*/ 62 h 84"/>
                <a:gd name="T2" fmla="*/ 291 w 809"/>
                <a:gd name="T3" fmla="*/ 55 h 84"/>
                <a:gd name="T4" fmla="*/ 257 w 809"/>
                <a:gd name="T5" fmla="*/ 59 h 84"/>
                <a:gd name="T6" fmla="*/ 243 w 809"/>
                <a:gd name="T7" fmla="*/ 68 h 84"/>
                <a:gd name="T8" fmla="*/ 137 w 809"/>
                <a:gd name="T9" fmla="*/ 41 h 84"/>
                <a:gd name="T10" fmla="*/ 0 w 809"/>
                <a:gd name="T11" fmla="*/ 65 h 84"/>
                <a:gd name="T12" fmla="*/ 0 w 809"/>
                <a:gd name="T13" fmla="*/ 45 h 84"/>
                <a:gd name="T14" fmla="*/ 125 w 809"/>
                <a:gd name="T15" fmla="*/ 17 h 84"/>
                <a:gd name="T16" fmla="*/ 143 w 809"/>
                <a:gd name="T17" fmla="*/ 15 h 84"/>
                <a:gd name="T18" fmla="*/ 211 w 809"/>
                <a:gd name="T19" fmla="*/ 55 h 84"/>
                <a:gd name="T20" fmla="*/ 268 w 809"/>
                <a:gd name="T21" fmla="*/ 29 h 84"/>
                <a:gd name="T22" fmla="*/ 321 w 809"/>
                <a:gd name="T23" fmla="*/ 43 h 84"/>
                <a:gd name="T24" fmla="*/ 401 w 809"/>
                <a:gd name="T25" fmla="*/ 30 h 84"/>
                <a:gd name="T26" fmla="*/ 410 w 809"/>
                <a:gd name="T27" fmla="*/ 29 h 84"/>
                <a:gd name="T28" fmla="*/ 414 w 809"/>
                <a:gd name="T29" fmla="*/ 30 h 84"/>
                <a:gd name="T30" fmla="*/ 454 w 809"/>
                <a:gd name="T31" fmla="*/ 31 h 84"/>
                <a:gd name="T32" fmla="*/ 479 w 809"/>
                <a:gd name="T33" fmla="*/ 9 h 84"/>
                <a:gd name="T34" fmla="*/ 479 w 809"/>
                <a:gd name="T35" fmla="*/ 9 h 84"/>
                <a:gd name="T36" fmla="*/ 493 w 809"/>
                <a:gd name="T37" fmla="*/ 9 h 84"/>
                <a:gd name="T38" fmla="*/ 627 w 809"/>
                <a:gd name="T39" fmla="*/ 37 h 84"/>
                <a:gd name="T40" fmla="*/ 632 w 809"/>
                <a:gd name="T41" fmla="*/ 10 h 84"/>
                <a:gd name="T42" fmla="*/ 637 w 809"/>
                <a:gd name="T43" fmla="*/ 8 h 84"/>
                <a:gd name="T44" fmla="*/ 644 w 809"/>
                <a:gd name="T45" fmla="*/ 13 h 84"/>
                <a:gd name="T46" fmla="*/ 643 w 809"/>
                <a:gd name="T47" fmla="*/ 37 h 84"/>
                <a:gd name="T48" fmla="*/ 699 w 809"/>
                <a:gd name="T49" fmla="*/ 61 h 84"/>
                <a:gd name="T50" fmla="*/ 771 w 809"/>
                <a:gd name="T51" fmla="*/ 35 h 84"/>
                <a:gd name="T52" fmla="*/ 809 w 809"/>
                <a:gd name="T53" fmla="*/ 68 h 84"/>
                <a:gd name="T54" fmla="*/ 781 w 809"/>
                <a:gd name="T55" fmla="*/ 47 h 84"/>
                <a:gd name="T56" fmla="*/ 672 w 809"/>
                <a:gd name="T57" fmla="*/ 72 h 84"/>
                <a:gd name="T58" fmla="*/ 638 w 809"/>
                <a:gd name="T59" fmla="*/ 51 h 84"/>
                <a:gd name="T60" fmla="*/ 580 w 809"/>
                <a:gd name="T61" fmla="*/ 76 h 84"/>
                <a:gd name="T62" fmla="*/ 483 w 809"/>
                <a:gd name="T63" fmla="*/ 25 h 84"/>
                <a:gd name="T64" fmla="*/ 454 w 809"/>
                <a:gd name="T65" fmla="*/ 48 h 84"/>
                <a:gd name="T66" fmla="*/ 404 w 809"/>
                <a:gd name="T67" fmla="*/ 48 h 84"/>
                <a:gd name="T68" fmla="*/ 403 w 809"/>
                <a:gd name="T69" fmla="*/ 47 h 84"/>
                <a:gd name="T70" fmla="*/ 340 w 809"/>
                <a:gd name="T71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09" h="84">
                  <a:moveTo>
                    <a:pt x="340" y="62"/>
                  </a:moveTo>
                  <a:cubicBezTo>
                    <a:pt x="322" y="63"/>
                    <a:pt x="308" y="59"/>
                    <a:pt x="291" y="55"/>
                  </a:cubicBezTo>
                  <a:cubicBezTo>
                    <a:pt x="275" y="51"/>
                    <a:pt x="272" y="50"/>
                    <a:pt x="257" y="59"/>
                  </a:cubicBezTo>
                  <a:cubicBezTo>
                    <a:pt x="253" y="62"/>
                    <a:pt x="249" y="66"/>
                    <a:pt x="243" y="68"/>
                  </a:cubicBezTo>
                  <a:cubicBezTo>
                    <a:pt x="213" y="82"/>
                    <a:pt x="160" y="70"/>
                    <a:pt x="137" y="41"/>
                  </a:cubicBezTo>
                  <a:cubicBezTo>
                    <a:pt x="116" y="79"/>
                    <a:pt x="44" y="84"/>
                    <a:pt x="0" y="6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40" y="66"/>
                    <a:pt x="125" y="60"/>
                    <a:pt x="125" y="17"/>
                  </a:cubicBezTo>
                  <a:cubicBezTo>
                    <a:pt x="125" y="7"/>
                    <a:pt x="141" y="6"/>
                    <a:pt x="143" y="15"/>
                  </a:cubicBezTo>
                  <a:cubicBezTo>
                    <a:pt x="148" y="43"/>
                    <a:pt x="185" y="54"/>
                    <a:pt x="211" y="55"/>
                  </a:cubicBezTo>
                  <a:cubicBezTo>
                    <a:pt x="241" y="56"/>
                    <a:pt x="245" y="35"/>
                    <a:pt x="268" y="29"/>
                  </a:cubicBezTo>
                  <a:cubicBezTo>
                    <a:pt x="286" y="25"/>
                    <a:pt x="304" y="41"/>
                    <a:pt x="321" y="43"/>
                  </a:cubicBezTo>
                  <a:cubicBezTo>
                    <a:pt x="333" y="45"/>
                    <a:pt x="391" y="43"/>
                    <a:pt x="401" y="30"/>
                  </a:cubicBezTo>
                  <a:cubicBezTo>
                    <a:pt x="404" y="27"/>
                    <a:pt x="408" y="27"/>
                    <a:pt x="410" y="29"/>
                  </a:cubicBezTo>
                  <a:cubicBezTo>
                    <a:pt x="411" y="29"/>
                    <a:pt x="413" y="29"/>
                    <a:pt x="414" y="30"/>
                  </a:cubicBezTo>
                  <a:cubicBezTo>
                    <a:pt x="427" y="40"/>
                    <a:pt x="440" y="41"/>
                    <a:pt x="454" y="31"/>
                  </a:cubicBezTo>
                  <a:cubicBezTo>
                    <a:pt x="464" y="25"/>
                    <a:pt x="471" y="16"/>
                    <a:pt x="479" y="9"/>
                  </a:cubicBezTo>
                  <a:cubicBezTo>
                    <a:pt x="479" y="9"/>
                    <a:pt x="479" y="9"/>
                    <a:pt x="479" y="9"/>
                  </a:cubicBezTo>
                  <a:cubicBezTo>
                    <a:pt x="480" y="0"/>
                    <a:pt x="492" y="1"/>
                    <a:pt x="493" y="9"/>
                  </a:cubicBezTo>
                  <a:cubicBezTo>
                    <a:pt x="495" y="53"/>
                    <a:pt x="608" y="83"/>
                    <a:pt x="627" y="37"/>
                  </a:cubicBezTo>
                  <a:cubicBezTo>
                    <a:pt x="623" y="27"/>
                    <a:pt x="622" y="18"/>
                    <a:pt x="632" y="10"/>
                  </a:cubicBezTo>
                  <a:cubicBezTo>
                    <a:pt x="633" y="9"/>
                    <a:pt x="635" y="8"/>
                    <a:pt x="637" y="8"/>
                  </a:cubicBezTo>
                  <a:cubicBezTo>
                    <a:pt x="640" y="8"/>
                    <a:pt x="643" y="10"/>
                    <a:pt x="644" y="13"/>
                  </a:cubicBezTo>
                  <a:cubicBezTo>
                    <a:pt x="645" y="22"/>
                    <a:pt x="644" y="30"/>
                    <a:pt x="643" y="37"/>
                  </a:cubicBezTo>
                  <a:cubicBezTo>
                    <a:pt x="657" y="50"/>
                    <a:pt x="695" y="61"/>
                    <a:pt x="699" y="61"/>
                  </a:cubicBezTo>
                  <a:cubicBezTo>
                    <a:pt x="725" y="63"/>
                    <a:pt x="764" y="62"/>
                    <a:pt x="771" y="35"/>
                  </a:cubicBezTo>
                  <a:cubicBezTo>
                    <a:pt x="809" y="68"/>
                    <a:pt x="809" y="68"/>
                    <a:pt x="809" y="68"/>
                  </a:cubicBezTo>
                  <a:cubicBezTo>
                    <a:pt x="798" y="62"/>
                    <a:pt x="788" y="56"/>
                    <a:pt x="781" y="47"/>
                  </a:cubicBezTo>
                  <a:cubicBezTo>
                    <a:pt x="765" y="81"/>
                    <a:pt x="708" y="82"/>
                    <a:pt x="672" y="72"/>
                  </a:cubicBezTo>
                  <a:cubicBezTo>
                    <a:pt x="663" y="69"/>
                    <a:pt x="649" y="61"/>
                    <a:pt x="638" y="51"/>
                  </a:cubicBezTo>
                  <a:cubicBezTo>
                    <a:pt x="628" y="69"/>
                    <a:pt x="608" y="75"/>
                    <a:pt x="580" y="76"/>
                  </a:cubicBezTo>
                  <a:cubicBezTo>
                    <a:pt x="528" y="77"/>
                    <a:pt x="496" y="58"/>
                    <a:pt x="483" y="25"/>
                  </a:cubicBezTo>
                  <a:cubicBezTo>
                    <a:pt x="475" y="35"/>
                    <a:pt x="463" y="43"/>
                    <a:pt x="454" y="48"/>
                  </a:cubicBezTo>
                  <a:cubicBezTo>
                    <a:pt x="438" y="57"/>
                    <a:pt x="419" y="57"/>
                    <a:pt x="404" y="48"/>
                  </a:cubicBezTo>
                  <a:cubicBezTo>
                    <a:pt x="403" y="47"/>
                    <a:pt x="403" y="47"/>
                    <a:pt x="403" y="47"/>
                  </a:cubicBezTo>
                  <a:cubicBezTo>
                    <a:pt x="387" y="59"/>
                    <a:pt x="357" y="61"/>
                    <a:pt x="340" y="62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任意多边形: 形状 86" descr="cd0e8bd7-adc3-4242-ab7c-0e0260a90919"/>
            <p:cNvSpPr/>
            <p:nvPr/>
          </p:nvSpPr>
          <p:spPr bwMode="auto">
            <a:xfrm flipH="1">
              <a:off x="9034462" y="3711575"/>
              <a:ext cx="1092200" cy="228600"/>
            </a:xfrm>
            <a:custGeom>
              <a:avLst/>
              <a:gdLst>
                <a:gd name="T0" fmla="*/ 378 w 574"/>
                <a:gd name="T1" fmla="*/ 45 h 120"/>
                <a:gd name="T2" fmla="*/ 177 w 574"/>
                <a:gd name="T3" fmla="*/ 49 h 120"/>
                <a:gd name="T4" fmla="*/ 109 w 574"/>
                <a:gd name="T5" fmla="*/ 89 h 120"/>
                <a:gd name="T6" fmla="*/ 36 w 574"/>
                <a:gd name="T7" fmla="*/ 51 h 120"/>
                <a:gd name="T8" fmla="*/ 0 w 574"/>
                <a:gd name="T9" fmla="*/ 76 h 120"/>
                <a:gd name="T10" fmla="*/ 1 w 574"/>
                <a:gd name="T11" fmla="*/ 58 h 120"/>
                <a:gd name="T12" fmla="*/ 29 w 574"/>
                <a:gd name="T13" fmla="*/ 29 h 120"/>
                <a:gd name="T14" fmla="*/ 29 w 574"/>
                <a:gd name="T15" fmla="*/ 14 h 120"/>
                <a:gd name="T16" fmla="*/ 31 w 574"/>
                <a:gd name="T17" fmla="*/ 11 h 120"/>
                <a:gd name="T18" fmla="*/ 31 w 574"/>
                <a:gd name="T19" fmla="*/ 11 h 120"/>
                <a:gd name="T20" fmla="*/ 41 w 574"/>
                <a:gd name="T21" fmla="*/ 8 h 120"/>
                <a:gd name="T22" fmla="*/ 42 w 574"/>
                <a:gd name="T23" fmla="*/ 22 h 120"/>
                <a:gd name="T24" fmla="*/ 42 w 574"/>
                <a:gd name="T25" fmla="*/ 22 h 120"/>
                <a:gd name="T26" fmla="*/ 56 w 574"/>
                <a:gd name="T27" fmla="*/ 49 h 120"/>
                <a:gd name="T28" fmla="*/ 83 w 574"/>
                <a:gd name="T29" fmla="*/ 67 h 120"/>
                <a:gd name="T30" fmla="*/ 103 w 574"/>
                <a:gd name="T31" fmla="*/ 71 h 120"/>
                <a:gd name="T32" fmla="*/ 168 w 574"/>
                <a:gd name="T33" fmla="*/ 11 h 120"/>
                <a:gd name="T34" fmla="*/ 185 w 574"/>
                <a:gd name="T35" fmla="*/ 11 h 120"/>
                <a:gd name="T36" fmla="*/ 367 w 574"/>
                <a:gd name="T37" fmla="*/ 11 h 120"/>
                <a:gd name="T38" fmla="*/ 384 w 574"/>
                <a:gd name="T39" fmla="*/ 11 h 120"/>
                <a:gd name="T40" fmla="*/ 458 w 574"/>
                <a:gd name="T41" fmla="*/ 64 h 120"/>
                <a:gd name="T42" fmla="*/ 503 w 574"/>
                <a:gd name="T43" fmla="*/ 21 h 120"/>
                <a:gd name="T44" fmla="*/ 574 w 574"/>
                <a:gd name="T45" fmla="*/ 81 h 120"/>
                <a:gd name="T46" fmla="*/ 514 w 574"/>
                <a:gd name="T47" fmla="*/ 40 h 120"/>
                <a:gd name="T48" fmla="*/ 458 w 574"/>
                <a:gd name="T49" fmla="*/ 80 h 120"/>
                <a:gd name="T50" fmla="*/ 378 w 574"/>
                <a:gd name="T51" fmla="*/ 4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74" h="120">
                  <a:moveTo>
                    <a:pt x="378" y="45"/>
                  </a:moveTo>
                  <a:cubicBezTo>
                    <a:pt x="347" y="120"/>
                    <a:pt x="215" y="116"/>
                    <a:pt x="177" y="49"/>
                  </a:cubicBezTo>
                  <a:cubicBezTo>
                    <a:pt x="165" y="74"/>
                    <a:pt x="141" y="92"/>
                    <a:pt x="109" y="89"/>
                  </a:cubicBezTo>
                  <a:cubicBezTo>
                    <a:pt x="81" y="86"/>
                    <a:pt x="51" y="74"/>
                    <a:pt x="36" y="51"/>
                  </a:cubicBezTo>
                  <a:cubicBezTo>
                    <a:pt x="29" y="63"/>
                    <a:pt x="16" y="72"/>
                    <a:pt x="0" y="76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6" y="54"/>
                    <a:pt x="25" y="44"/>
                    <a:pt x="29" y="29"/>
                  </a:cubicBezTo>
                  <a:cubicBezTo>
                    <a:pt x="28" y="24"/>
                    <a:pt x="28" y="19"/>
                    <a:pt x="29" y="14"/>
                  </a:cubicBezTo>
                  <a:cubicBezTo>
                    <a:pt x="29" y="13"/>
                    <a:pt x="30" y="12"/>
                    <a:pt x="31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3"/>
                    <a:pt x="38" y="3"/>
                    <a:pt x="41" y="8"/>
                  </a:cubicBezTo>
                  <a:cubicBezTo>
                    <a:pt x="48" y="9"/>
                    <a:pt x="50" y="19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4" y="33"/>
                    <a:pt x="49" y="41"/>
                    <a:pt x="56" y="49"/>
                  </a:cubicBezTo>
                  <a:cubicBezTo>
                    <a:pt x="62" y="58"/>
                    <a:pt x="71" y="64"/>
                    <a:pt x="83" y="67"/>
                  </a:cubicBezTo>
                  <a:cubicBezTo>
                    <a:pt x="89" y="69"/>
                    <a:pt x="97" y="70"/>
                    <a:pt x="103" y="71"/>
                  </a:cubicBezTo>
                  <a:cubicBezTo>
                    <a:pt x="144" y="76"/>
                    <a:pt x="168" y="49"/>
                    <a:pt x="168" y="11"/>
                  </a:cubicBezTo>
                  <a:cubicBezTo>
                    <a:pt x="169" y="0"/>
                    <a:pt x="185" y="0"/>
                    <a:pt x="185" y="11"/>
                  </a:cubicBezTo>
                  <a:cubicBezTo>
                    <a:pt x="181" y="102"/>
                    <a:pt x="372" y="115"/>
                    <a:pt x="367" y="11"/>
                  </a:cubicBezTo>
                  <a:cubicBezTo>
                    <a:pt x="367" y="1"/>
                    <a:pt x="383" y="1"/>
                    <a:pt x="384" y="11"/>
                  </a:cubicBezTo>
                  <a:cubicBezTo>
                    <a:pt x="386" y="47"/>
                    <a:pt x="424" y="66"/>
                    <a:pt x="458" y="64"/>
                  </a:cubicBezTo>
                  <a:cubicBezTo>
                    <a:pt x="485" y="62"/>
                    <a:pt x="500" y="44"/>
                    <a:pt x="503" y="21"/>
                  </a:cubicBezTo>
                  <a:cubicBezTo>
                    <a:pt x="574" y="81"/>
                    <a:pt x="574" y="81"/>
                    <a:pt x="574" y="81"/>
                  </a:cubicBezTo>
                  <a:cubicBezTo>
                    <a:pt x="550" y="76"/>
                    <a:pt x="527" y="61"/>
                    <a:pt x="514" y="40"/>
                  </a:cubicBezTo>
                  <a:cubicBezTo>
                    <a:pt x="506" y="63"/>
                    <a:pt x="487" y="80"/>
                    <a:pt x="458" y="80"/>
                  </a:cubicBezTo>
                  <a:cubicBezTo>
                    <a:pt x="425" y="80"/>
                    <a:pt x="394" y="69"/>
                    <a:pt x="378" y="4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任意多边形: 形状 87" descr="bf1cd371-1989-46f8-afc0-a0526da80ce1"/>
            <p:cNvSpPr/>
            <p:nvPr/>
          </p:nvSpPr>
          <p:spPr bwMode="auto">
            <a:xfrm flipH="1">
              <a:off x="9671049" y="3157538"/>
              <a:ext cx="446088" cy="222250"/>
            </a:xfrm>
            <a:custGeom>
              <a:avLst/>
              <a:gdLst>
                <a:gd name="T0" fmla="*/ 0 w 234"/>
                <a:gd name="T1" fmla="*/ 93 h 117"/>
                <a:gd name="T2" fmla="*/ 1 w 234"/>
                <a:gd name="T3" fmla="*/ 70 h 117"/>
                <a:gd name="T4" fmla="*/ 14 w 234"/>
                <a:gd name="T5" fmla="*/ 65 h 117"/>
                <a:gd name="T6" fmla="*/ 14 w 234"/>
                <a:gd name="T7" fmla="*/ 62 h 117"/>
                <a:gd name="T8" fmla="*/ 14 w 234"/>
                <a:gd name="T9" fmla="*/ 22 h 117"/>
                <a:gd name="T10" fmla="*/ 36 w 234"/>
                <a:gd name="T11" fmla="*/ 28 h 117"/>
                <a:gd name="T12" fmla="*/ 37 w 234"/>
                <a:gd name="T13" fmla="*/ 55 h 117"/>
                <a:gd name="T14" fmla="*/ 49 w 234"/>
                <a:gd name="T15" fmla="*/ 72 h 117"/>
                <a:gd name="T16" fmla="*/ 92 w 234"/>
                <a:gd name="T17" fmla="*/ 57 h 117"/>
                <a:gd name="T18" fmla="*/ 107 w 234"/>
                <a:gd name="T19" fmla="*/ 23 h 117"/>
                <a:gd name="T20" fmla="*/ 111 w 234"/>
                <a:gd name="T21" fmla="*/ 14 h 117"/>
                <a:gd name="T22" fmla="*/ 116 w 234"/>
                <a:gd name="T23" fmla="*/ 5 h 117"/>
                <a:gd name="T24" fmla="*/ 118 w 234"/>
                <a:gd name="T25" fmla="*/ 3 h 117"/>
                <a:gd name="T26" fmla="*/ 118 w 234"/>
                <a:gd name="T27" fmla="*/ 3 h 117"/>
                <a:gd name="T28" fmla="*/ 119 w 234"/>
                <a:gd name="T29" fmla="*/ 1 h 117"/>
                <a:gd name="T30" fmla="*/ 124 w 234"/>
                <a:gd name="T31" fmla="*/ 0 h 117"/>
                <a:gd name="T32" fmla="*/ 128 w 234"/>
                <a:gd name="T33" fmla="*/ 2 h 117"/>
                <a:gd name="T34" fmla="*/ 130 w 234"/>
                <a:gd name="T35" fmla="*/ 7 h 117"/>
                <a:gd name="T36" fmla="*/ 122 w 234"/>
                <a:gd name="T37" fmla="*/ 37 h 117"/>
                <a:gd name="T38" fmla="*/ 156 w 234"/>
                <a:gd name="T39" fmla="*/ 86 h 117"/>
                <a:gd name="T40" fmla="*/ 223 w 234"/>
                <a:gd name="T41" fmla="*/ 77 h 117"/>
                <a:gd name="T42" fmla="*/ 234 w 234"/>
                <a:gd name="T43" fmla="*/ 86 h 117"/>
                <a:gd name="T44" fmla="*/ 149 w 234"/>
                <a:gd name="T45" fmla="*/ 104 h 117"/>
                <a:gd name="T46" fmla="*/ 112 w 234"/>
                <a:gd name="T47" fmla="*/ 58 h 117"/>
                <a:gd name="T48" fmla="*/ 74 w 234"/>
                <a:gd name="T49" fmla="*/ 96 h 117"/>
                <a:gd name="T50" fmla="*/ 28 w 234"/>
                <a:gd name="T51" fmla="*/ 82 h 117"/>
                <a:gd name="T52" fmla="*/ 25 w 234"/>
                <a:gd name="T53" fmla="*/ 85 h 117"/>
                <a:gd name="T54" fmla="*/ 5 w 234"/>
                <a:gd name="T55" fmla="*/ 90 h 117"/>
                <a:gd name="T56" fmla="*/ 0 w 234"/>
                <a:gd name="T57" fmla="*/ 93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4" h="117">
                  <a:moveTo>
                    <a:pt x="0" y="93"/>
                  </a:moveTo>
                  <a:cubicBezTo>
                    <a:pt x="1" y="70"/>
                    <a:pt x="1" y="70"/>
                    <a:pt x="1" y="70"/>
                  </a:cubicBezTo>
                  <a:cubicBezTo>
                    <a:pt x="5" y="69"/>
                    <a:pt x="9" y="67"/>
                    <a:pt x="14" y="65"/>
                  </a:cubicBezTo>
                  <a:cubicBezTo>
                    <a:pt x="14" y="64"/>
                    <a:pt x="14" y="63"/>
                    <a:pt x="14" y="62"/>
                  </a:cubicBezTo>
                  <a:cubicBezTo>
                    <a:pt x="8" y="49"/>
                    <a:pt x="7" y="34"/>
                    <a:pt x="14" y="22"/>
                  </a:cubicBezTo>
                  <a:cubicBezTo>
                    <a:pt x="21" y="12"/>
                    <a:pt x="34" y="17"/>
                    <a:pt x="36" y="28"/>
                  </a:cubicBezTo>
                  <a:cubicBezTo>
                    <a:pt x="37" y="36"/>
                    <a:pt x="38" y="46"/>
                    <a:pt x="37" y="55"/>
                  </a:cubicBezTo>
                  <a:cubicBezTo>
                    <a:pt x="41" y="62"/>
                    <a:pt x="46" y="69"/>
                    <a:pt x="49" y="72"/>
                  </a:cubicBezTo>
                  <a:cubicBezTo>
                    <a:pt x="66" y="85"/>
                    <a:pt x="82" y="70"/>
                    <a:pt x="92" y="57"/>
                  </a:cubicBezTo>
                  <a:cubicBezTo>
                    <a:pt x="99" y="47"/>
                    <a:pt x="103" y="35"/>
                    <a:pt x="107" y="23"/>
                  </a:cubicBezTo>
                  <a:cubicBezTo>
                    <a:pt x="109" y="20"/>
                    <a:pt x="110" y="17"/>
                    <a:pt x="111" y="14"/>
                  </a:cubicBezTo>
                  <a:cubicBezTo>
                    <a:pt x="112" y="11"/>
                    <a:pt x="114" y="8"/>
                    <a:pt x="116" y="5"/>
                  </a:cubicBezTo>
                  <a:cubicBezTo>
                    <a:pt x="117" y="4"/>
                    <a:pt x="118" y="2"/>
                    <a:pt x="118" y="3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8" y="2"/>
                    <a:pt x="118" y="2"/>
                    <a:pt x="119" y="1"/>
                  </a:cubicBezTo>
                  <a:cubicBezTo>
                    <a:pt x="120" y="0"/>
                    <a:pt x="122" y="0"/>
                    <a:pt x="124" y="0"/>
                  </a:cubicBezTo>
                  <a:cubicBezTo>
                    <a:pt x="125" y="0"/>
                    <a:pt x="127" y="1"/>
                    <a:pt x="128" y="2"/>
                  </a:cubicBezTo>
                  <a:cubicBezTo>
                    <a:pt x="129" y="3"/>
                    <a:pt x="130" y="5"/>
                    <a:pt x="130" y="7"/>
                  </a:cubicBezTo>
                  <a:cubicBezTo>
                    <a:pt x="130" y="15"/>
                    <a:pt x="126" y="26"/>
                    <a:pt x="122" y="37"/>
                  </a:cubicBezTo>
                  <a:cubicBezTo>
                    <a:pt x="126" y="58"/>
                    <a:pt x="143" y="80"/>
                    <a:pt x="156" y="86"/>
                  </a:cubicBezTo>
                  <a:cubicBezTo>
                    <a:pt x="179" y="96"/>
                    <a:pt x="205" y="92"/>
                    <a:pt x="223" y="77"/>
                  </a:cubicBezTo>
                  <a:cubicBezTo>
                    <a:pt x="234" y="86"/>
                    <a:pt x="234" y="86"/>
                    <a:pt x="234" y="86"/>
                  </a:cubicBezTo>
                  <a:cubicBezTo>
                    <a:pt x="212" y="107"/>
                    <a:pt x="179" y="117"/>
                    <a:pt x="149" y="104"/>
                  </a:cubicBezTo>
                  <a:cubicBezTo>
                    <a:pt x="133" y="97"/>
                    <a:pt x="119" y="78"/>
                    <a:pt x="112" y="58"/>
                  </a:cubicBezTo>
                  <a:cubicBezTo>
                    <a:pt x="104" y="73"/>
                    <a:pt x="91" y="90"/>
                    <a:pt x="74" y="96"/>
                  </a:cubicBezTo>
                  <a:cubicBezTo>
                    <a:pt x="59" y="101"/>
                    <a:pt x="41" y="94"/>
                    <a:pt x="28" y="82"/>
                  </a:cubicBezTo>
                  <a:cubicBezTo>
                    <a:pt x="28" y="83"/>
                    <a:pt x="27" y="84"/>
                    <a:pt x="25" y="85"/>
                  </a:cubicBezTo>
                  <a:cubicBezTo>
                    <a:pt x="20" y="90"/>
                    <a:pt x="12" y="92"/>
                    <a:pt x="5" y="90"/>
                  </a:cubicBezTo>
                  <a:cubicBezTo>
                    <a:pt x="4" y="91"/>
                    <a:pt x="2" y="92"/>
                    <a:pt x="0" y="93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任意多边形: 形状 88" descr="a4a8eb87-5099-4244-893d-2053cdcfcbe1"/>
            <p:cNvSpPr/>
            <p:nvPr/>
          </p:nvSpPr>
          <p:spPr bwMode="auto">
            <a:xfrm flipH="1">
              <a:off x="9301162" y="3465513"/>
              <a:ext cx="819150" cy="179388"/>
            </a:xfrm>
            <a:custGeom>
              <a:avLst/>
              <a:gdLst>
                <a:gd name="T0" fmla="*/ 344 w 431"/>
                <a:gd name="T1" fmla="*/ 58 h 95"/>
                <a:gd name="T2" fmla="*/ 204 w 431"/>
                <a:gd name="T3" fmla="*/ 30 h 95"/>
                <a:gd name="T4" fmla="*/ 188 w 431"/>
                <a:gd name="T5" fmla="*/ 61 h 95"/>
                <a:gd name="T6" fmla="*/ 138 w 431"/>
                <a:gd name="T7" fmla="*/ 75 h 95"/>
                <a:gd name="T8" fmla="*/ 91 w 431"/>
                <a:gd name="T9" fmla="*/ 59 h 95"/>
                <a:gd name="T10" fmla="*/ 53 w 431"/>
                <a:gd name="T11" fmla="*/ 81 h 95"/>
                <a:gd name="T12" fmla="*/ 0 w 431"/>
                <a:gd name="T13" fmla="*/ 69 h 95"/>
                <a:gd name="T14" fmla="*/ 0 w 431"/>
                <a:gd name="T15" fmla="*/ 51 h 95"/>
                <a:gd name="T16" fmla="*/ 48 w 431"/>
                <a:gd name="T17" fmla="*/ 64 h 95"/>
                <a:gd name="T18" fmla="*/ 80 w 431"/>
                <a:gd name="T19" fmla="*/ 44 h 95"/>
                <a:gd name="T20" fmla="*/ 79 w 431"/>
                <a:gd name="T21" fmla="*/ 12 h 95"/>
                <a:gd name="T22" fmla="*/ 93 w 431"/>
                <a:gd name="T23" fmla="*/ 9 h 95"/>
                <a:gd name="T24" fmla="*/ 100 w 431"/>
                <a:gd name="T25" fmla="*/ 42 h 95"/>
                <a:gd name="T26" fmla="*/ 148 w 431"/>
                <a:gd name="T27" fmla="*/ 58 h 95"/>
                <a:gd name="T28" fmla="*/ 180 w 431"/>
                <a:gd name="T29" fmla="*/ 15 h 95"/>
                <a:gd name="T30" fmla="*/ 189 w 431"/>
                <a:gd name="T31" fmla="*/ 9 h 95"/>
                <a:gd name="T32" fmla="*/ 197 w 431"/>
                <a:gd name="T33" fmla="*/ 11 h 95"/>
                <a:gd name="T34" fmla="*/ 209 w 431"/>
                <a:gd name="T35" fmla="*/ 8 h 95"/>
                <a:gd name="T36" fmla="*/ 249 w 431"/>
                <a:gd name="T37" fmla="*/ 49 h 95"/>
                <a:gd name="T38" fmla="*/ 288 w 431"/>
                <a:gd name="T39" fmla="*/ 64 h 95"/>
                <a:gd name="T40" fmla="*/ 319 w 431"/>
                <a:gd name="T41" fmla="*/ 56 h 95"/>
                <a:gd name="T42" fmla="*/ 329 w 431"/>
                <a:gd name="T43" fmla="*/ 32 h 95"/>
                <a:gd name="T44" fmla="*/ 327 w 431"/>
                <a:gd name="T45" fmla="*/ 27 h 95"/>
                <a:gd name="T46" fmla="*/ 330 w 431"/>
                <a:gd name="T47" fmla="*/ 19 h 95"/>
                <a:gd name="T48" fmla="*/ 335 w 431"/>
                <a:gd name="T49" fmla="*/ 16 h 95"/>
                <a:gd name="T50" fmla="*/ 340 w 431"/>
                <a:gd name="T51" fmla="*/ 14 h 95"/>
                <a:gd name="T52" fmla="*/ 349 w 431"/>
                <a:gd name="T53" fmla="*/ 22 h 95"/>
                <a:gd name="T54" fmla="*/ 350 w 431"/>
                <a:gd name="T55" fmla="*/ 41 h 95"/>
                <a:gd name="T56" fmla="*/ 399 w 431"/>
                <a:gd name="T57" fmla="*/ 68 h 95"/>
                <a:gd name="T58" fmla="*/ 406 w 431"/>
                <a:gd name="T59" fmla="*/ 70 h 95"/>
                <a:gd name="T60" fmla="*/ 406 w 431"/>
                <a:gd name="T61" fmla="*/ 70 h 95"/>
                <a:gd name="T62" fmla="*/ 431 w 431"/>
                <a:gd name="T63" fmla="*/ 91 h 95"/>
                <a:gd name="T64" fmla="*/ 428 w 431"/>
                <a:gd name="T65" fmla="*/ 91 h 95"/>
                <a:gd name="T66" fmla="*/ 344 w 431"/>
                <a:gd name="T67" fmla="*/ 5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31" h="95">
                  <a:moveTo>
                    <a:pt x="344" y="58"/>
                  </a:moveTo>
                  <a:cubicBezTo>
                    <a:pt x="320" y="95"/>
                    <a:pt x="232" y="76"/>
                    <a:pt x="204" y="30"/>
                  </a:cubicBezTo>
                  <a:cubicBezTo>
                    <a:pt x="189" y="31"/>
                    <a:pt x="198" y="47"/>
                    <a:pt x="188" y="61"/>
                  </a:cubicBezTo>
                  <a:cubicBezTo>
                    <a:pt x="177" y="77"/>
                    <a:pt x="156" y="77"/>
                    <a:pt x="138" y="75"/>
                  </a:cubicBezTo>
                  <a:cubicBezTo>
                    <a:pt x="119" y="73"/>
                    <a:pt x="102" y="68"/>
                    <a:pt x="91" y="59"/>
                  </a:cubicBezTo>
                  <a:cubicBezTo>
                    <a:pt x="81" y="71"/>
                    <a:pt x="66" y="80"/>
                    <a:pt x="53" y="81"/>
                  </a:cubicBezTo>
                  <a:cubicBezTo>
                    <a:pt x="36" y="81"/>
                    <a:pt x="16" y="77"/>
                    <a:pt x="0" y="6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4" y="61"/>
                    <a:pt x="36" y="66"/>
                    <a:pt x="48" y="64"/>
                  </a:cubicBezTo>
                  <a:cubicBezTo>
                    <a:pt x="53" y="64"/>
                    <a:pt x="70" y="55"/>
                    <a:pt x="80" y="44"/>
                  </a:cubicBezTo>
                  <a:cubicBezTo>
                    <a:pt x="76" y="36"/>
                    <a:pt x="75" y="25"/>
                    <a:pt x="79" y="12"/>
                  </a:cubicBezTo>
                  <a:cubicBezTo>
                    <a:pt x="81" y="6"/>
                    <a:pt x="89" y="4"/>
                    <a:pt x="93" y="9"/>
                  </a:cubicBezTo>
                  <a:cubicBezTo>
                    <a:pt x="103" y="18"/>
                    <a:pt x="104" y="31"/>
                    <a:pt x="100" y="42"/>
                  </a:cubicBezTo>
                  <a:cubicBezTo>
                    <a:pt x="111" y="55"/>
                    <a:pt x="133" y="60"/>
                    <a:pt x="148" y="58"/>
                  </a:cubicBezTo>
                  <a:cubicBezTo>
                    <a:pt x="181" y="53"/>
                    <a:pt x="175" y="34"/>
                    <a:pt x="180" y="15"/>
                  </a:cubicBezTo>
                  <a:cubicBezTo>
                    <a:pt x="181" y="11"/>
                    <a:pt x="186" y="8"/>
                    <a:pt x="189" y="9"/>
                  </a:cubicBezTo>
                  <a:cubicBezTo>
                    <a:pt x="192" y="9"/>
                    <a:pt x="195" y="10"/>
                    <a:pt x="197" y="11"/>
                  </a:cubicBezTo>
                  <a:cubicBezTo>
                    <a:pt x="195" y="3"/>
                    <a:pt x="207" y="0"/>
                    <a:pt x="209" y="8"/>
                  </a:cubicBezTo>
                  <a:cubicBezTo>
                    <a:pt x="213" y="22"/>
                    <a:pt x="238" y="42"/>
                    <a:pt x="249" y="49"/>
                  </a:cubicBezTo>
                  <a:cubicBezTo>
                    <a:pt x="261" y="57"/>
                    <a:pt x="275" y="63"/>
                    <a:pt x="288" y="64"/>
                  </a:cubicBezTo>
                  <a:cubicBezTo>
                    <a:pt x="299" y="65"/>
                    <a:pt x="309" y="62"/>
                    <a:pt x="319" y="56"/>
                  </a:cubicBezTo>
                  <a:cubicBezTo>
                    <a:pt x="322" y="48"/>
                    <a:pt x="326" y="40"/>
                    <a:pt x="329" y="32"/>
                  </a:cubicBezTo>
                  <a:cubicBezTo>
                    <a:pt x="328" y="31"/>
                    <a:pt x="328" y="29"/>
                    <a:pt x="327" y="27"/>
                  </a:cubicBezTo>
                  <a:cubicBezTo>
                    <a:pt x="327" y="25"/>
                    <a:pt x="328" y="21"/>
                    <a:pt x="330" y="19"/>
                  </a:cubicBezTo>
                  <a:cubicBezTo>
                    <a:pt x="332" y="18"/>
                    <a:pt x="333" y="17"/>
                    <a:pt x="335" y="16"/>
                  </a:cubicBezTo>
                  <a:cubicBezTo>
                    <a:pt x="336" y="14"/>
                    <a:pt x="338" y="14"/>
                    <a:pt x="340" y="14"/>
                  </a:cubicBezTo>
                  <a:cubicBezTo>
                    <a:pt x="349" y="22"/>
                    <a:pt x="349" y="22"/>
                    <a:pt x="349" y="22"/>
                  </a:cubicBezTo>
                  <a:cubicBezTo>
                    <a:pt x="351" y="29"/>
                    <a:pt x="351" y="35"/>
                    <a:pt x="350" y="41"/>
                  </a:cubicBezTo>
                  <a:cubicBezTo>
                    <a:pt x="363" y="53"/>
                    <a:pt x="394" y="66"/>
                    <a:pt x="399" y="68"/>
                  </a:cubicBezTo>
                  <a:cubicBezTo>
                    <a:pt x="402" y="68"/>
                    <a:pt x="404" y="69"/>
                    <a:pt x="406" y="70"/>
                  </a:cubicBezTo>
                  <a:cubicBezTo>
                    <a:pt x="406" y="70"/>
                    <a:pt x="406" y="70"/>
                    <a:pt x="406" y="70"/>
                  </a:cubicBezTo>
                  <a:cubicBezTo>
                    <a:pt x="431" y="91"/>
                    <a:pt x="431" y="91"/>
                    <a:pt x="431" y="91"/>
                  </a:cubicBezTo>
                  <a:cubicBezTo>
                    <a:pt x="430" y="91"/>
                    <a:pt x="429" y="91"/>
                    <a:pt x="428" y="91"/>
                  </a:cubicBezTo>
                  <a:cubicBezTo>
                    <a:pt x="400" y="88"/>
                    <a:pt x="365" y="79"/>
                    <a:pt x="344" y="5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任意多边形: 形状 89" descr="7e7c111f-a855-40d6-83b3-49224478b643"/>
            <p:cNvSpPr/>
            <p:nvPr/>
          </p:nvSpPr>
          <p:spPr bwMode="auto">
            <a:xfrm flipH="1">
              <a:off x="9867899" y="3087688"/>
              <a:ext cx="246063" cy="231775"/>
            </a:xfrm>
            <a:custGeom>
              <a:avLst/>
              <a:gdLst>
                <a:gd name="T0" fmla="*/ 100 w 130"/>
                <a:gd name="T1" fmla="*/ 9 h 122"/>
                <a:gd name="T2" fmla="*/ 130 w 130"/>
                <a:gd name="T3" fmla="*/ 35 h 122"/>
                <a:gd name="T4" fmla="*/ 127 w 130"/>
                <a:gd name="T5" fmla="*/ 39 h 122"/>
                <a:gd name="T6" fmla="*/ 123 w 130"/>
                <a:gd name="T7" fmla="*/ 37 h 122"/>
                <a:gd name="T8" fmla="*/ 118 w 130"/>
                <a:gd name="T9" fmla="*/ 38 h 122"/>
                <a:gd name="T10" fmla="*/ 117 w 130"/>
                <a:gd name="T11" fmla="*/ 40 h 122"/>
                <a:gd name="T12" fmla="*/ 117 w 130"/>
                <a:gd name="T13" fmla="*/ 40 h 122"/>
                <a:gd name="T14" fmla="*/ 115 w 130"/>
                <a:gd name="T15" fmla="*/ 42 h 122"/>
                <a:gd name="T16" fmla="*/ 110 w 130"/>
                <a:gd name="T17" fmla="*/ 51 h 122"/>
                <a:gd name="T18" fmla="*/ 106 w 130"/>
                <a:gd name="T19" fmla="*/ 60 h 122"/>
                <a:gd name="T20" fmla="*/ 91 w 130"/>
                <a:gd name="T21" fmla="*/ 94 h 122"/>
                <a:gd name="T22" fmla="*/ 48 w 130"/>
                <a:gd name="T23" fmla="*/ 109 h 122"/>
                <a:gd name="T24" fmla="*/ 36 w 130"/>
                <a:gd name="T25" fmla="*/ 92 h 122"/>
                <a:gd name="T26" fmla="*/ 35 w 130"/>
                <a:gd name="T27" fmla="*/ 65 h 122"/>
                <a:gd name="T28" fmla="*/ 13 w 130"/>
                <a:gd name="T29" fmla="*/ 59 h 122"/>
                <a:gd name="T30" fmla="*/ 13 w 130"/>
                <a:gd name="T31" fmla="*/ 99 h 122"/>
                <a:gd name="T32" fmla="*/ 13 w 130"/>
                <a:gd name="T33" fmla="*/ 102 h 122"/>
                <a:gd name="T34" fmla="*/ 0 w 130"/>
                <a:gd name="T35" fmla="*/ 107 h 122"/>
                <a:gd name="T36" fmla="*/ 1 w 130"/>
                <a:gd name="T37" fmla="*/ 0 h 122"/>
                <a:gd name="T38" fmla="*/ 55 w 130"/>
                <a:gd name="T39" fmla="*/ 15 h 122"/>
                <a:gd name="T40" fmla="*/ 100 w 130"/>
                <a:gd name="T41" fmla="*/ 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0" h="122">
                  <a:moveTo>
                    <a:pt x="100" y="9"/>
                  </a:moveTo>
                  <a:cubicBezTo>
                    <a:pt x="130" y="35"/>
                    <a:pt x="130" y="35"/>
                    <a:pt x="130" y="35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6" y="38"/>
                    <a:pt x="124" y="37"/>
                    <a:pt x="123" y="37"/>
                  </a:cubicBezTo>
                  <a:cubicBezTo>
                    <a:pt x="121" y="37"/>
                    <a:pt x="119" y="37"/>
                    <a:pt x="118" y="38"/>
                  </a:cubicBezTo>
                  <a:cubicBezTo>
                    <a:pt x="117" y="39"/>
                    <a:pt x="117" y="39"/>
                    <a:pt x="117" y="40"/>
                  </a:cubicBezTo>
                  <a:cubicBezTo>
                    <a:pt x="117" y="40"/>
                    <a:pt x="117" y="40"/>
                    <a:pt x="117" y="40"/>
                  </a:cubicBezTo>
                  <a:cubicBezTo>
                    <a:pt x="117" y="39"/>
                    <a:pt x="116" y="41"/>
                    <a:pt x="115" y="42"/>
                  </a:cubicBezTo>
                  <a:cubicBezTo>
                    <a:pt x="113" y="45"/>
                    <a:pt x="111" y="48"/>
                    <a:pt x="110" y="51"/>
                  </a:cubicBezTo>
                  <a:cubicBezTo>
                    <a:pt x="109" y="54"/>
                    <a:pt x="108" y="57"/>
                    <a:pt x="106" y="60"/>
                  </a:cubicBezTo>
                  <a:cubicBezTo>
                    <a:pt x="102" y="72"/>
                    <a:pt x="98" y="84"/>
                    <a:pt x="91" y="94"/>
                  </a:cubicBezTo>
                  <a:cubicBezTo>
                    <a:pt x="81" y="107"/>
                    <a:pt x="65" y="122"/>
                    <a:pt x="48" y="109"/>
                  </a:cubicBezTo>
                  <a:cubicBezTo>
                    <a:pt x="45" y="106"/>
                    <a:pt x="40" y="99"/>
                    <a:pt x="36" y="92"/>
                  </a:cubicBezTo>
                  <a:cubicBezTo>
                    <a:pt x="37" y="83"/>
                    <a:pt x="36" y="73"/>
                    <a:pt x="35" y="65"/>
                  </a:cubicBezTo>
                  <a:cubicBezTo>
                    <a:pt x="33" y="54"/>
                    <a:pt x="20" y="49"/>
                    <a:pt x="13" y="59"/>
                  </a:cubicBezTo>
                  <a:cubicBezTo>
                    <a:pt x="6" y="71"/>
                    <a:pt x="7" y="86"/>
                    <a:pt x="13" y="99"/>
                  </a:cubicBezTo>
                  <a:cubicBezTo>
                    <a:pt x="13" y="100"/>
                    <a:pt x="13" y="101"/>
                    <a:pt x="13" y="102"/>
                  </a:cubicBezTo>
                  <a:cubicBezTo>
                    <a:pt x="8" y="104"/>
                    <a:pt x="4" y="106"/>
                    <a:pt x="0" y="107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7" y="9"/>
                    <a:pt x="38" y="13"/>
                    <a:pt x="55" y="15"/>
                  </a:cubicBezTo>
                  <a:cubicBezTo>
                    <a:pt x="71" y="16"/>
                    <a:pt x="86" y="15"/>
                    <a:pt x="10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任意多边形: 形状 90" descr="c112b3be-e5d0-49e2-8718-a4cc7a16d240"/>
            <p:cNvSpPr/>
            <p:nvPr/>
          </p:nvSpPr>
          <p:spPr bwMode="auto">
            <a:xfrm flipH="1">
              <a:off x="9559924" y="4362450"/>
              <a:ext cx="576263" cy="146050"/>
            </a:xfrm>
            <a:custGeom>
              <a:avLst/>
              <a:gdLst>
                <a:gd name="T0" fmla="*/ 280 w 303"/>
                <a:gd name="T1" fmla="*/ 69 h 77"/>
                <a:gd name="T2" fmla="*/ 272 w 303"/>
                <a:gd name="T3" fmla="*/ 70 h 77"/>
                <a:gd name="T4" fmla="*/ 236 w 303"/>
                <a:gd name="T5" fmla="*/ 47 h 77"/>
                <a:gd name="T6" fmla="*/ 183 w 303"/>
                <a:gd name="T7" fmla="*/ 71 h 77"/>
                <a:gd name="T8" fmla="*/ 89 w 303"/>
                <a:gd name="T9" fmla="*/ 34 h 77"/>
                <a:gd name="T10" fmla="*/ 80 w 303"/>
                <a:gd name="T11" fmla="*/ 43 h 77"/>
                <a:gd name="T12" fmla="*/ 29 w 303"/>
                <a:gd name="T13" fmla="*/ 66 h 77"/>
                <a:gd name="T14" fmla="*/ 0 w 303"/>
                <a:gd name="T15" fmla="*/ 61 h 77"/>
                <a:gd name="T16" fmla="*/ 0 w 303"/>
                <a:gd name="T17" fmla="*/ 40 h 77"/>
                <a:gd name="T18" fmla="*/ 16 w 303"/>
                <a:gd name="T19" fmla="*/ 43 h 77"/>
                <a:gd name="T20" fmla="*/ 75 w 303"/>
                <a:gd name="T21" fmla="*/ 19 h 77"/>
                <a:gd name="T22" fmla="*/ 84 w 303"/>
                <a:gd name="T23" fmla="*/ 9 h 77"/>
                <a:gd name="T24" fmla="*/ 85 w 303"/>
                <a:gd name="T25" fmla="*/ 5 h 77"/>
                <a:gd name="T26" fmla="*/ 89 w 303"/>
                <a:gd name="T27" fmla="*/ 1 h 77"/>
                <a:gd name="T28" fmla="*/ 94 w 303"/>
                <a:gd name="T29" fmla="*/ 0 h 77"/>
                <a:gd name="T30" fmla="*/ 96 w 303"/>
                <a:gd name="T31" fmla="*/ 0 h 77"/>
                <a:gd name="T32" fmla="*/ 106 w 303"/>
                <a:gd name="T33" fmla="*/ 12 h 77"/>
                <a:gd name="T34" fmla="*/ 100 w 303"/>
                <a:gd name="T35" fmla="*/ 23 h 77"/>
                <a:gd name="T36" fmla="*/ 144 w 303"/>
                <a:gd name="T37" fmla="*/ 55 h 77"/>
                <a:gd name="T38" fmla="*/ 195 w 303"/>
                <a:gd name="T39" fmla="*/ 51 h 77"/>
                <a:gd name="T40" fmla="*/ 225 w 303"/>
                <a:gd name="T41" fmla="*/ 35 h 77"/>
                <a:gd name="T42" fmla="*/ 229 w 303"/>
                <a:gd name="T43" fmla="*/ 34 h 77"/>
                <a:gd name="T44" fmla="*/ 228 w 303"/>
                <a:gd name="T45" fmla="*/ 20 h 77"/>
                <a:gd name="T46" fmla="*/ 234 w 303"/>
                <a:gd name="T47" fmla="*/ 15 h 77"/>
                <a:gd name="T48" fmla="*/ 240 w 303"/>
                <a:gd name="T49" fmla="*/ 13 h 77"/>
                <a:gd name="T50" fmla="*/ 249 w 303"/>
                <a:gd name="T51" fmla="*/ 17 h 77"/>
                <a:gd name="T52" fmla="*/ 248 w 303"/>
                <a:gd name="T53" fmla="*/ 35 h 77"/>
                <a:gd name="T54" fmla="*/ 303 w 303"/>
                <a:gd name="T55" fmla="*/ 63 h 77"/>
                <a:gd name="T56" fmla="*/ 280 w 303"/>
                <a:gd name="T57" fmla="*/ 6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03" h="77">
                  <a:moveTo>
                    <a:pt x="280" y="69"/>
                  </a:moveTo>
                  <a:cubicBezTo>
                    <a:pt x="272" y="70"/>
                    <a:pt x="272" y="70"/>
                    <a:pt x="272" y="70"/>
                  </a:cubicBezTo>
                  <a:cubicBezTo>
                    <a:pt x="258" y="65"/>
                    <a:pt x="245" y="57"/>
                    <a:pt x="236" y="47"/>
                  </a:cubicBezTo>
                  <a:cubicBezTo>
                    <a:pt x="220" y="60"/>
                    <a:pt x="194" y="69"/>
                    <a:pt x="183" y="71"/>
                  </a:cubicBezTo>
                  <a:cubicBezTo>
                    <a:pt x="152" y="77"/>
                    <a:pt x="105" y="63"/>
                    <a:pt x="89" y="34"/>
                  </a:cubicBezTo>
                  <a:cubicBezTo>
                    <a:pt x="86" y="37"/>
                    <a:pt x="82" y="40"/>
                    <a:pt x="80" y="43"/>
                  </a:cubicBezTo>
                  <a:cubicBezTo>
                    <a:pt x="66" y="58"/>
                    <a:pt x="50" y="67"/>
                    <a:pt x="29" y="66"/>
                  </a:cubicBezTo>
                  <a:cubicBezTo>
                    <a:pt x="20" y="65"/>
                    <a:pt x="10" y="64"/>
                    <a:pt x="0" y="6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1"/>
                    <a:pt x="11" y="42"/>
                    <a:pt x="16" y="43"/>
                  </a:cubicBezTo>
                  <a:cubicBezTo>
                    <a:pt x="47" y="49"/>
                    <a:pt x="56" y="39"/>
                    <a:pt x="75" y="19"/>
                  </a:cubicBezTo>
                  <a:cubicBezTo>
                    <a:pt x="78" y="15"/>
                    <a:pt x="81" y="12"/>
                    <a:pt x="84" y="9"/>
                  </a:cubicBezTo>
                  <a:cubicBezTo>
                    <a:pt x="85" y="8"/>
                    <a:pt x="85" y="6"/>
                    <a:pt x="85" y="5"/>
                  </a:cubicBezTo>
                  <a:cubicBezTo>
                    <a:pt x="85" y="3"/>
                    <a:pt x="87" y="1"/>
                    <a:pt x="89" y="1"/>
                  </a:cubicBezTo>
                  <a:cubicBezTo>
                    <a:pt x="91" y="1"/>
                    <a:pt x="92" y="0"/>
                    <a:pt x="94" y="0"/>
                  </a:cubicBezTo>
                  <a:cubicBezTo>
                    <a:pt x="95" y="0"/>
                    <a:pt x="95" y="0"/>
                    <a:pt x="96" y="0"/>
                  </a:cubicBezTo>
                  <a:cubicBezTo>
                    <a:pt x="102" y="0"/>
                    <a:pt x="108" y="5"/>
                    <a:pt x="106" y="12"/>
                  </a:cubicBezTo>
                  <a:cubicBezTo>
                    <a:pt x="105" y="15"/>
                    <a:pt x="103" y="19"/>
                    <a:pt x="100" y="23"/>
                  </a:cubicBezTo>
                  <a:cubicBezTo>
                    <a:pt x="112" y="35"/>
                    <a:pt x="139" y="53"/>
                    <a:pt x="144" y="55"/>
                  </a:cubicBezTo>
                  <a:cubicBezTo>
                    <a:pt x="161" y="60"/>
                    <a:pt x="178" y="57"/>
                    <a:pt x="195" y="51"/>
                  </a:cubicBezTo>
                  <a:cubicBezTo>
                    <a:pt x="205" y="47"/>
                    <a:pt x="215" y="39"/>
                    <a:pt x="225" y="35"/>
                  </a:cubicBezTo>
                  <a:cubicBezTo>
                    <a:pt x="226" y="35"/>
                    <a:pt x="227" y="35"/>
                    <a:pt x="229" y="34"/>
                  </a:cubicBezTo>
                  <a:cubicBezTo>
                    <a:pt x="227" y="30"/>
                    <a:pt x="227" y="25"/>
                    <a:pt x="228" y="20"/>
                  </a:cubicBezTo>
                  <a:cubicBezTo>
                    <a:pt x="228" y="18"/>
                    <a:pt x="231" y="15"/>
                    <a:pt x="234" y="15"/>
                  </a:cubicBezTo>
                  <a:cubicBezTo>
                    <a:pt x="236" y="14"/>
                    <a:pt x="238" y="14"/>
                    <a:pt x="240" y="13"/>
                  </a:cubicBezTo>
                  <a:cubicBezTo>
                    <a:pt x="244" y="13"/>
                    <a:pt x="247" y="14"/>
                    <a:pt x="249" y="17"/>
                  </a:cubicBezTo>
                  <a:cubicBezTo>
                    <a:pt x="253" y="24"/>
                    <a:pt x="252" y="30"/>
                    <a:pt x="248" y="35"/>
                  </a:cubicBezTo>
                  <a:cubicBezTo>
                    <a:pt x="267" y="41"/>
                    <a:pt x="283" y="58"/>
                    <a:pt x="303" y="63"/>
                  </a:cubicBezTo>
                  <a:lnTo>
                    <a:pt x="280" y="69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任意多边形: 形状 91" descr="b326cce6-47bb-4d7a-b21e-514659504bd8"/>
            <p:cNvSpPr/>
            <p:nvPr/>
          </p:nvSpPr>
          <p:spPr bwMode="auto">
            <a:xfrm flipH="1">
              <a:off x="9925049" y="3024188"/>
              <a:ext cx="187325" cy="93663"/>
            </a:xfrm>
            <a:custGeom>
              <a:avLst/>
              <a:gdLst>
                <a:gd name="T0" fmla="*/ 66 w 99"/>
                <a:gd name="T1" fmla="*/ 28 h 49"/>
                <a:gd name="T2" fmla="*/ 80 w 99"/>
                <a:gd name="T3" fmla="*/ 26 h 49"/>
                <a:gd name="T4" fmla="*/ 99 w 99"/>
                <a:gd name="T5" fmla="*/ 42 h 49"/>
                <a:gd name="T6" fmla="*/ 54 w 99"/>
                <a:gd name="T7" fmla="*/ 48 h 49"/>
                <a:gd name="T8" fmla="*/ 0 w 99"/>
                <a:gd name="T9" fmla="*/ 33 h 49"/>
                <a:gd name="T10" fmla="*/ 1 w 99"/>
                <a:gd name="T11" fmla="*/ 0 h 49"/>
                <a:gd name="T12" fmla="*/ 66 w 99"/>
                <a:gd name="T13" fmla="*/ 2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49">
                  <a:moveTo>
                    <a:pt x="66" y="28"/>
                  </a:moveTo>
                  <a:cubicBezTo>
                    <a:pt x="72" y="28"/>
                    <a:pt x="76" y="27"/>
                    <a:pt x="80" y="2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85" y="48"/>
                    <a:pt x="70" y="49"/>
                    <a:pt x="54" y="48"/>
                  </a:cubicBezTo>
                  <a:cubicBezTo>
                    <a:pt x="37" y="46"/>
                    <a:pt x="16" y="42"/>
                    <a:pt x="0" y="3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9" y="23"/>
                    <a:pt x="42" y="28"/>
                    <a:pt x="66" y="2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任意多边形: 形状 92" descr="1cd16f85-ed8b-4640-be91-9aab051010f4"/>
            <p:cNvSpPr/>
            <p:nvPr/>
          </p:nvSpPr>
          <p:spPr bwMode="auto">
            <a:xfrm flipH="1">
              <a:off x="8742361" y="3946525"/>
              <a:ext cx="1385888" cy="203200"/>
            </a:xfrm>
            <a:custGeom>
              <a:avLst/>
              <a:gdLst>
                <a:gd name="T0" fmla="*/ 272 w 729"/>
                <a:gd name="T1" fmla="*/ 5 h 107"/>
                <a:gd name="T2" fmla="*/ 312 w 729"/>
                <a:gd name="T3" fmla="*/ 44 h 107"/>
                <a:gd name="T4" fmla="*/ 419 w 729"/>
                <a:gd name="T5" fmla="*/ 12 h 107"/>
                <a:gd name="T6" fmla="*/ 431 w 729"/>
                <a:gd name="T7" fmla="*/ 8 h 107"/>
                <a:gd name="T8" fmla="*/ 501 w 729"/>
                <a:gd name="T9" fmla="*/ 53 h 107"/>
                <a:gd name="T10" fmla="*/ 577 w 729"/>
                <a:gd name="T11" fmla="*/ 25 h 107"/>
                <a:gd name="T12" fmla="*/ 592 w 729"/>
                <a:gd name="T13" fmla="*/ 25 h 107"/>
                <a:gd name="T14" fmla="*/ 712 w 729"/>
                <a:gd name="T15" fmla="*/ 75 h 107"/>
                <a:gd name="T16" fmla="*/ 729 w 729"/>
                <a:gd name="T17" fmla="*/ 90 h 107"/>
                <a:gd name="T18" fmla="*/ 684 w 729"/>
                <a:gd name="T19" fmla="*/ 89 h 107"/>
                <a:gd name="T20" fmla="*/ 641 w 729"/>
                <a:gd name="T21" fmla="*/ 80 h 107"/>
                <a:gd name="T22" fmla="*/ 586 w 729"/>
                <a:gd name="T23" fmla="*/ 50 h 107"/>
                <a:gd name="T24" fmla="*/ 429 w 729"/>
                <a:gd name="T25" fmla="*/ 26 h 107"/>
                <a:gd name="T26" fmla="*/ 347 w 729"/>
                <a:gd name="T27" fmla="*/ 68 h 107"/>
                <a:gd name="T28" fmla="*/ 279 w 729"/>
                <a:gd name="T29" fmla="*/ 35 h 107"/>
                <a:gd name="T30" fmla="*/ 173 w 729"/>
                <a:gd name="T31" fmla="*/ 63 h 107"/>
                <a:gd name="T32" fmla="*/ 99 w 729"/>
                <a:gd name="T33" fmla="*/ 47 h 107"/>
                <a:gd name="T34" fmla="*/ 65 w 729"/>
                <a:gd name="T35" fmla="*/ 61 h 107"/>
                <a:gd name="T36" fmla="*/ 19 w 729"/>
                <a:gd name="T37" fmla="*/ 59 h 107"/>
                <a:gd name="T38" fmla="*/ 0 w 729"/>
                <a:gd name="T39" fmla="*/ 54 h 107"/>
                <a:gd name="T40" fmla="*/ 0 w 729"/>
                <a:gd name="T41" fmla="*/ 35 h 107"/>
                <a:gd name="T42" fmla="*/ 30 w 729"/>
                <a:gd name="T43" fmla="*/ 41 h 107"/>
                <a:gd name="T44" fmla="*/ 82 w 729"/>
                <a:gd name="T45" fmla="*/ 37 h 107"/>
                <a:gd name="T46" fmla="*/ 85 w 729"/>
                <a:gd name="T47" fmla="*/ 31 h 107"/>
                <a:gd name="T48" fmla="*/ 86 w 729"/>
                <a:gd name="T49" fmla="*/ 26 h 107"/>
                <a:gd name="T50" fmla="*/ 88 w 729"/>
                <a:gd name="T51" fmla="*/ 12 h 107"/>
                <a:gd name="T52" fmla="*/ 104 w 729"/>
                <a:gd name="T53" fmla="*/ 13 h 107"/>
                <a:gd name="T54" fmla="*/ 177 w 729"/>
                <a:gd name="T55" fmla="*/ 46 h 107"/>
                <a:gd name="T56" fmla="*/ 265 w 729"/>
                <a:gd name="T57" fmla="*/ 14 h 107"/>
                <a:gd name="T58" fmla="*/ 263 w 729"/>
                <a:gd name="T59" fmla="*/ 10 h 107"/>
                <a:gd name="T60" fmla="*/ 272 w 729"/>
                <a:gd name="T61" fmla="*/ 5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29" h="107">
                  <a:moveTo>
                    <a:pt x="272" y="5"/>
                  </a:moveTo>
                  <a:cubicBezTo>
                    <a:pt x="283" y="21"/>
                    <a:pt x="294" y="37"/>
                    <a:pt x="312" y="44"/>
                  </a:cubicBezTo>
                  <a:cubicBezTo>
                    <a:pt x="347" y="58"/>
                    <a:pt x="410" y="67"/>
                    <a:pt x="419" y="12"/>
                  </a:cubicBezTo>
                  <a:cubicBezTo>
                    <a:pt x="420" y="7"/>
                    <a:pt x="426" y="3"/>
                    <a:pt x="431" y="8"/>
                  </a:cubicBezTo>
                  <a:cubicBezTo>
                    <a:pt x="450" y="31"/>
                    <a:pt x="472" y="42"/>
                    <a:pt x="501" y="53"/>
                  </a:cubicBezTo>
                  <a:cubicBezTo>
                    <a:pt x="529" y="64"/>
                    <a:pt x="575" y="76"/>
                    <a:pt x="577" y="25"/>
                  </a:cubicBezTo>
                  <a:cubicBezTo>
                    <a:pt x="578" y="15"/>
                    <a:pt x="591" y="16"/>
                    <a:pt x="592" y="25"/>
                  </a:cubicBezTo>
                  <a:cubicBezTo>
                    <a:pt x="593" y="62"/>
                    <a:pt x="663" y="83"/>
                    <a:pt x="712" y="75"/>
                  </a:cubicBezTo>
                  <a:cubicBezTo>
                    <a:pt x="729" y="90"/>
                    <a:pt x="729" y="90"/>
                    <a:pt x="729" y="90"/>
                  </a:cubicBezTo>
                  <a:cubicBezTo>
                    <a:pt x="716" y="92"/>
                    <a:pt x="701" y="92"/>
                    <a:pt x="684" y="89"/>
                  </a:cubicBezTo>
                  <a:cubicBezTo>
                    <a:pt x="673" y="88"/>
                    <a:pt x="657" y="84"/>
                    <a:pt x="641" y="80"/>
                  </a:cubicBezTo>
                  <a:cubicBezTo>
                    <a:pt x="618" y="73"/>
                    <a:pt x="594" y="63"/>
                    <a:pt x="586" y="50"/>
                  </a:cubicBezTo>
                  <a:cubicBezTo>
                    <a:pt x="558" y="107"/>
                    <a:pt x="472" y="64"/>
                    <a:pt x="429" y="26"/>
                  </a:cubicBezTo>
                  <a:cubicBezTo>
                    <a:pt x="418" y="61"/>
                    <a:pt x="388" y="71"/>
                    <a:pt x="347" y="68"/>
                  </a:cubicBezTo>
                  <a:cubicBezTo>
                    <a:pt x="315" y="65"/>
                    <a:pt x="295" y="55"/>
                    <a:pt x="279" y="35"/>
                  </a:cubicBezTo>
                  <a:cubicBezTo>
                    <a:pt x="259" y="61"/>
                    <a:pt x="205" y="66"/>
                    <a:pt x="173" y="63"/>
                  </a:cubicBezTo>
                  <a:cubicBezTo>
                    <a:pt x="152" y="61"/>
                    <a:pt x="116" y="60"/>
                    <a:pt x="99" y="47"/>
                  </a:cubicBezTo>
                  <a:cubicBezTo>
                    <a:pt x="92" y="56"/>
                    <a:pt x="79" y="60"/>
                    <a:pt x="65" y="61"/>
                  </a:cubicBezTo>
                  <a:cubicBezTo>
                    <a:pt x="50" y="62"/>
                    <a:pt x="34" y="61"/>
                    <a:pt x="19" y="59"/>
                  </a:cubicBezTo>
                  <a:cubicBezTo>
                    <a:pt x="12" y="59"/>
                    <a:pt x="6" y="57"/>
                    <a:pt x="0" y="5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9" y="38"/>
                    <a:pt x="18" y="41"/>
                    <a:pt x="30" y="41"/>
                  </a:cubicBezTo>
                  <a:cubicBezTo>
                    <a:pt x="38" y="42"/>
                    <a:pt x="73" y="45"/>
                    <a:pt x="82" y="37"/>
                  </a:cubicBezTo>
                  <a:cubicBezTo>
                    <a:pt x="83" y="35"/>
                    <a:pt x="84" y="33"/>
                    <a:pt x="85" y="31"/>
                  </a:cubicBezTo>
                  <a:cubicBezTo>
                    <a:pt x="84" y="29"/>
                    <a:pt x="85" y="28"/>
                    <a:pt x="86" y="26"/>
                  </a:cubicBezTo>
                  <a:cubicBezTo>
                    <a:pt x="87" y="22"/>
                    <a:pt x="88" y="18"/>
                    <a:pt x="88" y="12"/>
                  </a:cubicBezTo>
                  <a:cubicBezTo>
                    <a:pt x="88" y="2"/>
                    <a:pt x="104" y="2"/>
                    <a:pt x="104" y="13"/>
                  </a:cubicBezTo>
                  <a:cubicBezTo>
                    <a:pt x="103" y="42"/>
                    <a:pt x="156" y="44"/>
                    <a:pt x="177" y="46"/>
                  </a:cubicBezTo>
                  <a:cubicBezTo>
                    <a:pt x="203" y="48"/>
                    <a:pt x="257" y="47"/>
                    <a:pt x="265" y="14"/>
                  </a:cubicBezTo>
                  <a:cubicBezTo>
                    <a:pt x="264" y="12"/>
                    <a:pt x="264" y="11"/>
                    <a:pt x="263" y="10"/>
                  </a:cubicBezTo>
                  <a:cubicBezTo>
                    <a:pt x="260" y="4"/>
                    <a:pt x="268" y="0"/>
                    <a:pt x="272" y="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任意多边形: 形状 93" descr="de09f30b-a810-4818-b8fe-883790de4182"/>
            <p:cNvSpPr/>
            <p:nvPr/>
          </p:nvSpPr>
          <p:spPr bwMode="auto">
            <a:xfrm flipH="1">
              <a:off x="10112374" y="3057525"/>
              <a:ext cx="555625" cy="257175"/>
            </a:xfrm>
            <a:custGeom>
              <a:avLst/>
              <a:gdLst>
                <a:gd name="T0" fmla="*/ 292 w 292"/>
                <a:gd name="T1" fmla="*/ 16 h 136"/>
                <a:gd name="T2" fmla="*/ 291 w 292"/>
                <a:gd name="T3" fmla="*/ 123 h 136"/>
                <a:gd name="T4" fmla="*/ 268 w 292"/>
                <a:gd name="T5" fmla="*/ 129 h 136"/>
                <a:gd name="T6" fmla="*/ 213 w 292"/>
                <a:gd name="T7" fmla="*/ 79 h 136"/>
                <a:gd name="T8" fmla="*/ 193 w 292"/>
                <a:gd name="T9" fmla="*/ 75 h 136"/>
                <a:gd name="T10" fmla="*/ 115 w 292"/>
                <a:gd name="T11" fmla="*/ 128 h 136"/>
                <a:gd name="T12" fmla="*/ 85 w 292"/>
                <a:gd name="T13" fmla="*/ 119 h 136"/>
                <a:gd name="T14" fmla="*/ 74 w 292"/>
                <a:gd name="T15" fmla="*/ 92 h 136"/>
                <a:gd name="T16" fmla="*/ 75 w 292"/>
                <a:gd name="T17" fmla="*/ 77 h 136"/>
                <a:gd name="T18" fmla="*/ 56 w 292"/>
                <a:gd name="T19" fmla="*/ 76 h 136"/>
                <a:gd name="T20" fmla="*/ 35 w 292"/>
                <a:gd name="T21" fmla="*/ 123 h 136"/>
                <a:gd name="T22" fmla="*/ 0 w 292"/>
                <a:gd name="T23" fmla="*/ 23 h 136"/>
                <a:gd name="T24" fmla="*/ 31 w 292"/>
                <a:gd name="T25" fmla="*/ 29 h 136"/>
                <a:gd name="T26" fmla="*/ 142 w 292"/>
                <a:gd name="T27" fmla="*/ 1 h 136"/>
                <a:gd name="T28" fmla="*/ 274 w 292"/>
                <a:gd name="T29" fmla="*/ 0 h 136"/>
                <a:gd name="T30" fmla="*/ 282 w 292"/>
                <a:gd name="T31" fmla="*/ 9 h 136"/>
                <a:gd name="T32" fmla="*/ 292 w 292"/>
                <a:gd name="T33" fmla="*/ 1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2" h="136">
                  <a:moveTo>
                    <a:pt x="292" y="16"/>
                  </a:moveTo>
                  <a:cubicBezTo>
                    <a:pt x="291" y="123"/>
                    <a:pt x="291" y="123"/>
                    <a:pt x="291" y="123"/>
                  </a:cubicBezTo>
                  <a:cubicBezTo>
                    <a:pt x="283" y="126"/>
                    <a:pt x="276" y="128"/>
                    <a:pt x="268" y="129"/>
                  </a:cubicBezTo>
                  <a:cubicBezTo>
                    <a:pt x="238" y="132"/>
                    <a:pt x="209" y="112"/>
                    <a:pt x="213" y="79"/>
                  </a:cubicBezTo>
                  <a:cubicBezTo>
                    <a:pt x="214" y="67"/>
                    <a:pt x="196" y="64"/>
                    <a:pt x="193" y="75"/>
                  </a:cubicBezTo>
                  <a:cubicBezTo>
                    <a:pt x="181" y="113"/>
                    <a:pt x="158" y="136"/>
                    <a:pt x="115" y="128"/>
                  </a:cubicBezTo>
                  <a:cubicBezTo>
                    <a:pt x="106" y="126"/>
                    <a:pt x="94" y="125"/>
                    <a:pt x="85" y="119"/>
                  </a:cubicBezTo>
                  <a:cubicBezTo>
                    <a:pt x="74" y="112"/>
                    <a:pt x="73" y="103"/>
                    <a:pt x="74" y="92"/>
                  </a:cubicBezTo>
                  <a:cubicBezTo>
                    <a:pt x="74" y="87"/>
                    <a:pt x="75" y="82"/>
                    <a:pt x="75" y="77"/>
                  </a:cubicBezTo>
                  <a:cubicBezTo>
                    <a:pt x="76" y="65"/>
                    <a:pt x="58" y="64"/>
                    <a:pt x="56" y="76"/>
                  </a:cubicBezTo>
                  <a:cubicBezTo>
                    <a:pt x="55" y="97"/>
                    <a:pt x="47" y="113"/>
                    <a:pt x="35" y="1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0" y="26"/>
                    <a:pt x="21" y="28"/>
                    <a:pt x="31" y="29"/>
                  </a:cubicBezTo>
                  <a:cubicBezTo>
                    <a:pt x="67" y="33"/>
                    <a:pt x="122" y="32"/>
                    <a:pt x="142" y="1"/>
                  </a:cubicBezTo>
                  <a:cubicBezTo>
                    <a:pt x="174" y="23"/>
                    <a:pt x="242" y="26"/>
                    <a:pt x="274" y="0"/>
                  </a:cubicBezTo>
                  <a:cubicBezTo>
                    <a:pt x="276" y="3"/>
                    <a:pt x="278" y="6"/>
                    <a:pt x="282" y="9"/>
                  </a:cubicBezTo>
                  <a:cubicBezTo>
                    <a:pt x="285" y="11"/>
                    <a:pt x="288" y="14"/>
                    <a:pt x="29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任意多边形: 形状 94" descr="c16d4741-c26d-4615-981e-46113d815408"/>
            <p:cNvSpPr/>
            <p:nvPr/>
          </p:nvSpPr>
          <p:spPr bwMode="auto">
            <a:xfrm flipH="1">
              <a:off x="9602786" y="4427538"/>
              <a:ext cx="534988" cy="185738"/>
            </a:xfrm>
            <a:custGeom>
              <a:avLst/>
              <a:gdLst>
                <a:gd name="T0" fmla="*/ 273 w 281"/>
                <a:gd name="T1" fmla="*/ 36 h 98"/>
                <a:gd name="T2" fmla="*/ 281 w 281"/>
                <a:gd name="T3" fmla="*/ 35 h 98"/>
                <a:gd name="T4" fmla="*/ 0 w 281"/>
                <a:gd name="T5" fmla="*/ 98 h 98"/>
                <a:gd name="T6" fmla="*/ 12 w 281"/>
                <a:gd name="T7" fmla="*/ 96 h 98"/>
                <a:gd name="T8" fmla="*/ 0 w 281"/>
                <a:gd name="T9" fmla="*/ 89 h 98"/>
                <a:gd name="T10" fmla="*/ 1 w 281"/>
                <a:gd name="T11" fmla="*/ 27 h 98"/>
                <a:gd name="T12" fmla="*/ 30 w 281"/>
                <a:gd name="T13" fmla="*/ 32 h 98"/>
                <a:gd name="T14" fmla="*/ 81 w 281"/>
                <a:gd name="T15" fmla="*/ 9 h 98"/>
                <a:gd name="T16" fmla="*/ 90 w 281"/>
                <a:gd name="T17" fmla="*/ 0 h 98"/>
                <a:gd name="T18" fmla="*/ 184 w 281"/>
                <a:gd name="T19" fmla="*/ 37 h 98"/>
                <a:gd name="T20" fmla="*/ 237 w 281"/>
                <a:gd name="T21" fmla="*/ 13 h 98"/>
                <a:gd name="T22" fmla="*/ 273 w 281"/>
                <a:gd name="T23" fmla="*/ 3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98">
                  <a:moveTo>
                    <a:pt x="273" y="36"/>
                  </a:moveTo>
                  <a:cubicBezTo>
                    <a:pt x="281" y="35"/>
                    <a:pt x="281" y="35"/>
                    <a:pt x="281" y="35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0" y="90"/>
                    <a:pt x="5" y="88"/>
                    <a:pt x="0" y="89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1" y="30"/>
                    <a:pt x="21" y="31"/>
                    <a:pt x="30" y="32"/>
                  </a:cubicBezTo>
                  <a:cubicBezTo>
                    <a:pt x="51" y="33"/>
                    <a:pt x="67" y="24"/>
                    <a:pt x="81" y="9"/>
                  </a:cubicBezTo>
                  <a:cubicBezTo>
                    <a:pt x="83" y="6"/>
                    <a:pt x="87" y="3"/>
                    <a:pt x="90" y="0"/>
                  </a:cubicBezTo>
                  <a:cubicBezTo>
                    <a:pt x="106" y="29"/>
                    <a:pt x="153" y="43"/>
                    <a:pt x="184" y="37"/>
                  </a:cubicBezTo>
                  <a:cubicBezTo>
                    <a:pt x="195" y="35"/>
                    <a:pt x="221" y="26"/>
                    <a:pt x="237" y="13"/>
                  </a:cubicBezTo>
                  <a:cubicBezTo>
                    <a:pt x="246" y="23"/>
                    <a:pt x="259" y="31"/>
                    <a:pt x="273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任意多边形: 形状 95" descr="a3ee1ff2-47d8-425e-902b-e7f2a19bf910"/>
            <p:cNvSpPr/>
            <p:nvPr/>
          </p:nvSpPr>
          <p:spPr bwMode="auto">
            <a:xfrm flipH="1">
              <a:off x="10113961" y="4594225"/>
              <a:ext cx="23813" cy="19050"/>
            </a:xfrm>
            <a:custGeom>
              <a:avLst/>
              <a:gdLst>
                <a:gd name="T0" fmla="*/ 0 w 12"/>
                <a:gd name="T1" fmla="*/ 10 h 10"/>
                <a:gd name="T2" fmla="*/ 0 w 12"/>
                <a:gd name="T3" fmla="*/ 1 h 10"/>
                <a:gd name="T4" fmla="*/ 12 w 12"/>
                <a:gd name="T5" fmla="*/ 8 h 10"/>
                <a:gd name="T6" fmla="*/ 0 w 12"/>
                <a:gd name="T7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0">
                  <a:moveTo>
                    <a:pt x="0" y="1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0" y="2"/>
                    <a:pt x="12" y="8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任意多边形: 形状 96" descr="d9da6dfd-24b4-4aca-b3bd-763e853b465b"/>
            <p:cNvSpPr/>
            <p:nvPr/>
          </p:nvSpPr>
          <p:spPr bwMode="auto">
            <a:xfrm flipH="1">
              <a:off x="10117136" y="3276600"/>
              <a:ext cx="468313" cy="369888"/>
            </a:xfrm>
            <a:custGeom>
              <a:avLst/>
              <a:gdLst>
                <a:gd name="T0" fmla="*/ 236 w 247"/>
                <a:gd name="T1" fmla="*/ 110 h 195"/>
                <a:gd name="T2" fmla="*/ 221 w 247"/>
                <a:gd name="T3" fmla="*/ 108 h 195"/>
                <a:gd name="T4" fmla="*/ 217 w 247"/>
                <a:gd name="T5" fmla="*/ 141 h 195"/>
                <a:gd name="T6" fmla="*/ 81 w 247"/>
                <a:gd name="T7" fmla="*/ 116 h 195"/>
                <a:gd name="T8" fmla="*/ 66 w 247"/>
                <a:gd name="T9" fmla="*/ 115 h 195"/>
                <a:gd name="T10" fmla="*/ 65 w 247"/>
                <a:gd name="T11" fmla="*/ 124 h 195"/>
                <a:gd name="T12" fmla="*/ 47 w 247"/>
                <a:gd name="T13" fmla="*/ 166 h 195"/>
                <a:gd name="T14" fmla="*/ 0 w 247"/>
                <a:gd name="T15" fmla="*/ 30 h 195"/>
                <a:gd name="T16" fmla="*/ 18 w 247"/>
                <a:gd name="T17" fmla="*/ 11 h 195"/>
                <a:gd name="T18" fmla="*/ 19 w 247"/>
                <a:gd name="T19" fmla="*/ 12 h 195"/>
                <a:gd name="T20" fmla="*/ 71 w 247"/>
                <a:gd name="T21" fmla="*/ 32 h 195"/>
                <a:gd name="T22" fmla="*/ 153 w 247"/>
                <a:gd name="T23" fmla="*/ 0 h 195"/>
                <a:gd name="T24" fmla="*/ 192 w 247"/>
                <a:gd name="T25" fmla="*/ 32 h 195"/>
                <a:gd name="T26" fmla="*/ 247 w 247"/>
                <a:gd name="T27" fmla="*/ 30 h 195"/>
                <a:gd name="T28" fmla="*/ 245 w 247"/>
                <a:gd name="T29" fmla="*/ 150 h 195"/>
                <a:gd name="T30" fmla="*/ 234 w 247"/>
                <a:gd name="T31" fmla="*/ 139 h 195"/>
                <a:gd name="T32" fmla="*/ 236 w 247"/>
                <a:gd name="T33" fmla="*/ 11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6" h="195">
                  <a:moveTo>
                    <a:pt x="236" y="110"/>
                  </a:moveTo>
                  <a:cubicBezTo>
                    <a:pt x="235" y="104"/>
                    <a:pt x="225" y="102"/>
                    <a:pt x="221" y="108"/>
                  </a:cubicBezTo>
                  <a:cubicBezTo>
                    <a:pt x="214" y="121"/>
                    <a:pt x="213" y="132"/>
                    <a:pt x="217" y="141"/>
                  </a:cubicBezTo>
                  <a:cubicBezTo>
                    <a:pt x="194" y="195"/>
                    <a:pt x="75" y="187"/>
                    <a:pt x="81" y="116"/>
                  </a:cubicBezTo>
                  <a:cubicBezTo>
                    <a:pt x="82" y="106"/>
                    <a:pt x="67" y="106"/>
                    <a:pt x="66" y="115"/>
                  </a:cubicBezTo>
                  <a:cubicBezTo>
                    <a:pt x="65" y="118"/>
                    <a:pt x="65" y="121"/>
                    <a:pt x="65" y="124"/>
                  </a:cubicBezTo>
                  <a:cubicBezTo>
                    <a:pt x="63" y="142"/>
                    <a:pt x="58" y="157"/>
                    <a:pt x="47" y="16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7" y="24"/>
                    <a:pt x="13" y="18"/>
                    <a:pt x="18" y="11"/>
                  </a:cubicBezTo>
                  <a:cubicBezTo>
                    <a:pt x="18" y="11"/>
                    <a:pt x="18" y="12"/>
                    <a:pt x="19" y="12"/>
                  </a:cubicBezTo>
                  <a:cubicBezTo>
                    <a:pt x="30" y="25"/>
                    <a:pt x="55" y="29"/>
                    <a:pt x="71" y="32"/>
                  </a:cubicBezTo>
                  <a:cubicBezTo>
                    <a:pt x="111" y="39"/>
                    <a:pt x="136" y="27"/>
                    <a:pt x="153" y="0"/>
                  </a:cubicBezTo>
                  <a:cubicBezTo>
                    <a:pt x="160" y="14"/>
                    <a:pt x="173" y="25"/>
                    <a:pt x="192" y="32"/>
                  </a:cubicBezTo>
                  <a:cubicBezTo>
                    <a:pt x="212" y="39"/>
                    <a:pt x="231" y="37"/>
                    <a:pt x="247" y="30"/>
                  </a:cubicBezTo>
                  <a:cubicBezTo>
                    <a:pt x="245" y="150"/>
                    <a:pt x="245" y="150"/>
                    <a:pt x="245" y="150"/>
                  </a:cubicBezTo>
                  <a:cubicBezTo>
                    <a:pt x="240" y="147"/>
                    <a:pt x="236" y="143"/>
                    <a:pt x="234" y="139"/>
                  </a:cubicBezTo>
                  <a:cubicBezTo>
                    <a:pt x="236" y="130"/>
                    <a:pt x="237" y="121"/>
                    <a:pt x="236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任意多边形: 形状 97" descr="aded32ba-b2cb-4b8a-ae23-9e7c5814f9f2"/>
            <p:cNvSpPr/>
            <p:nvPr/>
          </p:nvSpPr>
          <p:spPr bwMode="auto">
            <a:xfrm flipH="1">
              <a:off x="10120311" y="3573463"/>
              <a:ext cx="360363" cy="261938"/>
            </a:xfrm>
            <a:custGeom>
              <a:avLst/>
              <a:gdLst>
                <a:gd name="T0" fmla="*/ 190 w 190"/>
                <a:gd name="T1" fmla="*/ 12 h 138"/>
                <a:gd name="T2" fmla="*/ 188 w 190"/>
                <a:gd name="T3" fmla="*/ 131 h 138"/>
                <a:gd name="T4" fmla="*/ 172 w 190"/>
                <a:gd name="T5" fmla="*/ 134 h 138"/>
                <a:gd name="T6" fmla="*/ 85 w 190"/>
                <a:gd name="T7" fmla="*/ 79 h 138"/>
                <a:gd name="T8" fmla="*/ 69 w 190"/>
                <a:gd name="T9" fmla="*/ 79 h 138"/>
                <a:gd name="T10" fmla="*/ 37 w 190"/>
                <a:gd name="T11" fmla="*/ 138 h 138"/>
                <a:gd name="T12" fmla="*/ 0 w 190"/>
                <a:gd name="T13" fmla="*/ 30 h 138"/>
                <a:gd name="T14" fmla="*/ 17 w 190"/>
                <a:gd name="T15" fmla="*/ 5 h 138"/>
                <a:gd name="T16" fmla="*/ 21 w 190"/>
                <a:gd name="T17" fmla="*/ 10 h 138"/>
                <a:gd name="T18" fmla="*/ 106 w 190"/>
                <a:gd name="T19" fmla="*/ 37 h 138"/>
                <a:gd name="T20" fmla="*/ 172 w 190"/>
                <a:gd name="T21" fmla="*/ 0 h 138"/>
                <a:gd name="T22" fmla="*/ 190 w 190"/>
                <a:gd name="T23" fmla="*/ 1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0" h="138">
                  <a:moveTo>
                    <a:pt x="190" y="12"/>
                  </a:moveTo>
                  <a:cubicBezTo>
                    <a:pt x="188" y="131"/>
                    <a:pt x="188" y="131"/>
                    <a:pt x="188" y="131"/>
                  </a:cubicBezTo>
                  <a:cubicBezTo>
                    <a:pt x="183" y="133"/>
                    <a:pt x="178" y="133"/>
                    <a:pt x="172" y="134"/>
                  </a:cubicBezTo>
                  <a:cubicBezTo>
                    <a:pt x="138" y="135"/>
                    <a:pt x="86" y="115"/>
                    <a:pt x="85" y="79"/>
                  </a:cubicBezTo>
                  <a:cubicBezTo>
                    <a:pt x="85" y="69"/>
                    <a:pt x="69" y="68"/>
                    <a:pt x="69" y="79"/>
                  </a:cubicBezTo>
                  <a:cubicBezTo>
                    <a:pt x="69" y="107"/>
                    <a:pt x="56" y="127"/>
                    <a:pt x="37" y="13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7" y="24"/>
                    <a:pt x="13" y="16"/>
                    <a:pt x="17" y="5"/>
                  </a:cubicBezTo>
                  <a:cubicBezTo>
                    <a:pt x="18" y="7"/>
                    <a:pt x="20" y="8"/>
                    <a:pt x="21" y="10"/>
                  </a:cubicBezTo>
                  <a:cubicBezTo>
                    <a:pt x="41" y="30"/>
                    <a:pt x="78" y="38"/>
                    <a:pt x="106" y="37"/>
                  </a:cubicBezTo>
                  <a:cubicBezTo>
                    <a:pt x="135" y="35"/>
                    <a:pt x="159" y="21"/>
                    <a:pt x="172" y="0"/>
                  </a:cubicBezTo>
                  <a:cubicBezTo>
                    <a:pt x="177" y="5"/>
                    <a:pt x="183" y="9"/>
                    <a:pt x="19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任意多边形: 形状 98" descr="13996553-8317-4726-af3d-0bc8db189eee"/>
            <p:cNvSpPr/>
            <p:nvPr/>
          </p:nvSpPr>
          <p:spPr bwMode="auto">
            <a:xfrm flipH="1">
              <a:off x="10126661" y="3787775"/>
              <a:ext cx="274638" cy="261938"/>
            </a:xfrm>
            <a:custGeom>
              <a:avLst/>
              <a:gdLst>
                <a:gd name="T0" fmla="*/ 145 w 145"/>
                <a:gd name="T1" fmla="*/ 36 h 138"/>
                <a:gd name="T2" fmla="*/ 144 w 145"/>
                <a:gd name="T3" fmla="*/ 119 h 138"/>
                <a:gd name="T4" fmla="*/ 123 w 145"/>
                <a:gd name="T5" fmla="*/ 109 h 138"/>
                <a:gd name="T6" fmla="*/ 102 w 145"/>
                <a:gd name="T7" fmla="*/ 101 h 138"/>
                <a:gd name="T8" fmla="*/ 65 w 145"/>
                <a:gd name="T9" fmla="*/ 131 h 138"/>
                <a:gd name="T10" fmla="*/ 34 w 145"/>
                <a:gd name="T11" fmla="*/ 137 h 138"/>
                <a:gd name="T12" fmla="*/ 0 w 145"/>
                <a:gd name="T13" fmla="*/ 39 h 138"/>
                <a:gd name="T14" fmla="*/ 36 w 145"/>
                <a:gd name="T15" fmla="*/ 0 h 138"/>
                <a:gd name="T16" fmla="*/ 127 w 145"/>
                <a:gd name="T17" fmla="*/ 37 h 138"/>
                <a:gd name="T18" fmla="*/ 145 w 145"/>
                <a:gd name="T19" fmla="*/ 36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5" h="138">
                  <a:moveTo>
                    <a:pt x="145" y="36"/>
                  </a:moveTo>
                  <a:cubicBezTo>
                    <a:pt x="144" y="119"/>
                    <a:pt x="144" y="119"/>
                    <a:pt x="144" y="119"/>
                  </a:cubicBezTo>
                  <a:cubicBezTo>
                    <a:pt x="137" y="116"/>
                    <a:pt x="131" y="113"/>
                    <a:pt x="123" y="109"/>
                  </a:cubicBezTo>
                  <a:cubicBezTo>
                    <a:pt x="117" y="106"/>
                    <a:pt x="110" y="100"/>
                    <a:pt x="102" y="101"/>
                  </a:cubicBezTo>
                  <a:cubicBezTo>
                    <a:pt x="84" y="102"/>
                    <a:pt x="78" y="123"/>
                    <a:pt x="65" y="131"/>
                  </a:cubicBezTo>
                  <a:cubicBezTo>
                    <a:pt x="57" y="136"/>
                    <a:pt x="46" y="138"/>
                    <a:pt x="34" y="137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5" y="30"/>
                    <a:pt x="28" y="17"/>
                    <a:pt x="36" y="0"/>
                  </a:cubicBezTo>
                  <a:cubicBezTo>
                    <a:pt x="51" y="24"/>
                    <a:pt x="94" y="36"/>
                    <a:pt x="127" y="37"/>
                  </a:cubicBezTo>
                  <a:cubicBezTo>
                    <a:pt x="134" y="38"/>
                    <a:pt x="140" y="37"/>
                    <a:pt x="145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任意多边形: 形状 99" descr="2ac6a6f0-a98d-4cd8-a818-4e7e80907c2c"/>
            <p:cNvSpPr/>
            <p:nvPr/>
          </p:nvSpPr>
          <p:spPr bwMode="auto">
            <a:xfrm flipH="1">
              <a:off x="10128249" y="4013200"/>
              <a:ext cx="195263" cy="227013"/>
            </a:xfrm>
            <a:custGeom>
              <a:avLst/>
              <a:gdLst>
                <a:gd name="T0" fmla="*/ 103 w 103"/>
                <a:gd name="T1" fmla="*/ 19 h 119"/>
                <a:gd name="T2" fmla="*/ 101 w 103"/>
                <a:gd name="T3" fmla="*/ 99 h 119"/>
                <a:gd name="T4" fmla="*/ 81 w 103"/>
                <a:gd name="T5" fmla="*/ 72 h 119"/>
                <a:gd name="T6" fmla="*/ 65 w 103"/>
                <a:gd name="T7" fmla="*/ 71 h 119"/>
                <a:gd name="T8" fmla="*/ 29 w 103"/>
                <a:gd name="T9" fmla="*/ 119 h 119"/>
                <a:gd name="T10" fmla="*/ 0 w 103"/>
                <a:gd name="T11" fmla="*/ 37 h 119"/>
                <a:gd name="T12" fmla="*/ 40 w 103"/>
                <a:gd name="T13" fmla="*/ 32 h 119"/>
                <a:gd name="T14" fmla="*/ 76 w 103"/>
                <a:gd name="T15" fmla="*/ 8 h 119"/>
                <a:gd name="T16" fmla="*/ 103 w 103"/>
                <a:gd name="T1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119">
                  <a:moveTo>
                    <a:pt x="103" y="19"/>
                  </a:moveTo>
                  <a:cubicBezTo>
                    <a:pt x="101" y="99"/>
                    <a:pt x="101" y="99"/>
                    <a:pt x="101" y="99"/>
                  </a:cubicBezTo>
                  <a:cubicBezTo>
                    <a:pt x="89" y="93"/>
                    <a:pt x="81" y="83"/>
                    <a:pt x="81" y="72"/>
                  </a:cubicBezTo>
                  <a:cubicBezTo>
                    <a:pt x="81" y="61"/>
                    <a:pt x="65" y="61"/>
                    <a:pt x="65" y="71"/>
                  </a:cubicBezTo>
                  <a:cubicBezTo>
                    <a:pt x="66" y="101"/>
                    <a:pt x="50" y="115"/>
                    <a:pt x="29" y="11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4" y="39"/>
                    <a:pt x="29" y="39"/>
                    <a:pt x="40" y="32"/>
                  </a:cubicBezTo>
                  <a:cubicBezTo>
                    <a:pt x="57" y="22"/>
                    <a:pt x="51" y="0"/>
                    <a:pt x="76" y="8"/>
                  </a:cubicBezTo>
                  <a:cubicBezTo>
                    <a:pt x="86" y="11"/>
                    <a:pt x="94" y="15"/>
                    <a:pt x="103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任意多边形: 形状 100" descr="e26898d4-a7a1-4495-a320-2b625826dd2b"/>
            <p:cNvSpPr/>
            <p:nvPr/>
          </p:nvSpPr>
          <p:spPr bwMode="auto">
            <a:xfrm flipH="1">
              <a:off x="10131424" y="4211638"/>
              <a:ext cx="125413" cy="227013"/>
            </a:xfrm>
            <a:custGeom>
              <a:avLst/>
              <a:gdLst>
                <a:gd name="T0" fmla="*/ 66 w 66"/>
                <a:gd name="T1" fmla="*/ 15 h 120"/>
                <a:gd name="T2" fmla="*/ 64 w 66"/>
                <a:gd name="T3" fmla="*/ 120 h 120"/>
                <a:gd name="T4" fmla="*/ 29 w 66"/>
                <a:gd name="T5" fmla="*/ 102 h 120"/>
                <a:gd name="T6" fmla="*/ 21 w 66"/>
                <a:gd name="T7" fmla="*/ 94 h 120"/>
                <a:gd name="T8" fmla="*/ 0 w 66"/>
                <a:gd name="T9" fmla="*/ 32 h 120"/>
                <a:gd name="T10" fmla="*/ 21 w 66"/>
                <a:gd name="T11" fmla="*/ 24 h 120"/>
                <a:gd name="T12" fmla="*/ 44 w 66"/>
                <a:gd name="T13" fmla="*/ 0 h 120"/>
                <a:gd name="T14" fmla="*/ 66 w 66"/>
                <a:gd name="T15" fmla="*/ 15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" h="120">
                  <a:moveTo>
                    <a:pt x="66" y="15"/>
                  </a:moveTo>
                  <a:cubicBezTo>
                    <a:pt x="64" y="120"/>
                    <a:pt x="64" y="120"/>
                    <a:pt x="64" y="120"/>
                  </a:cubicBezTo>
                  <a:cubicBezTo>
                    <a:pt x="51" y="117"/>
                    <a:pt x="39" y="112"/>
                    <a:pt x="29" y="102"/>
                  </a:cubicBezTo>
                  <a:cubicBezTo>
                    <a:pt x="26" y="99"/>
                    <a:pt x="24" y="96"/>
                    <a:pt x="21" y="9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7" y="30"/>
                    <a:pt x="14" y="28"/>
                    <a:pt x="21" y="24"/>
                  </a:cubicBezTo>
                  <a:cubicBezTo>
                    <a:pt x="34" y="18"/>
                    <a:pt x="40" y="10"/>
                    <a:pt x="44" y="0"/>
                  </a:cubicBezTo>
                  <a:cubicBezTo>
                    <a:pt x="50" y="6"/>
                    <a:pt x="57" y="11"/>
                    <a:pt x="6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任意多边形: 形状 101" descr="532fa104-8a86-46d4-92cc-7a5faf8df066"/>
            <p:cNvSpPr/>
            <p:nvPr/>
          </p:nvSpPr>
          <p:spPr bwMode="auto">
            <a:xfrm flipH="1">
              <a:off x="10137774" y="4595813"/>
              <a:ext cx="4763" cy="17463"/>
            </a:xfrm>
            <a:custGeom>
              <a:avLst/>
              <a:gdLst>
                <a:gd name="T0" fmla="*/ 3 w 3"/>
                <a:gd name="T1" fmla="*/ 0 h 9"/>
                <a:gd name="T2" fmla="*/ 3 w 3"/>
                <a:gd name="T3" fmla="*/ 9 h 9"/>
                <a:gd name="T4" fmla="*/ 0 w 3"/>
                <a:gd name="T5" fmla="*/ 2 h 9"/>
                <a:gd name="T6" fmla="*/ 3 w 3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9">
                  <a:moveTo>
                    <a:pt x="3" y="0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1"/>
                    <a:pt x="2" y="1"/>
                    <a:pt x="3" y="0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任意多边形: 形状 102" descr="e20be62e-5775-42ba-98ba-387bd44a9408"/>
            <p:cNvSpPr/>
            <p:nvPr/>
          </p:nvSpPr>
          <p:spPr bwMode="auto">
            <a:xfrm flipH="1">
              <a:off x="10131424" y="4129088"/>
              <a:ext cx="136525" cy="142875"/>
            </a:xfrm>
            <a:custGeom>
              <a:avLst/>
              <a:gdLst>
                <a:gd name="T0" fmla="*/ 52 w 72"/>
                <a:gd name="T1" fmla="*/ 11 h 75"/>
                <a:gd name="T2" fmla="*/ 72 w 72"/>
                <a:gd name="T3" fmla="*/ 38 h 75"/>
                <a:gd name="T4" fmla="*/ 72 w 72"/>
                <a:gd name="T5" fmla="*/ 58 h 75"/>
                <a:gd name="T6" fmla="*/ 50 w 72"/>
                <a:gd name="T7" fmla="*/ 43 h 75"/>
                <a:gd name="T8" fmla="*/ 27 w 72"/>
                <a:gd name="T9" fmla="*/ 67 h 75"/>
                <a:gd name="T10" fmla="*/ 6 w 72"/>
                <a:gd name="T11" fmla="*/ 75 h 75"/>
                <a:gd name="T12" fmla="*/ 0 w 72"/>
                <a:gd name="T13" fmla="*/ 58 h 75"/>
                <a:gd name="T14" fmla="*/ 36 w 72"/>
                <a:gd name="T15" fmla="*/ 10 h 75"/>
                <a:gd name="T16" fmla="*/ 52 w 72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5">
                  <a:moveTo>
                    <a:pt x="52" y="11"/>
                  </a:moveTo>
                  <a:cubicBezTo>
                    <a:pt x="52" y="22"/>
                    <a:pt x="60" y="32"/>
                    <a:pt x="72" y="3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63" y="54"/>
                    <a:pt x="56" y="49"/>
                    <a:pt x="50" y="43"/>
                  </a:cubicBezTo>
                  <a:cubicBezTo>
                    <a:pt x="46" y="53"/>
                    <a:pt x="40" y="61"/>
                    <a:pt x="27" y="67"/>
                  </a:cubicBezTo>
                  <a:cubicBezTo>
                    <a:pt x="20" y="71"/>
                    <a:pt x="13" y="73"/>
                    <a:pt x="6" y="7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4"/>
                    <a:pt x="37" y="40"/>
                    <a:pt x="36" y="10"/>
                  </a:cubicBezTo>
                  <a:cubicBezTo>
                    <a:pt x="36" y="0"/>
                    <a:pt x="52" y="0"/>
                    <a:pt x="52" y="11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任意多边形: 形状 103" descr="2c40e2ba-bd93-4b64-89d6-2e5bcd4f1206"/>
            <p:cNvSpPr/>
            <p:nvPr/>
          </p:nvSpPr>
          <p:spPr bwMode="auto">
            <a:xfrm flipH="1">
              <a:off x="10136186" y="4389438"/>
              <a:ext cx="80963" cy="88900"/>
            </a:xfrm>
            <a:custGeom>
              <a:avLst/>
              <a:gdLst>
                <a:gd name="T0" fmla="*/ 8 w 43"/>
                <a:gd name="T1" fmla="*/ 8 h 47"/>
                <a:gd name="T2" fmla="*/ 43 w 43"/>
                <a:gd name="T3" fmla="*/ 26 h 47"/>
                <a:gd name="T4" fmla="*/ 43 w 43"/>
                <a:gd name="T5" fmla="*/ 47 h 47"/>
                <a:gd name="T6" fmla="*/ 12 w 43"/>
                <a:gd name="T7" fmla="*/ 35 h 47"/>
                <a:gd name="T8" fmla="*/ 0 w 43"/>
                <a:gd name="T9" fmla="*/ 0 h 47"/>
                <a:gd name="T10" fmla="*/ 8 w 43"/>
                <a:gd name="T11" fmla="*/ 8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" h="47">
                  <a:moveTo>
                    <a:pt x="8" y="8"/>
                  </a:moveTo>
                  <a:cubicBezTo>
                    <a:pt x="18" y="18"/>
                    <a:pt x="30" y="23"/>
                    <a:pt x="43" y="26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32" y="44"/>
                    <a:pt x="22" y="40"/>
                    <a:pt x="12" y="3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2"/>
                    <a:pt x="5" y="5"/>
                    <a:pt x="8" y="8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任意多边形: 形状 104" descr="65301913-be8f-4858-a3c2-58e9110c7387"/>
            <p:cNvSpPr/>
            <p:nvPr/>
          </p:nvSpPr>
          <p:spPr bwMode="auto">
            <a:xfrm flipH="1">
              <a:off x="10123486" y="3702050"/>
              <a:ext cx="287338" cy="160338"/>
            </a:xfrm>
            <a:custGeom>
              <a:avLst/>
              <a:gdLst>
                <a:gd name="T0" fmla="*/ 135 w 151"/>
                <a:gd name="T1" fmla="*/ 66 h 84"/>
                <a:gd name="T2" fmla="*/ 151 w 151"/>
                <a:gd name="T3" fmla="*/ 63 h 84"/>
                <a:gd name="T4" fmla="*/ 150 w 151"/>
                <a:gd name="T5" fmla="*/ 81 h 84"/>
                <a:gd name="T6" fmla="*/ 132 w 151"/>
                <a:gd name="T7" fmla="*/ 82 h 84"/>
                <a:gd name="T8" fmla="*/ 41 w 151"/>
                <a:gd name="T9" fmla="*/ 45 h 84"/>
                <a:gd name="T10" fmla="*/ 5 w 151"/>
                <a:gd name="T11" fmla="*/ 84 h 84"/>
                <a:gd name="T12" fmla="*/ 0 w 151"/>
                <a:gd name="T13" fmla="*/ 70 h 84"/>
                <a:gd name="T14" fmla="*/ 32 w 151"/>
                <a:gd name="T15" fmla="*/ 11 h 84"/>
                <a:gd name="T16" fmla="*/ 48 w 151"/>
                <a:gd name="T17" fmla="*/ 11 h 84"/>
                <a:gd name="T18" fmla="*/ 135 w 151"/>
                <a:gd name="T19" fmla="*/ 6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" h="84">
                  <a:moveTo>
                    <a:pt x="135" y="66"/>
                  </a:moveTo>
                  <a:cubicBezTo>
                    <a:pt x="141" y="65"/>
                    <a:pt x="146" y="65"/>
                    <a:pt x="151" y="63"/>
                  </a:cubicBezTo>
                  <a:cubicBezTo>
                    <a:pt x="150" y="81"/>
                    <a:pt x="150" y="81"/>
                    <a:pt x="150" y="81"/>
                  </a:cubicBezTo>
                  <a:cubicBezTo>
                    <a:pt x="145" y="82"/>
                    <a:pt x="139" y="83"/>
                    <a:pt x="132" y="82"/>
                  </a:cubicBezTo>
                  <a:cubicBezTo>
                    <a:pt x="99" y="81"/>
                    <a:pt x="56" y="69"/>
                    <a:pt x="41" y="45"/>
                  </a:cubicBezTo>
                  <a:cubicBezTo>
                    <a:pt x="33" y="62"/>
                    <a:pt x="20" y="75"/>
                    <a:pt x="5" y="84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19" y="59"/>
                    <a:pt x="32" y="39"/>
                    <a:pt x="32" y="11"/>
                  </a:cubicBezTo>
                  <a:cubicBezTo>
                    <a:pt x="32" y="0"/>
                    <a:pt x="48" y="1"/>
                    <a:pt x="48" y="11"/>
                  </a:cubicBezTo>
                  <a:cubicBezTo>
                    <a:pt x="49" y="47"/>
                    <a:pt x="101" y="67"/>
                    <a:pt x="135" y="66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任意多边形: 形状 105" descr="b84fe2ec-1b5b-4240-b278-b5d913a7de36"/>
            <p:cNvSpPr/>
            <p:nvPr/>
          </p:nvSpPr>
          <p:spPr bwMode="auto">
            <a:xfrm flipH="1">
              <a:off x="10128249" y="3978275"/>
              <a:ext cx="207963" cy="109538"/>
            </a:xfrm>
            <a:custGeom>
              <a:avLst/>
              <a:gdLst>
                <a:gd name="T0" fmla="*/ 110 w 110"/>
                <a:gd name="T1" fmla="*/ 19 h 58"/>
                <a:gd name="T2" fmla="*/ 110 w 110"/>
                <a:gd name="T3" fmla="*/ 38 h 58"/>
                <a:gd name="T4" fmla="*/ 83 w 110"/>
                <a:gd name="T5" fmla="*/ 27 h 58"/>
                <a:gd name="T6" fmla="*/ 47 w 110"/>
                <a:gd name="T7" fmla="*/ 51 h 58"/>
                <a:gd name="T8" fmla="*/ 7 w 110"/>
                <a:gd name="T9" fmla="*/ 56 h 58"/>
                <a:gd name="T10" fmla="*/ 0 w 110"/>
                <a:gd name="T11" fmla="*/ 37 h 58"/>
                <a:gd name="T12" fmla="*/ 31 w 110"/>
                <a:gd name="T13" fmla="*/ 31 h 58"/>
                <a:gd name="T14" fmla="*/ 68 w 110"/>
                <a:gd name="T15" fmla="*/ 1 h 58"/>
                <a:gd name="T16" fmla="*/ 89 w 110"/>
                <a:gd name="T17" fmla="*/ 9 h 58"/>
                <a:gd name="T18" fmla="*/ 110 w 110"/>
                <a:gd name="T19" fmla="*/ 1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0" h="57">
                  <a:moveTo>
                    <a:pt x="110" y="19"/>
                  </a:moveTo>
                  <a:cubicBezTo>
                    <a:pt x="110" y="38"/>
                    <a:pt x="110" y="38"/>
                    <a:pt x="110" y="38"/>
                  </a:cubicBezTo>
                  <a:cubicBezTo>
                    <a:pt x="101" y="34"/>
                    <a:pt x="93" y="30"/>
                    <a:pt x="83" y="27"/>
                  </a:cubicBezTo>
                  <a:cubicBezTo>
                    <a:pt x="58" y="19"/>
                    <a:pt x="64" y="41"/>
                    <a:pt x="47" y="51"/>
                  </a:cubicBezTo>
                  <a:cubicBezTo>
                    <a:pt x="36" y="58"/>
                    <a:pt x="21" y="58"/>
                    <a:pt x="7" y="5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2" y="38"/>
                    <a:pt x="23" y="36"/>
                    <a:pt x="31" y="31"/>
                  </a:cubicBezTo>
                  <a:cubicBezTo>
                    <a:pt x="44" y="23"/>
                    <a:pt x="50" y="2"/>
                    <a:pt x="68" y="1"/>
                  </a:cubicBezTo>
                  <a:cubicBezTo>
                    <a:pt x="76" y="0"/>
                    <a:pt x="83" y="6"/>
                    <a:pt x="89" y="9"/>
                  </a:cubicBezTo>
                  <a:cubicBezTo>
                    <a:pt x="97" y="13"/>
                    <a:pt x="103" y="16"/>
                    <a:pt x="110" y="19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任意多边形: 形状 106" descr="b69391e4-3558-4d26-abba-202d74556d63"/>
            <p:cNvSpPr/>
            <p:nvPr/>
          </p:nvSpPr>
          <p:spPr bwMode="auto">
            <a:xfrm flipH="1">
              <a:off x="10401299" y="2897188"/>
              <a:ext cx="338138" cy="212725"/>
            </a:xfrm>
            <a:custGeom>
              <a:avLst/>
              <a:gdLst>
                <a:gd name="T0" fmla="*/ 178 w 178"/>
                <a:gd name="T1" fmla="*/ 14 h 112"/>
                <a:gd name="T2" fmla="*/ 176 w 178"/>
                <a:gd name="T3" fmla="*/ 36 h 112"/>
                <a:gd name="T4" fmla="*/ 168 w 178"/>
                <a:gd name="T5" fmla="*/ 40 h 112"/>
                <a:gd name="T6" fmla="*/ 166 w 178"/>
                <a:gd name="T7" fmla="*/ 68 h 112"/>
                <a:gd name="T8" fmla="*/ 27 w 178"/>
                <a:gd name="T9" fmla="*/ 77 h 112"/>
                <a:gd name="T10" fmla="*/ 23 w 178"/>
                <a:gd name="T11" fmla="*/ 64 h 112"/>
                <a:gd name="T12" fmla="*/ 16 w 178"/>
                <a:gd name="T13" fmla="*/ 42 h 112"/>
                <a:gd name="T14" fmla="*/ 15 w 178"/>
                <a:gd name="T15" fmla="*/ 42 h 112"/>
                <a:gd name="T16" fmla="*/ 0 w 178"/>
                <a:gd name="T17" fmla="*/ 0 h 112"/>
                <a:gd name="T18" fmla="*/ 178 w 178"/>
                <a:gd name="T19" fmla="*/ 1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" h="112">
                  <a:moveTo>
                    <a:pt x="178" y="14"/>
                  </a:moveTo>
                  <a:cubicBezTo>
                    <a:pt x="176" y="36"/>
                    <a:pt x="176" y="36"/>
                    <a:pt x="176" y="36"/>
                  </a:cubicBezTo>
                  <a:cubicBezTo>
                    <a:pt x="173" y="36"/>
                    <a:pt x="170" y="37"/>
                    <a:pt x="168" y="40"/>
                  </a:cubicBezTo>
                  <a:cubicBezTo>
                    <a:pt x="163" y="50"/>
                    <a:pt x="163" y="60"/>
                    <a:pt x="166" y="68"/>
                  </a:cubicBezTo>
                  <a:cubicBezTo>
                    <a:pt x="152" y="112"/>
                    <a:pt x="53" y="97"/>
                    <a:pt x="27" y="77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7" y="57"/>
                    <a:pt x="26" y="49"/>
                    <a:pt x="16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78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任意多边形: 形状 107" descr="a4f4d4dc-fd53-445b-8560-8d8acc47fbe2"/>
            <p:cNvSpPr/>
            <p:nvPr/>
          </p:nvSpPr>
          <p:spPr bwMode="auto">
            <a:xfrm flipH="1">
              <a:off x="10120311" y="3470275"/>
              <a:ext cx="376238" cy="176213"/>
            </a:xfrm>
            <a:custGeom>
              <a:avLst/>
              <a:gdLst>
                <a:gd name="T0" fmla="*/ 170 w 198"/>
                <a:gd name="T1" fmla="*/ 39 h 93"/>
                <a:gd name="T2" fmla="*/ 174 w 198"/>
                <a:gd name="T3" fmla="*/ 6 h 93"/>
                <a:gd name="T4" fmla="*/ 189 w 198"/>
                <a:gd name="T5" fmla="*/ 8 h 93"/>
                <a:gd name="T6" fmla="*/ 187 w 198"/>
                <a:gd name="T7" fmla="*/ 37 h 93"/>
                <a:gd name="T8" fmla="*/ 198 w 198"/>
                <a:gd name="T9" fmla="*/ 48 h 93"/>
                <a:gd name="T10" fmla="*/ 198 w 198"/>
                <a:gd name="T11" fmla="*/ 66 h 93"/>
                <a:gd name="T12" fmla="*/ 180 w 198"/>
                <a:gd name="T13" fmla="*/ 54 h 93"/>
                <a:gd name="T14" fmla="*/ 114 w 198"/>
                <a:gd name="T15" fmla="*/ 91 h 93"/>
                <a:gd name="T16" fmla="*/ 29 w 198"/>
                <a:gd name="T17" fmla="*/ 64 h 93"/>
                <a:gd name="T18" fmla="*/ 25 w 198"/>
                <a:gd name="T19" fmla="*/ 59 h 93"/>
                <a:gd name="T20" fmla="*/ 8 w 198"/>
                <a:gd name="T21" fmla="*/ 84 h 93"/>
                <a:gd name="T22" fmla="*/ 0 w 198"/>
                <a:gd name="T23" fmla="*/ 64 h 93"/>
                <a:gd name="T24" fmla="*/ 18 w 198"/>
                <a:gd name="T25" fmla="*/ 22 h 93"/>
                <a:gd name="T26" fmla="*/ 19 w 198"/>
                <a:gd name="T27" fmla="*/ 13 h 93"/>
                <a:gd name="T28" fmla="*/ 34 w 198"/>
                <a:gd name="T29" fmla="*/ 14 h 93"/>
                <a:gd name="T30" fmla="*/ 170 w 198"/>
                <a:gd name="T31" fmla="*/ 3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8" h="93">
                  <a:moveTo>
                    <a:pt x="170" y="39"/>
                  </a:moveTo>
                  <a:cubicBezTo>
                    <a:pt x="166" y="30"/>
                    <a:pt x="167" y="19"/>
                    <a:pt x="174" y="6"/>
                  </a:cubicBezTo>
                  <a:cubicBezTo>
                    <a:pt x="178" y="0"/>
                    <a:pt x="188" y="2"/>
                    <a:pt x="189" y="8"/>
                  </a:cubicBezTo>
                  <a:cubicBezTo>
                    <a:pt x="190" y="19"/>
                    <a:pt x="189" y="28"/>
                    <a:pt x="187" y="37"/>
                  </a:cubicBezTo>
                  <a:cubicBezTo>
                    <a:pt x="189" y="41"/>
                    <a:pt x="193" y="45"/>
                    <a:pt x="198" y="48"/>
                  </a:cubicBezTo>
                  <a:cubicBezTo>
                    <a:pt x="198" y="66"/>
                    <a:pt x="198" y="66"/>
                    <a:pt x="198" y="66"/>
                  </a:cubicBezTo>
                  <a:cubicBezTo>
                    <a:pt x="191" y="63"/>
                    <a:pt x="185" y="59"/>
                    <a:pt x="180" y="54"/>
                  </a:cubicBezTo>
                  <a:cubicBezTo>
                    <a:pt x="167" y="75"/>
                    <a:pt x="143" y="89"/>
                    <a:pt x="114" y="91"/>
                  </a:cubicBezTo>
                  <a:cubicBezTo>
                    <a:pt x="86" y="92"/>
                    <a:pt x="49" y="84"/>
                    <a:pt x="29" y="64"/>
                  </a:cubicBezTo>
                  <a:cubicBezTo>
                    <a:pt x="28" y="62"/>
                    <a:pt x="26" y="61"/>
                    <a:pt x="25" y="59"/>
                  </a:cubicBezTo>
                  <a:cubicBezTo>
                    <a:pt x="21" y="70"/>
                    <a:pt x="15" y="78"/>
                    <a:pt x="8" y="8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11" y="55"/>
                    <a:pt x="16" y="40"/>
                    <a:pt x="18" y="22"/>
                  </a:cubicBezTo>
                  <a:cubicBezTo>
                    <a:pt x="18" y="19"/>
                    <a:pt x="18" y="16"/>
                    <a:pt x="19" y="13"/>
                  </a:cubicBezTo>
                  <a:cubicBezTo>
                    <a:pt x="20" y="4"/>
                    <a:pt x="35" y="4"/>
                    <a:pt x="34" y="14"/>
                  </a:cubicBezTo>
                  <a:cubicBezTo>
                    <a:pt x="28" y="85"/>
                    <a:pt x="147" y="93"/>
                    <a:pt x="170" y="39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任意多边形: 形状 108" descr="98d03f79-3782-4dc5-bfe7-383506053612"/>
            <p:cNvSpPr/>
            <p:nvPr/>
          </p:nvSpPr>
          <p:spPr bwMode="auto">
            <a:xfrm flipH="1">
              <a:off x="10113961" y="3178175"/>
              <a:ext cx="487363" cy="173038"/>
            </a:xfrm>
            <a:custGeom>
              <a:avLst/>
              <a:gdLst>
                <a:gd name="T0" fmla="*/ 178 w 256"/>
                <a:gd name="T1" fmla="*/ 15 h 91"/>
                <a:gd name="T2" fmla="*/ 233 w 256"/>
                <a:gd name="T3" fmla="*/ 65 h 91"/>
                <a:gd name="T4" fmla="*/ 256 w 256"/>
                <a:gd name="T5" fmla="*/ 59 h 91"/>
                <a:gd name="T6" fmla="*/ 255 w 256"/>
                <a:gd name="T7" fmla="*/ 82 h 91"/>
                <a:gd name="T8" fmla="*/ 200 w 256"/>
                <a:gd name="T9" fmla="*/ 84 h 91"/>
                <a:gd name="T10" fmla="*/ 161 w 256"/>
                <a:gd name="T11" fmla="*/ 52 h 91"/>
                <a:gd name="T12" fmla="*/ 79 w 256"/>
                <a:gd name="T13" fmla="*/ 84 h 91"/>
                <a:gd name="T14" fmla="*/ 27 w 256"/>
                <a:gd name="T15" fmla="*/ 64 h 91"/>
                <a:gd name="T16" fmla="*/ 26 w 256"/>
                <a:gd name="T17" fmla="*/ 63 h 91"/>
                <a:gd name="T18" fmla="*/ 8 w 256"/>
                <a:gd name="T19" fmla="*/ 82 h 91"/>
                <a:gd name="T20" fmla="*/ 0 w 256"/>
                <a:gd name="T21" fmla="*/ 59 h 91"/>
                <a:gd name="T22" fmla="*/ 21 w 256"/>
                <a:gd name="T23" fmla="*/ 12 h 91"/>
                <a:gd name="T24" fmla="*/ 40 w 256"/>
                <a:gd name="T25" fmla="*/ 13 h 91"/>
                <a:gd name="T26" fmla="*/ 39 w 256"/>
                <a:gd name="T27" fmla="*/ 28 h 91"/>
                <a:gd name="T28" fmla="*/ 50 w 256"/>
                <a:gd name="T29" fmla="*/ 55 h 91"/>
                <a:gd name="T30" fmla="*/ 80 w 256"/>
                <a:gd name="T31" fmla="*/ 64 h 91"/>
                <a:gd name="T32" fmla="*/ 158 w 256"/>
                <a:gd name="T33" fmla="*/ 11 h 91"/>
                <a:gd name="T34" fmla="*/ 178 w 256"/>
                <a:gd name="T35" fmla="*/ 1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" h="91">
                  <a:moveTo>
                    <a:pt x="178" y="15"/>
                  </a:moveTo>
                  <a:cubicBezTo>
                    <a:pt x="174" y="48"/>
                    <a:pt x="203" y="68"/>
                    <a:pt x="233" y="65"/>
                  </a:cubicBezTo>
                  <a:cubicBezTo>
                    <a:pt x="241" y="64"/>
                    <a:pt x="248" y="62"/>
                    <a:pt x="256" y="59"/>
                  </a:cubicBezTo>
                  <a:cubicBezTo>
                    <a:pt x="255" y="82"/>
                    <a:pt x="255" y="82"/>
                    <a:pt x="255" y="82"/>
                  </a:cubicBezTo>
                  <a:cubicBezTo>
                    <a:pt x="239" y="89"/>
                    <a:pt x="220" y="91"/>
                    <a:pt x="200" y="84"/>
                  </a:cubicBezTo>
                  <a:cubicBezTo>
                    <a:pt x="181" y="77"/>
                    <a:pt x="168" y="66"/>
                    <a:pt x="161" y="52"/>
                  </a:cubicBezTo>
                  <a:cubicBezTo>
                    <a:pt x="144" y="79"/>
                    <a:pt x="119" y="91"/>
                    <a:pt x="79" y="84"/>
                  </a:cubicBezTo>
                  <a:cubicBezTo>
                    <a:pt x="63" y="81"/>
                    <a:pt x="38" y="77"/>
                    <a:pt x="27" y="64"/>
                  </a:cubicBezTo>
                  <a:cubicBezTo>
                    <a:pt x="26" y="64"/>
                    <a:pt x="26" y="63"/>
                    <a:pt x="26" y="63"/>
                  </a:cubicBezTo>
                  <a:cubicBezTo>
                    <a:pt x="21" y="70"/>
                    <a:pt x="15" y="76"/>
                    <a:pt x="8" y="82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2" y="49"/>
                    <a:pt x="20" y="33"/>
                    <a:pt x="21" y="12"/>
                  </a:cubicBezTo>
                  <a:cubicBezTo>
                    <a:pt x="23" y="0"/>
                    <a:pt x="41" y="1"/>
                    <a:pt x="40" y="13"/>
                  </a:cubicBezTo>
                  <a:cubicBezTo>
                    <a:pt x="40" y="18"/>
                    <a:pt x="39" y="23"/>
                    <a:pt x="39" y="28"/>
                  </a:cubicBezTo>
                  <a:cubicBezTo>
                    <a:pt x="38" y="39"/>
                    <a:pt x="39" y="48"/>
                    <a:pt x="50" y="55"/>
                  </a:cubicBezTo>
                  <a:cubicBezTo>
                    <a:pt x="59" y="61"/>
                    <a:pt x="71" y="62"/>
                    <a:pt x="80" y="64"/>
                  </a:cubicBezTo>
                  <a:cubicBezTo>
                    <a:pt x="123" y="72"/>
                    <a:pt x="146" y="49"/>
                    <a:pt x="158" y="11"/>
                  </a:cubicBezTo>
                  <a:cubicBezTo>
                    <a:pt x="161" y="0"/>
                    <a:pt x="179" y="3"/>
                    <a:pt x="178" y="15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任意多边形: 形状 109" descr="9023baf8-fe11-4aa4-bf94-ac8b3c9762ef"/>
            <p:cNvSpPr/>
            <p:nvPr/>
          </p:nvSpPr>
          <p:spPr bwMode="auto">
            <a:xfrm flipH="1">
              <a:off x="10110787" y="2965450"/>
              <a:ext cx="577850" cy="153988"/>
            </a:xfrm>
            <a:custGeom>
              <a:avLst/>
              <a:gdLst>
                <a:gd name="T0" fmla="*/ 0 w 304"/>
                <a:gd name="T1" fmla="*/ 41 h 81"/>
                <a:gd name="T2" fmla="*/ 139 w 304"/>
                <a:gd name="T3" fmla="*/ 32 h 81"/>
                <a:gd name="T4" fmla="*/ 141 w 304"/>
                <a:gd name="T5" fmla="*/ 4 h 81"/>
                <a:gd name="T6" fmla="*/ 149 w 304"/>
                <a:gd name="T7" fmla="*/ 0 h 81"/>
                <a:gd name="T8" fmla="*/ 160 w 304"/>
                <a:gd name="T9" fmla="*/ 7 h 81"/>
                <a:gd name="T10" fmla="*/ 160 w 304"/>
                <a:gd name="T11" fmla="*/ 32 h 81"/>
                <a:gd name="T12" fmla="*/ 233 w 304"/>
                <a:gd name="T13" fmla="*/ 44 h 81"/>
                <a:gd name="T14" fmla="*/ 282 w 304"/>
                <a:gd name="T15" fmla="*/ 13 h 81"/>
                <a:gd name="T16" fmla="*/ 303 w 304"/>
                <a:gd name="T17" fmla="*/ 14 h 81"/>
                <a:gd name="T18" fmla="*/ 304 w 304"/>
                <a:gd name="T19" fmla="*/ 31 h 81"/>
                <a:gd name="T20" fmla="*/ 303 w 304"/>
                <a:gd name="T21" fmla="*/ 64 h 81"/>
                <a:gd name="T22" fmla="*/ 293 w 304"/>
                <a:gd name="T23" fmla="*/ 57 h 81"/>
                <a:gd name="T24" fmla="*/ 285 w 304"/>
                <a:gd name="T25" fmla="*/ 48 h 81"/>
                <a:gd name="T26" fmla="*/ 153 w 304"/>
                <a:gd name="T27" fmla="*/ 49 h 81"/>
                <a:gd name="T28" fmla="*/ 42 w 304"/>
                <a:gd name="T29" fmla="*/ 77 h 81"/>
                <a:gd name="T30" fmla="*/ 11 w 304"/>
                <a:gd name="T31" fmla="*/ 71 h 81"/>
                <a:gd name="T32" fmla="*/ 0 w 304"/>
                <a:gd name="T33" fmla="*/ 4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4" h="81">
                  <a:moveTo>
                    <a:pt x="0" y="41"/>
                  </a:moveTo>
                  <a:cubicBezTo>
                    <a:pt x="26" y="61"/>
                    <a:pt x="125" y="76"/>
                    <a:pt x="139" y="32"/>
                  </a:cubicBezTo>
                  <a:cubicBezTo>
                    <a:pt x="136" y="24"/>
                    <a:pt x="136" y="14"/>
                    <a:pt x="141" y="4"/>
                  </a:cubicBezTo>
                  <a:cubicBezTo>
                    <a:pt x="143" y="1"/>
                    <a:pt x="146" y="0"/>
                    <a:pt x="149" y="0"/>
                  </a:cubicBezTo>
                  <a:cubicBezTo>
                    <a:pt x="154" y="0"/>
                    <a:pt x="159" y="2"/>
                    <a:pt x="160" y="7"/>
                  </a:cubicBezTo>
                  <a:cubicBezTo>
                    <a:pt x="161" y="16"/>
                    <a:pt x="161" y="25"/>
                    <a:pt x="160" y="32"/>
                  </a:cubicBezTo>
                  <a:cubicBezTo>
                    <a:pt x="174" y="46"/>
                    <a:pt x="222" y="45"/>
                    <a:pt x="233" y="44"/>
                  </a:cubicBezTo>
                  <a:cubicBezTo>
                    <a:pt x="250" y="42"/>
                    <a:pt x="282" y="35"/>
                    <a:pt x="282" y="13"/>
                  </a:cubicBezTo>
                  <a:cubicBezTo>
                    <a:pt x="284" y="0"/>
                    <a:pt x="303" y="1"/>
                    <a:pt x="303" y="14"/>
                  </a:cubicBezTo>
                  <a:cubicBezTo>
                    <a:pt x="302" y="20"/>
                    <a:pt x="302" y="26"/>
                    <a:pt x="304" y="31"/>
                  </a:cubicBezTo>
                  <a:cubicBezTo>
                    <a:pt x="303" y="64"/>
                    <a:pt x="303" y="64"/>
                    <a:pt x="303" y="64"/>
                  </a:cubicBezTo>
                  <a:cubicBezTo>
                    <a:pt x="299" y="62"/>
                    <a:pt x="296" y="59"/>
                    <a:pt x="293" y="57"/>
                  </a:cubicBezTo>
                  <a:cubicBezTo>
                    <a:pt x="289" y="54"/>
                    <a:pt x="287" y="51"/>
                    <a:pt x="285" y="48"/>
                  </a:cubicBezTo>
                  <a:cubicBezTo>
                    <a:pt x="253" y="74"/>
                    <a:pt x="185" y="71"/>
                    <a:pt x="153" y="49"/>
                  </a:cubicBezTo>
                  <a:cubicBezTo>
                    <a:pt x="133" y="80"/>
                    <a:pt x="78" y="81"/>
                    <a:pt x="42" y="77"/>
                  </a:cubicBezTo>
                  <a:cubicBezTo>
                    <a:pt x="32" y="76"/>
                    <a:pt x="21" y="74"/>
                    <a:pt x="11" y="71"/>
                  </a:cubicBezTo>
                  <a:lnTo>
                    <a:pt x="0" y="41"/>
                  </a:ln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任意多边形: 形状 110" descr="c41bb3fe-150c-41b4-8dd1-1c875e4c7f20"/>
            <p:cNvSpPr/>
            <p:nvPr/>
          </p:nvSpPr>
          <p:spPr bwMode="auto">
            <a:xfrm flipH="1">
              <a:off x="10688637" y="2976563"/>
              <a:ext cx="22225" cy="42863"/>
            </a:xfrm>
            <a:custGeom>
              <a:avLst/>
              <a:gdLst>
                <a:gd name="T0" fmla="*/ 1 w 12"/>
                <a:gd name="T1" fmla="*/ 0 h 22"/>
                <a:gd name="T2" fmla="*/ 8 w 12"/>
                <a:gd name="T3" fmla="*/ 22 h 22"/>
                <a:gd name="T4" fmla="*/ 0 w 12"/>
                <a:gd name="T5" fmla="*/ 0 h 22"/>
                <a:gd name="T6" fmla="*/ 1 w 12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22">
                  <a:moveTo>
                    <a:pt x="1" y="0"/>
                  </a:moveTo>
                  <a:cubicBezTo>
                    <a:pt x="11" y="7"/>
                    <a:pt x="12" y="15"/>
                    <a:pt x="8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16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任意多边形: 形状 111" descr="ebdc8f64-e67b-4f9b-baaf-50339e5f1ca1"/>
            <p:cNvSpPr/>
            <p:nvPr/>
          </p:nvSpPr>
          <p:spPr bwMode="auto">
            <a:xfrm flipH="1">
              <a:off x="8697911" y="1636713"/>
              <a:ext cx="46038" cy="84138"/>
            </a:xfrm>
            <a:custGeom>
              <a:avLst/>
              <a:gdLst>
                <a:gd name="T0" fmla="*/ 19 w 29"/>
                <a:gd name="T1" fmla="*/ 53 h 53"/>
                <a:gd name="T2" fmla="*/ 0 w 29"/>
                <a:gd name="T3" fmla="*/ 49 h 53"/>
                <a:gd name="T4" fmla="*/ 10 w 29"/>
                <a:gd name="T5" fmla="*/ 0 h 53"/>
                <a:gd name="T6" fmla="*/ 29 w 29"/>
                <a:gd name="T7" fmla="*/ 5 h 53"/>
                <a:gd name="T8" fmla="*/ 19 w 29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52">
                  <a:moveTo>
                    <a:pt x="19" y="53"/>
                  </a:moveTo>
                  <a:lnTo>
                    <a:pt x="0" y="49"/>
                  </a:lnTo>
                  <a:lnTo>
                    <a:pt x="10" y="0"/>
                  </a:lnTo>
                  <a:lnTo>
                    <a:pt x="29" y="5"/>
                  </a:lnTo>
                  <a:lnTo>
                    <a:pt x="19" y="53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任意多边形: 形状 112" descr="73b3ccae-26d3-47f0-9e50-76ae60a8ef68"/>
            <p:cNvSpPr/>
            <p:nvPr/>
          </p:nvSpPr>
          <p:spPr bwMode="auto">
            <a:xfrm flipH="1">
              <a:off x="8791574" y="1900238"/>
              <a:ext cx="119063" cy="103188"/>
            </a:xfrm>
            <a:custGeom>
              <a:avLst/>
              <a:gdLst>
                <a:gd name="T0" fmla="*/ 40 w 63"/>
                <a:gd name="T1" fmla="*/ 54 h 54"/>
                <a:gd name="T2" fmla="*/ 28 w 63"/>
                <a:gd name="T3" fmla="*/ 51 h 54"/>
                <a:gd name="T4" fmla="*/ 12 w 63"/>
                <a:gd name="T5" fmla="*/ 41 h 54"/>
                <a:gd name="T6" fmla="*/ 6 w 63"/>
                <a:gd name="T7" fmla="*/ 12 h 54"/>
                <a:gd name="T8" fmla="*/ 35 w 63"/>
                <a:gd name="T9" fmla="*/ 6 h 54"/>
                <a:gd name="T10" fmla="*/ 51 w 63"/>
                <a:gd name="T11" fmla="*/ 16 h 54"/>
                <a:gd name="T12" fmla="*/ 57 w 63"/>
                <a:gd name="T13" fmla="*/ 45 h 54"/>
                <a:gd name="T14" fmla="*/ 40 w 63"/>
                <a:gd name="T1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54">
                  <a:moveTo>
                    <a:pt x="40" y="54"/>
                  </a:moveTo>
                  <a:cubicBezTo>
                    <a:pt x="36" y="54"/>
                    <a:pt x="32" y="53"/>
                    <a:pt x="28" y="51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3" y="35"/>
                    <a:pt x="0" y="22"/>
                    <a:pt x="6" y="12"/>
                  </a:cubicBezTo>
                  <a:cubicBezTo>
                    <a:pt x="13" y="3"/>
                    <a:pt x="25" y="0"/>
                    <a:pt x="35" y="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61" y="23"/>
                    <a:pt x="63" y="35"/>
                    <a:pt x="57" y="45"/>
                  </a:cubicBezTo>
                  <a:cubicBezTo>
                    <a:pt x="53" y="51"/>
                    <a:pt x="47" y="54"/>
                    <a:pt x="40" y="54"/>
                  </a:cubicBez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任意多边形: 形状 113" descr="050c5d11-fa4e-41b8-b401-fe3357d616c4"/>
            <p:cNvSpPr/>
            <p:nvPr/>
          </p:nvSpPr>
          <p:spPr bwMode="auto">
            <a:xfrm flipH="1">
              <a:off x="8407399" y="3611563"/>
              <a:ext cx="85725" cy="52388"/>
            </a:xfrm>
            <a:custGeom>
              <a:avLst/>
              <a:gdLst>
                <a:gd name="T0" fmla="*/ 49 w 54"/>
                <a:gd name="T1" fmla="*/ 33 h 33"/>
                <a:gd name="T2" fmla="*/ 0 w 54"/>
                <a:gd name="T3" fmla="*/ 24 h 33"/>
                <a:gd name="T4" fmla="*/ 5 w 54"/>
                <a:gd name="T5" fmla="*/ 0 h 33"/>
                <a:gd name="T6" fmla="*/ 54 w 54"/>
                <a:gd name="T7" fmla="*/ 9 h 33"/>
                <a:gd name="T8" fmla="*/ 49 w 54"/>
                <a:gd name="T9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33">
                  <a:moveTo>
                    <a:pt x="49" y="33"/>
                  </a:moveTo>
                  <a:lnTo>
                    <a:pt x="0" y="24"/>
                  </a:lnTo>
                  <a:lnTo>
                    <a:pt x="5" y="0"/>
                  </a:lnTo>
                  <a:lnTo>
                    <a:pt x="54" y="9"/>
                  </a:lnTo>
                  <a:lnTo>
                    <a:pt x="49" y="33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任意多边形: 形状 114" descr="52ab14b1-d6de-414c-8888-5a763a99e596"/>
            <p:cNvSpPr/>
            <p:nvPr/>
          </p:nvSpPr>
          <p:spPr bwMode="auto">
            <a:xfrm flipH="1">
              <a:off x="7065962" y="1482725"/>
              <a:ext cx="3717925" cy="3519488"/>
            </a:xfrm>
            <a:custGeom>
              <a:avLst/>
              <a:gdLst>
                <a:gd name="T0" fmla="*/ 1559 w 2342"/>
                <a:gd name="T1" fmla="*/ 2217 h 2217"/>
                <a:gd name="T2" fmla="*/ 388 w 2342"/>
                <a:gd name="T3" fmla="*/ 1994 h 2217"/>
                <a:gd name="T4" fmla="*/ 0 w 2342"/>
                <a:gd name="T5" fmla="*/ 885 h 2217"/>
                <a:gd name="T6" fmla="*/ 783 w 2342"/>
                <a:gd name="T7" fmla="*/ 0 h 2217"/>
                <a:gd name="T8" fmla="*/ 1295 w 2342"/>
                <a:gd name="T9" fmla="*/ 97 h 2217"/>
                <a:gd name="T10" fmla="*/ 1285 w 2342"/>
                <a:gd name="T11" fmla="*/ 146 h 2217"/>
                <a:gd name="T12" fmla="*/ 802 w 2342"/>
                <a:gd name="T13" fmla="*/ 54 h 2217"/>
                <a:gd name="T14" fmla="*/ 56 w 2342"/>
                <a:gd name="T15" fmla="*/ 896 h 2217"/>
                <a:gd name="T16" fmla="*/ 425 w 2342"/>
                <a:gd name="T17" fmla="*/ 1951 h 2217"/>
                <a:gd name="T18" fmla="*/ 1540 w 2342"/>
                <a:gd name="T19" fmla="*/ 2163 h 2217"/>
                <a:gd name="T20" fmla="*/ 2286 w 2342"/>
                <a:gd name="T21" fmla="*/ 1322 h 2217"/>
                <a:gd name="T22" fmla="*/ 1917 w 2342"/>
                <a:gd name="T23" fmla="*/ 267 h 2217"/>
                <a:gd name="T24" fmla="*/ 1304 w 2342"/>
                <a:gd name="T25" fmla="*/ 150 h 2217"/>
                <a:gd name="T26" fmla="*/ 1314 w 2342"/>
                <a:gd name="T27" fmla="*/ 102 h 2217"/>
                <a:gd name="T28" fmla="*/ 1954 w 2342"/>
                <a:gd name="T29" fmla="*/ 224 h 2217"/>
                <a:gd name="T30" fmla="*/ 1959 w 2342"/>
                <a:gd name="T31" fmla="*/ 237 h 2217"/>
                <a:gd name="T32" fmla="*/ 2342 w 2342"/>
                <a:gd name="T33" fmla="*/ 1332 h 2217"/>
                <a:gd name="T34" fmla="*/ 1559 w 2342"/>
                <a:gd name="T35" fmla="*/ 2217 h 2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42" h="2217">
                  <a:moveTo>
                    <a:pt x="1559" y="2217"/>
                  </a:moveTo>
                  <a:lnTo>
                    <a:pt x="388" y="1994"/>
                  </a:lnTo>
                  <a:lnTo>
                    <a:pt x="0" y="885"/>
                  </a:lnTo>
                  <a:lnTo>
                    <a:pt x="783" y="0"/>
                  </a:lnTo>
                  <a:lnTo>
                    <a:pt x="1295" y="97"/>
                  </a:lnTo>
                  <a:lnTo>
                    <a:pt x="1285" y="146"/>
                  </a:lnTo>
                  <a:lnTo>
                    <a:pt x="802" y="54"/>
                  </a:lnTo>
                  <a:lnTo>
                    <a:pt x="56" y="896"/>
                  </a:lnTo>
                  <a:lnTo>
                    <a:pt x="425" y="1951"/>
                  </a:lnTo>
                  <a:lnTo>
                    <a:pt x="1540" y="2163"/>
                  </a:lnTo>
                  <a:lnTo>
                    <a:pt x="2286" y="1322"/>
                  </a:lnTo>
                  <a:lnTo>
                    <a:pt x="1917" y="267"/>
                  </a:lnTo>
                  <a:lnTo>
                    <a:pt x="1304" y="150"/>
                  </a:lnTo>
                  <a:lnTo>
                    <a:pt x="1314" y="102"/>
                  </a:lnTo>
                  <a:lnTo>
                    <a:pt x="1954" y="224"/>
                  </a:lnTo>
                  <a:lnTo>
                    <a:pt x="1959" y="237"/>
                  </a:lnTo>
                  <a:lnTo>
                    <a:pt x="2342" y="1332"/>
                  </a:lnTo>
                  <a:lnTo>
                    <a:pt x="1559" y="2217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任意多边形: 形状 115" descr="292b921c-8921-44f3-a0c2-1604519130c3"/>
            <p:cNvSpPr/>
            <p:nvPr/>
          </p:nvSpPr>
          <p:spPr bwMode="auto">
            <a:xfrm flipH="1">
              <a:off x="7683499" y="1846263"/>
              <a:ext cx="933450" cy="3127375"/>
            </a:xfrm>
            <a:custGeom>
              <a:avLst/>
              <a:gdLst>
                <a:gd name="T0" fmla="*/ 162 w 588"/>
                <a:gd name="T1" fmla="*/ 1970 h 1970"/>
                <a:gd name="T2" fmla="*/ 0 w 588"/>
                <a:gd name="T3" fmla="*/ 1523 h 1970"/>
                <a:gd name="T4" fmla="*/ 3 w 588"/>
                <a:gd name="T5" fmla="*/ 1511 h 1970"/>
                <a:gd name="T6" fmla="*/ 241 w 588"/>
                <a:gd name="T7" fmla="*/ 319 h 1970"/>
                <a:gd name="T8" fmla="*/ 552 w 588"/>
                <a:gd name="T9" fmla="*/ 0 h 1970"/>
                <a:gd name="T10" fmla="*/ 588 w 588"/>
                <a:gd name="T11" fmla="*/ 33 h 1970"/>
                <a:gd name="T12" fmla="*/ 288 w 588"/>
                <a:gd name="T13" fmla="*/ 343 h 1970"/>
                <a:gd name="T14" fmla="*/ 52 w 588"/>
                <a:gd name="T15" fmla="*/ 1518 h 1970"/>
                <a:gd name="T16" fmla="*/ 209 w 588"/>
                <a:gd name="T17" fmla="*/ 1954 h 1970"/>
                <a:gd name="T18" fmla="*/ 162 w 588"/>
                <a:gd name="T19" fmla="*/ 197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8" h="1969">
                  <a:moveTo>
                    <a:pt x="162" y="1970"/>
                  </a:moveTo>
                  <a:lnTo>
                    <a:pt x="0" y="1523"/>
                  </a:lnTo>
                  <a:lnTo>
                    <a:pt x="3" y="1511"/>
                  </a:lnTo>
                  <a:lnTo>
                    <a:pt x="241" y="319"/>
                  </a:lnTo>
                  <a:lnTo>
                    <a:pt x="552" y="0"/>
                  </a:lnTo>
                  <a:lnTo>
                    <a:pt x="588" y="33"/>
                  </a:lnTo>
                  <a:lnTo>
                    <a:pt x="288" y="343"/>
                  </a:lnTo>
                  <a:lnTo>
                    <a:pt x="52" y="1518"/>
                  </a:lnTo>
                  <a:lnTo>
                    <a:pt x="209" y="1954"/>
                  </a:lnTo>
                  <a:lnTo>
                    <a:pt x="162" y="1970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任意多边形: 形状 116" descr="0af25f22-0213-4b51-bde0-41433aa6c46e"/>
            <p:cNvSpPr>
              <a:spLocks noEditPoints="1"/>
            </p:cNvSpPr>
            <p:nvPr/>
          </p:nvSpPr>
          <p:spPr bwMode="auto">
            <a:xfrm flipH="1">
              <a:off x="7069137" y="1484313"/>
              <a:ext cx="3108325" cy="3168650"/>
            </a:xfrm>
            <a:custGeom>
              <a:avLst/>
              <a:gdLst>
                <a:gd name="T0" fmla="*/ 21 w 1635"/>
                <a:gd name="T1" fmla="*/ 1669 h 1669"/>
                <a:gd name="T2" fmla="*/ 7 w 1635"/>
                <a:gd name="T3" fmla="*/ 1664 h 1669"/>
                <a:gd name="T4" fmla="*/ 0 w 1635"/>
                <a:gd name="T5" fmla="*/ 1648 h 1669"/>
                <a:gd name="T6" fmla="*/ 15 w 1635"/>
                <a:gd name="T7" fmla="*/ 769 h 1669"/>
                <a:gd name="T8" fmla="*/ 16 w 1635"/>
                <a:gd name="T9" fmla="*/ 762 h 1669"/>
                <a:gd name="T10" fmla="*/ 323 w 1635"/>
                <a:gd name="T11" fmla="*/ 14 h 1669"/>
                <a:gd name="T12" fmla="*/ 336 w 1635"/>
                <a:gd name="T13" fmla="*/ 2 h 1669"/>
                <a:gd name="T14" fmla="*/ 354 w 1635"/>
                <a:gd name="T15" fmla="*/ 4 h 1669"/>
                <a:gd name="T16" fmla="*/ 1053 w 1635"/>
                <a:gd name="T17" fmla="*/ 450 h 1669"/>
                <a:gd name="T18" fmla="*/ 1057 w 1635"/>
                <a:gd name="T19" fmla="*/ 453 h 1669"/>
                <a:gd name="T20" fmla="*/ 1629 w 1635"/>
                <a:gd name="T21" fmla="*/ 1095 h 1669"/>
                <a:gd name="T22" fmla="*/ 1634 w 1635"/>
                <a:gd name="T23" fmla="*/ 1113 h 1669"/>
                <a:gd name="T24" fmla="*/ 1622 w 1635"/>
                <a:gd name="T25" fmla="*/ 1127 h 1669"/>
                <a:gd name="T26" fmla="*/ 852 w 1635"/>
                <a:gd name="T27" fmla="*/ 1481 h 1669"/>
                <a:gd name="T28" fmla="*/ 847 w 1635"/>
                <a:gd name="T29" fmla="*/ 1482 h 1669"/>
                <a:gd name="T30" fmla="*/ 25 w 1635"/>
                <a:gd name="T31" fmla="*/ 1668 h 1669"/>
                <a:gd name="T32" fmla="*/ 21 w 1635"/>
                <a:gd name="T33" fmla="*/ 1669 h 1669"/>
                <a:gd name="T34" fmla="*/ 56 w 1635"/>
                <a:gd name="T35" fmla="*/ 774 h 1669"/>
                <a:gd name="T36" fmla="*/ 42 w 1635"/>
                <a:gd name="T37" fmla="*/ 1622 h 1669"/>
                <a:gd name="T38" fmla="*/ 836 w 1635"/>
                <a:gd name="T39" fmla="*/ 1442 h 1669"/>
                <a:gd name="T40" fmla="*/ 1580 w 1635"/>
                <a:gd name="T41" fmla="*/ 1102 h 1669"/>
                <a:gd name="T42" fmla="*/ 1028 w 1635"/>
                <a:gd name="T43" fmla="*/ 483 h 1669"/>
                <a:gd name="T44" fmla="*/ 353 w 1635"/>
                <a:gd name="T45" fmla="*/ 52 h 1669"/>
                <a:gd name="T46" fmla="*/ 56 w 1635"/>
                <a:gd name="T47" fmla="*/ 774 h 1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34" h="1669">
                  <a:moveTo>
                    <a:pt x="21" y="1669"/>
                  </a:moveTo>
                  <a:cubicBezTo>
                    <a:pt x="16" y="1669"/>
                    <a:pt x="11" y="1667"/>
                    <a:pt x="7" y="1664"/>
                  </a:cubicBezTo>
                  <a:cubicBezTo>
                    <a:pt x="2" y="1660"/>
                    <a:pt x="0" y="1654"/>
                    <a:pt x="0" y="1648"/>
                  </a:cubicBezTo>
                  <a:cubicBezTo>
                    <a:pt x="15" y="769"/>
                    <a:pt x="15" y="769"/>
                    <a:pt x="15" y="769"/>
                  </a:cubicBezTo>
                  <a:cubicBezTo>
                    <a:pt x="15" y="767"/>
                    <a:pt x="15" y="764"/>
                    <a:pt x="16" y="762"/>
                  </a:cubicBezTo>
                  <a:cubicBezTo>
                    <a:pt x="323" y="14"/>
                    <a:pt x="323" y="14"/>
                    <a:pt x="323" y="14"/>
                  </a:cubicBezTo>
                  <a:cubicBezTo>
                    <a:pt x="326" y="8"/>
                    <a:pt x="330" y="3"/>
                    <a:pt x="336" y="2"/>
                  </a:cubicBezTo>
                  <a:cubicBezTo>
                    <a:pt x="342" y="0"/>
                    <a:pt x="349" y="1"/>
                    <a:pt x="354" y="4"/>
                  </a:cubicBezTo>
                  <a:cubicBezTo>
                    <a:pt x="1053" y="450"/>
                    <a:pt x="1053" y="450"/>
                    <a:pt x="1053" y="450"/>
                  </a:cubicBezTo>
                  <a:cubicBezTo>
                    <a:pt x="1055" y="451"/>
                    <a:pt x="1056" y="452"/>
                    <a:pt x="1057" y="453"/>
                  </a:cubicBezTo>
                  <a:cubicBezTo>
                    <a:pt x="1629" y="1095"/>
                    <a:pt x="1629" y="1095"/>
                    <a:pt x="1629" y="1095"/>
                  </a:cubicBezTo>
                  <a:cubicBezTo>
                    <a:pt x="1634" y="1100"/>
                    <a:pt x="1635" y="1107"/>
                    <a:pt x="1634" y="1113"/>
                  </a:cubicBezTo>
                  <a:cubicBezTo>
                    <a:pt x="1633" y="1119"/>
                    <a:pt x="1628" y="1125"/>
                    <a:pt x="1622" y="1127"/>
                  </a:cubicBezTo>
                  <a:cubicBezTo>
                    <a:pt x="852" y="1481"/>
                    <a:pt x="852" y="1481"/>
                    <a:pt x="852" y="1481"/>
                  </a:cubicBezTo>
                  <a:cubicBezTo>
                    <a:pt x="850" y="1481"/>
                    <a:pt x="849" y="1482"/>
                    <a:pt x="847" y="1482"/>
                  </a:cubicBezTo>
                  <a:cubicBezTo>
                    <a:pt x="25" y="1668"/>
                    <a:pt x="25" y="1668"/>
                    <a:pt x="25" y="1668"/>
                  </a:cubicBezTo>
                  <a:cubicBezTo>
                    <a:pt x="24" y="1669"/>
                    <a:pt x="22" y="1669"/>
                    <a:pt x="21" y="1669"/>
                  </a:cubicBezTo>
                  <a:close/>
                  <a:moveTo>
                    <a:pt x="56" y="774"/>
                  </a:moveTo>
                  <a:cubicBezTo>
                    <a:pt x="42" y="1622"/>
                    <a:pt x="42" y="1622"/>
                    <a:pt x="42" y="1622"/>
                  </a:cubicBezTo>
                  <a:cubicBezTo>
                    <a:pt x="836" y="1442"/>
                    <a:pt x="836" y="1442"/>
                    <a:pt x="836" y="1442"/>
                  </a:cubicBezTo>
                  <a:cubicBezTo>
                    <a:pt x="1580" y="1102"/>
                    <a:pt x="1580" y="1102"/>
                    <a:pt x="1580" y="1102"/>
                  </a:cubicBezTo>
                  <a:cubicBezTo>
                    <a:pt x="1028" y="483"/>
                    <a:pt x="1028" y="483"/>
                    <a:pt x="1028" y="483"/>
                  </a:cubicBezTo>
                  <a:cubicBezTo>
                    <a:pt x="353" y="52"/>
                    <a:pt x="353" y="52"/>
                    <a:pt x="353" y="52"/>
                  </a:cubicBezTo>
                  <a:lnTo>
                    <a:pt x="56" y="774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任意多边形: 形状 117" descr="11ecd8a0-17f3-45d2-bb53-52bfc468391f"/>
            <p:cNvSpPr/>
            <p:nvPr/>
          </p:nvSpPr>
          <p:spPr bwMode="auto">
            <a:xfrm flipH="1">
              <a:off x="9321799" y="2857500"/>
              <a:ext cx="1419225" cy="768350"/>
            </a:xfrm>
            <a:custGeom>
              <a:avLst/>
              <a:gdLst>
                <a:gd name="T0" fmla="*/ 860 w 894"/>
                <a:gd name="T1" fmla="*/ 484 h 484"/>
                <a:gd name="T2" fmla="*/ 387 w 894"/>
                <a:gd name="T3" fmla="*/ 80 h 484"/>
                <a:gd name="T4" fmla="*/ 0 w 894"/>
                <a:gd name="T5" fmla="*/ 49 h 484"/>
                <a:gd name="T6" fmla="*/ 3 w 894"/>
                <a:gd name="T7" fmla="*/ 0 h 484"/>
                <a:gd name="T8" fmla="*/ 408 w 894"/>
                <a:gd name="T9" fmla="*/ 32 h 484"/>
                <a:gd name="T10" fmla="*/ 894 w 894"/>
                <a:gd name="T11" fmla="*/ 447 h 484"/>
                <a:gd name="T12" fmla="*/ 860 w 894"/>
                <a:gd name="T13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4" h="483">
                  <a:moveTo>
                    <a:pt x="860" y="484"/>
                  </a:moveTo>
                  <a:lnTo>
                    <a:pt x="387" y="80"/>
                  </a:lnTo>
                  <a:lnTo>
                    <a:pt x="0" y="49"/>
                  </a:lnTo>
                  <a:lnTo>
                    <a:pt x="3" y="0"/>
                  </a:lnTo>
                  <a:lnTo>
                    <a:pt x="408" y="32"/>
                  </a:lnTo>
                  <a:lnTo>
                    <a:pt x="894" y="447"/>
                  </a:lnTo>
                  <a:lnTo>
                    <a:pt x="860" y="484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任意多边形: 形状 118" descr="64ace59c-70ce-480c-a6ed-32d8696dbed8"/>
            <p:cNvSpPr/>
            <p:nvPr/>
          </p:nvSpPr>
          <p:spPr bwMode="auto">
            <a:xfrm flipH="1">
              <a:off x="8550274" y="3567113"/>
              <a:ext cx="825500" cy="722313"/>
            </a:xfrm>
            <a:custGeom>
              <a:avLst/>
              <a:gdLst>
                <a:gd name="T0" fmla="*/ 488 w 520"/>
                <a:gd name="T1" fmla="*/ 455 h 455"/>
                <a:gd name="T2" fmla="*/ 0 w 520"/>
                <a:gd name="T3" fmla="*/ 37 h 455"/>
                <a:gd name="T4" fmla="*/ 34 w 520"/>
                <a:gd name="T5" fmla="*/ 0 h 455"/>
                <a:gd name="T6" fmla="*/ 520 w 520"/>
                <a:gd name="T7" fmla="*/ 418 h 455"/>
                <a:gd name="T8" fmla="*/ 488 w 520"/>
                <a:gd name="T9" fmla="*/ 45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0" h="455">
                  <a:moveTo>
                    <a:pt x="488" y="455"/>
                  </a:moveTo>
                  <a:lnTo>
                    <a:pt x="0" y="37"/>
                  </a:lnTo>
                  <a:lnTo>
                    <a:pt x="34" y="0"/>
                  </a:lnTo>
                  <a:lnTo>
                    <a:pt x="520" y="418"/>
                  </a:lnTo>
                  <a:lnTo>
                    <a:pt x="488" y="455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任意多边形: 形状 119" descr="43247212-5a56-45cf-85e4-9103c9260164"/>
            <p:cNvSpPr/>
            <p:nvPr/>
          </p:nvSpPr>
          <p:spPr bwMode="auto">
            <a:xfrm flipH="1">
              <a:off x="8185149" y="2333625"/>
              <a:ext cx="1935163" cy="649288"/>
            </a:xfrm>
            <a:custGeom>
              <a:avLst/>
              <a:gdLst>
                <a:gd name="T0" fmla="*/ 14 w 1219"/>
                <a:gd name="T1" fmla="*/ 409 h 409"/>
                <a:gd name="T2" fmla="*/ 0 w 1219"/>
                <a:gd name="T3" fmla="*/ 362 h 409"/>
                <a:gd name="T4" fmla="*/ 1205 w 1219"/>
                <a:gd name="T5" fmla="*/ 0 h 409"/>
                <a:gd name="T6" fmla="*/ 1219 w 1219"/>
                <a:gd name="T7" fmla="*/ 48 h 409"/>
                <a:gd name="T8" fmla="*/ 14 w 1219"/>
                <a:gd name="T9" fmla="*/ 409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9" h="409">
                  <a:moveTo>
                    <a:pt x="14" y="409"/>
                  </a:moveTo>
                  <a:lnTo>
                    <a:pt x="0" y="362"/>
                  </a:lnTo>
                  <a:lnTo>
                    <a:pt x="1205" y="0"/>
                  </a:lnTo>
                  <a:lnTo>
                    <a:pt x="1219" y="48"/>
                  </a:lnTo>
                  <a:lnTo>
                    <a:pt x="14" y="409"/>
                  </a:lnTo>
                  <a:close/>
                </a:path>
              </a:pathLst>
            </a:custGeom>
            <a:solidFill>
              <a:srgbClr val="1E11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标题 1" descr="d8701ed6-3ccc-4694-99a8-e8d75c76bbe1"/>
          <p:cNvSpPr>
            <a:spLocks noGrp="1"/>
          </p:cNvSpPr>
          <p:nvPr>
            <p:ph type="title" hasCustomPrompt="1"/>
          </p:nvPr>
        </p:nvSpPr>
        <p:spPr>
          <a:xfrm>
            <a:off x="660400" y="1135064"/>
            <a:ext cx="6396037" cy="2951226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 descr="9feee34d-3f34-427a-a8d5-27a87a67c13b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57467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1deee084-587a-4ba6-9edb-52176b85af77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31787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3" Type="http://schemas.openxmlformats.org/officeDocument/2006/relationships/slideLayout" Target="../slideLayouts/slideLayout5.xml"/><Relationship Id="rId32" Type="http://schemas.openxmlformats.org/officeDocument/2006/relationships/image" Target="../media/image5.png"/><Relationship Id="rId31" Type="http://schemas.openxmlformats.org/officeDocument/2006/relationships/tags" Target="../tags/tag28.xml"/><Relationship Id="rId30" Type="http://schemas.openxmlformats.org/officeDocument/2006/relationships/image" Target="../media/image4.png"/><Relationship Id="rId3" Type="http://schemas.openxmlformats.org/officeDocument/2006/relationships/tags" Target="../tags/tag3.xml"/><Relationship Id="rId29" Type="http://schemas.openxmlformats.org/officeDocument/2006/relationships/tags" Target="../tags/tag27.xml"/><Relationship Id="rId28" Type="http://schemas.openxmlformats.org/officeDocument/2006/relationships/image" Target="../media/image3.png"/><Relationship Id="rId27" Type="http://schemas.openxmlformats.org/officeDocument/2006/relationships/tags" Target="../tags/tag26.xml"/><Relationship Id="rId26" Type="http://schemas.openxmlformats.org/officeDocument/2006/relationships/image" Target="../media/image2.png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3" Type="http://schemas.openxmlformats.org/officeDocument/2006/relationships/slideLayout" Target="../slideLayouts/slideLayout5.xml"/><Relationship Id="rId42" Type="http://schemas.openxmlformats.org/officeDocument/2006/relationships/image" Target="../media/image8.png"/><Relationship Id="rId41" Type="http://schemas.openxmlformats.org/officeDocument/2006/relationships/tags" Target="../tags/tag67.xml"/><Relationship Id="rId40" Type="http://schemas.openxmlformats.org/officeDocument/2006/relationships/image" Target="../media/image7.png"/><Relationship Id="rId4" Type="http://schemas.openxmlformats.org/officeDocument/2006/relationships/tags" Target="../tags/tag32.xml"/><Relationship Id="rId39" Type="http://schemas.openxmlformats.org/officeDocument/2006/relationships/tags" Target="../tags/tag66.xml"/><Relationship Id="rId38" Type="http://schemas.openxmlformats.org/officeDocument/2006/relationships/image" Target="../media/image6.png"/><Relationship Id="rId37" Type="http://schemas.openxmlformats.org/officeDocument/2006/relationships/tags" Target="../tags/tag65.xml"/><Relationship Id="rId36" Type="http://schemas.openxmlformats.org/officeDocument/2006/relationships/tags" Target="../tags/tag64.xml"/><Relationship Id="rId35" Type="http://schemas.openxmlformats.org/officeDocument/2006/relationships/tags" Target="../tags/tag63.xml"/><Relationship Id="rId34" Type="http://schemas.openxmlformats.org/officeDocument/2006/relationships/tags" Target="../tags/tag62.xml"/><Relationship Id="rId33" Type="http://schemas.openxmlformats.org/officeDocument/2006/relationships/tags" Target="../tags/tag61.xml"/><Relationship Id="rId32" Type="http://schemas.openxmlformats.org/officeDocument/2006/relationships/tags" Target="../tags/tag60.xml"/><Relationship Id="rId31" Type="http://schemas.openxmlformats.org/officeDocument/2006/relationships/tags" Target="../tags/tag59.xml"/><Relationship Id="rId30" Type="http://schemas.openxmlformats.org/officeDocument/2006/relationships/tags" Target="../tags/tag58.xml"/><Relationship Id="rId3" Type="http://schemas.openxmlformats.org/officeDocument/2006/relationships/tags" Target="../tags/tag31.xml"/><Relationship Id="rId29" Type="http://schemas.openxmlformats.org/officeDocument/2006/relationships/tags" Target="../tags/tag57.xml"/><Relationship Id="rId28" Type="http://schemas.openxmlformats.org/officeDocument/2006/relationships/tags" Target="../tags/tag56.xml"/><Relationship Id="rId27" Type="http://schemas.openxmlformats.org/officeDocument/2006/relationships/tags" Target="../tags/tag55.xml"/><Relationship Id="rId26" Type="http://schemas.openxmlformats.org/officeDocument/2006/relationships/tags" Target="../tags/tag54.xml"/><Relationship Id="rId25" Type="http://schemas.openxmlformats.org/officeDocument/2006/relationships/tags" Target="../tags/tag53.xml"/><Relationship Id="rId24" Type="http://schemas.openxmlformats.org/officeDocument/2006/relationships/tags" Target="../tags/tag52.xml"/><Relationship Id="rId23" Type="http://schemas.openxmlformats.org/officeDocument/2006/relationships/tags" Target="../tags/tag51.xml"/><Relationship Id="rId22" Type="http://schemas.openxmlformats.org/officeDocument/2006/relationships/tags" Target="../tags/tag50.xml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tags" Target="../tags/tag30.xml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6" Type="http://schemas.openxmlformats.org/officeDocument/2006/relationships/slideLayout" Target="../slideLayouts/slideLayout5.xml"/><Relationship Id="rId35" Type="http://schemas.openxmlformats.org/officeDocument/2006/relationships/image" Target="../media/image16.png"/><Relationship Id="rId34" Type="http://schemas.openxmlformats.org/officeDocument/2006/relationships/image" Target="../media/image15.png"/><Relationship Id="rId33" Type="http://schemas.openxmlformats.org/officeDocument/2006/relationships/image" Target="../media/image14.png"/><Relationship Id="rId32" Type="http://schemas.openxmlformats.org/officeDocument/2006/relationships/image" Target="../media/image13.png"/><Relationship Id="rId31" Type="http://schemas.openxmlformats.org/officeDocument/2006/relationships/image" Target="../media/image12.png"/><Relationship Id="rId30" Type="http://schemas.openxmlformats.org/officeDocument/2006/relationships/image" Target="../media/image11.png"/><Relationship Id="rId3" Type="http://schemas.openxmlformats.org/officeDocument/2006/relationships/tags" Target="../tags/tag70.xml"/><Relationship Id="rId29" Type="http://schemas.openxmlformats.org/officeDocument/2006/relationships/image" Target="../media/image10.png"/><Relationship Id="rId28" Type="http://schemas.openxmlformats.org/officeDocument/2006/relationships/image" Target="../media/image9.png"/><Relationship Id="rId27" Type="http://schemas.openxmlformats.org/officeDocument/2006/relationships/tags" Target="../tags/tag94.xml"/><Relationship Id="rId26" Type="http://schemas.openxmlformats.org/officeDocument/2006/relationships/tags" Target="../tags/tag93.xml"/><Relationship Id="rId25" Type="http://schemas.openxmlformats.org/officeDocument/2006/relationships/tags" Target="../tags/tag92.xml"/><Relationship Id="rId24" Type="http://schemas.openxmlformats.org/officeDocument/2006/relationships/tags" Target="../tags/tag91.xml"/><Relationship Id="rId23" Type="http://schemas.openxmlformats.org/officeDocument/2006/relationships/tags" Target="../tags/tag90.xml"/><Relationship Id="rId22" Type="http://schemas.openxmlformats.org/officeDocument/2006/relationships/tags" Target="../tags/tag89.xml"/><Relationship Id="rId21" Type="http://schemas.openxmlformats.org/officeDocument/2006/relationships/tags" Target="../tags/tag88.xml"/><Relationship Id="rId20" Type="http://schemas.openxmlformats.org/officeDocument/2006/relationships/tags" Target="../tags/tag87.xml"/><Relationship Id="rId2" Type="http://schemas.openxmlformats.org/officeDocument/2006/relationships/tags" Target="../tags/tag69.xml"/><Relationship Id="rId19" Type="http://schemas.openxmlformats.org/officeDocument/2006/relationships/tags" Target="../tags/tag86.xml"/><Relationship Id="rId18" Type="http://schemas.openxmlformats.org/officeDocument/2006/relationships/tags" Target="../tags/tag85.xml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9" Type="http://schemas.openxmlformats.org/officeDocument/2006/relationships/slideLayout" Target="../slideLayouts/slideLayout5.xml"/><Relationship Id="rId28" Type="http://schemas.openxmlformats.org/officeDocument/2006/relationships/image" Target="../media/image17.png"/><Relationship Id="rId27" Type="http://schemas.openxmlformats.org/officeDocument/2006/relationships/tags" Target="../tags/tag121.xml"/><Relationship Id="rId26" Type="http://schemas.openxmlformats.org/officeDocument/2006/relationships/tags" Target="../tags/tag120.xml"/><Relationship Id="rId25" Type="http://schemas.openxmlformats.org/officeDocument/2006/relationships/tags" Target="../tags/tag119.xml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6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7" Type="http://schemas.openxmlformats.org/officeDocument/2006/relationships/slideLayout" Target="../slideLayouts/slideLayout5.xml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5" Type="http://schemas.openxmlformats.org/officeDocument/2006/relationships/slideLayout" Target="../slideLayouts/slideLayout5.xml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tags" Target="../tags/tag1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5" Type="http://schemas.openxmlformats.org/officeDocument/2006/relationships/slideLayout" Target="../slideLayouts/slideLayout5.xml"/><Relationship Id="rId34" Type="http://schemas.openxmlformats.org/officeDocument/2006/relationships/image" Target="../media/image28.png"/><Relationship Id="rId33" Type="http://schemas.openxmlformats.org/officeDocument/2006/relationships/tags" Target="../tags/tag176.xml"/><Relationship Id="rId32" Type="http://schemas.openxmlformats.org/officeDocument/2006/relationships/image" Target="../media/image27.png"/><Relationship Id="rId31" Type="http://schemas.openxmlformats.org/officeDocument/2006/relationships/tags" Target="../tags/tag175.xml"/><Relationship Id="rId30" Type="http://schemas.openxmlformats.org/officeDocument/2006/relationships/image" Target="../media/image26.png"/><Relationship Id="rId3" Type="http://schemas.openxmlformats.org/officeDocument/2006/relationships/tags" Target="../tags/tag149.xml"/><Relationship Id="rId29" Type="http://schemas.openxmlformats.org/officeDocument/2006/relationships/tags" Target="../tags/tag174.xml"/><Relationship Id="rId28" Type="http://schemas.openxmlformats.org/officeDocument/2006/relationships/image" Target="../media/image25.png"/><Relationship Id="rId27" Type="http://schemas.openxmlformats.org/officeDocument/2006/relationships/tags" Target="../tags/tag173.xml"/><Relationship Id="rId26" Type="http://schemas.openxmlformats.org/officeDocument/2006/relationships/tags" Target="../tags/tag172.xml"/><Relationship Id="rId25" Type="http://schemas.openxmlformats.org/officeDocument/2006/relationships/tags" Target="../tags/tag171.xml"/><Relationship Id="rId24" Type="http://schemas.openxmlformats.org/officeDocument/2006/relationships/tags" Target="../tags/tag170.xml"/><Relationship Id="rId23" Type="http://schemas.openxmlformats.org/officeDocument/2006/relationships/tags" Target="../tags/tag169.xml"/><Relationship Id="rId22" Type="http://schemas.openxmlformats.org/officeDocument/2006/relationships/tags" Target="../tags/tag168.xml"/><Relationship Id="rId21" Type="http://schemas.openxmlformats.org/officeDocument/2006/relationships/tags" Target="../tags/tag167.xml"/><Relationship Id="rId20" Type="http://schemas.openxmlformats.org/officeDocument/2006/relationships/tags" Target="../tags/tag166.xml"/><Relationship Id="rId2" Type="http://schemas.openxmlformats.org/officeDocument/2006/relationships/tags" Target="../tags/tag148.xml"/><Relationship Id="rId19" Type="http://schemas.openxmlformats.org/officeDocument/2006/relationships/tags" Target="../tags/tag165.xml"/><Relationship Id="rId18" Type="http://schemas.openxmlformats.org/officeDocument/2006/relationships/tags" Target="../tags/tag164.xml"/><Relationship Id="rId17" Type="http://schemas.openxmlformats.org/officeDocument/2006/relationships/tags" Target="../tags/tag163.xml"/><Relationship Id="rId16" Type="http://schemas.openxmlformats.org/officeDocument/2006/relationships/tags" Target="../tags/tag162.xml"/><Relationship Id="rId15" Type="http://schemas.openxmlformats.org/officeDocument/2006/relationships/tags" Target="../tags/tag161.xml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tags" Target="../tags/tag14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6" Type="http://schemas.openxmlformats.org/officeDocument/2006/relationships/slideLayout" Target="../slideLayouts/slideLayout5.xml"/><Relationship Id="rId45" Type="http://schemas.openxmlformats.org/officeDocument/2006/relationships/image" Target="../media/image36.png"/><Relationship Id="rId44" Type="http://schemas.openxmlformats.org/officeDocument/2006/relationships/tags" Target="../tags/tag213.xml"/><Relationship Id="rId43" Type="http://schemas.openxmlformats.org/officeDocument/2006/relationships/image" Target="../media/image35.png"/><Relationship Id="rId42" Type="http://schemas.openxmlformats.org/officeDocument/2006/relationships/image" Target="../media/image34.png"/><Relationship Id="rId41" Type="http://schemas.openxmlformats.org/officeDocument/2006/relationships/tags" Target="../tags/tag212.xml"/><Relationship Id="rId40" Type="http://schemas.openxmlformats.org/officeDocument/2006/relationships/image" Target="../media/image33.png"/><Relationship Id="rId4" Type="http://schemas.openxmlformats.org/officeDocument/2006/relationships/tags" Target="../tags/tag180.xml"/><Relationship Id="rId39" Type="http://schemas.openxmlformats.org/officeDocument/2006/relationships/tags" Target="../tags/tag211.xml"/><Relationship Id="rId38" Type="http://schemas.openxmlformats.org/officeDocument/2006/relationships/image" Target="../media/image32.png"/><Relationship Id="rId37" Type="http://schemas.openxmlformats.org/officeDocument/2006/relationships/image" Target="../media/image31.png"/><Relationship Id="rId36" Type="http://schemas.openxmlformats.org/officeDocument/2006/relationships/image" Target="../media/image30.png"/><Relationship Id="rId35" Type="http://schemas.openxmlformats.org/officeDocument/2006/relationships/image" Target="../media/image29.png"/><Relationship Id="rId34" Type="http://schemas.openxmlformats.org/officeDocument/2006/relationships/tags" Target="../tags/tag210.xml"/><Relationship Id="rId33" Type="http://schemas.openxmlformats.org/officeDocument/2006/relationships/tags" Target="../tags/tag209.xml"/><Relationship Id="rId32" Type="http://schemas.openxmlformats.org/officeDocument/2006/relationships/tags" Target="../tags/tag208.xml"/><Relationship Id="rId31" Type="http://schemas.openxmlformats.org/officeDocument/2006/relationships/tags" Target="../tags/tag207.xml"/><Relationship Id="rId30" Type="http://schemas.openxmlformats.org/officeDocument/2006/relationships/tags" Target="../tags/tag206.xml"/><Relationship Id="rId3" Type="http://schemas.openxmlformats.org/officeDocument/2006/relationships/tags" Target="../tags/tag179.xml"/><Relationship Id="rId29" Type="http://schemas.openxmlformats.org/officeDocument/2006/relationships/tags" Target="../tags/tag205.xml"/><Relationship Id="rId28" Type="http://schemas.openxmlformats.org/officeDocument/2006/relationships/tags" Target="../tags/tag204.xml"/><Relationship Id="rId27" Type="http://schemas.openxmlformats.org/officeDocument/2006/relationships/tags" Target="../tags/tag203.xml"/><Relationship Id="rId26" Type="http://schemas.openxmlformats.org/officeDocument/2006/relationships/tags" Target="../tags/tag202.xml"/><Relationship Id="rId25" Type="http://schemas.openxmlformats.org/officeDocument/2006/relationships/tags" Target="../tags/tag201.xml"/><Relationship Id="rId24" Type="http://schemas.openxmlformats.org/officeDocument/2006/relationships/tags" Target="../tags/tag200.xml"/><Relationship Id="rId23" Type="http://schemas.openxmlformats.org/officeDocument/2006/relationships/tags" Target="../tags/tag199.xml"/><Relationship Id="rId22" Type="http://schemas.openxmlformats.org/officeDocument/2006/relationships/tags" Target="../tags/tag198.xml"/><Relationship Id="rId21" Type="http://schemas.openxmlformats.org/officeDocument/2006/relationships/tags" Target="../tags/tag197.xml"/><Relationship Id="rId20" Type="http://schemas.openxmlformats.org/officeDocument/2006/relationships/tags" Target="../tags/tag196.xml"/><Relationship Id="rId2" Type="http://schemas.openxmlformats.org/officeDocument/2006/relationships/tags" Target="../tags/tag178.xml"/><Relationship Id="rId19" Type="http://schemas.openxmlformats.org/officeDocument/2006/relationships/tags" Target="../tags/tag195.xml"/><Relationship Id="rId18" Type="http://schemas.openxmlformats.org/officeDocument/2006/relationships/tags" Target="../tags/tag194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20646bb-544b-417e-805c-c15fc0d06254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ea typeface="微软雅黑" panose="020B0503020204020204" charset="-122"/>
              </a:rPr>
              <a:t>单片机类设计常用元器件汇总</a:t>
            </a:r>
            <a:endParaRPr lang="en-US" sz="4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副标题 2" descr="2aa38f3c-eafe-462a-ac58-024ff1aab12d"/>
          <p:cNvSpPr>
            <a:spLocks noGrp="1"/>
          </p:cNvSpPr>
          <p:nvPr>
            <p:ph type="subTitle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400" b="0" i="0" u="none">
                <a:solidFill>
                  <a:srgbClr val="000000"/>
                </a:solidFill>
                <a:ea typeface="微软雅黑" panose="020B0503020204020204" charset="-122"/>
              </a:rPr>
              <a:t>全面了解各类元器件，助力单片机设计</a:t>
            </a:r>
            <a:endParaRPr lang="en-US" sz="24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5cadb3e6-ffb3-443b-8b4e-940cd7394c4e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endParaRPr lang="en-US" sz="1100" b="0" i="0" u="none" strike="noStrike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文本占位符 4" descr="3e7de3e6-1b38-4c50-b1f2-60fea4f060a9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endParaRPr lang="en-US" sz="1600" b="0" i="0" u="none" strike="noStrike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c4f1d8d-3e4d-4011-93d9-dbf399d6ade1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目录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内容占位符 2" descr="0b4b5c57-a8d4-40a5-8cdd-44551270cefa"/>
          <p:cNvSpPr>
            <a:spLocks noGrp="1"/>
          </p:cNvSpPr>
          <p:nvPr>
            <p:ph sz="quarter" idx="1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主控类元器件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通讯类元器件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环境检测类元器件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人体检测类元器件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距离测量类元器件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红外开关类元器件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速度测量类元器件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屏幕显示类元器件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控制类元器件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>
                <a:solidFill>
                  <a:srgbClr val="000000"/>
                </a:solidFill>
                <a:ea typeface="微软雅黑" panose="020B0503020204020204" charset="-122"/>
              </a:rPr>
              <a:t>智能语音类元器件</a:t>
            </a:r>
            <a:endParaRPr lang="en-US" sz="18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0805" y="957580"/>
            <a:ext cx="5194935" cy="49428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主控类元器件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掌控设备核心，驱动系统运行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主控类常用型号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22" name="009b53dd-bfec-41eb-9614-6f7b8d4a0096.source.4.zh-Hans.pptx" descr="8dc0a238-2c5b-48f0-8a2d-3841d861d79c"/>
          <p:cNvGrpSpPr/>
          <p:nvPr>
            <p:custDataLst>
              <p:tags r:id="rId1"/>
            </p:custDataLst>
          </p:nvPr>
        </p:nvGrpSpPr>
        <p:grpSpPr>
          <a:xfrm>
            <a:off x="709187" y="1143000"/>
            <a:ext cx="10809713" cy="4991100"/>
            <a:chOff x="709187" y="1143000"/>
            <a:chExt cx="10809713" cy="4991100"/>
          </a:xfrm>
        </p:grpSpPr>
        <p:sp>
          <p:nvSpPr>
            <p:cNvPr id="3" name="Title" descr="d3af96a6-06e6-4d5a-a8ae-5c33455a2b32"/>
            <p:cNvSpPr txBox="1"/>
            <p:nvPr>
              <p:custDataLst>
                <p:tags r:id="rId2"/>
              </p:custDataLst>
            </p:nvPr>
          </p:nvSpPr>
          <p:spPr>
            <a:xfrm>
              <a:off x="4616451" y="2159002"/>
              <a:ext cx="2946400" cy="2946398"/>
            </a:xfrm>
            <a:prstGeom prst="ellipse">
              <a:avLst/>
            </a:prstGeom>
            <a:noFill/>
            <a:ln w="12700" cap="flat" cmpd="sng" algn="ctr">
              <a:gradFill flip="none" rotWithShape="1">
                <a:gsLst>
                  <a:gs pos="26000">
                    <a:schemeClr val="accent1">
                      <a:lumMod val="100000"/>
                    </a:schemeClr>
                  </a:gs>
                  <a:gs pos="100000">
                    <a:schemeClr val="accent2"/>
                  </a:gs>
                </a:gsLst>
                <a:lin ang="13500000" scaled="1"/>
                <a:tileRect/>
              </a:gradFill>
              <a:prstDash val="solid"/>
              <a:miter lim="800000"/>
            </a:ln>
            <a:effectLst/>
          </p:spPr>
          <p:txBody>
            <a:bodyPr rtlCol="0" anchor="ctr" anchorCtr="0"/>
            <a:lstStyle>
              <a:defPPr>
                <a:defRPr lang="en-US"/>
              </a:defPPr>
              <a:lvl1pPr algn="ctr">
                <a:defRPr ker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主流主控芯片介绍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sp>
          <p:nvSpPr>
            <p:cNvPr id="24" name="任意多边形: 形状 23" descr="4b98874b-27d1-4b81-ae02-53e705064666"/>
            <p:cNvSpPr/>
            <p:nvPr>
              <p:custDataLst>
                <p:tags r:id="rId3"/>
              </p:custDataLst>
            </p:nvPr>
          </p:nvSpPr>
          <p:spPr>
            <a:xfrm rot="16200000">
              <a:off x="3301045" y="3350757"/>
              <a:ext cx="218790" cy="562886"/>
            </a:xfrm>
            <a:custGeom>
              <a:avLst/>
              <a:gdLst>
                <a:gd name="connsiteX0" fmla="*/ 431804 w 431804"/>
                <a:gd name="connsiteY0" fmla="*/ 1110911 h 1110911"/>
                <a:gd name="connsiteX1" fmla="*/ 0 w 431804"/>
                <a:gd name="connsiteY1" fmla="*/ 1110911 h 1110911"/>
                <a:gd name="connsiteX2" fmla="*/ 215902 w 431804"/>
                <a:gd name="connsiteY2" fmla="*/ 780895 h 1110911"/>
                <a:gd name="connsiteX3" fmla="*/ 431804 w 431804"/>
                <a:gd name="connsiteY3" fmla="*/ 720464 h 1110911"/>
                <a:gd name="connsiteX4" fmla="*/ 0 w 431804"/>
                <a:gd name="connsiteY4" fmla="*/ 720464 h 1110911"/>
                <a:gd name="connsiteX5" fmla="*/ 215902 w 431804"/>
                <a:gd name="connsiteY5" fmla="*/ 390448 h 1110911"/>
                <a:gd name="connsiteX6" fmla="*/ 431804 w 431804"/>
                <a:gd name="connsiteY6" fmla="*/ 330016 h 1110911"/>
                <a:gd name="connsiteX7" fmla="*/ 0 w 431804"/>
                <a:gd name="connsiteY7" fmla="*/ 330016 h 1110911"/>
                <a:gd name="connsiteX8" fmla="*/ 215902 w 431804"/>
                <a:gd name="connsiteY8" fmla="*/ 0 h 111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804" h="1110911">
                  <a:moveTo>
                    <a:pt x="431804" y="1110911"/>
                  </a:moveTo>
                  <a:lnTo>
                    <a:pt x="0" y="1110911"/>
                  </a:lnTo>
                  <a:lnTo>
                    <a:pt x="215902" y="780895"/>
                  </a:lnTo>
                  <a:close/>
                  <a:moveTo>
                    <a:pt x="431804" y="720464"/>
                  </a:moveTo>
                  <a:lnTo>
                    <a:pt x="0" y="720464"/>
                  </a:lnTo>
                  <a:lnTo>
                    <a:pt x="215902" y="390448"/>
                  </a:lnTo>
                  <a:close/>
                  <a:moveTo>
                    <a:pt x="431804" y="330016"/>
                  </a:moveTo>
                  <a:lnTo>
                    <a:pt x="0" y="330016"/>
                  </a:lnTo>
                  <a:lnTo>
                    <a:pt x="215902" y="0"/>
                  </a:lnTo>
                  <a:close/>
                </a:path>
              </a:pathLst>
            </a:custGeom>
            <a:gradFill flip="none" rotWithShape="1">
              <a:gsLst>
                <a:gs pos="22000">
                  <a:schemeClr val="accent2"/>
                </a:gs>
                <a:gs pos="81000">
                  <a:schemeClr val="accent1"/>
                </a:gs>
              </a:gsLst>
              <a:lin ang="1080000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</a:p>
          </p:txBody>
        </p:sp>
        <p:sp>
          <p:nvSpPr>
            <p:cNvPr id="25" name="任意多边形: 形状 24" descr="73ada4a0-58d1-43fc-873b-caf54e59614c"/>
            <p:cNvSpPr/>
            <p:nvPr>
              <p:custDataLst>
                <p:tags r:id="rId4"/>
              </p:custDataLst>
            </p:nvPr>
          </p:nvSpPr>
          <p:spPr>
            <a:xfrm rot="5400000" flipH="1">
              <a:off x="8659465" y="3350757"/>
              <a:ext cx="218790" cy="562886"/>
            </a:xfrm>
            <a:custGeom>
              <a:avLst/>
              <a:gdLst>
                <a:gd name="connsiteX0" fmla="*/ 431804 w 431804"/>
                <a:gd name="connsiteY0" fmla="*/ 1110911 h 1110911"/>
                <a:gd name="connsiteX1" fmla="*/ 0 w 431804"/>
                <a:gd name="connsiteY1" fmla="*/ 1110911 h 1110911"/>
                <a:gd name="connsiteX2" fmla="*/ 215902 w 431804"/>
                <a:gd name="connsiteY2" fmla="*/ 780895 h 1110911"/>
                <a:gd name="connsiteX3" fmla="*/ 431804 w 431804"/>
                <a:gd name="connsiteY3" fmla="*/ 720464 h 1110911"/>
                <a:gd name="connsiteX4" fmla="*/ 0 w 431804"/>
                <a:gd name="connsiteY4" fmla="*/ 720464 h 1110911"/>
                <a:gd name="connsiteX5" fmla="*/ 215902 w 431804"/>
                <a:gd name="connsiteY5" fmla="*/ 390448 h 1110911"/>
                <a:gd name="connsiteX6" fmla="*/ 431804 w 431804"/>
                <a:gd name="connsiteY6" fmla="*/ 330016 h 1110911"/>
                <a:gd name="connsiteX7" fmla="*/ 0 w 431804"/>
                <a:gd name="connsiteY7" fmla="*/ 330016 h 1110911"/>
                <a:gd name="connsiteX8" fmla="*/ 215902 w 431804"/>
                <a:gd name="connsiteY8" fmla="*/ 0 h 1110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804" h="1110911">
                  <a:moveTo>
                    <a:pt x="431804" y="1110911"/>
                  </a:moveTo>
                  <a:lnTo>
                    <a:pt x="0" y="1110911"/>
                  </a:lnTo>
                  <a:lnTo>
                    <a:pt x="215902" y="780895"/>
                  </a:lnTo>
                  <a:close/>
                  <a:moveTo>
                    <a:pt x="431804" y="720464"/>
                  </a:moveTo>
                  <a:lnTo>
                    <a:pt x="0" y="720464"/>
                  </a:lnTo>
                  <a:lnTo>
                    <a:pt x="215902" y="390448"/>
                  </a:lnTo>
                  <a:close/>
                  <a:moveTo>
                    <a:pt x="431804" y="330016"/>
                  </a:moveTo>
                  <a:lnTo>
                    <a:pt x="0" y="330016"/>
                  </a:lnTo>
                  <a:lnTo>
                    <a:pt x="215902" y="0"/>
                  </a:lnTo>
                  <a:close/>
                </a:path>
              </a:pathLst>
            </a:custGeom>
            <a:gradFill flip="none" rotWithShape="1">
              <a:gsLst>
                <a:gs pos="22000">
                  <a:schemeClr val="accent2"/>
                </a:gs>
                <a:gs pos="81000">
                  <a:schemeClr val="accent1"/>
                </a:gs>
              </a:gsLst>
              <a:lin ang="1080000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</a:p>
          </p:txBody>
        </p:sp>
        <p:cxnSp>
          <p:nvCxnSpPr>
            <p:cNvPr id="43" name="直接连接符 42" descr="52e88ca9-8216-4a51-ad77-b9394b10643e"/>
            <p:cNvCxnSpPr/>
            <p:nvPr>
              <p:custDataLst>
                <p:tags r:id="rId5"/>
              </p:custDataLst>
            </p:nvPr>
          </p:nvCxnSpPr>
          <p:spPr>
            <a:xfrm>
              <a:off x="709187" y="1918715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 descr="0c932af6-bd68-48d0-b211-74d328319adb"/>
            <p:cNvCxnSpPr/>
            <p:nvPr>
              <p:custDataLst>
                <p:tags r:id="rId6"/>
              </p:custDataLst>
            </p:nvPr>
          </p:nvCxnSpPr>
          <p:spPr>
            <a:xfrm flipH="1">
              <a:off x="8393231" y="1918715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 descr="c03d6081-6aff-41c2-b4b7-a4b1e5cd932e"/>
            <p:cNvCxnSpPr/>
            <p:nvPr>
              <p:custDataLst>
                <p:tags r:id="rId7"/>
              </p:custDataLst>
            </p:nvPr>
          </p:nvCxnSpPr>
          <p:spPr>
            <a:xfrm>
              <a:off x="709187" y="4740474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 descr="705bd11f-6854-4d37-a48a-d536741844f8"/>
            <p:cNvCxnSpPr/>
            <p:nvPr>
              <p:custDataLst>
                <p:tags r:id="rId8"/>
              </p:custDataLst>
            </p:nvPr>
          </p:nvCxnSpPr>
          <p:spPr>
            <a:xfrm flipH="1">
              <a:off x="8393231" y="4740474"/>
              <a:ext cx="3125669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1"/>
                  </a:gs>
                  <a:gs pos="99000">
                    <a:schemeClr val="accent2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组合 5" descr="f4b35db2-f369-4501-a1f6-b9a37aef41b9"/>
            <p:cNvGrpSpPr/>
            <p:nvPr/>
          </p:nvGrpSpPr>
          <p:grpSpPr>
            <a:xfrm>
              <a:off x="709187" y="1143000"/>
              <a:ext cx="7635257" cy="4743993"/>
              <a:chOff x="709187" y="1143000"/>
              <a:chExt cx="7635257" cy="4743993"/>
            </a:xfrm>
          </p:grpSpPr>
          <p:sp>
            <p:nvSpPr>
              <p:cNvPr id="4" name="Shape1" descr="043b3b9f-b518-45d8-9047-dfb554aa05b3"/>
              <p:cNvSpPr/>
              <p:nvPr>
                <p:custDataLst>
                  <p:tags r:id="rId9"/>
                </p:custDataLst>
              </p:nvPr>
            </p:nvSpPr>
            <p:spPr>
              <a:xfrm>
                <a:off x="3834857" y="1377408"/>
                <a:ext cx="4509587" cy="4509585"/>
              </a:xfrm>
              <a:prstGeom prst="blockArc">
                <a:avLst>
                  <a:gd name="adj1" fmla="val 11456595"/>
                  <a:gd name="adj2" fmla="val 16080508"/>
                  <a:gd name="adj3" fmla="val 14469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" name="Number1" descr="7ce42edd-bf20-4a12-8aa9-91c222feb70e"/>
              <p:cNvSpPr/>
              <p:nvPr>
                <p:custDataLst>
                  <p:tags r:id="rId10"/>
                </p:custDataLst>
              </p:nvPr>
            </p:nvSpPr>
            <p:spPr>
              <a:xfrm>
                <a:off x="5707435" y="1377407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6" name="Bullet1" descr="3a3ffb1c-84ee-4f8b-b0f4-087de0a15c0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09187" y="1143000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STM32F103C8T6单片机</a:t>
                </a:r>
                <a:endParaRPr lang="en-US" sz="1600" b="1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7" name="Text1" descr="fe8eda2a-c72d-4524-b22a-f290719dae7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09187" y="1972890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高性能、低功耗，适用于多种应用场景，是热门主控选择。</a:t>
                </a:r>
                <a:endParaRPr lang="en-US" sz="10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0" name="组合 19" descr="ffa04ce2-2fb0-43f9-a602-25c9cbee7768"/>
            <p:cNvGrpSpPr/>
            <p:nvPr/>
          </p:nvGrpSpPr>
          <p:grpSpPr>
            <a:xfrm>
              <a:off x="3834858" y="1143000"/>
              <a:ext cx="7684042" cy="4743994"/>
              <a:chOff x="3834858" y="1143000"/>
              <a:chExt cx="7684042" cy="4743994"/>
            </a:xfrm>
          </p:grpSpPr>
          <p:sp>
            <p:nvSpPr>
              <p:cNvPr id="13" name="Shape2" descr="29e992f9-d8cd-43ed-877e-ac7519c13287"/>
              <p:cNvSpPr/>
              <p:nvPr>
                <p:custDataLst>
                  <p:tags r:id="rId13"/>
                </p:custDataLst>
              </p:nvPr>
            </p:nvSpPr>
            <p:spPr>
              <a:xfrm rot="5400000">
                <a:off x="3834857" y="1377408"/>
                <a:ext cx="4509587" cy="4509585"/>
              </a:xfrm>
              <a:prstGeom prst="blockArc">
                <a:avLst>
                  <a:gd name="adj1" fmla="val 11456595"/>
                  <a:gd name="adj2" fmla="val 16080508"/>
                  <a:gd name="adj3" fmla="val 14469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4" name="Number2" descr="a70f7a1b-4ae4-46f2-a8d5-a3bf1a56450f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91436" y="3249986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57" name="Bullet2" descr="5fb574dd-8116-4460-9ad1-df200642b70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393231" y="1143000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STC89C52RC单片机</a:t>
                </a:r>
                <a:endParaRPr lang="en-US" sz="1600" b="1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58" name="Text2" descr="4569c93d-ac75-46da-8631-7a6124904e9b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393231" y="1972890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经典的51单片机升级版，性价比高，易于学习和使用。</a:t>
                </a:r>
                <a:endParaRPr lang="en-US" sz="10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2" name="组合 11" descr="3f3a8f9f-95ad-4dbe-930a-2efdbc94aa03"/>
            <p:cNvGrpSpPr/>
            <p:nvPr/>
          </p:nvGrpSpPr>
          <p:grpSpPr>
            <a:xfrm>
              <a:off x="3834857" y="1377407"/>
              <a:ext cx="7684043" cy="4756693"/>
              <a:chOff x="3834857" y="1377407"/>
              <a:chExt cx="7684043" cy="4756693"/>
            </a:xfrm>
          </p:grpSpPr>
          <p:sp>
            <p:nvSpPr>
              <p:cNvPr id="10" name="Shape3" descr="beacb03e-0f3d-408e-b16a-3b2979bc3b14"/>
              <p:cNvSpPr/>
              <p:nvPr>
                <p:custDataLst>
                  <p:tags r:id="rId17"/>
                </p:custDataLst>
              </p:nvPr>
            </p:nvSpPr>
            <p:spPr>
              <a:xfrm rot="10800000">
                <a:off x="3834857" y="1377407"/>
                <a:ext cx="4509587" cy="4509585"/>
              </a:xfrm>
              <a:prstGeom prst="blockArc">
                <a:avLst>
                  <a:gd name="adj1" fmla="val 11456595"/>
                  <a:gd name="adj2" fmla="val 16080508"/>
                  <a:gd name="adj3" fmla="val 14469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1" name="Number3" descr="4c0964ea-511b-4bcc-abe0-2a218408adaf"/>
              <p:cNvSpPr/>
              <p:nvPr>
                <p:custDataLst>
                  <p:tags r:id="rId18"/>
                </p:custDataLst>
              </p:nvPr>
            </p:nvSpPr>
            <p:spPr>
              <a:xfrm rot="10800000" flipH="1" flipV="1">
                <a:off x="5818858" y="5233985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65" name="Bullet3" descr="69ea094f-6dc0-4a58-85e6-a1d30729de3d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8393231" y="3964759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Arduino Uno单片机</a:t>
                </a:r>
                <a:endParaRPr lang="en-US" sz="1600" b="1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66" name="Text3" descr="b8b6aeed-9748-44ef-a863-9d29b66bdb8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8393231" y="4794649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开源硬件平台，开发简单，适合初学者和创意项目。</a:t>
                </a:r>
                <a:endParaRPr lang="en-US" sz="10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9" name="组合 8" descr="20c41eb5-8de7-4c72-80de-c08efb5b9aa9"/>
            <p:cNvGrpSpPr/>
            <p:nvPr/>
          </p:nvGrpSpPr>
          <p:grpSpPr>
            <a:xfrm>
              <a:off x="709187" y="1377407"/>
              <a:ext cx="7635257" cy="4756693"/>
              <a:chOff x="709187" y="1377407"/>
              <a:chExt cx="7635257" cy="4756693"/>
            </a:xfrm>
          </p:grpSpPr>
          <p:sp>
            <p:nvSpPr>
              <p:cNvPr id="7" name="Shape4" descr="7b4ced4a-c26d-4670-a221-aef7614ccae8"/>
              <p:cNvSpPr/>
              <p:nvPr>
                <p:custDataLst>
                  <p:tags r:id="rId21"/>
                </p:custDataLst>
              </p:nvPr>
            </p:nvSpPr>
            <p:spPr>
              <a:xfrm rot="16200000">
                <a:off x="3834858" y="1377408"/>
                <a:ext cx="4509587" cy="4509585"/>
              </a:xfrm>
              <a:prstGeom prst="blockArc">
                <a:avLst>
                  <a:gd name="adj1" fmla="val 11456595"/>
                  <a:gd name="adj2" fmla="val 16080508"/>
                  <a:gd name="adj3" fmla="val 14469"/>
                </a:avLst>
              </a:prstGeom>
              <a:gradFill flip="none" rotWithShape="1">
                <a:gsLst>
                  <a:gs pos="10000">
                    <a:schemeClr val="accent2">
                      <a:alpha val="0"/>
                    </a:schemeClr>
                  </a:gs>
                  <a:gs pos="100000">
                    <a:schemeClr val="accent2">
                      <a:alpha val="40000"/>
                    </a:schemeClr>
                  </a:gs>
                </a:gsLst>
                <a:lin ang="189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8" name="Number4" descr="ea0cd69d-5f76-4043-b9cf-e2f2285c5175"/>
              <p:cNvSpPr/>
              <p:nvPr>
                <p:custDataLst>
                  <p:tags r:id="rId22"/>
                </p:custDataLst>
              </p:nvPr>
            </p:nvSpPr>
            <p:spPr>
              <a:xfrm>
                <a:off x="3834859" y="3361408"/>
                <a:ext cx="653008" cy="653008"/>
              </a:xfrm>
              <a:prstGeom prst="ellipse">
                <a:avLst/>
              </a:prstGeom>
              <a:gradFill flip="none" rotWithShape="1">
                <a:gsLst>
                  <a:gs pos="22000">
                    <a:schemeClr val="accent2"/>
                  </a:gs>
                  <a:gs pos="81000">
                    <a:schemeClr val="accent1"/>
                  </a:gs>
                </a:gsLst>
                <a:lin ang="2700000" scaled="1"/>
                <a:tileRect/>
              </a:gradFill>
              <a:ln w="635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4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61" name="Bullet4" descr="fc8611a3-5b16-4499-ba7d-e851b7f4d2b4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709187" y="3964759"/>
                <a:ext cx="3125668" cy="7215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ESP32单片机</a:t>
                </a:r>
                <a:endParaRPr lang="en-US" sz="1600" b="1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62" name="Text4" descr="95c1bd58-e2e5-44cc-b728-c7dd26f93c6a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709187" y="4794649"/>
                <a:ext cx="3125669" cy="13394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集成WiFi和蓝牙功能，适用于物联网等无线通信项目。</a:t>
                </a:r>
                <a:endParaRPr lang="en-US" sz="10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5" name="图片 14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09295" y="2405380"/>
            <a:ext cx="2649220" cy="160909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599170" y="2494280"/>
            <a:ext cx="2919730" cy="99441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63600" y="5105400"/>
            <a:ext cx="2341245" cy="155194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9286240" y="4953635"/>
            <a:ext cx="2004695" cy="13284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通讯类元器件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实现设备间的数据传输与通信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通讯类常用型号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12" name="4fd913c7-11fd-4171-a2aa-ea6658a24207.source.3.zh-Hans.pptx" descr="ba754154-16d0-4d50-8b51-63e893e40c65"/>
          <p:cNvGrpSpPr/>
          <p:nvPr>
            <p:custDataLst>
              <p:tags r:id="rId2"/>
            </p:custDataLst>
          </p:nvPr>
        </p:nvGrpSpPr>
        <p:grpSpPr>
          <a:xfrm>
            <a:off x="1334044" y="1130299"/>
            <a:ext cx="9511211" cy="4597402"/>
            <a:chOff x="1334044" y="1130299"/>
            <a:chExt cx="9511211" cy="4597402"/>
          </a:xfrm>
        </p:grpSpPr>
        <p:sp>
          <p:nvSpPr>
            <p:cNvPr id="17" name="Title" descr="c3a48c9f-8414-4885-ae26-d8f805050bf8"/>
            <p:cNvSpPr txBox="1"/>
            <p:nvPr>
              <p:custDataLst>
                <p:tags r:id="rId3"/>
              </p:custDataLst>
            </p:nvPr>
          </p:nvSpPr>
          <p:spPr>
            <a:xfrm>
              <a:off x="2454554" y="1130299"/>
              <a:ext cx="7270191" cy="7620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000000"/>
                  </a:solidFill>
                  <a:ea typeface="微软雅黑" panose="020B0503020204020204" charset="-122"/>
                </a:rPr>
                <a:t>常用通讯模块展示</a:t>
              </a:r>
              <a:endParaRPr lang="en-US" sz="2400" b="1" i="0" u="none" strike="noStrik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9" name="组合 8" descr="104459a7-5b9b-4b25-959b-b51078e00b1c"/>
            <p:cNvGrpSpPr/>
            <p:nvPr/>
          </p:nvGrpSpPr>
          <p:grpSpPr>
            <a:xfrm>
              <a:off x="1334044" y="2039008"/>
              <a:ext cx="2921070" cy="3688693"/>
              <a:chOff x="1334044" y="2039008"/>
              <a:chExt cx="2921070" cy="3688693"/>
            </a:xfrm>
          </p:grpSpPr>
          <p:sp>
            <p:nvSpPr>
              <p:cNvPr id="5" name="矩形 4" descr="232d0310-2cb0-4342-962b-15d165211364"/>
              <p:cNvSpPr/>
              <p:nvPr>
                <p:custDataLst>
                  <p:tags r:id="rId4"/>
                </p:custDataLst>
              </p:nvPr>
            </p:nvSpPr>
            <p:spPr>
              <a:xfrm>
                <a:off x="1363809" y="2069066"/>
                <a:ext cx="2655439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1" name="任意多边形: 形状 20" descr="462c3646-4dff-4425-9f27-96cc992f693b"/>
              <p:cNvSpPr/>
              <p:nvPr>
                <p:custDataLst>
                  <p:tags r:id="rId5"/>
                </p:custDataLst>
              </p:nvPr>
            </p:nvSpPr>
            <p:spPr>
              <a:xfrm>
                <a:off x="1758844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22" name="任意多边形: 形状 21" descr="e99748aa-7fc4-4383-a73b-c794c0044e81"/>
              <p:cNvSpPr/>
              <p:nvPr>
                <p:custDataLst>
                  <p:tags r:id="rId6"/>
                </p:custDataLst>
              </p:nvPr>
            </p:nvSpPr>
            <p:spPr>
              <a:xfrm>
                <a:off x="1915439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23" name="任意多边形: 形状 22" descr="8d005dd9-7640-48bd-8239-fe4404c54293"/>
              <p:cNvSpPr/>
              <p:nvPr>
                <p:custDataLst>
                  <p:tags r:id="rId7"/>
                </p:custDataLst>
              </p:nvPr>
            </p:nvSpPr>
            <p:spPr>
              <a:xfrm>
                <a:off x="2072226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24" name="任意多边形: 形状 23" descr="f241b11a-a3a8-45bc-a499-dc1df5502595"/>
              <p:cNvSpPr/>
              <p:nvPr>
                <p:custDataLst>
                  <p:tags r:id="rId8"/>
                </p:custDataLst>
              </p:nvPr>
            </p:nvSpPr>
            <p:spPr>
              <a:xfrm>
                <a:off x="2228819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25" name="任意多边形: 形状 24" descr="95518f3b-b4ec-4246-b152-60441ae1a84a"/>
              <p:cNvSpPr/>
              <p:nvPr>
                <p:custDataLst>
                  <p:tags r:id="rId9"/>
                </p:custDataLst>
              </p:nvPr>
            </p:nvSpPr>
            <p:spPr>
              <a:xfrm>
                <a:off x="2385606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26" name="任意多边形: 形状 25" descr="53f1f52e-ad9c-4fe0-8a3e-9d57a332a23d"/>
              <p:cNvSpPr/>
              <p:nvPr>
                <p:custDataLst>
                  <p:tags r:id="rId10"/>
                </p:custDataLst>
              </p:nvPr>
            </p:nvSpPr>
            <p:spPr>
              <a:xfrm>
                <a:off x="3591610" y="5394722"/>
                <a:ext cx="405526" cy="75401"/>
              </a:xfrm>
              <a:custGeom>
                <a:avLst/>
                <a:gdLst>
                  <a:gd name="connsiteX0" fmla="*/ 160401 w 200786"/>
                  <a:gd name="connsiteY0" fmla="*/ 40291 h 40290"/>
                  <a:gd name="connsiteX1" fmla="*/ 0 w 200786"/>
                  <a:gd name="connsiteY1" fmla="*/ 40291 h 40290"/>
                  <a:gd name="connsiteX2" fmla="*/ 40386 w 200786"/>
                  <a:gd name="connsiteY2" fmla="*/ 0 h 40290"/>
                  <a:gd name="connsiteX3" fmla="*/ 200787 w 200786"/>
                  <a:gd name="connsiteY3" fmla="*/ 0 h 40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786" h="40290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20" name="任意多边形: 形状 19" descr="7a4fba25-e78f-41a9-87db-fb5db2b11f96"/>
              <p:cNvSpPr/>
              <p:nvPr>
                <p:custDataLst>
                  <p:tags r:id="rId11"/>
                </p:custDataLst>
              </p:nvPr>
            </p:nvSpPr>
            <p:spPr>
              <a:xfrm>
                <a:off x="1499138" y="5221636"/>
                <a:ext cx="2755976" cy="506065"/>
              </a:xfrm>
              <a:custGeom>
                <a:avLst/>
                <a:gdLst>
                  <a:gd name="connsiteX0" fmla="*/ 837819 w 1364551"/>
                  <a:gd name="connsiteY0" fmla="*/ 190691 h 270414"/>
                  <a:gd name="connsiteX1" fmla="*/ 758190 w 1364551"/>
                  <a:gd name="connsiteY1" fmla="*/ 270415 h 270414"/>
                  <a:gd name="connsiteX2" fmla="*/ 0 w 1364551"/>
                  <a:gd name="connsiteY2" fmla="*/ 270415 h 270414"/>
                  <a:gd name="connsiteX3" fmla="*/ 159353 w 1364551"/>
                  <a:gd name="connsiteY3" fmla="*/ 111062 h 270414"/>
                  <a:gd name="connsiteX4" fmla="*/ 1253585 w 1364551"/>
                  <a:gd name="connsiteY4" fmla="*/ 111062 h 270414"/>
                  <a:gd name="connsiteX5" fmla="*/ 1364552 w 1364551"/>
                  <a:gd name="connsiteY5" fmla="*/ 0 h 270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4551" h="270414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28" name="任意多边形: 形状 27" descr="06e98c65-9cb0-4c2b-80f5-d866a410855e"/>
              <p:cNvSpPr/>
              <p:nvPr>
                <p:custDataLst>
                  <p:tags r:id="rId12"/>
                </p:custDataLst>
              </p:nvPr>
            </p:nvSpPr>
            <p:spPr>
              <a:xfrm>
                <a:off x="1334044" y="2039008"/>
                <a:ext cx="241555" cy="220631"/>
              </a:xfrm>
              <a:custGeom>
                <a:avLst/>
                <a:gdLst>
                  <a:gd name="connsiteX0" fmla="*/ 149828 w 149828"/>
                  <a:gd name="connsiteY0" fmla="*/ 0 h 149828"/>
                  <a:gd name="connsiteX1" fmla="*/ 28956 w 149828"/>
                  <a:gd name="connsiteY1" fmla="*/ 0 h 149828"/>
                  <a:gd name="connsiteX2" fmla="*/ 0 w 149828"/>
                  <a:gd name="connsiteY2" fmla="*/ 0 h 149828"/>
                  <a:gd name="connsiteX3" fmla="*/ 0 w 149828"/>
                  <a:gd name="connsiteY3" fmla="*/ 28956 h 149828"/>
                  <a:gd name="connsiteX4" fmla="*/ 0 w 149828"/>
                  <a:gd name="connsiteY4" fmla="*/ 149828 h 149828"/>
                  <a:gd name="connsiteX5" fmla="*/ 38481 w 149828"/>
                  <a:gd name="connsiteY5" fmla="*/ 149828 h 149828"/>
                  <a:gd name="connsiteX6" fmla="*/ 38481 w 149828"/>
                  <a:gd name="connsiteY6" fmla="*/ 38481 h 149828"/>
                  <a:gd name="connsiteX7" fmla="*/ 149828 w 149828"/>
                  <a:gd name="connsiteY7" fmla="*/ 38481 h 14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828" h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3" name="组合 2" descr="37f275bf-159b-438d-ba8f-8e6e1e1a5ca1"/>
              <p:cNvGrpSpPr/>
              <p:nvPr/>
            </p:nvGrpSpPr>
            <p:grpSpPr>
              <a:xfrm>
                <a:off x="1432090" y="2632658"/>
                <a:ext cx="2510224" cy="2196064"/>
                <a:chOff x="1432090" y="2632658"/>
                <a:chExt cx="2510224" cy="2196064"/>
              </a:xfrm>
            </p:grpSpPr>
            <p:sp>
              <p:nvSpPr>
                <p:cNvPr id="30" name="Bullet1" descr="7f185b6f-81d0-4245-bf58-3c041a3830da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1432090" y="2632658"/>
                  <a:ext cx="2510224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1" u="none" strike="noStrike">
                      <a:solidFill>
                        <a:srgbClr val="000000"/>
                      </a:solidFill>
                      <a:latin typeface="Arial" panose="020B0604020202020204"/>
                    </a:rPr>
                    <a:t>HC - 05蓝牙</a:t>
                  </a:r>
                  <a:endParaRPr lang="en-US" sz="1600" b="1" i="1" u="none" strike="noStrik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31" name="Text1" descr="9996d84a-de8b-4a4c-b2f0-80ce3867c096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432090" y="3373125"/>
                  <a:ext cx="2510224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1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低成本蓝牙模块，可实现短距离无线通信，应用广泛。</a:t>
                  </a:r>
                  <a:endParaRPr lang="en-US" sz="1200" b="0" i="1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10" name="组合 9" descr="5f867151-5d1b-42d8-bb86-e208d4fce340"/>
            <p:cNvGrpSpPr/>
            <p:nvPr/>
          </p:nvGrpSpPr>
          <p:grpSpPr>
            <a:xfrm>
              <a:off x="4629116" y="2039008"/>
              <a:ext cx="2921070" cy="3688693"/>
              <a:chOff x="4629116" y="2039008"/>
              <a:chExt cx="2921070" cy="3688693"/>
            </a:xfrm>
          </p:grpSpPr>
          <p:sp>
            <p:nvSpPr>
              <p:cNvPr id="37" name="矩形 36" descr="fa34100c-49a9-4006-a4a7-5f47da58af5f"/>
              <p:cNvSpPr/>
              <p:nvPr>
                <p:custDataLst>
                  <p:tags r:id="rId15"/>
                </p:custDataLst>
              </p:nvPr>
            </p:nvSpPr>
            <p:spPr>
              <a:xfrm>
                <a:off x="4658881" y="2069066"/>
                <a:ext cx="2655439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42" name="任意多边形: 形状 41" descr="581ff333-c027-4549-858b-5dda0e0e6607"/>
              <p:cNvSpPr/>
              <p:nvPr>
                <p:custDataLst>
                  <p:tags r:id="rId16"/>
                </p:custDataLst>
              </p:nvPr>
            </p:nvSpPr>
            <p:spPr>
              <a:xfrm>
                <a:off x="5053916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43" name="任意多边形: 形状 42" descr="d3582f35-b8eb-40c7-89e9-fa07fedd13d2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10511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44" name="任意多边形: 形状 43" descr="bc5669df-3e9e-4470-8440-43e63ae60102"/>
              <p:cNvSpPr/>
              <p:nvPr>
                <p:custDataLst>
                  <p:tags r:id="rId18"/>
                </p:custDataLst>
              </p:nvPr>
            </p:nvSpPr>
            <p:spPr>
              <a:xfrm>
                <a:off x="5367298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45" name="任意多边形: 形状 44" descr="6c230d96-0dea-4ac1-9197-8a2387f8341c"/>
              <p:cNvSpPr/>
              <p:nvPr>
                <p:custDataLst>
                  <p:tags r:id="rId19"/>
                </p:custDataLst>
              </p:nvPr>
            </p:nvSpPr>
            <p:spPr>
              <a:xfrm>
                <a:off x="5523891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46" name="任意多边形: 形状 45" descr="f182120c-bd9f-449c-b0a9-3764d3514118"/>
              <p:cNvSpPr/>
              <p:nvPr>
                <p:custDataLst>
                  <p:tags r:id="rId20"/>
                </p:custDataLst>
              </p:nvPr>
            </p:nvSpPr>
            <p:spPr>
              <a:xfrm>
                <a:off x="5680678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47" name="任意多边形: 形状 46" descr="e2d0aaae-c823-4b77-866c-9e1df45b0047"/>
              <p:cNvSpPr/>
              <p:nvPr>
                <p:custDataLst>
                  <p:tags r:id="rId21"/>
                </p:custDataLst>
              </p:nvPr>
            </p:nvSpPr>
            <p:spPr>
              <a:xfrm>
                <a:off x="6886682" y="5394722"/>
                <a:ext cx="405526" cy="75401"/>
              </a:xfrm>
              <a:custGeom>
                <a:avLst/>
                <a:gdLst>
                  <a:gd name="connsiteX0" fmla="*/ 160401 w 200786"/>
                  <a:gd name="connsiteY0" fmla="*/ 40291 h 40290"/>
                  <a:gd name="connsiteX1" fmla="*/ 0 w 200786"/>
                  <a:gd name="connsiteY1" fmla="*/ 40291 h 40290"/>
                  <a:gd name="connsiteX2" fmla="*/ 40386 w 200786"/>
                  <a:gd name="connsiteY2" fmla="*/ 0 h 40290"/>
                  <a:gd name="connsiteX3" fmla="*/ 200787 w 200786"/>
                  <a:gd name="connsiteY3" fmla="*/ 0 h 40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786" h="40290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41" name="任意多边形: 形状 40" descr="f4777175-c0fd-4152-856c-0d773c3a4e38"/>
              <p:cNvSpPr/>
              <p:nvPr>
                <p:custDataLst>
                  <p:tags r:id="rId22"/>
                </p:custDataLst>
              </p:nvPr>
            </p:nvSpPr>
            <p:spPr>
              <a:xfrm>
                <a:off x="4794210" y="5221636"/>
                <a:ext cx="2755976" cy="506065"/>
              </a:xfrm>
              <a:custGeom>
                <a:avLst/>
                <a:gdLst>
                  <a:gd name="connsiteX0" fmla="*/ 837819 w 1364551"/>
                  <a:gd name="connsiteY0" fmla="*/ 190691 h 270414"/>
                  <a:gd name="connsiteX1" fmla="*/ 758190 w 1364551"/>
                  <a:gd name="connsiteY1" fmla="*/ 270415 h 270414"/>
                  <a:gd name="connsiteX2" fmla="*/ 0 w 1364551"/>
                  <a:gd name="connsiteY2" fmla="*/ 270415 h 270414"/>
                  <a:gd name="connsiteX3" fmla="*/ 159353 w 1364551"/>
                  <a:gd name="connsiteY3" fmla="*/ 111062 h 270414"/>
                  <a:gd name="connsiteX4" fmla="*/ 1253585 w 1364551"/>
                  <a:gd name="connsiteY4" fmla="*/ 111062 h 270414"/>
                  <a:gd name="connsiteX5" fmla="*/ 1364552 w 1364551"/>
                  <a:gd name="connsiteY5" fmla="*/ 0 h 270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4551" h="270414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39" name="任意多边形: 形状 38" descr="cf3f9126-1c1e-42e4-b73d-7e400294d0c7"/>
              <p:cNvSpPr/>
              <p:nvPr>
                <p:custDataLst>
                  <p:tags r:id="rId23"/>
                </p:custDataLst>
              </p:nvPr>
            </p:nvSpPr>
            <p:spPr>
              <a:xfrm>
                <a:off x="4629116" y="2039008"/>
                <a:ext cx="241555" cy="220631"/>
              </a:xfrm>
              <a:custGeom>
                <a:avLst/>
                <a:gdLst>
                  <a:gd name="connsiteX0" fmla="*/ 149828 w 149828"/>
                  <a:gd name="connsiteY0" fmla="*/ 0 h 149828"/>
                  <a:gd name="connsiteX1" fmla="*/ 28956 w 149828"/>
                  <a:gd name="connsiteY1" fmla="*/ 0 h 149828"/>
                  <a:gd name="connsiteX2" fmla="*/ 0 w 149828"/>
                  <a:gd name="connsiteY2" fmla="*/ 0 h 149828"/>
                  <a:gd name="connsiteX3" fmla="*/ 0 w 149828"/>
                  <a:gd name="connsiteY3" fmla="*/ 28956 h 149828"/>
                  <a:gd name="connsiteX4" fmla="*/ 0 w 149828"/>
                  <a:gd name="connsiteY4" fmla="*/ 149828 h 149828"/>
                  <a:gd name="connsiteX5" fmla="*/ 38481 w 149828"/>
                  <a:gd name="connsiteY5" fmla="*/ 149828 h 149828"/>
                  <a:gd name="connsiteX6" fmla="*/ 38481 w 149828"/>
                  <a:gd name="connsiteY6" fmla="*/ 38481 h 149828"/>
                  <a:gd name="connsiteX7" fmla="*/ 149828 w 149828"/>
                  <a:gd name="connsiteY7" fmla="*/ 38481 h 14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828" h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4" name="组合 3" descr="cd3345a2-5bf7-431d-a734-53c623c62a6c"/>
              <p:cNvGrpSpPr/>
              <p:nvPr/>
            </p:nvGrpSpPr>
            <p:grpSpPr>
              <a:xfrm>
                <a:off x="4727162" y="2632658"/>
                <a:ext cx="2510224" cy="2196064"/>
                <a:chOff x="4727162" y="2632658"/>
                <a:chExt cx="2510224" cy="2196064"/>
              </a:xfrm>
            </p:grpSpPr>
            <p:sp>
              <p:nvSpPr>
                <p:cNvPr id="35" name="Bullet2" descr="ae668c45-5b11-434e-b42c-080c5f2d634f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4727162" y="2632658"/>
                  <a:ext cx="2510224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1" u="none" strike="noStrike">
                      <a:solidFill>
                        <a:srgbClr val="000000"/>
                      </a:solidFill>
                      <a:latin typeface="Arial" panose="020B0604020202020204"/>
                    </a:rPr>
                    <a:t>ESP8266 WiFi</a:t>
                  </a:r>
                  <a:endParaRPr lang="en-US" sz="1600" b="1" i="1" u="none" strike="noStrik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36" name="Text2" descr="906ec5bd-1714-4a20-9b70-27e6bc4637e6"/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4727162" y="3373125"/>
                  <a:ext cx="2510224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1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支持WiFi联网，可将设备接入互联网，实现远程控制。</a:t>
                  </a:r>
                  <a:endParaRPr lang="en-US" sz="1200" b="0" i="1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11" name="组合 10" descr="c2f36899-43e9-450d-99c3-4d20255d86b9"/>
            <p:cNvGrpSpPr/>
            <p:nvPr/>
          </p:nvGrpSpPr>
          <p:grpSpPr>
            <a:xfrm>
              <a:off x="7924185" y="2039008"/>
              <a:ext cx="2921070" cy="3688693"/>
              <a:chOff x="7924185" y="2039008"/>
              <a:chExt cx="2921070" cy="3688693"/>
            </a:xfrm>
          </p:grpSpPr>
          <p:sp>
            <p:nvSpPr>
              <p:cNvPr id="52" name="矩形 51" descr="8e8b012a-399a-4448-8077-f65cc7f6684e"/>
              <p:cNvSpPr/>
              <p:nvPr>
                <p:custDataLst>
                  <p:tags r:id="rId26"/>
                </p:custDataLst>
              </p:nvPr>
            </p:nvSpPr>
            <p:spPr>
              <a:xfrm>
                <a:off x="7953950" y="2069066"/>
                <a:ext cx="2655439" cy="3358476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39000"/>
                    </a:schemeClr>
                  </a:gs>
                  <a:gs pos="100000">
                    <a:schemeClr val="accent1">
                      <a:alpha val="32000"/>
                    </a:schemeClr>
                  </a:gs>
                  <a:gs pos="55000">
                    <a:schemeClr val="accent1">
                      <a:alpha val="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7" name="任意多边形: 形状 56" descr="dcaa40c2-78aa-41da-9816-37d04b414060"/>
              <p:cNvSpPr/>
              <p:nvPr>
                <p:custDataLst>
                  <p:tags r:id="rId27"/>
                </p:custDataLst>
              </p:nvPr>
            </p:nvSpPr>
            <p:spPr>
              <a:xfrm>
                <a:off x="8348985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58" name="任意多边形: 形状 57" descr="56cccfcc-026f-40dd-afd0-82c9bc6a024b"/>
              <p:cNvSpPr/>
              <p:nvPr>
                <p:custDataLst>
                  <p:tags r:id="rId28"/>
                </p:custDataLst>
              </p:nvPr>
            </p:nvSpPr>
            <p:spPr>
              <a:xfrm>
                <a:off x="8505580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59" name="任意多边形: 形状 58" descr="d1dc953f-c35b-45d2-b25e-5980df82980a"/>
              <p:cNvSpPr/>
              <p:nvPr>
                <p:custDataLst>
                  <p:tags r:id="rId29"/>
                </p:custDataLst>
              </p:nvPr>
            </p:nvSpPr>
            <p:spPr>
              <a:xfrm>
                <a:off x="8662367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60" name="任意多边形: 形状 59" descr="d7dafdd2-0c01-4de0-8d24-a6e3f36e74fc"/>
              <p:cNvSpPr/>
              <p:nvPr>
                <p:custDataLst>
                  <p:tags r:id="rId30"/>
                </p:custDataLst>
              </p:nvPr>
            </p:nvSpPr>
            <p:spPr>
              <a:xfrm>
                <a:off x="8818960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61" name="任意多边形: 形状 60" descr="8a4bc35b-de1a-42a0-b94b-018b9bc478f6"/>
              <p:cNvSpPr/>
              <p:nvPr>
                <p:custDataLst>
                  <p:tags r:id="rId31"/>
                </p:custDataLst>
              </p:nvPr>
            </p:nvSpPr>
            <p:spPr>
              <a:xfrm>
                <a:off x="8975747" y="5505418"/>
                <a:ext cx="235660" cy="146347"/>
              </a:xfrm>
              <a:custGeom>
                <a:avLst/>
                <a:gdLst>
                  <a:gd name="connsiteX0" fmla="*/ 38576 w 116681"/>
                  <a:gd name="connsiteY0" fmla="*/ 78200 h 78200"/>
                  <a:gd name="connsiteX1" fmla="*/ 0 w 116681"/>
                  <a:gd name="connsiteY1" fmla="*/ 78200 h 78200"/>
                  <a:gd name="connsiteX2" fmla="*/ 78105 w 116681"/>
                  <a:gd name="connsiteY2" fmla="*/ 0 h 78200"/>
                  <a:gd name="connsiteX3" fmla="*/ 116681 w 116681"/>
                  <a:gd name="connsiteY3" fmla="*/ 0 h 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681" h="78200">
                    <a:moveTo>
                      <a:pt x="38576" y="78200"/>
                    </a:moveTo>
                    <a:lnTo>
                      <a:pt x="0" y="78200"/>
                    </a:lnTo>
                    <a:lnTo>
                      <a:pt x="78105" y="0"/>
                    </a:lnTo>
                    <a:lnTo>
                      <a:pt x="116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62" name="任意多边形: 形状 61" descr="bf786812-1529-41b8-8d03-79a2a0f4113f"/>
              <p:cNvSpPr/>
              <p:nvPr>
                <p:custDataLst>
                  <p:tags r:id="rId32"/>
                </p:custDataLst>
              </p:nvPr>
            </p:nvSpPr>
            <p:spPr>
              <a:xfrm>
                <a:off x="10181751" y="5394722"/>
                <a:ext cx="405526" cy="75401"/>
              </a:xfrm>
              <a:custGeom>
                <a:avLst/>
                <a:gdLst>
                  <a:gd name="connsiteX0" fmla="*/ 160401 w 200786"/>
                  <a:gd name="connsiteY0" fmla="*/ 40291 h 40290"/>
                  <a:gd name="connsiteX1" fmla="*/ 0 w 200786"/>
                  <a:gd name="connsiteY1" fmla="*/ 40291 h 40290"/>
                  <a:gd name="connsiteX2" fmla="*/ 40386 w 200786"/>
                  <a:gd name="connsiteY2" fmla="*/ 0 h 40290"/>
                  <a:gd name="connsiteX3" fmla="*/ 200787 w 200786"/>
                  <a:gd name="connsiteY3" fmla="*/ 0 h 40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786" h="40290">
                    <a:moveTo>
                      <a:pt x="160401" y="40291"/>
                    </a:moveTo>
                    <a:lnTo>
                      <a:pt x="0" y="40291"/>
                    </a:lnTo>
                    <a:lnTo>
                      <a:pt x="40386" y="0"/>
                    </a:lnTo>
                    <a:lnTo>
                      <a:pt x="2007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56" name="任意多边形: 形状 55" descr="f4b78d9a-4c0f-4b27-a360-f825445fe1d3"/>
              <p:cNvSpPr/>
              <p:nvPr>
                <p:custDataLst>
                  <p:tags r:id="rId33"/>
                </p:custDataLst>
              </p:nvPr>
            </p:nvSpPr>
            <p:spPr>
              <a:xfrm>
                <a:off x="8089279" y="5221636"/>
                <a:ext cx="2755976" cy="506065"/>
              </a:xfrm>
              <a:custGeom>
                <a:avLst/>
                <a:gdLst>
                  <a:gd name="connsiteX0" fmla="*/ 837819 w 1364551"/>
                  <a:gd name="connsiteY0" fmla="*/ 190691 h 270414"/>
                  <a:gd name="connsiteX1" fmla="*/ 758190 w 1364551"/>
                  <a:gd name="connsiteY1" fmla="*/ 270415 h 270414"/>
                  <a:gd name="connsiteX2" fmla="*/ 0 w 1364551"/>
                  <a:gd name="connsiteY2" fmla="*/ 270415 h 270414"/>
                  <a:gd name="connsiteX3" fmla="*/ 159353 w 1364551"/>
                  <a:gd name="connsiteY3" fmla="*/ 111062 h 270414"/>
                  <a:gd name="connsiteX4" fmla="*/ 1253585 w 1364551"/>
                  <a:gd name="connsiteY4" fmla="*/ 111062 h 270414"/>
                  <a:gd name="connsiteX5" fmla="*/ 1364552 w 1364551"/>
                  <a:gd name="connsiteY5" fmla="*/ 0 h 270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4551" h="270414">
                    <a:moveTo>
                      <a:pt x="837819" y="190691"/>
                    </a:moveTo>
                    <a:lnTo>
                      <a:pt x="758190" y="270415"/>
                    </a:lnTo>
                    <a:lnTo>
                      <a:pt x="0" y="270415"/>
                    </a:lnTo>
                    <a:lnTo>
                      <a:pt x="159353" y="111062"/>
                    </a:lnTo>
                    <a:lnTo>
                      <a:pt x="1253585" y="111062"/>
                    </a:lnTo>
                    <a:lnTo>
                      <a:pt x="1364552" y="0"/>
                    </a:lnTo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54" name="任意多边形: 形状 53" descr="2c2c8615-bec5-4b33-8923-04e8b7a276e4"/>
              <p:cNvSpPr/>
              <p:nvPr>
                <p:custDataLst>
                  <p:tags r:id="rId34"/>
                </p:custDataLst>
              </p:nvPr>
            </p:nvSpPr>
            <p:spPr>
              <a:xfrm>
                <a:off x="7924185" y="2039008"/>
                <a:ext cx="241555" cy="220631"/>
              </a:xfrm>
              <a:custGeom>
                <a:avLst/>
                <a:gdLst>
                  <a:gd name="connsiteX0" fmla="*/ 149828 w 149828"/>
                  <a:gd name="connsiteY0" fmla="*/ 0 h 149828"/>
                  <a:gd name="connsiteX1" fmla="*/ 28956 w 149828"/>
                  <a:gd name="connsiteY1" fmla="*/ 0 h 149828"/>
                  <a:gd name="connsiteX2" fmla="*/ 0 w 149828"/>
                  <a:gd name="connsiteY2" fmla="*/ 0 h 149828"/>
                  <a:gd name="connsiteX3" fmla="*/ 0 w 149828"/>
                  <a:gd name="connsiteY3" fmla="*/ 28956 h 149828"/>
                  <a:gd name="connsiteX4" fmla="*/ 0 w 149828"/>
                  <a:gd name="connsiteY4" fmla="*/ 149828 h 149828"/>
                  <a:gd name="connsiteX5" fmla="*/ 38481 w 149828"/>
                  <a:gd name="connsiteY5" fmla="*/ 149828 h 149828"/>
                  <a:gd name="connsiteX6" fmla="*/ 38481 w 149828"/>
                  <a:gd name="connsiteY6" fmla="*/ 38481 h 149828"/>
                  <a:gd name="connsiteX7" fmla="*/ 149828 w 149828"/>
                  <a:gd name="connsiteY7" fmla="*/ 38481 h 14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828" h="149828">
                    <a:moveTo>
                      <a:pt x="149828" y="0"/>
                    </a:moveTo>
                    <a:lnTo>
                      <a:pt x="28956" y="0"/>
                    </a:lnTo>
                    <a:lnTo>
                      <a:pt x="0" y="0"/>
                    </a:lnTo>
                    <a:lnTo>
                      <a:pt x="0" y="28956"/>
                    </a:lnTo>
                    <a:lnTo>
                      <a:pt x="0" y="149828"/>
                    </a:lnTo>
                    <a:lnTo>
                      <a:pt x="38481" y="149828"/>
                    </a:lnTo>
                    <a:lnTo>
                      <a:pt x="38481" y="38481"/>
                    </a:lnTo>
                    <a:lnTo>
                      <a:pt x="149828" y="3848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6" name="组合 5" descr="08a71c1a-e77b-4ba1-b257-b79785e377ab"/>
              <p:cNvGrpSpPr/>
              <p:nvPr/>
            </p:nvGrpSpPr>
            <p:grpSpPr>
              <a:xfrm>
                <a:off x="8022231" y="2632658"/>
                <a:ext cx="2510224" cy="2196064"/>
                <a:chOff x="8022231" y="2632658"/>
                <a:chExt cx="2510224" cy="2196064"/>
              </a:xfrm>
            </p:grpSpPr>
            <p:sp>
              <p:nvSpPr>
                <p:cNvPr id="50" name="Bullet3" descr="9c5e921b-ceb9-4c0d-ba5e-2e64de62fdb1"/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8022231" y="2632658"/>
                  <a:ext cx="2510224" cy="7171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600" b="1" i="1" u="none" strike="noStrike">
                      <a:solidFill>
                        <a:srgbClr val="000000"/>
                      </a:solidFill>
                      <a:latin typeface="Arial" panose="020B0604020202020204"/>
                    </a:rPr>
                    <a:t>NRF24L01</a:t>
                  </a:r>
                  <a:endParaRPr lang="en-US" sz="1600" b="1" i="1" u="none" strike="noStrike">
                    <a:solidFill>
                      <a:srgbClr val="0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51" name="Text3" descr="07c27190-bd43-41a0-8b9d-983f9fea86fa"/>
                <p:cNvSpPr txBox="1"/>
                <p:nvPr>
                  <p:custDataLst>
                    <p:tags r:id="rId36"/>
                  </p:custDataLst>
                </p:nvPr>
              </p:nvSpPr>
              <p:spPr>
                <a:xfrm>
                  <a:off x="8022231" y="3373125"/>
                  <a:ext cx="2510224" cy="14555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Autofit/>
                </a:bodyPr>
                <a:lstStyle/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1" u="none" strike="noStrike">
                      <a:solidFill>
                        <a:srgbClr val="000000"/>
                      </a:solidFill>
                      <a:latin typeface="微软雅黑" panose="020B0503020204020204" charset="-122"/>
                    </a:rPr>
                    <a:t>2.4GHz无线通信模块，传输速度快，抗干扰能力强。</a:t>
                  </a:r>
                  <a:endParaRPr lang="en-US" sz="1200" b="0" i="1" u="none" strike="noStrike">
                    <a:solidFill>
                      <a:srgbClr val="000000"/>
                    </a:solidFill>
                    <a:latin typeface="微软雅黑" panose="020B0503020204020204" charset="-122"/>
                  </a:endParaRPr>
                </a:p>
              </p:txBody>
            </p:sp>
          </p:grpSp>
        </p:grpSp>
      </p:grpSp>
      <p:pic>
        <p:nvPicPr>
          <p:cNvPr id="7" name="图片 6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1758950" y="3992245"/>
            <a:ext cx="1688465" cy="1206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4724400" y="3839845"/>
            <a:ext cx="2396490" cy="15551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8165465" y="3992245"/>
            <a:ext cx="2117725" cy="12287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环境检测类元器件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监测环境参数，为决策提供依据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环境检测类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40" name="f2d1eb83-2631-4485-9dc8-df11db26a362.source.8.zh-Hans.pptx" descr="5955dbd6-13cd-45f1-bf4d-7ab295d4c960"/>
          <p:cNvGrpSpPr/>
          <p:nvPr>
            <p:custDataLst>
              <p:tags r:id="rId1"/>
            </p:custDataLst>
          </p:nvPr>
        </p:nvGrpSpPr>
        <p:grpSpPr>
          <a:xfrm>
            <a:off x="637492" y="1130300"/>
            <a:ext cx="10881408" cy="4856251"/>
            <a:chOff x="637492" y="1130300"/>
            <a:chExt cx="10881408" cy="4856251"/>
          </a:xfrm>
        </p:grpSpPr>
        <p:sp>
          <p:nvSpPr>
            <p:cNvPr id="3" name="任意多边形: 形状 1" descr="f6aef752-9260-4398-bd2a-4c81ab88b705"/>
            <p:cNvSpPr/>
            <p:nvPr>
              <p:custDataLst>
                <p:tags r:id="rId2"/>
              </p:custDataLst>
            </p:nvPr>
          </p:nvSpPr>
          <p:spPr>
            <a:xfrm>
              <a:off x="637492" y="2043640"/>
              <a:ext cx="10811397" cy="2557186"/>
            </a:xfrm>
            <a:custGeom>
              <a:avLst/>
              <a:gdLst>
                <a:gd name="connsiteX0" fmla="*/ 267917 w 10811397"/>
                <a:gd name="connsiteY0" fmla="*/ 0 h 2557186"/>
                <a:gd name="connsiteX1" fmla="*/ 9606580 w 10811397"/>
                <a:gd name="connsiteY1" fmla="*/ 0 h 2557186"/>
                <a:gd name="connsiteX2" fmla="*/ 10458508 w 10811397"/>
                <a:gd name="connsiteY2" fmla="*/ 352889 h 2557186"/>
                <a:gd name="connsiteX3" fmla="*/ 10811397 w 10811397"/>
                <a:gd name="connsiteY3" fmla="*/ 1204817 h 2557186"/>
                <a:gd name="connsiteX4" fmla="*/ 10458508 w 10811397"/>
                <a:gd name="connsiteY4" fmla="*/ 2056745 h 2557186"/>
                <a:gd name="connsiteX5" fmla="*/ 9606580 w 10811397"/>
                <a:gd name="connsiteY5" fmla="*/ 2409634 h 2557186"/>
                <a:gd name="connsiteX6" fmla="*/ 321112 w 10811397"/>
                <a:gd name="connsiteY6" fmla="*/ 2409634 h 2557186"/>
                <a:gd name="connsiteX7" fmla="*/ 321112 w 10811397"/>
                <a:gd name="connsiteY7" fmla="*/ 2557186 h 2557186"/>
                <a:gd name="connsiteX8" fmla="*/ 0 w 10811397"/>
                <a:gd name="connsiteY8" fmla="*/ 2249077 h 2557186"/>
                <a:gd name="connsiteX9" fmla="*/ 321112 w 10811397"/>
                <a:gd name="connsiteY9" fmla="*/ 1940968 h 2557186"/>
                <a:gd name="connsiteX10" fmla="*/ 321112 w 10811397"/>
                <a:gd name="connsiteY10" fmla="*/ 2066077 h 2557186"/>
                <a:gd name="connsiteX11" fmla="*/ 9606580 w 10811397"/>
                <a:gd name="connsiteY11" fmla="*/ 2066077 h 2557186"/>
                <a:gd name="connsiteX12" fmla="*/ 10467840 w 10811397"/>
                <a:gd name="connsiteY12" fmla="*/ 1204817 h 2557186"/>
                <a:gd name="connsiteX13" fmla="*/ 9606580 w 10811397"/>
                <a:gd name="connsiteY13" fmla="*/ 343557 h 2557186"/>
                <a:gd name="connsiteX14" fmla="*/ 267917 w 10811397"/>
                <a:gd name="connsiteY14" fmla="*/ 343557 h 2557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11397" h="2557186">
                  <a:moveTo>
                    <a:pt x="267917" y="0"/>
                  </a:moveTo>
                  <a:lnTo>
                    <a:pt x="9606580" y="0"/>
                  </a:lnTo>
                  <a:cubicBezTo>
                    <a:pt x="9928410" y="0"/>
                    <a:pt x="10230972" y="125352"/>
                    <a:pt x="10458508" y="352889"/>
                  </a:cubicBezTo>
                  <a:cubicBezTo>
                    <a:pt x="10686092" y="580472"/>
                    <a:pt x="10811397" y="882988"/>
                    <a:pt x="10811397" y="1204817"/>
                  </a:cubicBezTo>
                  <a:cubicBezTo>
                    <a:pt x="10811397" y="1526646"/>
                    <a:pt x="10686092" y="1829208"/>
                    <a:pt x="10458508" y="2056745"/>
                  </a:cubicBezTo>
                  <a:cubicBezTo>
                    <a:pt x="10230972" y="2284329"/>
                    <a:pt x="9928410" y="2409634"/>
                    <a:pt x="9606580" y="2409634"/>
                  </a:cubicBezTo>
                  <a:lnTo>
                    <a:pt x="321112" y="2409634"/>
                  </a:lnTo>
                  <a:lnTo>
                    <a:pt x="321112" y="2557186"/>
                  </a:lnTo>
                  <a:lnTo>
                    <a:pt x="0" y="2249077"/>
                  </a:lnTo>
                  <a:lnTo>
                    <a:pt x="321112" y="1940968"/>
                  </a:lnTo>
                  <a:lnTo>
                    <a:pt x="321112" y="2066077"/>
                  </a:lnTo>
                  <a:lnTo>
                    <a:pt x="9606580" y="2066077"/>
                  </a:lnTo>
                  <a:cubicBezTo>
                    <a:pt x="10081478" y="2066077"/>
                    <a:pt x="10467840" y="1679715"/>
                    <a:pt x="10467840" y="1204817"/>
                  </a:cubicBezTo>
                  <a:cubicBezTo>
                    <a:pt x="10467840" y="729919"/>
                    <a:pt x="10081478" y="343557"/>
                    <a:pt x="9606580" y="343557"/>
                  </a:cubicBezTo>
                  <a:lnTo>
                    <a:pt x="267917" y="34355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23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7" name="Title" descr="2d6bf92c-43c3-46a7-8b82-9d145853b293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多样环境检测传感器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1" name="组合 30" descr="f8e92df5-9bdb-4cdc-b006-95c3e2710e80"/>
            <p:cNvGrpSpPr/>
            <p:nvPr/>
          </p:nvGrpSpPr>
          <p:grpSpPr>
            <a:xfrm>
              <a:off x="972576" y="1943584"/>
              <a:ext cx="2291144" cy="1985913"/>
              <a:chOff x="1094952" y="1943584"/>
              <a:chExt cx="2291144" cy="1985913"/>
            </a:xfrm>
          </p:grpSpPr>
          <p:sp>
            <p:nvSpPr>
              <p:cNvPr id="4" name="Number1" descr="2be0ac69-d2e6-46a8-ab89-c176755fab92"/>
              <p:cNvSpPr/>
              <p:nvPr>
                <p:custDataLst>
                  <p:tags r:id="rId3"/>
                </p:custDataLst>
              </p:nvPr>
            </p:nvSpPr>
            <p:spPr>
              <a:xfrm>
                <a:off x="1827803" y="1943584"/>
                <a:ext cx="825442" cy="525504"/>
              </a:xfrm>
              <a:prstGeom prst="snip2Diag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2" name="Bullet1" descr="ce6435be-0204-4d24-a17b-18706dc3bc2c"/>
              <p:cNvSpPr/>
              <p:nvPr>
                <p:custDataLst>
                  <p:tags r:id="rId4"/>
                </p:custDataLst>
              </p:nvPr>
            </p:nvSpPr>
            <p:spPr>
              <a:xfrm>
                <a:off x="1094952" y="2552700"/>
                <a:ext cx="2291144" cy="584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空气检测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" name="Text1" descr="bc4e7cf2-e811-4f5b-a444-dfaab7c4d4de"/>
              <p:cNvSpPr/>
              <p:nvPr>
                <p:custDataLst>
                  <p:tags r:id="rId5"/>
                </p:custDataLst>
              </p:nvPr>
            </p:nvSpPr>
            <p:spPr>
              <a:xfrm>
                <a:off x="1094954" y="3136899"/>
                <a:ext cx="2291141" cy="792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监测空气中的污染物浓度，保障环境质量。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2" name="组合 31" descr="e8743f8a-e816-4d40-8a95-c51ef2f79f43"/>
            <p:cNvGrpSpPr/>
            <p:nvPr/>
          </p:nvGrpSpPr>
          <p:grpSpPr>
            <a:xfrm>
              <a:off x="3476311" y="1943584"/>
              <a:ext cx="2291144" cy="1985913"/>
              <a:chOff x="3454753" y="1943584"/>
              <a:chExt cx="2291144" cy="1985913"/>
            </a:xfrm>
          </p:grpSpPr>
          <p:sp>
            <p:nvSpPr>
              <p:cNvPr id="5" name="Number2" descr="e2c00407-f186-4a84-8dc5-3cc6b248236a"/>
              <p:cNvSpPr/>
              <p:nvPr>
                <p:custDataLst>
                  <p:tags r:id="rId6"/>
                </p:custDataLst>
              </p:nvPr>
            </p:nvSpPr>
            <p:spPr>
              <a:xfrm>
                <a:off x="4187604" y="1943584"/>
                <a:ext cx="825442" cy="525504"/>
              </a:xfrm>
              <a:prstGeom prst="snip2Diag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6" name="Bullet2" descr="4e974deb-3adc-42e6-9bc6-5301b43c2eee"/>
              <p:cNvSpPr/>
              <p:nvPr>
                <p:custDataLst>
                  <p:tags r:id="rId7"/>
                </p:custDataLst>
              </p:nvPr>
            </p:nvSpPr>
            <p:spPr>
              <a:xfrm>
                <a:off x="3454753" y="2552700"/>
                <a:ext cx="2291144" cy="584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烟雾检测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Text2" descr="739b0684-bd8f-4d11-a0d0-b814c71a37a8"/>
              <p:cNvSpPr/>
              <p:nvPr>
                <p:custDataLst>
                  <p:tags r:id="rId8"/>
                </p:custDataLst>
              </p:nvPr>
            </p:nvSpPr>
            <p:spPr>
              <a:xfrm>
                <a:off x="3454755" y="3136899"/>
                <a:ext cx="2291141" cy="792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检测烟雾浓度，及时预警火灾等危险情况。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3" name="组合 32" descr="1c31f28e-f893-4124-b6b4-900bf6300798"/>
            <p:cNvGrpSpPr/>
            <p:nvPr/>
          </p:nvGrpSpPr>
          <p:grpSpPr>
            <a:xfrm>
              <a:off x="5980046" y="1943584"/>
              <a:ext cx="2291144" cy="1985913"/>
              <a:chOff x="5814554" y="1943584"/>
              <a:chExt cx="2291144" cy="1985913"/>
            </a:xfrm>
          </p:grpSpPr>
          <p:sp>
            <p:nvSpPr>
              <p:cNvPr id="6" name="Number3" descr="02c421b6-db38-4edc-a452-5b383ed4bca8"/>
              <p:cNvSpPr/>
              <p:nvPr>
                <p:custDataLst>
                  <p:tags r:id="rId9"/>
                </p:custDataLst>
              </p:nvPr>
            </p:nvSpPr>
            <p:spPr>
              <a:xfrm>
                <a:off x="6515159" y="1943584"/>
                <a:ext cx="825442" cy="525504"/>
              </a:xfrm>
              <a:prstGeom prst="snip2Diag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50000">
                    <a:schemeClr val="accent3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9" name="Bullet3" descr="b0c40a9e-5c8e-4c71-988f-c9c43f89e1c8"/>
              <p:cNvSpPr/>
              <p:nvPr>
                <p:custDataLst>
                  <p:tags r:id="rId10"/>
                </p:custDataLst>
              </p:nvPr>
            </p:nvSpPr>
            <p:spPr>
              <a:xfrm>
                <a:off x="5814554" y="2552700"/>
                <a:ext cx="2291144" cy="584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光照强度检测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" name="Text3" descr="84c48135-6b0f-4f09-80aa-fbc6c3a8f7b8"/>
              <p:cNvSpPr/>
              <p:nvPr>
                <p:custDataLst>
                  <p:tags r:id="rId11"/>
                </p:custDataLst>
              </p:nvPr>
            </p:nvSpPr>
            <p:spPr>
              <a:xfrm>
                <a:off x="5814556" y="3136899"/>
                <a:ext cx="2291141" cy="792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测量光照强度，用于智能照明等系统。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4" name="组合 33" descr="988d4046-510e-4817-968d-ec5eeb2aa46c"/>
            <p:cNvGrpSpPr/>
            <p:nvPr/>
          </p:nvGrpSpPr>
          <p:grpSpPr>
            <a:xfrm>
              <a:off x="8483780" y="1943584"/>
              <a:ext cx="2291144" cy="1985913"/>
              <a:chOff x="8174355" y="1943584"/>
              <a:chExt cx="2291144" cy="1985913"/>
            </a:xfrm>
          </p:grpSpPr>
          <p:sp>
            <p:nvSpPr>
              <p:cNvPr id="8" name="Number4" descr="aa9043c6-611c-43f7-97a6-8277ada88284"/>
              <p:cNvSpPr/>
              <p:nvPr>
                <p:custDataLst>
                  <p:tags r:id="rId12"/>
                </p:custDataLst>
              </p:nvPr>
            </p:nvSpPr>
            <p:spPr>
              <a:xfrm>
                <a:off x="8907206" y="1943584"/>
                <a:ext cx="825442" cy="525504"/>
              </a:xfrm>
              <a:prstGeom prst="snip2DiagRect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50000">
                    <a:schemeClr val="accent4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4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1" name="Bullet4" descr="880e489c-4a6d-486b-ae65-8cc982bf62a0"/>
              <p:cNvSpPr/>
              <p:nvPr>
                <p:custDataLst>
                  <p:tags r:id="rId13"/>
                </p:custDataLst>
              </p:nvPr>
            </p:nvSpPr>
            <p:spPr>
              <a:xfrm>
                <a:off x="8174355" y="2552700"/>
                <a:ext cx="2291144" cy="584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风速检测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2" name="Text4" descr="50d92968-7a90-4c4c-9411-20295491e4dd"/>
              <p:cNvSpPr/>
              <p:nvPr>
                <p:custDataLst>
                  <p:tags r:id="rId14"/>
                </p:custDataLst>
              </p:nvPr>
            </p:nvSpPr>
            <p:spPr>
              <a:xfrm>
                <a:off x="8174357" y="3136899"/>
                <a:ext cx="2291141" cy="792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获取风速信息，应用于气象监测等领域。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5" name="组合 34" descr="387d32c8-01dd-4090-ac93-4feca1360dfd"/>
            <p:cNvGrpSpPr/>
            <p:nvPr/>
          </p:nvGrpSpPr>
          <p:grpSpPr>
            <a:xfrm>
              <a:off x="8483780" y="4022951"/>
              <a:ext cx="2291144" cy="1963600"/>
              <a:chOff x="8161655" y="4022951"/>
              <a:chExt cx="2291144" cy="1963600"/>
            </a:xfrm>
          </p:grpSpPr>
          <p:sp>
            <p:nvSpPr>
              <p:cNvPr id="9" name="Number5" descr="b6520afc-367a-40ce-a76b-141c1caaa6e8"/>
              <p:cNvSpPr/>
              <p:nvPr>
                <p:custDataLst>
                  <p:tags r:id="rId15"/>
                </p:custDataLst>
              </p:nvPr>
            </p:nvSpPr>
            <p:spPr>
              <a:xfrm>
                <a:off x="8895027" y="4022951"/>
                <a:ext cx="824400" cy="525600"/>
              </a:xfrm>
              <a:prstGeom prst="snip2DiagRect">
                <a:avLst/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50000">
                    <a:schemeClr val="accent5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5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9" name="Bullet5" descr="0477ecb1-9d3a-44c6-acec-b09de4534ce8"/>
              <p:cNvSpPr/>
              <p:nvPr>
                <p:custDataLst>
                  <p:tags r:id="rId16"/>
                </p:custDataLst>
              </p:nvPr>
            </p:nvSpPr>
            <p:spPr>
              <a:xfrm>
                <a:off x="8161655" y="4609754"/>
                <a:ext cx="2291144" cy="584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风向检测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0" name="Text5" descr="4156528d-7de0-4cb8-863a-f3820c70b05c"/>
              <p:cNvSpPr/>
              <p:nvPr>
                <p:custDataLst>
                  <p:tags r:id="rId17"/>
                </p:custDataLst>
              </p:nvPr>
            </p:nvSpPr>
            <p:spPr>
              <a:xfrm>
                <a:off x="8161657" y="5193953"/>
                <a:ext cx="2291141" cy="792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确定风向，为相关研究和应用提供数据。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6" name="组合 35" descr="77b8be5d-bb73-4d7b-852f-c0c5c0c2b775"/>
            <p:cNvGrpSpPr/>
            <p:nvPr/>
          </p:nvGrpSpPr>
          <p:grpSpPr>
            <a:xfrm>
              <a:off x="5980046" y="4002362"/>
              <a:ext cx="2291144" cy="1984189"/>
              <a:chOff x="5801854" y="4002362"/>
              <a:chExt cx="2291144" cy="1984189"/>
            </a:xfrm>
          </p:grpSpPr>
          <p:sp>
            <p:nvSpPr>
              <p:cNvPr id="10" name="Number6" descr="d1a79017-4bdd-4377-8763-b7f2388db83a"/>
              <p:cNvSpPr/>
              <p:nvPr>
                <p:custDataLst>
                  <p:tags r:id="rId18"/>
                </p:custDataLst>
              </p:nvPr>
            </p:nvSpPr>
            <p:spPr>
              <a:xfrm>
                <a:off x="6516201" y="4002362"/>
                <a:ext cx="824400" cy="525600"/>
              </a:xfrm>
              <a:prstGeom prst="snip2DiagRect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50000">
                    <a:schemeClr val="accent6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6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7" name="Bullet6" descr="3d09cde9-73dd-444e-9f4e-dd24e16d0405"/>
              <p:cNvSpPr/>
              <p:nvPr>
                <p:custDataLst>
                  <p:tags r:id="rId19"/>
                </p:custDataLst>
              </p:nvPr>
            </p:nvSpPr>
            <p:spPr>
              <a:xfrm>
                <a:off x="5801854" y="4609754"/>
                <a:ext cx="2291144" cy="584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温湿度检测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8" name="Text6" descr="770d976e-f375-4ad8-808e-1732da2f4d36"/>
              <p:cNvSpPr/>
              <p:nvPr>
                <p:custDataLst>
                  <p:tags r:id="rId20"/>
                </p:custDataLst>
              </p:nvPr>
            </p:nvSpPr>
            <p:spPr>
              <a:xfrm>
                <a:off x="5801856" y="5193953"/>
                <a:ext cx="2291141" cy="792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同时测量温度和湿度，适用于多种环境。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7" name="组合 36" descr="08119b6d-6264-4fb9-b380-8bdd2bbf92fd"/>
            <p:cNvGrpSpPr/>
            <p:nvPr/>
          </p:nvGrpSpPr>
          <p:grpSpPr>
            <a:xfrm>
              <a:off x="3476311" y="4022951"/>
              <a:ext cx="2291144" cy="1963600"/>
              <a:chOff x="3442053" y="4022951"/>
              <a:chExt cx="2291144" cy="1963600"/>
            </a:xfrm>
          </p:grpSpPr>
          <p:sp>
            <p:nvSpPr>
              <p:cNvPr id="11" name="Number7" descr="88967523-fad7-42f7-be3b-134e57849add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58448" y="4022951"/>
                <a:ext cx="824400" cy="525600"/>
              </a:xfrm>
              <a:prstGeom prst="snip2Diag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7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5" name="Bullet7" descr="91f5c46e-5547-471f-ac32-29dfc4cc06cf"/>
              <p:cNvSpPr/>
              <p:nvPr>
                <p:custDataLst>
                  <p:tags r:id="rId22"/>
                </p:custDataLst>
              </p:nvPr>
            </p:nvSpPr>
            <p:spPr>
              <a:xfrm>
                <a:off x="3442053" y="4609754"/>
                <a:ext cx="2291144" cy="584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气压检测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6" name="Text7" descr="751c3d0c-26cf-40b4-9a66-1f796d4e2628"/>
              <p:cNvSpPr/>
              <p:nvPr>
                <p:custDataLst>
                  <p:tags r:id="rId23"/>
                </p:custDataLst>
              </p:nvPr>
            </p:nvSpPr>
            <p:spPr>
              <a:xfrm>
                <a:off x="3442055" y="5193953"/>
                <a:ext cx="2291141" cy="792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检测大气压强，用于气象、航空等方面。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8" name="组合 37" descr="18e1a96e-3731-40b6-9be6-d4aea9bfee41"/>
            <p:cNvGrpSpPr/>
            <p:nvPr/>
          </p:nvGrpSpPr>
          <p:grpSpPr>
            <a:xfrm>
              <a:off x="972576" y="4002362"/>
              <a:ext cx="2291144" cy="1984189"/>
              <a:chOff x="1082252" y="4002362"/>
              <a:chExt cx="2291144" cy="1984189"/>
            </a:xfrm>
          </p:grpSpPr>
          <p:sp>
            <p:nvSpPr>
              <p:cNvPr id="14" name="Number8" descr="c5da789d-224c-45d1-9acd-f0ae8914d170"/>
              <p:cNvSpPr/>
              <p:nvPr>
                <p:custDataLst>
                  <p:tags r:id="rId24"/>
                </p:custDataLst>
              </p:nvPr>
            </p:nvSpPr>
            <p:spPr>
              <a:xfrm>
                <a:off x="1800695" y="4002362"/>
                <a:ext cx="824400" cy="525600"/>
              </a:xfrm>
              <a:prstGeom prst="snip2Diag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8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3" name="Bullet8" descr="284a6ab9-4720-4bff-a903-450c8580c109"/>
              <p:cNvSpPr/>
              <p:nvPr>
                <p:custDataLst>
                  <p:tags r:id="rId25"/>
                </p:custDataLst>
              </p:nvPr>
            </p:nvSpPr>
            <p:spPr>
              <a:xfrm>
                <a:off x="1082252" y="4609754"/>
                <a:ext cx="2291144" cy="5841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紫外线检测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4" name="Text8" descr="20b73d0f-0442-4c2a-ae81-86760d5cabd3"/>
              <p:cNvSpPr/>
              <p:nvPr>
                <p:custDataLst>
                  <p:tags r:id="rId26"/>
                </p:custDataLst>
              </p:nvPr>
            </p:nvSpPr>
            <p:spPr>
              <a:xfrm>
                <a:off x="1082254" y="5193953"/>
                <a:ext cx="2291141" cy="792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监测紫外线强度，提醒人们做好防晒。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5" name="图片 1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1172845" y="1250315"/>
            <a:ext cx="1859915" cy="15430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29965" y="1437005"/>
            <a:ext cx="1713865" cy="1292225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980430" y="1550035"/>
            <a:ext cx="1591945" cy="117919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482965" y="1435100"/>
            <a:ext cx="1257935" cy="123126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82965" y="3679825"/>
            <a:ext cx="1742440" cy="116459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50280" y="3729355"/>
            <a:ext cx="1748155" cy="111506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508375" y="3645535"/>
            <a:ext cx="1734820" cy="119888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48385" y="3645535"/>
            <a:ext cx="1577975" cy="10394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人体检测类元器件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感知人体状态，提升交互体验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人体检测类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5" name="1cfd3df0-bb90-4037-989f-fac31b910771.source.3.zh-Hans.pptx" descr="d9c2faaf-be64-4b66-ba2b-7bbd9ac191e0"/>
          <p:cNvGrpSpPr/>
          <p:nvPr>
            <p:custDataLst>
              <p:tags r:id="rId1"/>
            </p:custDataLst>
          </p:nvPr>
        </p:nvGrpSpPr>
        <p:grpSpPr>
          <a:xfrm>
            <a:off x="660400" y="1151889"/>
            <a:ext cx="10858500" cy="5062171"/>
            <a:chOff x="660400" y="1130299"/>
            <a:chExt cx="10858500" cy="5062171"/>
          </a:xfrm>
        </p:grpSpPr>
        <p:grpSp>
          <p:nvGrpSpPr>
            <p:cNvPr id="4" name="组合 3" descr="a3e8148b-a35b-4e91-8b6d-46949293ff32"/>
            <p:cNvGrpSpPr/>
            <p:nvPr/>
          </p:nvGrpSpPr>
          <p:grpSpPr>
            <a:xfrm>
              <a:off x="887186" y="2226664"/>
              <a:ext cx="3244772" cy="3965806"/>
              <a:chOff x="153059" y="2226664"/>
              <a:chExt cx="3244772" cy="3965806"/>
            </a:xfrm>
          </p:grpSpPr>
          <p:sp>
            <p:nvSpPr>
              <p:cNvPr id="191" name="4" descr="3211c824-b7e0-4292-aa31-2314abd7676b"/>
              <p:cNvSpPr txBox="1"/>
              <p:nvPr>
                <p:custDataLst>
                  <p:tags r:id="rId2"/>
                </p:custDataLst>
              </p:nvPr>
            </p:nvSpPr>
            <p:spPr>
              <a:xfrm rot="5400000">
                <a:off x="860368" y="2341049"/>
                <a:ext cx="1830153" cy="1601384"/>
              </a:xfrm>
              <a:prstGeom prst="hexagon">
                <a:avLst/>
              </a:prstGeom>
              <a:noFill/>
              <a:ln w="12700" cap="flat" cmpd="sng" algn="ctr">
                <a:gradFill flip="none" rotWithShape="1"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15000">
                      <a:schemeClr val="accent2"/>
                    </a:gs>
                    <a:gs pos="60000">
                      <a:schemeClr val="accent1">
                        <a:alpha val="0"/>
                      </a:schemeClr>
                    </a:gs>
                    <a:gs pos="40000">
                      <a:schemeClr val="accent1">
                        <a:alpha val="0"/>
                      </a:schemeClr>
                    </a:gs>
                    <a:gs pos="85000">
                      <a:schemeClr val="accent2"/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  <p:sp>
            <p:nvSpPr>
              <p:cNvPr id="195" name="任意多边形: 形状 194" descr="4a07d3b2-09f1-4963-ac4f-5c1993ab3e44"/>
              <p:cNvSpPr/>
              <p:nvPr>
                <p:custDataLst>
                  <p:tags r:id="rId3"/>
                </p:custDataLst>
              </p:nvPr>
            </p:nvSpPr>
            <p:spPr>
              <a:xfrm rot="16200000" flipV="1">
                <a:off x="2249221" y="2698853"/>
                <a:ext cx="191491" cy="122553"/>
              </a:xfrm>
              <a:custGeom>
                <a:avLst/>
                <a:gdLst>
                  <a:gd name="connsiteX0" fmla="*/ 0 w 238125"/>
                  <a:gd name="connsiteY0" fmla="*/ 0 h 152400"/>
                  <a:gd name="connsiteX1" fmla="*/ 152400 w 238125"/>
                  <a:gd name="connsiteY1" fmla="*/ 0 h 152400"/>
                  <a:gd name="connsiteX2" fmla="*/ 238125 w 238125"/>
                  <a:gd name="connsiteY2" fmla="*/ 1524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125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238125" y="152400"/>
                    </a:lnTo>
                  </a:path>
                </a:pathLst>
              </a:custGeom>
              <a:noFill/>
              <a:ln w="19050" cap="sq">
                <a:gradFill flip="none" rotWithShape="1">
                  <a:gsLst>
                    <a:gs pos="60000">
                      <a:schemeClr val="accent1">
                        <a:alpha val="0"/>
                      </a:schemeClr>
                    </a:gs>
                    <a:gs pos="20000">
                      <a:srgbClr val="FFFFFF"/>
                    </a:gs>
                  </a:gsLst>
                  <a:lin ang="81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96" name="任意多边形: 形状 195" descr="0d7fd024-9c8f-459b-a007-dc8cc0efd4bb"/>
              <p:cNvSpPr/>
              <p:nvPr>
                <p:custDataLst>
                  <p:tags r:id="rId4"/>
                </p:custDataLst>
              </p:nvPr>
            </p:nvSpPr>
            <p:spPr>
              <a:xfrm rot="5400000" flipV="1">
                <a:off x="1100226" y="3471315"/>
                <a:ext cx="191491" cy="122553"/>
              </a:xfrm>
              <a:custGeom>
                <a:avLst/>
                <a:gdLst>
                  <a:gd name="connsiteX0" fmla="*/ 0 w 238125"/>
                  <a:gd name="connsiteY0" fmla="*/ 0 h 152400"/>
                  <a:gd name="connsiteX1" fmla="*/ 152400 w 238125"/>
                  <a:gd name="connsiteY1" fmla="*/ 0 h 152400"/>
                  <a:gd name="connsiteX2" fmla="*/ 238125 w 238125"/>
                  <a:gd name="connsiteY2" fmla="*/ 1524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125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238125" y="152400"/>
                    </a:lnTo>
                  </a:path>
                </a:pathLst>
              </a:custGeom>
              <a:noFill/>
              <a:ln w="19050" cap="sq">
                <a:gradFill flip="none" rotWithShape="1">
                  <a:gsLst>
                    <a:gs pos="60000">
                      <a:schemeClr val="accent1">
                        <a:alpha val="0"/>
                      </a:schemeClr>
                    </a:gs>
                    <a:gs pos="20000">
                      <a:srgbClr val="FFFFFF"/>
                    </a:gs>
                  </a:gsLst>
                  <a:lin ang="81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grpSp>
            <p:nvGrpSpPr>
              <p:cNvPr id="197" name="组合 196" descr="a58df730-160a-4901-b2ef-3ba496f2f15c"/>
              <p:cNvGrpSpPr/>
              <p:nvPr/>
            </p:nvGrpSpPr>
            <p:grpSpPr>
              <a:xfrm>
                <a:off x="153059" y="2318172"/>
                <a:ext cx="3244772" cy="3874298"/>
                <a:chOff x="153059" y="2318172"/>
                <a:chExt cx="3244772" cy="3874298"/>
              </a:xfrm>
            </p:grpSpPr>
            <p:sp>
              <p:nvSpPr>
                <p:cNvPr id="226" name="ComponentBackground1" descr="479a120e-72cf-4b2a-b602-ed69cd6f09f0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53059" y="4439573"/>
                  <a:ext cx="3244772" cy="551075"/>
                </a:xfrm>
                <a:prstGeom prst="trapezoid">
                  <a:avLst>
                    <a:gd name="adj" fmla="val 109667"/>
                  </a:avLst>
                </a:prstGeom>
                <a:gradFill flip="none" rotWithShape="1">
                  <a:gsLst>
                    <a:gs pos="11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5000"/>
                      </a:schemeClr>
                    </a:gs>
                  </a:gsLst>
                  <a:lin ang="5400000" scaled="1"/>
                  <a:tileRect/>
                </a:gradFill>
                <a:ln w="12700">
                  <a:gradFill>
                    <a:gsLst>
                      <a:gs pos="30000">
                        <a:schemeClr val="accent2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227" name="Bullet1" descr="b29a46a5-d975-4306-9822-c81eee01814d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283675" y="4056816"/>
                  <a:ext cx="2983540" cy="850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称重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28" name="Text1" descr="64fe77e4-4790-43b3-a23f-87480f36cddb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53059" y="5045869"/>
                  <a:ext cx="3244772" cy="11466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准确测量人体重量，用于健康管理等领域。</a:t>
                  </a:r>
                  <a:endPara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29" name="IconBackground1" descr="ad96e635-e3a9-4ec4-a9ac-1b7a87ceee51"/>
                <p:cNvSpPr txBox="1"/>
                <p:nvPr>
                  <p:custDataLst>
                    <p:tags r:id="rId8"/>
                  </p:custDataLst>
                </p:nvPr>
              </p:nvSpPr>
              <p:spPr>
                <a:xfrm rot="5400000">
                  <a:off x="955406" y="2432556"/>
                  <a:ext cx="1647138" cy="1418369"/>
                </a:xfrm>
                <a:prstGeom prst="hexagon">
                  <a:avLst/>
                </a:prstGeom>
                <a:noFill/>
                <a:ln w="76200" cap="flat" cmpd="sng" algn="ctr">
                  <a:gradFill flip="none" rotWithShape="1">
                    <a:gsLst>
                      <a:gs pos="0">
                        <a:schemeClr val="accent2">
                          <a:lumMod val="20000"/>
                          <a:lumOff val="80000"/>
                        </a:schemeClr>
                      </a:gs>
                      <a:gs pos="20000">
                        <a:schemeClr val="accent2"/>
                      </a:gs>
                      <a:gs pos="50000">
                        <a:schemeClr val="accent1"/>
                      </a:gs>
                      <a:gs pos="80000">
                        <a:schemeClr val="accent2"/>
                      </a:gs>
                      <a:gs pos="100000">
                        <a:schemeClr val="accent2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</a:p>
              </p:txBody>
            </p:sp>
            <p:sp>
              <p:nvSpPr>
                <p:cNvPr id="230" name="Icon1" descr="65ca5659-035e-4e8d-9b8f-3c2140603fd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511309" y="2940292"/>
                  <a:ext cx="528270" cy="457793"/>
                </a:xfrm>
                <a:custGeom>
                  <a:avLst/>
                  <a:gdLst>
                    <a:gd name="connsiteX0" fmla="*/ 303608 w 607215"/>
                    <a:gd name="connsiteY0" fmla="*/ 264832 h 526206"/>
                    <a:gd name="connsiteX1" fmla="*/ 319521 w 607215"/>
                    <a:gd name="connsiteY1" fmla="*/ 280709 h 526206"/>
                    <a:gd name="connsiteX2" fmla="*/ 303608 w 607215"/>
                    <a:gd name="connsiteY2" fmla="*/ 296586 h 526206"/>
                    <a:gd name="connsiteX3" fmla="*/ 287695 w 607215"/>
                    <a:gd name="connsiteY3" fmla="*/ 280709 h 526206"/>
                    <a:gd name="connsiteX4" fmla="*/ 303608 w 607215"/>
                    <a:gd name="connsiteY4" fmla="*/ 264832 h 526206"/>
                    <a:gd name="connsiteX5" fmla="*/ 303608 w 607215"/>
                    <a:gd name="connsiteY5" fmla="*/ 236051 h 526206"/>
                    <a:gd name="connsiteX6" fmla="*/ 344218 w 607215"/>
                    <a:gd name="connsiteY6" fmla="*/ 252804 h 526206"/>
                    <a:gd name="connsiteX7" fmla="*/ 332451 w 607215"/>
                    <a:gd name="connsiteY7" fmla="*/ 264832 h 526206"/>
                    <a:gd name="connsiteX8" fmla="*/ 275051 w 607215"/>
                    <a:gd name="connsiteY8" fmla="*/ 264832 h 526206"/>
                    <a:gd name="connsiteX9" fmla="*/ 262997 w 607215"/>
                    <a:gd name="connsiteY9" fmla="*/ 252804 h 526206"/>
                    <a:gd name="connsiteX10" fmla="*/ 303608 w 607215"/>
                    <a:gd name="connsiteY10" fmla="*/ 236051 h 526206"/>
                    <a:gd name="connsiteX11" fmla="*/ 303676 w 607215"/>
                    <a:gd name="connsiteY11" fmla="*/ 206239 h 526206"/>
                    <a:gd name="connsiteX12" fmla="*/ 365458 w 607215"/>
                    <a:gd name="connsiteY12" fmla="*/ 231570 h 526206"/>
                    <a:gd name="connsiteX13" fmla="*/ 353410 w 607215"/>
                    <a:gd name="connsiteY13" fmla="*/ 243592 h 526206"/>
                    <a:gd name="connsiteX14" fmla="*/ 253871 w 607215"/>
                    <a:gd name="connsiteY14" fmla="*/ 243592 h 526206"/>
                    <a:gd name="connsiteX15" fmla="*/ 242110 w 607215"/>
                    <a:gd name="connsiteY15" fmla="*/ 231570 h 526206"/>
                    <a:gd name="connsiteX16" fmla="*/ 303676 w 607215"/>
                    <a:gd name="connsiteY16" fmla="*/ 206239 h 526206"/>
                    <a:gd name="connsiteX17" fmla="*/ 303607 w 607215"/>
                    <a:gd name="connsiteY17" fmla="*/ 177343 h 526206"/>
                    <a:gd name="connsiteX18" fmla="*/ 385781 w 607215"/>
                    <a:gd name="connsiteY18" fmla="*/ 211253 h 526206"/>
                    <a:gd name="connsiteX19" fmla="*/ 374021 w 607215"/>
                    <a:gd name="connsiteY19" fmla="*/ 222986 h 526206"/>
                    <a:gd name="connsiteX20" fmla="*/ 233194 w 607215"/>
                    <a:gd name="connsiteY20" fmla="*/ 222986 h 526206"/>
                    <a:gd name="connsiteX21" fmla="*/ 221434 w 607215"/>
                    <a:gd name="connsiteY21" fmla="*/ 211253 h 526206"/>
                    <a:gd name="connsiteX22" fmla="*/ 303607 w 607215"/>
                    <a:gd name="connsiteY22" fmla="*/ 177343 h 526206"/>
                    <a:gd name="connsiteX23" fmla="*/ 339314 w 607215"/>
                    <a:gd name="connsiteY23" fmla="*/ 72400 h 526206"/>
                    <a:gd name="connsiteX24" fmla="*/ 407573 w 607215"/>
                    <a:gd name="connsiteY24" fmla="*/ 144838 h 526206"/>
                    <a:gd name="connsiteX25" fmla="*/ 408147 w 607215"/>
                    <a:gd name="connsiteY25" fmla="*/ 144838 h 526206"/>
                    <a:gd name="connsiteX26" fmla="*/ 451453 w 607215"/>
                    <a:gd name="connsiteY26" fmla="*/ 181773 h 526206"/>
                    <a:gd name="connsiteX27" fmla="*/ 475258 w 607215"/>
                    <a:gd name="connsiteY27" fmla="*/ 214127 h 526206"/>
                    <a:gd name="connsiteX28" fmla="*/ 447151 w 607215"/>
                    <a:gd name="connsiteY28" fmla="*/ 246767 h 526206"/>
                    <a:gd name="connsiteX29" fmla="*/ 366847 w 607215"/>
                    <a:gd name="connsiteY29" fmla="*/ 246767 h 526206"/>
                    <a:gd name="connsiteX30" fmla="*/ 381761 w 607215"/>
                    <a:gd name="connsiteY30" fmla="*/ 231592 h 526206"/>
                    <a:gd name="connsiteX31" fmla="*/ 402411 w 607215"/>
                    <a:gd name="connsiteY31" fmla="*/ 211263 h 526206"/>
                    <a:gd name="connsiteX32" fmla="*/ 394093 w 607215"/>
                    <a:gd name="connsiteY32" fmla="*/ 202960 h 526206"/>
                    <a:gd name="connsiteX33" fmla="*/ 303751 w 607215"/>
                    <a:gd name="connsiteY33" fmla="*/ 165453 h 526206"/>
                    <a:gd name="connsiteX34" fmla="*/ 213122 w 607215"/>
                    <a:gd name="connsiteY34" fmla="*/ 202960 h 526206"/>
                    <a:gd name="connsiteX35" fmla="*/ 205091 w 607215"/>
                    <a:gd name="connsiteY35" fmla="*/ 211263 h 526206"/>
                    <a:gd name="connsiteX36" fmla="*/ 225454 w 607215"/>
                    <a:gd name="connsiteY36" fmla="*/ 231592 h 526206"/>
                    <a:gd name="connsiteX37" fmla="*/ 240655 w 607215"/>
                    <a:gd name="connsiteY37" fmla="*/ 246767 h 526206"/>
                    <a:gd name="connsiteX38" fmla="*/ 160064 w 607215"/>
                    <a:gd name="connsiteY38" fmla="*/ 246767 h 526206"/>
                    <a:gd name="connsiteX39" fmla="*/ 131957 w 607215"/>
                    <a:gd name="connsiteY39" fmla="*/ 214127 h 526206"/>
                    <a:gd name="connsiteX40" fmla="*/ 160064 w 607215"/>
                    <a:gd name="connsiteY40" fmla="*/ 181200 h 526206"/>
                    <a:gd name="connsiteX41" fmla="*/ 199929 w 607215"/>
                    <a:gd name="connsiteY41" fmla="*/ 135103 h 526206"/>
                    <a:gd name="connsiteX42" fmla="*/ 213695 w 607215"/>
                    <a:gd name="connsiteY42" fmla="*/ 138253 h 526206"/>
                    <a:gd name="connsiteX43" fmla="*/ 259584 w 607215"/>
                    <a:gd name="connsiteY43" fmla="*/ 86143 h 526206"/>
                    <a:gd name="connsiteX44" fmla="*/ 288550 w 607215"/>
                    <a:gd name="connsiteY44" fmla="*/ 98741 h 526206"/>
                    <a:gd name="connsiteX45" fmla="*/ 339314 w 607215"/>
                    <a:gd name="connsiteY45" fmla="*/ 72400 h 526206"/>
                    <a:gd name="connsiteX46" fmla="*/ 52490 w 607215"/>
                    <a:gd name="connsiteY46" fmla="*/ 21185 h 526206"/>
                    <a:gd name="connsiteX47" fmla="*/ 21512 w 607215"/>
                    <a:gd name="connsiteY47" fmla="*/ 52391 h 526206"/>
                    <a:gd name="connsiteX48" fmla="*/ 21512 w 607215"/>
                    <a:gd name="connsiteY48" fmla="*/ 322080 h 526206"/>
                    <a:gd name="connsiteX49" fmla="*/ 52490 w 607215"/>
                    <a:gd name="connsiteY49" fmla="*/ 352999 h 526206"/>
                    <a:gd name="connsiteX50" fmla="*/ 554725 w 607215"/>
                    <a:gd name="connsiteY50" fmla="*/ 352999 h 526206"/>
                    <a:gd name="connsiteX51" fmla="*/ 585990 w 607215"/>
                    <a:gd name="connsiteY51" fmla="*/ 322080 h 526206"/>
                    <a:gd name="connsiteX52" fmla="*/ 585990 w 607215"/>
                    <a:gd name="connsiteY52" fmla="*/ 52391 h 526206"/>
                    <a:gd name="connsiteX53" fmla="*/ 554725 w 607215"/>
                    <a:gd name="connsiteY53" fmla="*/ 21185 h 526206"/>
                    <a:gd name="connsiteX54" fmla="*/ 52490 w 607215"/>
                    <a:gd name="connsiteY54" fmla="*/ 0 h 526206"/>
                    <a:gd name="connsiteX55" fmla="*/ 554725 w 607215"/>
                    <a:gd name="connsiteY55" fmla="*/ 0 h 526206"/>
                    <a:gd name="connsiteX56" fmla="*/ 607215 w 607215"/>
                    <a:gd name="connsiteY56" fmla="*/ 52391 h 526206"/>
                    <a:gd name="connsiteX57" fmla="*/ 607215 w 607215"/>
                    <a:gd name="connsiteY57" fmla="*/ 386209 h 526206"/>
                    <a:gd name="connsiteX58" fmla="*/ 554725 w 607215"/>
                    <a:gd name="connsiteY58" fmla="*/ 438601 h 526206"/>
                    <a:gd name="connsiteX59" fmla="*/ 324976 w 607215"/>
                    <a:gd name="connsiteY59" fmla="*/ 438601 h 526206"/>
                    <a:gd name="connsiteX60" fmla="*/ 324976 w 607215"/>
                    <a:gd name="connsiteY60" fmla="*/ 483262 h 526206"/>
                    <a:gd name="connsiteX61" fmla="*/ 485887 w 607215"/>
                    <a:gd name="connsiteY61" fmla="*/ 483262 h 526206"/>
                    <a:gd name="connsiteX62" fmla="*/ 507112 w 607215"/>
                    <a:gd name="connsiteY62" fmla="*/ 504734 h 526206"/>
                    <a:gd name="connsiteX63" fmla="*/ 507112 w 607215"/>
                    <a:gd name="connsiteY63" fmla="*/ 526206 h 526206"/>
                    <a:gd name="connsiteX64" fmla="*/ 100103 w 607215"/>
                    <a:gd name="connsiteY64" fmla="*/ 526206 h 526206"/>
                    <a:gd name="connsiteX65" fmla="*/ 100103 w 607215"/>
                    <a:gd name="connsiteY65" fmla="*/ 504734 h 526206"/>
                    <a:gd name="connsiteX66" fmla="*/ 121615 w 607215"/>
                    <a:gd name="connsiteY66" fmla="*/ 483262 h 526206"/>
                    <a:gd name="connsiteX67" fmla="*/ 282239 w 607215"/>
                    <a:gd name="connsiteY67" fmla="*/ 483262 h 526206"/>
                    <a:gd name="connsiteX68" fmla="*/ 282239 w 607215"/>
                    <a:gd name="connsiteY68" fmla="*/ 438601 h 526206"/>
                    <a:gd name="connsiteX69" fmla="*/ 52490 w 607215"/>
                    <a:gd name="connsiteY69" fmla="*/ 438601 h 526206"/>
                    <a:gd name="connsiteX70" fmla="*/ 0 w 607215"/>
                    <a:gd name="connsiteY70" fmla="*/ 386209 h 526206"/>
                    <a:gd name="connsiteX71" fmla="*/ 0 w 607215"/>
                    <a:gd name="connsiteY71" fmla="*/ 52391 h 526206"/>
                    <a:gd name="connsiteX72" fmla="*/ 52490 w 607215"/>
                    <a:gd name="connsiteY72" fmla="*/ 0 h 526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</a:cxnLst>
                  <a:rect l="l" t="t" r="r" b="b"/>
                  <a:pathLst>
                    <a:path w="607215" h="526206">
                      <a:moveTo>
                        <a:pt x="303608" y="264832"/>
                      </a:moveTo>
                      <a:cubicBezTo>
                        <a:pt x="312397" y="264832"/>
                        <a:pt x="319521" y="271940"/>
                        <a:pt x="319521" y="280709"/>
                      </a:cubicBezTo>
                      <a:cubicBezTo>
                        <a:pt x="319521" y="289478"/>
                        <a:pt x="312397" y="296586"/>
                        <a:pt x="303608" y="296586"/>
                      </a:cubicBezTo>
                      <a:cubicBezTo>
                        <a:pt x="294819" y="296586"/>
                        <a:pt x="287695" y="289478"/>
                        <a:pt x="287695" y="280709"/>
                      </a:cubicBezTo>
                      <a:cubicBezTo>
                        <a:pt x="287695" y="271940"/>
                        <a:pt x="294819" y="264832"/>
                        <a:pt x="303608" y="264832"/>
                      </a:cubicBezTo>
                      <a:close/>
                      <a:moveTo>
                        <a:pt x="303608" y="236051"/>
                      </a:moveTo>
                      <a:cubicBezTo>
                        <a:pt x="318316" y="236051"/>
                        <a:pt x="333025" y="241635"/>
                        <a:pt x="344218" y="252804"/>
                      </a:cubicBezTo>
                      <a:lnTo>
                        <a:pt x="332451" y="264832"/>
                      </a:lnTo>
                      <a:cubicBezTo>
                        <a:pt x="316379" y="248795"/>
                        <a:pt x="290836" y="248795"/>
                        <a:pt x="275051" y="264832"/>
                      </a:cubicBezTo>
                      <a:lnTo>
                        <a:pt x="262997" y="252804"/>
                      </a:lnTo>
                      <a:cubicBezTo>
                        <a:pt x="274190" y="241635"/>
                        <a:pt x="288899" y="236051"/>
                        <a:pt x="303608" y="236051"/>
                      </a:cubicBezTo>
                      <a:close/>
                      <a:moveTo>
                        <a:pt x="303676" y="206239"/>
                      </a:moveTo>
                      <a:cubicBezTo>
                        <a:pt x="326015" y="206239"/>
                        <a:pt x="348390" y="214683"/>
                        <a:pt x="365458" y="231570"/>
                      </a:cubicBezTo>
                      <a:lnTo>
                        <a:pt x="353410" y="243592"/>
                      </a:lnTo>
                      <a:cubicBezTo>
                        <a:pt x="326159" y="216114"/>
                        <a:pt x="281409" y="216114"/>
                        <a:pt x="253871" y="243592"/>
                      </a:cubicBezTo>
                      <a:lnTo>
                        <a:pt x="242110" y="231570"/>
                      </a:lnTo>
                      <a:cubicBezTo>
                        <a:pt x="259035" y="214683"/>
                        <a:pt x="281338" y="206239"/>
                        <a:pt x="303676" y="206239"/>
                      </a:cubicBezTo>
                      <a:close/>
                      <a:moveTo>
                        <a:pt x="303607" y="177343"/>
                      </a:moveTo>
                      <a:cubicBezTo>
                        <a:pt x="333365" y="177343"/>
                        <a:pt x="363122" y="188647"/>
                        <a:pt x="385781" y="211253"/>
                      </a:cubicBezTo>
                      <a:lnTo>
                        <a:pt x="374021" y="222986"/>
                      </a:lnTo>
                      <a:cubicBezTo>
                        <a:pt x="335301" y="184354"/>
                        <a:pt x="272201" y="184354"/>
                        <a:pt x="233194" y="222986"/>
                      </a:cubicBezTo>
                      <a:lnTo>
                        <a:pt x="221434" y="211253"/>
                      </a:lnTo>
                      <a:cubicBezTo>
                        <a:pt x="244093" y="188647"/>
                        <a:pt x="273850" y="177343"/>
                        <a:pt x="303607" y="177343"/>
                      </a:cubicBezTo>
                      <a:close/>
                      <a:moveTo>
                        <a:pt x="339314" y="72400"/>
                      </a:moveTo>
                      <a:cubicBezTo>
                        <a:pt x="375164" y="72400"/>
                        <a:pt x="404131" y="104467"/>
                        <a:pt x="407573" y="144838"/>
                      </a:cubicBezTo>
                      <a:cubicBezTo>
                        <a:pt x="407573" y="144838"/>
                        <a:pt x="407860" y="144838"/>
                        <a:pt x="408147" y="144838"/>
                      </a:cubicBezTo>
                      <a:cubicBezTo>
                        <a:pt x="428509" y="144838"/>
                        <a:pt x="445717" y="160585"/>
                        <a:pt x="451453" y="181773"/>
                      </a:cubicBezTo>
                      <a:cubicBezTo>
                        <a:pt x="464933" y="184350"/>
                        <a:pt x="475258" y="197807"/>
                        <a:pt x="475258" y="214127"/>
                      </a:cubicBezTo>
                      <a:cubicBezTo>
                        <a:pt x="475258" y="231878"/>
                        <a:pt x="462639" y="246767"/>
                        <a:pt x="447151" y="246767"/>
                      </a:cubicBezTo>
                      <a:lnTo>
                        <a:pt x="366847" y="246767"/>
                      </a:lnTo>
                      <a:lnTo>
                        <a:pt x="381761" y="231592"/>
                      </a:lnTo>
                      <a:lnTo>
                        <a:pt x="402411" y="211263"/>
                      </a:lnTo>
                      <a:lnTo>
                        <a:pt x="394093" y="202960"/>
                      </a:lnTo>
                      <a:cubicBezTo>
                        <a:pt x="370002" y="178910"/>
                        <a:pt x="337880" y="165453"/>
                        <a:pt x="303751" y="165453"/>
                      </a:cubicBezTo>
                      <a:cubicBezTo>
                        <a:pt x="269335" y="165453"/>
                        <a:pt x="237213" y="178910"/>
                        <a:pt x="213122" y="202960"/>
                      </a:cubicBezTo>
                      <a:lnTo>
                        <a:pt x="205091" y="211263"/>
                      </a:lnTo>
                      <a:lnTo>
                        <a:pt x="225454" y="231592"/>
                      </a:lnTo>
                      <a:lnTo>
                        <a:pt x="240655" y="246767"/>
                      </a:lnTo>
                      <a:lnTo>
                        <a:pt x="160064" y="246767"/>
                      </a:lnTo>
                      <a:cubicBezTo>
                        <a:pt x="144576" y="246767"/>
                        <a:pt x="131957" y="232165"/>
                        <a:pt x="131957" y="214127"/>
                      </a:cubicBezTo>
                      <a:cubicBezTo>
                        <a:pt x="131957" y="196089"/>
                        <a:pt x="144576" y="181200"/>
                        <a:pt x="160064" y="181200"/>
                      </a:cubicBezTo>
                      <a:cubicBezTo>
                        <a:pt x="160064" y="155718"/>
                        <a:pt x="177845" y="135103"/>
                        <a:pt x="199929" y="135103"/>
                      </a:cubicBezTo>
                      <a:cubicBezTo>
                        <a:pt x="204805" y="135103"/>
                        <a:pt x="209393" y="136248"/>
                        <a:pt x="213695" y="138253"/>
                      </a:cubicBezTo>
                      <a:cubicBezTo>
                        <a:pt x="214556" y="109335"/>
                        <a:pt x="234632" y="86143"/>
                        <a:pt x="259584" y="86143"/>
                      </a:cubicBezTo>
                      <a:cubicBezTo>
                        <a:pt x="270769" y="86143"/>
                        <a:pt x="280807" y="91010"/>
                        <a:pt x="288550" y="98741"/>
                      </a:cubicBezTo>
                      <a:cubicBezTo>
                        <a:pt x="301170" y="82707"/>
                        <a:pt x="319238" y="72400"/>
                        <a:pt x="339314" y="72400"/>
                      </a:cubicBezTo>
                      <a:close/>
                      <a:moveTo>
                        <a:pt x="52490" y="21185"/>
                      </a:moveTo>
                      <a:cubicBezTo>
                        <a:pt x="35280" y="21185"/>
                        <a:pt x="21512" y="35214"/>
                        <a:pt x="21512" y="52391"/>
                      </a:cubicBezTo>
                      <a:lnTo>
                        <a:pt x="21512" y="322080"/>
                      </a:lnTo>
                      <a:cubicBezTo>
                        <a:pt x="21512" y="339257"/>
                        <a:pt x="35280" y="352999"/>
                        <a:pt x="52490" y="352999"/>
                      </a:cubicBezTo>
                      <a:lnTo>
                        <a:pt x="554725" y="352999"/>
                      </a:lnTo>
                      <a:cubicBezTo>
                        <a:pt x="571935" y="352999"/>
                        <a:pt x="585990" y="339257"/>
                        <a:pt x="585990" y="322080"/>
                      </a:cubicBezTo>
                      <a:lnTo>
                        <a:pt x="585990" y="52391"/>
                      </a:lnTo>
                      <a:cubicBezTo>
                        <a:pt x="585990" y="35214"/>
                        <a:pt x="571935" y="21185"/>
                        <a:pt x="554725" y="21185"/>
                      </a:cubicBezTo>
                      <a:close/>
                      <a:moveTo>
                        <a:pt x="52490" y="0"/>
                      </a:moveTo>
                      <a:lnTo>
                        <a:pt x="554725" y="0"/>
                      </a:lnTo>
                      <a:cubicBezTo>
                        <a:pt x="583695" y="0"/>
                        <a:pt x="607215" y="23476"/>
                        <a:pt x="607215" y="52391"/>
                      </a:cubicBezTo>
                      <a:lnTo>
                        <a:pt x="607215" y="386209"/>
                      </a:lnTo>
                      <a:cubicBezTo>
                        <a:pt x="607215" y="415125"/>
                        <a:pt x="583695" y="438601"/>
                        <a:pt x="554725" y="438601"/>
                      </a:cubicBezTo>
                      <a:lnTo>
                        <a:pt x="324976" y="438601"/>
                      </a:lnTo>
                      <a:lnTo>
                        <a:pt x="324976" y="483262"/>
                      </a:lnTo>
                      <a:lnTo>
                        <a:pt x="485887" y="483262"/>
                      </a:lnTo>
                      <a:lnTo>
                        <a:pt x="507112" y="504734"/>
                      </a:lnTo>
                      <a:lnTo>
                        <a:pt x="507112" y="526206"/>
                      </a:lnTo>
                      <a:lnTo>
                        <a:pt x="100103" y="526206"/>
                      </a:lnTo>
                      <a:lnTo>
                        <a:pt x="100103" y="504734"/>
                      </a:lnTo>
                      <a:lnTo>
                        <a:pt x="121615" y="483262"/>
                      </a:lnTo>
                      <a:lnTo>
                        <a:pt x="282239" y="483262"/>
                      </a:lnTo>
                      <a:lnTo>
                        <a:pt x="282239" y="438601"/>
                      </a:lnTo>
                      <a:lnTo>
                        <a:pt x="52490" y="438601"/>
                      </a:lnTo>
                      <a:cubicBezTo>
                        <a:pt x="23520" y="438601"/>
                        <a:pt x="0" y="415125"/>
                        <a:pt x="0" y="386209"/>
                      </a:cubicBezTo>
                      <a:lnTo>
                        <a:pt x="0" y="52391"/>
                      </a:lnTo>
                      <a:cubicBezTo>
                        <a:pt x="0" y="23476"/>
                        <a:pt x="23520" y="0"/>
                        <a:pt x="5249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48000">
                      <a:schemeClr val="accent2"/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</p:grpSp>
        </p:grpSp>
        <p:grpSp>
          <p:nvGrpSpPr>
            <p:cNvPr id="3" name="组合 2" descr="13846470-418e-4ead-bd01-d673646011eb"/>
            <p:cNvGrpSpPr/>
            <p:nvPr/>
          </p:nvGrpSpPr>
          <p:grpSpPr>
            <a:xfrm>
              <a:off x="4467264" y="2226664"/>
              <a:ext cx="3244772" cy="3965806"/>
              <a:chOff x="3029195" y="2226664"/>
              <a:chExt cx="3244772" cy="3965806"/>
            </a:xfrm>
          </p:grpSpPr>
          <p:sp>
            <p:nvSpPr>
              <p:cNvPr id="192" name="3" descr="4d60e43f-95ab-481b-804d-325e7d021882"/>
              <p:cNvSpPr txBox="1"/>
              <p:nvPr>
                <p:custDataLst>
                  <p:tags r:id="rId10"/>
                </p:custDataLst>
              </p:nvPr>
            </p:nvSpPr>
            <p:spPr>
              <a:xfrm rot="5400000">
                <a:off x="3736504" y="2341049"/>
                <a:ext cx="1830153" cy="1601384"/>
              </a:xfrm>
              <a:prstGeom prst="hexagon">
                <a:avLst/>
              </a:prstGeom>
              <a:noFill/>
              <a:ln w="12700" cap="flat" cmpd="sng" algn="ctr">
                <a:gradFill flip="none" rotWithShape="1"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15000">
                      <a:schemeClr val="accent2"/>
                    </a:gs>
                    <a:gs pos="60000">
                      <a:schemeClr val="accent1">
                        <a:alpha val="0"/>
                      </a:schemeClr>
                    </a:gs>
                    <a:gs pos="40000">
                      <a:schemeClr val="accent1">
                        <a:alpha val="0"/>
                      </a:schemeClr>
                    </a:gs>
                    <a:gs pos="85000">
                      <a:schemeClr val="accent2"/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  <p:sp>
            <p:nvSpPr>
              <p:cNvPr id="198" name="任意多边形: 形状 197" descr="a7204f4a-40cf-467a-9823-a7ac50f0c066"/>
              <p:cNvSpPr/>
              <p:nvPr>
                <p:custDataLst>
                  <p:tags r:id="rId11"/>
                </p:custDataLst>
              </p:nvPr>
            </p:nvSpPr>
            <p:spPr>
              <a:xfrm rot="16200000" flipV="1">
                <a:off x="5125357" y="2698853"/>
                <a:ext cx="191491" cy="122553"/>
              </a:xfrm>
              <a:custGeom>
                <a:avLst/>
                <a:gdLst>
                  <a:gd name="connsiteX0" fmla="*/ 0 w 238125"/>
                  <a:gd name="connsiteY0" fmla="*/ 0 h 152400"/>
                  <a:gd name="connsiteX1" fmla="*/ 152400 w 238125"/>
                  <a:gd name="connsiteY1" fmla="*/ 0 h 152400"/>
                  <a:gd name="connsiteX2" fmla="*/ 238125 w 238125"/>
                  <a:gd name="connsiteY2" fmla="*/ 1524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125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238125" y="152400"/>
                    </a:lnTo>
                  </a:path>
                </a:pathLst>
              </a:custGeom>
              <a:noFill/>
              <a:ln w="19050" cap="sq">
                <a:gradFill flip="none" rotWithShape="1">
                  <a:gsLst>
                    <a:gs pos="60000">
                      <a:schemeClr val="accent1">
                        <a:alpha val="0"/>
                      </a:schemeClr>
                    </a:gs>
                    <a:gs pos="20000">
                      <a:srgbClr val="FFFFFF"/>
                    </a:gs>
                  </a:gsLst>
                  <a:lin ang="81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199" name="任意多边形: 形状 198" descr="c8241ec1-7980-4e0f-a669-9d8400f33b3e"/>
              <p:cNvSpPr/>
              <p:nvPr>
                <p:custDataLst>
                  <p:tags r:id="rId12"/>
                </p:custDataLst>
              </p:nvPr>
            </p:nvSpPr>
            <p:spPr>
              <a:xfrm rot="5400000" flipV="1">
                <a:off x="3976362" y="3471315"/>
                <a:ext cx="191491" cy="122553"/>
              </a:xfrm>
              <a:custGeom>
                <a:avLst/>
                <a:gdLst>
                  <a:gd name="connsiteX0" fmla="*/ 0 w 238125"/>
                  <a:gd name="connsiteY0" fmla="*/ 0 h 152400"/>
                  <a:gd name="connsiteX1" fmla="*/ 152400 w 238125"/>
                  <a:gd name="connsiteY1" fmla="*/ 0 h 152400"/>
                  <a:gd name="connsiteX2" fmla="*/ 238125 w 238125"/>
                  <a:gd name="connsiteY2" fmla="*/ 1524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125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238125" y="152400"/>
                    </a:lnTo>
                  </a:path>
                </a:pathLst>
              </a:custGeom>
              <a:noFill/>
              <a:ln w="19050" cap="sq">
                <a:gradFill flip="none" rotWithShape="1">
                  <a:gsLst>
                    <a:gs pos="60000">
                      <a:schemeClr val="accent1">
                        <a:alpha val="0"/>
                      </a:schemeClr>
                    </a:gs>
                    <a:gs pos="20000">
                      <a:srgbClr val="FFFFFF"/>
                    </a:gs>
                  </a:gsLst>
                  <a:lin ang="81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grpSp>
            <p:nvGrpSpPr>
              <p:cNvPr id="200" name="组合 199" descr="361da785-29fd-4e19-b4f4-bd88b9b3fa3a"/>
              <p:cNvGrpSpPr/>
              <p:nvPr/>
            </p:nvGrpSpPr>
            <p:grpSpPr>
              <a:xfrm>
                <a:off x="3029195" y="2318172"/>
                <a:ext cx="3244772" cy="3874298"/>
                <a:chOff x="3029195" y="2318172"/>
                <a:chExt cx="3244772" cy="3874298"/>
              </a:xfrm>
            </p:grpSpPr>
            <p:sp>
              <p:nvSpPr>
                <p:cNvPr id="221" name="ComponentBackground2" descr="45db69a5-80fe-44bb-97de-38e39cdc112d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3029195" y="4439573"/>
                  <a:ext cx="3244772" cy="551075"/>
                </a:xfrm>
                <a:prstGeom prst="trapezoid">
                  <a:avLst>
                    <a:gd name="adj" fmla="val 109667"/>
                  </a:avLst>
                </a:prstGeom>
                <a:gradFill flip="none" rotWithShape="1">
                  <a:gsLst>
                    <a:gs pos="11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5000"/>
                      </a:schemeClr>
                    </a:gs>
                  </a:gsLst>
                  <a:lin ang="5400000" scaled="1"/>
                  <a:tileRect/>
                </a:gradFill>
                <a:ln w="12700">
                  <a:gradFill>
                    <a:gsLst>
                      <a:gs pos="30000">
                        <a:schemeClr val="accent2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222" name="Bullet2" descr="6f569ce4-761e-4f48-8139-b1b44254dd49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3159811" y="4056816"/>
                  <a:ext cx="2983540" cy="850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红外测温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23" name="Text2" descr="078f8f1b-de84-4c98-a5b7-3b9f5657f841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3029195" y="5045869"/>
                  <a:ext cx="3244772" cy="11466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非接触式测量体温，快速且安全。</a:t>
                  </a:r>
                  <a:endPara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24" name="IconBackground2" descr="50c099a3-c947-45bc-b60a-d7e16a5293d0"/>
                <p:cNvSpPr txBox="1"/>
                <p:nvPr>
                  <p:custDataLst>
                    <p:tags r:id="rId16"/>
                  </p:custDataLst>
                </p:nvPr>
              </p:nvSpPr>
              <p:spPr>
                <a:xfrm rot="5400000">
                  <a:off x="3831542" y="2432556"/>
                  <a:ext cx="1647138" cy="1418369"/>
                </a:xfrm>
                <a:prstGeom prst="hexagon">
                  <a:avLst/>
                </a:prstGeom>
                <a:noFill/>
                <a:ln w="76200" cap="flat" cmpd="sng" algn="ctr">
                  <a:gradFill flip="none" rotWithShape="1">
                    <a:gsLst>
                      <a:gs pos="0">
                        <a:schemeClr val="accent2">
                          <a:lumMod val="20000"/>
                          <a:lumOff val="80000"/>
                        </a:schemeClr>
                      </a:gs>
                      <a:gs pos="20000">
                        <a:schemeClr val="accent2"/>
                      </a:gs>
                      <a:gs pos="50000">
                        <a:schemeClr val="accent1"/>
                      </a:gs>
                      <a:gs pos="80000">
                        <a:schemeClr val="accent2"/>
                      </a:gs>
                      <a:gs pos="100000">
                        <a:schemeClr val="accent2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</a:p>
              </p:txBody>
            </p:sp>
            <p:sp>
              <p:nvSpPr>
                <p:cNvPr id="225" name="Icon2" descr="6f286b39-ba64-49e8-a61c-9560b900bded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4387445" y="2905452"/>
                  <a:ext cx="528270" cy="527471"/>
                </a:xfrm>
                <a:custGeom>
                  <a:avLst/>
                  <a:gdLst>
                    <a:gd name="connsiteX0" fmla="*/ 402120 w 607639"/>
                    <a:gd name="connsiteY0" fmla="*/ 85874 h 606722"/>
                    <a:gd name="connsiteX1" fmla="*/ 607639 w 607639"/>
                    <a:gd name="connsiteY1" fmla="*/ 342965 h 606722"/>
                    <a:gd name="connsiteX2" fmla="*/ 343375 w 607639"/>
                    <a:gd name="connsiteY2" fmla="*/ 606722 h 606722"/>
                    <a:gd name="connsiteX3" fmla="*/ 85965 w 607639"/>
                    <a:gd name="connsiteY3" fmla="*/ 401529 h 606722"/>
                    <a:gd name="connsiteX4" fmla="*/ 91128 w 607639"/>
                    <a:gd name="connsiteY4" fmla="*/ 379223 h 606722"/>
                    <a:gd name="connsiteX5" fmla="*/ 111777 w 607639"/>
                    <a:gd name="connsiteY5" fmla="*/ 369270 h 606722"/>
                    <a:gd name="connsiteX6" fmla="*/ 369811 w 607639"/>
                    <a:gd name="connsiteY6" fmla="*/ 369270 h 606722"/>
                    <a:gd name="connsiteX7" fmla="*/ 369811 w 607639"/>
                    <a:gd name="connsiteY7" fmla="*/ 111645 h 606722"/>
                    <a:gd name="connsiteX8" fmla="*/ 379779 w 607639"/>
                    <a:gd name="connsiteY8" fmla="*/ 91028 h 606722"/>
                    <a:gd name="connsiteX9" fmla="*/ 402120 w 607639"/>
                    <a:gd name="connsiteY9" fmla="*/ 85874 h 606722"/>
                    <a:gd name="connsiteX10" fmla="*/ 290615 w 607639"/>
                    <a:gd name="connsiteY10" fmla="*/ 0 h 606722"/>
                    <a:gd name="connsiteX11" fmla="*/ 317051 w 607639"/>
                    <a:gd name="connsiteY11" fmla="*/ 26394 h 606722"/>
                    <a:gd name="connsiteX12" fmla="*/ 317051 w 607639"/>
                    <a:gd name="connsiteY12" fmla="*/ 290163 h 606722"/>
                    <a:gd name="connsiteX13" fmla="*/ 290615 w 607639"/>
                    <a:gd name="connsiteY13" fmla="*/ 316557 h 606722"/>
                    <a:gd name="connsiteX14" fmla="*/ 26436 w 607639"/>
                    <a:gd name="connsiteY14" fmla="*/ 316557 h 606722"/>
                    <a:gd name="connsiteX15" fmla="*/ 0 w 607639"/>
                    <a:gd name="connsiteY15" fmla="*/ 290163 h 606722"/>
                    <a:gd name="connsiteX16" fmla="*/ 290615 w 607639"/>
                    <a:gd name="connsiteY16" fmla="*/ 0 h 606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607639" h="606722">
                      <a:moveTo>
                        <a:pt x="402120" y="85874"/>
                      </a:moveTo>
                      <a:cubicBezTo>
                        <a:pt x="523082" y="113333"/>
                        <a:pt x="607639" y="218996"/>
                        <a:pt x="607639" y="342965"/>
                      </a:cubicBezTo>
                      <a:cubicBezTo>
                        <a:pt x="607639" y="488352"/>
                        <a:pt x="489081" y="606722"/>
                        <a:pt x="343375" y="606722"/>
                      </a:cubicBezTo>
                      <a:cubicBezTo>
                        <a:pt x="219388" y="606722"/>
                        <a:pt x="113469" y="522299"/>
                        <a:pt x="85965" y="401529"/>
                      </a:cubicBezTo>
                      <a:cubicBezTo>
                        <a:pt x="84185" y="393708"/>
                        <a:pt x="86054" y="385533"/>
                        <a:pt x="91128" y="379223"/>
                      </a:cubicBezTo>
                      <a:cubicBezTo>
                        <a:pt x="96112" y="373002"/>
                        <a:pt x="103767" y="369270"/>
                        <a:pt x="111777" y="369270"/>
                      </a:cubicBezTo>
                      <a:lnTo>
                        <a:pt x="369811" y="369270"/>
                      </a:lnTo>
                      <a:lnTo>
                        <a:pt x="369811" y="111645"/>
                      </a:lnTo>
                      <a:cubicBezTo>
                        <a:pt x="369811" y="103647"/>
                        <a:pt x="373549" y="96004"/>
                        <a:pt x="379779" y="91028"/>
                      </a:cubicBezTo>
                      <a:cubicBezTo>
                        <a:pt x="386099" y="86051"/>
                        <a:pt x="394377" y="84185"/>
                        <a:pt x="402120" y="85874"/>
                      </a:cubicBezTo>
                      <a:close/>
                      <a:moveTo>
                        <a:pt x="290615" y="0"/>
                      </a:moveTo>
                      <a:cubicBezTo>
                        <a:pt x="305213" y="0"/>
                        <a:pt x="317051" y="11820"/>
                        <a:pt x="317051" y="26394"/>
                      </a:cubicBezTo>
                      <a:lnTo>
                        <a:pt x="317051" y="290163"/>
                      </a:lnTo>
                      <a:cubicBezTo>
                        <a:pt x="317051" y="304737"/>
                        <a:pt x="305213" y="316557"/>
                        <a:pt x="290615" y="316557"/>
                      </a:cubicBezTo>
                      <a:lnTo>
                        <a:pt x="26436" y="316557"/>
                      </a:lnTo>
                      <a:cubicBezTo>
                        <a:pt x="11838" y="316557"/>
                        <a:pt x="0" y="304737"/>
                        <a:pt x="0" y="290163"/>
                      </a:cubicBezTo>
                      <a:cubicBezTo>
                        <a:pt x="0" y="130196"/>
                        <a:pt x="130399" y="0"/>
                        <a:pt x="290615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48000">
                      <a:schemeClr val="accent2"/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</p:grpSp>
        </p:grpSp>
        <p:grpSp>
          <p:nvGrpSpPr>
            <p:cNvPr id="6" name="组合 5" descr="2fdb47bc-252c-45e3-9fc1-cd93cf172ff6"/>
            <p:cNvGrpSpPr/>
            <p:nvPr/>
          </p:nvGrpSpPr>
          <p:grpSpPr>
            <a:xfrm>
              <a:off x="8047342" y="2226664"/>
              <a:ext cx="3244772" cy="3965806"/>
              <a:chOff x="5905330" y="2226664"/>
              <a:chExt cx="3244772" cy="3965806"/>
            </a:xfrm>
          </p:grpSpPr>
          <p:sp>
            <p:nvSpPr>
              <p:cNvPr id="193" name="2" descr="51fb29d2-c55e-46f9-98c7-40ce52d8fd88"/>
              <p:cNvSpPr txBox="1"/>
              <p:nvPr>
                <p:custDataLst>
                  <p:tags r:id="rId18"/>
                </p:custDataLst>
              </p:nvPr>
            </p:nvSpPr>
            <p:spPr>
              <a:xfrm rot="5400000">
                <a:off x="6612639" y="2341049"/>
                <a:ext cx="1830153" cy="1601384"/>
              </a:xfrm>
              <a:prstGeom prst="hexagon">
                <a:avLst/>
              </a:prstGeom>
              <a:noFill/>
              <a:ln w="12700" cap="flat" cmpd="sng" algn="ctr">
                <a:gradFill flip="none" rotWithShape="1">
                  <a:gsLst>
                    <a:gs pos="0">
                      <a:schemeClr val="accent2">
                        <a:lumMod val="20000"/>
                        <a:lumOff val="80000"/>
                      </a:schemeClr>
                    </a:gs>
                    <a:gs pos="15000">
                      <a:schemeClr val="accent2"/>
                    </a:gs>
                    <a:gs pos="60000">
                      <a:schemeClr val="accent1">
                        <a:alpha val="0"/>
                      </a:schemeClr>
                    </a:gs>
                    <a:gs pos="40000">
                      <a:schemeClr val="accent1">
                        <a:alpha val="0"/>
                      </a:schemeClr>
                    </a:gs>
                    <a:gs pos="85000">
                      <a:schemeClr val="accent2"/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</a:p>
            </p:txBody>
          </p:sp>
          <p:sp>
            <p:nvSpPr>
              <p:cNvPr id="202" name="任意多边形: 形状 201" descr="73e0ff95-9d91-429c-b5b5-6730c0411a6b"/>
              <p:cNvSpPr/>
              <p:nvPr>
                <p:custDataLst>
                  <p:tags r:id="rId19"/>
                </p:custDataLst>
              </p:nvPr>
            </p:nvSpPr>
            <p:spPr>
              <a:xfrm rot="5400000" flipV="1">
                <a:off x="6852497" y="3471315"/>
                <a:ext cx="191491" cy="122553"/>
              </a:xfrm>
              <a:custGeom>
                <a:avLst/>
                <a:gdLst>
                  <a:gd name="connsiteX0" fmla="*/ 0 w 238125"/>
                  <a:gd name="connsiteY0" fmla="*/ 0 h 152400"/>
                  <a:gd name="connsiteX1" fmla="*/ 152400 w 238125"/>
                  <a:gd name="connsiteY1" fmla="*/ 0 h 152400"/>
                  <a:gd name="connsiteX2" fmla="*/ 238125 w 238125"/>
                  <a:gd name="connsiteY2" fmla="*/ 152400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125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238125" y="152400"/>
                    </a:lnTo>
                  </a:path>
                </a:pathLst>
              </a:custGeom>
              <a:noFill/>
              <a:ln w="19050" cap="sq">
                <a:gradFill flip="none" rotWithShape="1">
                  <a:gsLst>
                    <a:gs pos="60000">
                      <a:schemeClr val="accent1">
                        <a:alpha val="0"/>
                      </a:schemeClr>
                    </a:gs>
                    <a:gs pos="20000">
                      <a:srgbClr val="FFFFFF"/>
                    </a:gs>
                  </a:gsLst>
                  <a:lin ang="8100000" scaled="1"/>
                  <a:tileRect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grpSp>
            <p:nvGrpSpPr>
              <p:cNvPr id="203" name="组合 202" descr="81c89e71-309b-4f1c-83b7-99e0a56cdb33"/>
              <p:cNvGrpSpPr/>
              <p:nvPr/>
            </p:nvGrpSpPr>
            <p:grpSpPr>
              <a:xfrm>
                <a:off x="5905330" y="2318172"/>
                <a:ext cx="3244772" cy="3874298"/>
                <a:chOff x="5905330" y="2318172"/>
                <a:chExt cx="3244772" cy="3874298"/>
              </a:xfrm>
            </p:grpSpPr>
            <p:sp>
              <p:nvSpPr>
                <p:cNvPr id="216" name="ComponentBackground3" descr="c324a790-fe94-4cd3-b19c-2a21718972f7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5905330" y="4439573"/>
                  <a:ext cx="3244772" cy="551075"/>
                </a:xfrm>
                <a:prstGeom prst="trapezoid">
                  <a:avLst>
                    <a:gd name="adj" fmla="val 109667"/>
                  </a:avLst>
                </a:prstGeom>
                <a:gradFill flip="none" rotWithShape="1">
                  <a:gsLst>
                    <a:gs pos="1100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5000"/>
                      </a:schemeClr>
                    </a:gs>
                  </a:gsLst>
                  <a:lin ang="5400000" scaled="1"/>
                  <a:tileRect/>
                </a:gradFill>
                <a:ln w="12700">
                  <a:gradFill>
                    <a:gsLst>
                      <a:gs pos="30000">
                        <a:schemeClr val="accent2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217" name="Bullet3" descr="0d64889b-9a19-465b-9cf5-04f2a76f721b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6035946" y="4056816"/>
                  <a:ext cx="2983540" cy="850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心率血氧检测</a:t>
                  </a:r>
                  <a:endPara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18" name="Text3" descr="cb6e6d6b-2046-4295-bd39-033bac3fc87f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5905330" y="5045869"/>
                  <a:ext cx="3244772" cy="11466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0" i="0" u="none" strike="noStrike">
                      <a:solidFill>
                        <a:srgbClr val="000000"/>
                      </a:solidFill>
                      <a:ea typeface="微软雅黑" panose="020B0503020204020204" charset="-122"/>
                    </a:rPr>
                    <a:t>检测心率和血氧含量，关注人体健康。</a:t>
                  </a:r>
                  <a:endPara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19" name="IconBackground3" descr="932bd17b-cde7-4891-8321-1d8c9eb0e475"/>
                <p:cNvSpPr txBox="1"/>
                <p:nvPr>
                  <p:custDataLst>
                    <p:tags r:id="rId23"/>
                  </p:custDataLst>
                </p:nvPr>
              </p:nvSpPr>
              <p:spPr>
                <a:xfrm rot="5400000">
                  <a:off x="6707677" y="2432556"/>
                  <a:ext cx="1647138" cy="1418369"/>
                </a:xfrm>
                <a:prstGeom prst="hexagon">
                  <a:avLst/>
                </a:prstGeom>
                <a:noFill/>
                <a:ln w="76200" cap="flat" cmpd="sng" algn="ctr">
                  <a:gradFill flip="none" rotWithShape="1">
                    <a:gsLst>
                      <a:gs pos="0">
                        <a:schemeClr val="accent2">
                          <a:lumMod val="20000"/>
                          <a:lumOff val="80000"/>
                        </a:schemeClr>
                      </a:gs>
                      <a:gs pos="20000">
                        <a:schemeClr val="accent2"/>
                      </a:gs>
                      <a:gs pos="50000">
                        <a:schemeClr val="accent1"/>
                      </a:gs>
                      <a:gs pos="80000">
                        <a:schemeClr val="accent2"/>
                      </a:gs>
                      <a:gs pos="100000">
                        <a:schemeClr val="accent2">
                          <a:lumMod val="20000"/>
                          <a:lumOff val="80000"/>
                        </a:schemeClr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</a:p>
              </p:txBody>
            </p:sp>
            <p:sp>
              <p:nvSpPr>
                <p:cNvPr id="220" name="Icon3" descr="7d97db91-f7e2-4e77-a27c-96b76dff82d9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7263580" y="2945521"/>
                  <a:ext cx="528270" cy="447333"/>
                </a:xfrm>
                <a:custGeom>
                  <a:avLst/>
                  <a:gdLst>
                    <a:gd name="connsiteX0" fmla="*/ 462662 w 606331"/>
                    <a:gd name="connsiteY0" fmla="*/ 450207 h 513435"/>
                    <a:gd name="connsiteX1" fmla="*/ 494381 w 606331"/>
                    <a:gd name="connsiteY1" fmla="*/ 481821 h 513435"/>
                    <a:gd name="connsiteX2" fmla="*/ 462662 w 606331"/>
                    <a:gd name="connsiteY2" fmla="*/ 513435 h 513435"/>
                    <a:gd name="connsiteX3" fmla="*/ 430943 w 606331"/>
                    <a:gd name="connsiteY3" fmla="*/ 481821 h 513435"/>
                    <a:gd name="connsiteX4" fmla="*/ 462662 w 606331"/>
                    <a:gd name="connsiteY4" fmla="*/ 450207 h 513435"/>
                    <a:gd name="connsiteX5" fmla="*/ 297468 w 606331"/>
                    <a:gd name="connsiteY5" fmla="*/ 450207 h 513435"/>
                    <a:gd name="connsiteX6" fmla="*/ 329187 w 606331"/>
                    <a:gd name="connsiteY6" fmla="*/ 481821 h 513435"/>
                    <a:gd name="connsiteX7" fmla="*/ 297468 w 606331"/>
                    <a:gd name="connsiteY7" fmla="*/ 513435 h 513435"/>
                    <a:gd name="connsiteX8" fmla="*/ 265749 w 606331"/>
                    <a:gd name="connsiteY8" fmla="*/ 481821 h 513435"/>
                    <a:gd name="connsiteX9" fmla="*/ 297468 w 606331"/>
                    <a:gd name="connsiteY9" fmla="*/ 450207 h 513435"/>
                    <a:gd name="connsiteX10" fmla="*/ 370454 w 606331"/>
                    <a:gd name="connsiteY10" fmla="*/ 105915 h 513435"/>
                    <a:gd name="connsiteX11" fmla="*/ 345872 w 606331"/>
                    <a:gd name="connsiteY11" fmla="*/ 130461 h 513435"/>
                    <a:gd name="connsiteX12" fmla="*/ 345872 w 606331"/>
                    <a:gd name="connsiteY12" fmla="*/ 170226 h 513435"/>
                    <a:gd name="connsiteX13" fmla="*/ 345503 w 606331"/>
                    <a:gd name="connsiteY13" fmla="*/ 169857 h 513435"/>
                    <a:gd name="connsiteX14" fmla="*/ 328173 w 606331"/>
                    <a:gd name="connsiteY14" fmla="*/ 162616 h 513435"/>
                    <a:gd name="connsiteX15" fmla="*/ 310719 w 606331"/>
                    <a:gd name="connsiteY15" fmla="*/ 169857 h 513435"/>
                    <a:gd name="connsiteX16" fmla="*/ 303591 w 606331"/>
                    <a:gd name="connsiteY16" fmla="*/ 187162 h 513435"/>
                    <a:gd name="connsiteX17" fmla="*/ 310719 w 606331"/>
                    <a:gd name="connsiteY17" fmla="*/ 204590 h 513435"/>
                    <a:gd name="connsiteX18" fmla="*/ 353001 w 606331"/>
                    <a:gd name="connsiteY18" fmla="*/ 246809 h 513435"/>
                    <a:gd name="connsiteX19" fmla="*/ 370454 w 606331"/>
                    <a:gd name="connsiteY19" fmla="*/ 253927 h 513435"/>
                    <a:gd name="connsiteX20" fmla="*/ 387785 w 606331"/>
                    <a:gd name="connsiteY20" fmla="*/ 246809 h 513435"/>
                    <a:gd name="connsiteX21" fmla="*/ 430066 w 606331"/>
                    <a:gd name="connsiteY21" fmla="*/ 204590 h 513435"/>
                    <a:gd name="connsiteX22" fmla="*/ 430066 w 606331"/>
                    <a:gd name="connsiteY22" fmla="*/ 169857 h 513435"/>
                    <a:gd name="connsiteX23" fmla="*/ 412736 w 606331"/>
                    <a:gd name="connsiteY23" fmla="*/ 162616 h 513435"/>
                    <a:gd name="connsiteX24" fmla="*/ 395282 w 606331"/>
                    <a:gd name="connsiteY24" fmla="*/ 169857 h 513435"/>
                    <a:gd name="connsiteX25" fmla="*/ 395037 w 606331"/>
                    <a:gd name="connsiteY25" fmla="*/ 170226 h 513435"/>
                    <a:gd name="connsiteX26" fmla="*/ 395037 w 606331"/>
                    <a:gd name="connsiteY26" fmla="*/ 130461 h 513435"/>
                    <a:gd name="connsiteX27" fmla="*/ 370454 w 606331"/>
                    <a:gd name="connsiteY27" fmla="*/ 105915 h 513435"/>
                    <a:gd name="connsiteX28" fmla="*/ 24582 w 606331"/>
                    <a:gd name="connsiteY28" fmla="*/ 0 h 513435"/>
                    <a:gd name="connsiteX29" fmla="*/ 120699 w 606331"/>
                    <a:gd name="connsiteY29" fmla="*/ 0 h 513435"/>
                    <a:gd name="connsiteX30" fmla="*/ 143683 w 606331"/>
                    <a:gd name="connsiteY30" fmla="*/ 16078 h 513435"/>
                    <a:gd name="connsiteX31" fmla="*/ 160276 w 606331"/>
                    <a:gd name="connsiteY31" fmla="*/ 61119 h 513435"/>
                    <a:gd name="connsiteX32" fmla="*/ 581739 w 606331"/>
                    <a:gd name="connsiteY32" fmla="*/ 61119 h 513435"/>
                    <a:gd name="connsiteX33" fmla="*/ 601159 w 606331"/>
                    <a:gd name="connsiteY33" fmla="*/ 70569 h 513435"/>
                    <a:gd name="connsiteX34" fmla="*/ 605583 w 606331"/>
                    <a:gd name="connsiteY34" fmla="*/ 91679 h 513435"/>
                    <a:gd name="connsiteX35" fmla="*/ 547938 w 606331"/>
                    <a:gd name="connsiteY35" fmla="*/ 316519 h 513435"/>
                    <a:gd name="connsiteX36" fmla="*/ 524093 w 606331"/>
                    <a:gd name="connsiteY36" fmla="*/ 334928 h 513435"/>
                    <a:gd name="connsiteX37" fmla="*/ 261432 w 606331"/>
                    <a:gd name="connsiteY37" fmla="*/ 334928 h 513435"/>
                    <a:gd name="connsiteX38" fmla="*/ 283679 w 606331"/>
                    <a:gd name="connsiteY38" fmla="*/ 395188 h 513435"/>
                    <a:gd name="connsiteX39" fmla="*/ 508729 w 606331"/>
                    <a:gd name="connsiteY39" fmla="*/ 395188 h 513435"/>
                    <a:gd name="connsiteX40" fmla="*/ 533312 w 606331"/>
                    <a:gd name="connsiteY40" fmla="*/ 419734 h 513435"/>
                    <a:gd name="connsiteX41" fmla="*/ 508729 w 606331"/>
                    <a:gd name="connsiteY41" fmla="*/ 444280 h 513435"/>
                    <a:gd name="connsiteX42" fmla="*/ 266471 w 606331"/>
                    <a:gd name="connsiteY42" fmla="*/ 444280 h 513435"/>
                    <a:gd name="connsiteX43" fmla="*/ 243487 w 606331"/>
                    <a:gd name="connsiteY43" fmla="*/ 428202 h 513435"/>
                    <a:gd name="connsiteX44" fmla="*/ 103491 w 606331"/>
                    <a:gd name="connsiteY44" fmla="*/ 49092 h 513435"/>
                    <a:gd name="connsiteX45" fmla="*/ 24582 w 606331"/>
                    <a:gd name="connsiteY45" fmla="*/ 49092 h 513435"/>
                    <a:gd name="connsiteX46" fmla="*/ 0 w 606331"/>
                    <a:gd name="connsiteY46" fmla="*/ 24546 h 513435"/>
                    <a:gd name="connsiteX47" fmla="*/ 24582 w 606331"/>
                    <a:gd name="connsiteY47" fmla="*/ 0 h 513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606331" h="513435">
                      <a:moveTo>
                        <a:pt x="462662" y="450207"/>
                      </a:moveTo>
                      <a:cubicBezTo>
                        <a:pt x="480180" y="450207"/>
                        <a:pt x="494381" y="464361"/>
                        <a:pt x="494381" y="481821"/>
                      </a:cubicBezTo>
                      <a:cubicBezTo>
                        <a:pt x="494381" y="499281"/>
                        <a:pt x="480180" y="513435"/>
                        <a:pt x="462662" y="513435"/>
                      </a:cubicBezTo>
                      <a:cubicBezTo>
                        <a:pt x="445144" y="513435"/>
                        <a:pt x="430943" y="499281"/>
                        <a:pt x="430943" y="481821"/>
                      </a:cubicBezTo>
                      <a:cubicBezTo>
                        <a:pt x="430943" y="464361"/>
                        <a:pt x="445144" y="450207"/>
                        <a:pt x="462662" y="450207"/>
                      </a:cubicBezTo>
                      <a:close/>
                      <a:moveTo>
                        <a:pt x="297468" y="450207"/>
                      </a:moveTo>
                      <a:cubicBezTo>
                        <a:pt x="314986" y="450207"/>
                        <a:pt x="329187" y="464361"/>
                        <a:pt x="329187" y="481821"/>
                      </a:cubicBezTo>
                      <a:cubicBezTo>
                        <a:pt x="329187" y="499281"/>
                        <a:pt x="314986" y="513435"/>
                        <a:pt x="297468" y="513435"/>
                      </a:cubicBezTo>
                      <a:cubicBezTo>
                        <a:pt x="279950" y="513435"/>
                        <a:pt x="265749" y="499281"/>
                        <a:pt x="265749" y="481821"/>
                      </a:cubicBezTo>
                      <a:cubicBezTo>
                        <a:pt x="265749" y="464361"/>
                        <a:pt x="279950" y="450207"/>
                        <a:pt x="297468" y="450207"/>
                      </a:cubicBezTo>
                      <a:close/>
                      <a:moveTo>
                        <a:pt x="370454" y="105915"/>
                      </a:moveTo>
                      <a:cubicBezTo>
                        <a:pt x="356934" y="105915"/>
                        <a:pt x="345872" y="116961"/>
                        <a:pt x="345872" y="130461"/>
                      </a:cubicBezTo>
                      <a:lnTo>
                        <a:pt x="345872" y="170226"/>
                      </a:lnTo>
                      <a:lnTo>
                        <a:pt x="345503" y="169857"/>
                      </a:lnTo>
                      <a:cubicBezTo>
                        <a:pt x="340956" y="165194"/>
                        <a:pt x="334687" y="162616"/>
                        <a:pt x="328173" y="162616"/>
                      </a:cubicBezTo>
                      <a:cubicBezTo>
                        <a:pt x="321659" y="162616"/>
                        <a:pt x="315390" y="165194"/>
                        <a:pt x="310719" y="169857"/>
                      </a:cubicBezTo>
                      <a:cubicBezTo>
                        <a:pt x="306172" y="174521"/>
                        <a:pt x="303591" y="180657"/>
                        <a:pt x="303591" y="187162"/>
                      </a:cubicBezTo>
                      <a:cubicBezTo>
                        <a:pt x="303591" y="193790"/>
                        <a:pt x="306172" y="199926"/>
                        <a:pt x="310719" y="204590"/>
                      </a:cubicBezTo>
                      <a:lnTo>
                        <a:pt x="353001" y="246809"/>
                      </a:lnTo>
                      <a:cubicBezTo>
                        <a:pt x="357671" y="251472"/>
                        <a:pt x="363817" y="253927"/>
                        <a:pt x="370454" y="253927"/>
                      </a:cubicBezTo>
                      <a:cubicBezTo>
                        <a:pt x="376969" y="253927"/>
                        <a:pt x="383114" y="251472"/>
                        <a:pt x="387785" y="246809"/>
                      </a:cubicBezTo>
                      <a:lnTo>
                        <a:pt x="430066" y="204590"/>
                      </a:lnTo>
                      <a:cubicBezTo>
                        <a:pt x="439653" y="195017"/>
                        <a:pt x="439653" y="179430"/>
                        <a:pt x="430066" y="169857"/>
                      </a:cubicBezTo>
                      <a:cubicBezTo>
                        <a:pt x="425396" y="165194"/>
                        <a:pt x="419250" y="162616"/>
                        <a:pt x="412736" y="162616"/>
                      </a:cubicBezTo>
                      <a:cubicBezTo>
                        <a:pt x="406099" y="162616"/>
                        <a:pt x="399953" y="165194"/>
                        <a:pt x="395282" y="169857"/>
                      </a:cubicBezTo>
                      <a:lnTo>
                        <a:pt x="395037" y="170226"/>
                      </a:lnTo>
                      <a:lnTo>
                        <a:pt x="395037" y="130461"/>
                      </a:lnTo>
                      <a:cubicBezTo>
                        <a:pt x="395037" y="116961"/>
                        <a:pt x="383975" y="105915"/>
                        <a:pt x="370454" y="105915"/>
                      </a:cubicBezTo>
                      <a:close/>
                      <a:moveTo>
                        <a:pt x="24582" y="0"/>
                      </a:moveTo>
                      <a:lnTo>
                        <a:pt x="120699" y="0"/>
                      </a:lnTo>
                      <a:cubicBezTo>
                        <a:pt x="130900" y="0"/>
                        <a:pt x="140119" y="6382"/>
                        <a:pt x="143683" y="16078"/>
                      </a:cubicBezTo>
                      <a:lnTo>
                        <a:pt x="160276" y="61119"/>
                      </a:lnTo>
                      <a:lnTo>
                        <a:pt x="581739" y="61119"/>
                      </a:lnTo>
                      <a:cubicBezTo>
                        <a:pt x="589359" y="61119"/>
                        <a:pt x="596488" y="64556"/>
                        <a:pt x="601159" y="70569"/>
                      </a:cubicBezTo>
                      <a:cubicBezTo>
                        <a:pt x="605829" y="76583"/>
                        <a:pt x="607427" y="84315"/>
                        <a:pt x="605583" y="91679"/>
                      </a:cubicBezTo>
                      <a:lnTo>
                        <a:pt x="547938" y="316519"/>
                      </a:lnTo>
                      <a:cubicBezTo>
                        <a:pt x="545111" y="327319"/>
                        <a:pt x="535401" y="334928"/>
                        <a:pt x="524093" y="334928"/>
                      </a:cubicBezTo>
                      <a:lnTo>
                        <a:pt x="261432" y="334928"/>
                      </a:lnTo>
                      <a:lnTo>
                        <a:pt x="283679" y="395188"/>
                      </a:lnTo>
                      <a:lnTo>
                        <a:pt x="508729" y="395188"/>
                      </a:lnTo>
                      <a:cubicBezTo>
                        <a:pt x="522372" y="395188"/>
                        <a:pt x="533312" y="406234"/>
                        <a:pt x="533312" y="419734"/>
                      </a:cubicBezTo>
                      <a:cubicBezTo>
                        <a:pt x="533312" y="433357"/>
                        <a:pt x="522372" y="444280"/>
                        <a:pt x="508729" y="444280"/>
                      </a:cubicBezTo>
                      <a:lnTo>
                        <a:pt x="266471" y="444280"/>
                      </a:lnTo>
                      <a:cubicBezTo>
                        <a:pt x="256270" y="444280"/>
                        <a:pt x="247051" y="437898"/>
                        <a:pt x="243487" y="428202"/>
                      </a:cubicBezTo>
                      <a:lnTo>
                        <a:pt x="103491" y="49092"/>
                      </a:lnTo>
                      <a:lnTo>
                        <a:pt x="24582" y="49092"/>
                      </a:lnTo>
                      <a:cubicBezTo>
                        <a:pt x="11062" y="49092"/>
                        <a:pt x="0" y="38046"/>
                        <a:pt x="0" y="24546"/>
                      </a:cubicBezTo>
                      <a:cubicBezTo>
                        <a:pt x="0" y="10923"/>
                        <a:pt x="11062" y="0"/>
                        <a:pt x="24582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48000">
                      <a:schemeClr val="accent2"/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</a:p>
              </p:txBody>
            </p:sp>
          </p:grpSp>
        </p:grpSp>
        <p:sp>
          <p:nvSpPr>
            <p:cNvPr id="207" name="任意多边形: 形状 206" descr="0293fcda-e616-4a36-a4b1-b3f23dffc95a"/>
            <p:cNvSpPr/>
            <p:nvPr>
              <p:custDataLst>
                <p:tags r:id="rId25"/>
              </p:custDataLst>
            </p:nvPr>
          </p:nvSpPr>
          <p:spPr>
            <a:xfrm>
              <a:off x="4153832" y="3100625"/>
              <a:ext cx="291558" cy="137126"/>
            </a:xfrm>
            <a:custGeom>
              <a:avLst/>
              <a:gdLst>
                <a:gd name="connsiteX0" fmla="*/ 540544 w 829252"/>
                <a:gd name="connsiteY0" fmla="*/ 0 h 288708"/>
                <a:gd name="connsiteX1" fmla="*/ 692041 w 829252"/>
                <a:gd name="connsiteY1" fmla="*/ 0 h 288708"/>
                <a:gd name="connsiteX2" fmla="*/ 829252 w 829252"/>
                <a:gd name="connsiteY2" fmla="*/ 144354 h 288708"/>
                <a:gd name="connsiteX3" fmla="*/ 692041 w 829252"/>
                <a:gd name="connsiteY3" fmla="*/ 288708 h 288708"/>
                <a:gd name="connsiteX4" fmla="*/ 540544 w 829252"/>
                <a:gd name="connsiteY4" fmla="*/ 288708 h 288708"/>
                <a:gd name="connsiteX5" fmla="*/ 677755 w 829252"/>
                <a:gd name="connsiteY5" fmla="*/ 144354 h 288708"/>
                <a:gd name="connsiteX6" fmla="*/ 270272 w 829252"/>
                <a:gd name="connsiteY6" fmla="*/ 0 h 288708"/>
                <a:gd name="connsiteX7" fmla="*/ 421769 w 829252"/>
                <a:gd name="connsiteY7" fmla="*/ 0 h 288708"/>
                <a:gd name="connsiteX8" fmla="*/ 558980 w 829252"/>
                <a:gd name="connsiteY8" fmla="*/ 144354 h 288708"/>
                <a:gd name="connsiteX9" fmla="*/ 421769 w 829252"/>
                <a:gd name="connsiteY9" fmla="*/ 288708 h 288708"/>
                <a:gd name="connsiteX10" fmla="*/ 270272 w 829252"/>
                <a:gd name="connsiteY10" fmla="*/ 288708 h 288708"/>
                <a:gd name="connsiteX11" fmla="*/ 407483 w 829252"/>
                <a:gd name="connsiteY11" fmla="*/ 144354 h 288708"/>
                <a:gd name="connsiteX12" fmla="*/ 0 w 829252"/>
                <a:gd name="connsiteY12" fmla="*/ 0 h 288708"/>
                <a:gd name="connsiteX13" fmla="*/ 151497 w 829252"/>
                <a:gd name="connsiteY13" fmla="*/ 0 h 288708"/>
                <a:gd name="connsiteX14" fmla="*/ 288708 w 829252"/>
                <a:gd name="connsiteY14" fmla="*/ 144354 h 288708"/>
                <a:gd name="connsiteX15" fmla="*/ 151497 w 829252"/>
                <a:gd name="connsiteY15" fmla="*/ 288708 h 288708"/>
                <a:gd name="connsiteX16" fmla="*/ 0 w 829252"/>
                <a:gd name="connsiteY16" fmla="*/ 288708 h 288708"/>
                <a:gd name="connsiteX17" fmla="*/ 137211 w 829252"/>
                <a:gd name="connsiteY17" fmla="*/ 144354 h 28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29252" h="288708">
                  <a:moveTo>
                    <a:pt x="540544" y="0"/>
                  </a:moveTo>
                  <a:lnTo>
                    <a:pt x="692041" y="0"/>
                  </a:lnTo>
                  <a:lnTo>
                    <a:pt x="829252" y="144354"/>
                  </a:lnTo>
                  <a:lnTo>
                    <a:pt x="692041" y="288708"/>
                  </a:lnTo>
                  <a:lnTo>
                    <a:pt x="540544" y="288708"/>
                  </a:lnTo>
                  <a:lnTo>
                    <a:pt x="677755" y="144354"/>
                  </a:lnTo>
                  <a:close/>
                  <a:moveTo>
                    <a:pt x="270272" y="0"/>
                  </a:moveTo>
                  <a:lnTo>
                    <a:pt x="421769" y="0"/>
                  </a:lnTo>
                  <a:lnTo>
                    <a:pt x="558980" y="144354"/>
                  </a:lnTo>
                  <a:lnTo>
                    <a:pt x="421769" y="288708"/>
                  </a:lnTo>
                  <a:lnTo>
                    <a:pt x="270272" y="288708"/>
                  </a:lnTo>
                  <a:lnTo>
                    <a:pt x="407483" y="144354"/>
                  </a:lnTo>
                  <a:close/>
                  <a:moveTo>
                    <a:pt x="0" y="0"/>
                  </a:moveTo>
                  <a:lnTo>
                    <a:pt x="151497" y="0"/>
                  </a:lnTo>
                  <a:lnTo>
                    <a:pt x="288708" y="144354"/>
                  </a:lnTo>
                  <a:lnTo>
                    <a:pt x="151497" y="288708"/>
                  </a:lnTo>
                  <a:lnTo>
                    <a:pt x="0" y="288708"/>
                  </a:lnTo>
                  <a:lnTo>
                    <a:pt x="137211" y="144354"/>
                  </a:lnTo>
                  <a:close/>
                </a:path>
              </a:pathLst>
            </a:custGeom>
            <a:gradFill flip="none" rotWithShape="1">
              <a:gsLst>
                <a:gs pos="26000">
                  <a:schemeClr val="accent2"/>
                </a:gs>
                <a:gs pos="76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208" name="任意多边形: 形状 207" descr="f99a01be-da34-4845-9b5b-221ef1dae7ca"/>
            <p:cNvSpPr/>
            <p:nvPr>
              <p:custDataLst>
                <p:tags r:id="rId26"/>
              </p:custDataLst>
            </p:nvPr>
          </p:nvSpPr>
          <p:spPr>
            <a:xfrm>
              <a:off x="7733909" y="3100625"/>
              <a:ext cx="291558" cy="137126"/>
            </a:xfrm>
            <a:custGeom>
              <a:avLst/>
              <a:gdLst>
                <a:gd name="connsiteX0" fmla="*/ 540544 w 829252"/>
                <a:gd name="connsiteY0" fmla="*/ 0 h 288708"/>
                <a:gd name="connsiteX1" fmla="*/ 692041 w 829252"/>
                <a:gd name="connsiteY1" fmla="*/ 0 h 288708"/>
                <a:gd name="connsiteX2" fmla="*/ 829252 w 829252"/>
                <a:gd name="connsiteY2" fmla="*/ 144354 h 288708"/>
                <a:gd name="connsiteX3" fmla="*/ 692041 w 829252"/>
                <a:gd name="connsiteY3" fmla="*/ 288708 h 288708"/>
                <a:gd name="connsiteX4" fmla="*/ 540544 w 829252"/>
                <a:gd name="connsiteY4" fmla="*/ 288708 h 288708"/>
                <a:gd name="connsiteX5" fmla="*/ 677755 w 829252"/>
                <a:gd name="connsiteY5" fmla="*/ 144354 h 288708"/>
                <a:gd name="connsiteX6" fmla="*/ 270272 w 829252"/>
                <a:gd name="connsiteY6" fmla="*/ 0 h 288708"/>
                <a:gd name="connsiteX7" fmla="*/ 421769 w 829252"/>
                <a:gd name="connsiteY7" fmla="*/ 0 h 288708"/>
                <a:gd name="connsiteX8" fmla="*/ 558980 w 829252"/>
                <a:gd name="connsiteY8" fmla="*/ 144354 h 288708"/>
                <a:gd name="connsiteX9" fmla="*/ 421769 w 829252"/>
                <a:gd name="connsiteY9" fmla="*/ 288708 h 288708"/>
                <a:gd name="connsiteX10" fmla="*/ 270272 w 829252"/>
                <a:gd name="connsiteY10" fmla="*/ 288708 h 288708"/>
                <a:gd name="connsiteX11" fmla="*/ 407483 w 829252"/>
                <a:gd name="connsiteY11" fmla="*/ 144354 h 288708"/>
                <a:gd name="connsiteX12" fmla="*/ 0 w 829252"/>
                <a:gd name="connsiteY12" fmla="*/ 0 h 288708"/>
                <a:gd name="connsiteX13" fmla="*/ 151497 w 829252"/>
                <a:gd name="connsiteY13" fmla="*/ 0 h 288708"/>
                <a:gd name="connsiteX14" fmla="*/ 288708 w 829252"/>
                <a:gd name="connsiteY14" fmla="*/ 144354 h 288708"/>
                <a:gd name="connsiteX15" fmla="*/ 151497 w 829252"/>
                <a:gd name="connsiteY15" fmla="*/ 288708 h 288708"/>
                <a:gd name="connsiteX16" fmla="*/ 0 w 829252"/>
                <a:gd name="connsiteY16" fmla="*/ 288708 h 288708"/>
                <a:gd name="connsiteX17" fmla="*/ 137211 w 829252"/>
                <a:gd name="connsiteY17" fmla="*/ 144354 h 288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29252" h="288708">
                  <a:moveTo>
                    <a:pt x="540544" y="0"/>
                  </a:moveTo>
                  <a:lnTo>
                    <a:pt x="692041" y="0"/>
                  </a:lnTo>
                  <a:lnTo>
                    <a:pt x="829252" y="144354"/>
                  </a:lnTo>
                  <a:lnTo>
                    <a:pt x="692041" y="288708"/>
                  </a:lnTo>
                  <a:lnTo>
                    <a:pt x="540544" y="288708"/>
                  </a:lnTo>
                  <a:lnTo>
                    <a:pt x="677755" y="144354"/>
                  </a:lnTo>
                  <a:close/>
                  <a:moveTo>
                    <a:pt x="270272" y="0"/>
                  </a:moveTo>
                  <a:lnTo>
                    <a:pt x="421769" y="0"/>
                  </a:lnTo>
                  <a:lnTo>
                    <a:pt x="558980" y="144354"/>
                  </a:lnTo>
                  <a:lnTo>
                    <a:pt x="421769" y="288708"/>
                  </a:lnTo>
                  <a:lnTo>
                    <a:pt x="270272" y="288708"/>
                  </a:lnTo>
                  <a:lnTo>
                    <a:pt x="407483" y="144354"/>
                  </a:lnTo>
                  <a:close/>
                  <a:moveTo>
                    <a:pt x="0" y="0"/>
                  </a:moveTo>
                  <a:lnTo>
                    <a:pt x="151497" y="0"/>
                  </a:lnTo>
                  <a:lnTo>
                    <a:pt x="288708" y="144354"/>
                  </a:lnTo>
                  <a:lnTo>
                    <a:pt x="151497" y="288708"/>
                  </a:lnTo>
                  <a:lnTo>
                    <a:pt x="0" y="288708"/>
                  </a:lnTo>
                  <a:lnTo>
                    <a:pt x="137211" y="144354"/>
                  </a:lnTo>
                  <a:close/>
                </a:path>
              </a:pathLst>
            </a:custGeom>
            <a:gradFill flip="none" rotWithShape="1">
              <a:gsLst>
                <a:gs pos="26000">
                  <a:schemeClr val="accent2"/>
                </a:gs>
                <a:gs pos="76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sp>
          <p:nvSpPr>
            <p:cNvPr id="210" name="Title" descr="e8bde89b-3591-48ae-ae76-fdf7f61739d3"/>
            <p:cNvSpPr txBox="1"/>
            <p:nvPr/>
          </p:nvSpPr>
          <p:spPr>
            <a:xfrm>
              <a:off x="660400" y="1130299"/>
              <a:ext cx="10858500" cy="768503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人体相关指标检测装置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1184275" y="1735455"/>
            <a:ext cx="9810115" cy="26485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距离测量类元器件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精准测量距离，实现定位与导航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距离测量类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26" name="4719a2a3-1e3d-46b6-960c-5291f68b51d5.source.2.zh-Hans.pptx" descr="032a4571-04c7-417c-9ddd-5776969330cd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4568654"/>
            <a:chOff x="660400" y="1130300"/>
            <a:chExt cx="10858500" cy="4568654"/>
          </a:xfrm>
        </p:grpSpPr>
        <p:sp>
          <p:nvSpPr>
            <p:cNvPr id="13" name="Title" descr="4986f28d-78fa-478e-ae76-9d76259cf9d9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两种距离测量方式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5" name="组合 24" descr="04a64b4e-9782-4693-9f14-a685afcc6cb9"/>
            <p:cNvGrpSpPr/>
            <p:nvPr/>
          </p:nvGrpSpPr>
          <p:grpSpPr>
            <a:xfrm>
              <a:off x="1538883" y="2605314"/>
              <a:ext cx="4173936" cy="3093640"/>
              <a:chOff x="1356973" y="2605314"/>
              <a:chExt cx="4173936" cy="3093640"/>
            </a:xfrm>
          </p:grpSpPr>
          <p:sp>
            <p:nvSpPr>
              <p:cNvPr id="9" name="IconBackground1" descr="4520227e-588c-4c9a-bc5a-02fea8dacd75"/>
              <p:cNvSpPr/>
              <p:nvPr>
                <p:custDataLst>
                  <p:tags r:id="rId2"/>
                </p:custDataLst>
              </p:nvPr>
            </p:nvSpPr>
            <p:spPr>
              <a:xfrm>
                <a:off x="1356973" y="2605314"/>
                <a:ext cx="827315" cy="827315"/>
              </a:xfrm>
              <a:prstGeom prst="ellipse">
                <a:avLst/>
              </a:prstGeom>
              <a:gradFill>
                <a:gsLst>
                  <a:gs pos="50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</a:p>
            </p:txBody>
          </p:sp>
          <p:sp>
            <p:nvSpPr>
              <p:cNvPr id="12" name="ComponentBackground1" descr="8ccc3bbc-7814-4b73-93ec-e732a2fe1dd9"/>
              <p:cNvSpPr/>
              <p:nvPr>
                <p:custDataLst>
                  <p:tags r:id="rId3"/>
                </p:custDataLst>
              </p:nvPr>
            </p:nvSpPr>
            <p:spPr>
              <a:xfrm>
                <a:off x="1648754" y="3021817"/>
                <a:ext cx="3847912" cy="2633061"/>
              </a:xfrm>
              <a:custGeom>
                <a:avLst/>
                <a:gdLst>
                  <a:gd name="connsiteX0" fmla="*/ 0 w 3847912"/>
                  <a:gd name="connsiteY0" fmla="*/ 617702 h 2633061"/>
                  <a:gd name="connsiteX1" fmla="*/ 0 w 3847912"/>
                  <a:gd name="connsiteY1" fmla="*/ 2633061 h 2633061"/>
                  <a:gd name="connsiteX2" fmla="*/ 3847913 w 3847912"/>
                  <a:gd name="connsiteY2" fmla="*/ 2633061 h 2633061"/>
                  <a:gd name="connsiteX3" fmla="*/ 3847913 w 3847912"/>
                  <a:gd name="connsiteY3" fmla="*/ 0 h 2633061"/>
                  <a:gd name="connsiteX4" fmla="*/ 733557 w 3847912"/>
                  <a:gd name="connsiteY4" fmla="*/ 0 h 263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47912" h="2633061">
                    <a:moveTo>
                      <a:pt x="0" y="617702"/>
                    </a:moveTo>
                    <a:lnTo>
                      <a:pt x="0" y="2633061"/>
                    </a:lnTo>
                    <a:lnTo>
                      <a:pt x="3847913" y="2633061"/>
                    </a:lnTo>
                    <a:lnTo>
                      <a:pt x="3847913" y="0"/>
                    </a:lnTo>
                    <a:lnTo>
                      <a:pt x="733557" y="0"/>
                    </a:lnTo>
                  </a:path>
                </a:pathLst>
              </a:custGeom>
              <a:noFill/>
              <a:ln w="635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16" name="Bullet1" descr="2d3dbb25-eb93-48bc-b7d9-aebcea90113c"/>
              <p:cNvSpPr/>
              <p:nvPr>
                <p:custDataLst>
                  <p:tags r:id="rId4"/>
                </p:custDataLst>
              </p:nvPr>
            </p:nvSpPr>
            <p:spPr>
              <a:xfrm>
                <a:off x="1744795" y="3121517"/>
                <a:ext cx="3655831" cy="10134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激光测距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Text1" descr="d0a79375-20c7-4315-9a94-161ce24444cc"/>
              <p:cNvSpPr/>
              <p:nvPr>
                <p:custDataLst>
                  <p:tags r:id="rId5"/>
                </p:custDataLst>
              </p:nvPr>
            </p:nvSpPr>
            <p:spPr>
              <a:xfrm>
                <a:off x="1744798" y="4134976"/>
                <a:ext cx="3655825" cy="14298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测量精度高，适用于长距离和复杂环境。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" name="Icon1" descr="c1d5454e-ee84-4314-a0d6-d4b30bee0b45"/>
              <p:cNvSpPr/>
              <p:nvPr>
                <p:custDataLst>
                  <p:tags r:id="rId6"/>
                </p:custDataLst>
              </p:nvPr>
            </p:nvSpPr>
            <p:spPr>
              <a:xfrm>
                <a:off x="1575928" y="2862057"/>
                <a:ext cx="389404" cy="313828"/>
              </a:xfrm>
              <a:custGeom>
                <a:avLst/>
                <a:gdLst>
                  <a:gd name="connsiteX0" fmla="*/ 205376 w 586505"/>
                  <a:gd name="connsiteY0" fmla="*/ 414381 h 472676"/>
                  <a:gd name="connsiteX1" fmla="*/ 381205 w 586505"/>
                  <a:gd name="connsiteY1" fmla="*/ 414381 h 472676"/>
                  <a:gd name="connsiteX2" fmla="*/ 440224 w 586505"/>
                  <a:gd name="connsiteY2" fmla="*/ 472676 h 472676"/>
                  <a:gd name="connsiteX3" fmla="*/ 146971 w 586505"/>
                  <a:gd name="connsiteY3" fmla="*/ 472676 h 472676"/>
                  <a:gd name="connsiteX4" fmla="*/ 360870 w 586505"/>
                  <a:gd name="connsiteY4" fmla="*/ 179226 h 472676"/>
                  <a:gd name="connsiteX5" fmla="*/ 397120 w 586505"/>
                  <a:gd name="connsiteY5" fmla="*/ 215427 h 472676"/>
                  <a:gd name="connsiteX6" fmla="*/ 360870 w 586505"/>
                  <a:gd name="connsiteY6" fmla="*/ 251628 h 472676"/>
                  <a:gd name="connsiteX7" fmla="*/ 324620 w 586505"/>
                  <a:gd name="connsiteY7" fmla="*/ 215427 h 472676"/>
                  <a:gd name="connsiteX8" fmla="*/ 360870 w 586505"/>
                  <a:gd name="connsiteY8" fmla="*/ 179226 h 472676"/>
                  <a:gd name="connsiteX9" fmla="*/ 344895 w 586505"/>
                  <a:gd name="connsiteY9" fmla="*/ 111709 h 472676"/>
                  <a:gd name="connsiteX10" fmla="*/ 338132 w 586505"/>
                  <a:gd name="connsiteY10" fmla="*/ 147309 h 472676"/>
                  <a:gd name="connsiteX11" fmla="*/ 328295 w 586505"/>
                  <a:gd name="connsiteY11" fmla="*/ 150992 h 472676"/>
                  <a:gd name="connsiteX12" fmla="*/ 298171 w 586505"/>
                  <a:gd name="connsiteY12" fmla="*/ 131350 h 472676"/>
                  <a:gd name="connsiteX13" fmla="*/ 276654 w 586505"/>
                  <a:gd name="connsiteY13" fmla="*/ 152833 h 472676"/>
                  <a:gd name="connsiteX14" fmla="*/ 296327 w 586505"/>
                  <a:gd name="connsiteY14" fmla="*/ 182909 h 472676"/>
                  <a:gd name="connsiteX15" fmla="*/ 292023 w 586505"/>
                  <a:gd name="connsiteY15" fmla="*/ 192729 h 472676"/>
                  <a:gd name="connsiteX16" fmla="*/ 256980 w 586505"/>
                  <a:gd name="connsiteY16" fmla="*/ 200095 h 472676"/>
                  <a:gd name="connsiteX17" fmla="*/ 256980 w 586505"/>
                  <a:gd name="connsiteY17" fmla="*/ 230784 h 472676"/>
                  <a:gd name="connsiteX18" fmla="*/ 292023 w 586505"/>
                  <a:gd name="connsiteY18" fmla="*/ 238149 h 472676"/>
                  <a:gd name="connsiteX19" fmla="*/ 296327 w 586505"/>
                  <a:gd name="connsiteY19" fmla="*/ 247970 h 472676"/>
                  <a:gd name="connsiteX20" fmla="*/ 276654 w 586505"/>
                  <a:gd name="connsiteY20" fmla="*/ 277432 h 472676"/>
                  <a:gd name="connsiteX21" fmla="*/ 298171 w 586505"/>
                  <a:gd name="connsiteY21" fmla="*/ 299528 h 472676"/>
                  <a:gd name="connsiteX22" fmla="*/ 328295 w 586505"/>
                  <a:gd name="connsiteY22" fmla="*/ 279887 h 472676"/>
                  <a:gd name="connsiteX23" fmla="*/ 338132 w 586505"/>
                  <a:gd name="connsiteY23" fmla="*/ 283570 h 472676"/>
                  <a:gd name="connsiteX24" fmla="*/ 344895 w 586505"/>
                  <a:gd name="connsiteY24" fmla="*/ 318556 h 472676"/>
                  <a:gd name="connsiteX25" fmla="*/ 376249 w 586505"/>
                  <a:gd name="connsiteY25" fmla="*/ 318556 h 472676"/>
                  <a:gd name="connsiteX26" fmla="*/ 383011 w 586505"/>
                  <a:gd name="connsiteY26" fmla="*/ 283570 h 472676"/>
                  <a:gd name="connsiteX27" fmla="*/ 393463 w 586505"/>
                  <a:gd name="connsiteY27" fmla="*/ 279887 h 472676"/>
                  <a:gd name="connsiteX28" fmla="*/ 422972 w 586505"/>
                  <a:gd name="connsiteY28" fmla="*/ 299528 h 472676"/>
                  <a:gd name="connsiteX29" fmla="*/ 445105 w 586505"/>
                  <a:gd name="connsiteY29" fmla="*/ 277432 h 472676"/>
                  <a:gd name="connsiteX30" fmla="*/ 425432 w 586505"/>
                  <a:gd name="connsiteY30" fmla="*/ 247970 h 472676"/>
                  <a:gd name="connsiteX31" fmla="*/ 429120 w 586505"/>
                  <a:gd name="connsiteY31" fmla="*/ 237536 h 472676"/>
                  <a:gd name="connsiteX32" fmla="*/ 464163 w 586505"/>
                  <a:gd name="connsiteY32" fmla="*/ 230784 h 472676"/>
                  <a:gd name="connsiteX33" fmla="*/ 464163 w 586505"/>
                  <a:gd name="connsiteY33" fmla="*/ 199481 h 472676"/>
                  <a:gd name="connsiteX34" fmla="*/ 429120 w 586505"/>
                  <a:gd name="connsiteY34" fmla="*/ 192729 h 472676"/>
                  <a:gd name="connsiteX35" fmla="*/ 425432 w 586505"/>
                  <a:gd name="connsiteY35" fmla="*/ 182909 h 472676"/>
                  <a:gd name="connsiteX36" fmla="*/ 445105 w 586505"/>
                  <a:gd name="connsiteY36" fmla="*/ 152833 h 472676"/>
                  <a:gd name="connsiteX37" fmla="*/ 422972 w 586505"/>
                  <a:gd name="connsiteY37" fmla="*/ 131350 h 472676"/>
                  <a:gd name="connsiteX38" fmla="*/ 393463 w 586505"/>
                  <a:gd name="connsiteY38" fmla="*/ 150992 h 472676"/>
                  <a:gd name="connsiteX39" fmla="*/ 383626 w 586505"/>
                  <a:gd name="connsiteY39" fmla="*/ 147309 h 472676"/>
                  <a:gd name="connsiteX40" fmla="*/ 376249 w 586505"/>
                  <a:gd name="connsiteY40" fmla="*/ 111709 h 472676"/>
                  <a:gd name="connsiteX41" fmla="*/ 195847 w 586505"/>
                  <a:gd name="connsiteY41" fmla="*/ 109193 h 472676"/>
                  <a:gd name="connsiteX42" fmla="*/ 221345 w 586505"/>
                  <a:gd name="connsiteY42" fmla="*/ 134691 h 472676"/>
                  <a:gd name="connsiteX43" fmla="*/ 195847 w 586505"/>
                  <a:gd name="connsiteY43" fmla="*/ 160189 h 472676"/>
                  <a:gd name="connsiteX44" fmla="*/ 170349 w 586505"/>
                  <a:gd name="connsiteY44" fmla="*/ 134691 h 472676"/>
                  <a:gd name="connsiteX45" fmla="*/ 195847 w 586505"/>
                  <a:gd name="connsiteY45" fmla="*/ 109193 h 472676"/>
                  <a:gd name="connsiteX46" fmla="*/ 187510 w 586505"/>
                  <a:gd name="connsiteY46" fmla="*/ 61993 h 472676"/>
                  <a:gd name="connsiteX47" fmla="*/ 165992 w 586505"/>
                  <a:gd name="connsiteY47" fmla="*/ 67517 h 472676"/>
                  <a:gd name="connsiteX48" fmla="*/ 167837 w 586505"/>
                  <a:gd name="connsiteY48" fmla="*/ 92682 h 472676"/>
                  <a:gd name="connsiteX49" fmla="*/ 161689 w 586505"/>
                  <a:gd name="connsiteY49" fmla="*/ 96978 h 472676"/>
                  <a:gd name="connsiteX50" fmla="*/ 137712 w 586505"/>
                  <a:gd name="connsiteY50" fmla="*/ 88999 h 472676"/>
                  <a:gd name="connsiteX51" fmla="*/ 127261 w 586505"/>
                  <a:gd name="connsiteY51" fmla="*/ 108027 h 472676"/>
                  <a:gd name="connsiteX52" fmla="*/ 145704 w 586505"/>
                  <a:gd name="connsiteY52" fmla="*/ 124599 h 472676"/>
                  <a:gd name="connsiteX53" fmla="*/ 145090 w 586505"/>
                  <a:gd name="connsiteY53" fmla="*/ 131964 h 472676"/>
                  <a:gd name="connsiteX54" fmla="*/ 122342 w 586505"/>
                  <a:gd name="connsiteY54" fmla="*/ 143012 h 472676"/>
                  <a:gd name="connsiteX55" fmla="*/ 127876 w 586505"/>
                  <a:gd name="connsiteY55" fmla="*/ 164495 h 472676"/>
                  <a:gd name="connsiteX56" fmla="*/ 153082 w 586505"/>
                  <a:gd name="connsiteY56" fmla="*/ 162654 h 472676"/>
                  <a:gd name="connsiteX57" fmla="*/ 158000 w 586505"/>
                  <a:gd name="connsiteY57" fmla="*/ 168791 h 472676"/>
                  <a:gd name="connsiteX58" fmla="*/ 150008 w 586505"/>
                  <a:gd name="connsiteY58" fmla="*/ 192729 h 472676"/>
                  <a:gd name="connsiteX59" fmla="*/ 168451 w 586505"/>
                  <a:gd name="connsiteY59" fmla="*/ 203164 h 472676"/>
                  <a:gd name="connsiteX60" fmla="*/ 185051 w 586505"/>
                  <a:gd name="connsiteY60" fmla="*/ 184750 h 472676"/>
                  <a:gd name="connsiteX61" fmla="*/ 192428 w 586505"/>
                  <a:gd name="connsiteY61" fmla="*/ 185364 h 472676"/>
                  <a:gd name="connsiteX62" fmla="*/ 204109 w 586505"/>
                  <a:gd name="connsiteY62" fmla="*/ 208074 h 472676"/>
                  <a:gd name="connsiteX63" fmla="*/ 225012 w 586505"/>
                  <a:gd name="connsiteY63" fmla="*/ 202550 h 472676"/>
                  <a:gd name="connsiteX64" fmla="*/ 223167 w 586505"/>
                  <a:gd name="connsiteY64" fmla="*/ 177385 h 472676"/>
                  <a:gd name="connsiteX65" fmla="*/ 229315 w 586505"/>
                  <a:gd name="connsiteY65" fmla="*/ 172474 h 472676"/>
                  <a:gd name="connsiteX66" fmla="*/ 253292 w 586505"/>
                  <a:gd name="connsiteY66" fmla="*/ 181067 h 472676"/>
                  <a:gd name="connsiteX67" fmla="*/ 264358 w 586505"/>
                  <a:gd name="connsiteY67" fmla="*/ 162040 h 472676"/>
                  <a:gd name="connsiteX68" fmla="*/ 245300 w 586505"/>
                  <a:gd name="connsiteY68" fmla="*/ 145468 h 472676"/>
                  <a:gd name="connsiteX69" fmla="*/ 246529 w 586505"/>
                  <a:gd name="connsiteY69" fmla="*/ 137488 h 472676"/>
                  <a:gd name="connsiteX70" fmla="*/ 268661 w 586505"/>
                  <a:gd name="connsiteY70" fmla="*/ 126440 h 472676"/>
                  <a:gd name="connsiteX71" fmla="*/ 263128 w 586505"/>
                  <a:gd name="connsiteY71" fmla="*/ 105571 h 472676"/>
                  <a:gd name="connsiteX72" fmla="*/ 237922 w 586505"/>
                  <a:gd name="connsiteY72" fmla="*/ 107413 h 472676"/>
                  <a:gd name="connsiteX73" fmla="*/ 233619 w 586505"/>
                  <a:gd name="connsiteY73" fmla="*/ 101275 h 472676"/>
                  <a:gd name="connsiteX74" fmla="*/ 241611 w 586505"/>
                  <a:gd name="connsiteY74" fmla="*/ 77337 h 472676"/>
                  <a:gd name="connsiteX75" fmla="*/ 222552 w 586505"/>
                  <a:gd name="connsiteY75" fmla="*/ 66289 h 472676"/>
                  <a:gd name="connsiteX76" fmla="*/ 205953 w 586505"/>
                  <a:gd name="connsiteY76" fmla="*/ 85316 h 472676"/>
                  <a:gd name="connsiteX77" fmla="*/ 198576 w 586505"/>
                  <a:gd name="connsiteY77" fmla="*/ 84703 h 472676"/>
                  <a:gd name="connsiteX78" fmla="*/ 0 w 586505"/>
                  <a:gd name="connsiteY78" fmla="*/ 0 h 472676"/>
                  <a:gd name="connsiteX79" fmla="*/ 586505 w 586505"/>
                  <a:gd name="connsiteY79" fmla="*/ 0 h 472676"/>
                  <a:gd name="connsiteX80" fmla="*/ 586505 w 586505"/>
                  <a:gd name="connsiteY80" fmla="*/ 380548 h 472676"/>
                  <a:gd name="connsiteX81" fmla="*/ 0 w 586505"/>
                  <a:gd name="connsiteY81" fmla="*/ 380548 h 47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586505" h="472676">
                    <a:moveTo>
                      <a:pt x="205376" y="414381"/>
                    </a:moveTo>
                    <a:lnTo>
                      <a:pt x="381205" y="414381"/>
                    </a:lnTo>
                    <a:lnTo>
                      <a:pt x="440224" y="472676"/>
                    </a:lnTo>
                    <a:lnTo>
                      <a:pt x="146971" y="472676"/>
                    </a:lnTo>
                    <a:close/>
                    <a:moveTo>
                      <a:pt x="360870" y="179226"/>
                    </a:moveTo>
                    <a:cubicBezTo>
                      <a:pt x="380890" y="179226"/>
                      <a:pt x="397120" y="195434"/>
                      <a:pt x="397120" y="215427"/>
                    </a:cubicBezTo>
                    <a:cubicBezTo>
                      <a:pt x="397120" y="235420"/>
                      <a:pt x="380890" y="251628"/>
                      <a:pt x="360870" y="251628"/>
                    </a:cubicBezTo>
                    <a:cubicBezTo>
                      <a:pt x="340850" y="251628"/>
                      <a:pt x="324620" y="235420"/>
                      <a:pt x="324620" y="215427"/>
                    </a:cubicBezTo>
                    <a:cubicBezTo>
                      <a:pt x="324620" y="195434"/>
                      <a:pt x="340850" y="179226"/>
                      <a:pt x="360870" y="179226"/>
                    </a:cubicBezTo>
                    <a:close/>
                    <a:moveTo>
                      <a:pt x="344895" y="111709"/>
                    </a:moveTo>
                    <a:lnTo>
                      <a:pt x="338132" y="147309"/>
                    </a:lnTo>
                    <a:cubicBezTo>
                      <a:pt x="334443" y="148536"/>
                      <a:pt x="331369" y="149150"/>
                      <a:pt x="328295" y="150992"/>
                    </a:cubicBezTo>
                    <a:lnTo>
                      <a:pt x="298171" y="131350"/>
                    </a:lnTo>
                    <a:lnTo>
                      <a:pt x="276654" y="152833"/>
                    </a:lnTo>
                    <a:lnTo>
                      <a:pt x="296327" y="182909"/>
                    </a:lnTo>
                    <a:cubicBezTo>
                      <a:pt x="294482" y="185978"/>
                      <a:pt x="293253" y="189046"/>
                      <a:pt x="292023" y="192729"/>
                    </a:cubicBezTo>
                    <a:lnTo>
                      <a:pt x="256980" y="200095"/>
                    </a:lnTo>
                    <a:lnTo>
                      <a:pt x="256980" y="230784"/>
                    </a:lnTo>
                    <a:lnTo>
                      <a:pt x="292023" y="238149"/>
                    </a:lnTo>
                    <a:cubicBezTo>
                      <a:pt x="293253" y="241218"/>
                      <a:pt x="294482" y="244901"/>
                      <a:pt x="296327" y="247970"/>
                    </a:cubicBezTo>
                    <a:lnTo>
                      <a:pt x="276654" y="277432"/>
                    </a:lnTo>
                    <a:lnTo>
                      <a:pt x="298171" y="299528"/>
                    </a:lnTo>
                    <a:lnTo>
                      <a:pt x="328295" y="279887"/>
                    </a:lnTo>
                    <a:cubicBezTo>
                      <a:pt x="331369" y="281115"/>
                      <a:pt x="334443" y="282342"/>
                      <a:pt x="338132" y="283570"/>
                    </a:cubicBezTo>
                    <a:lnTo>
                      <a:pt x="344895" y="318556"/>
                    </a:lnTo>
                    <a:lnTo>
                      <a:pt x="376249" y="318556"/>
                    </a:lnTo>
                    <a:lnTo>
                      <a:pt x="383011" y="283570"/>
                    </a:lnTo>
                    <a:cubicBezTo>
                      <a:pt x="386700" y="282342"/>
                      <a:pt x="390389" y="281115"/>
                      <a:pt x="393463" y="279887"/>
                    </a:cubicBezTo>
                    <a:lnTo>
                      <a:pt x="422972" y="299528"/>
                    </a:lnTo>
                    <a:lnTo>
                      <a:pt x="445105" y="277432"/>
                    </a:lnTo>
                    <a:lnTo>
                      <a:pt x="425432" y="247970"/>
                    </a:lnTo>
                    <a:cubicBezTo>
                      <a:pt x="426661" y="244901"/>
                      <a:pt x="427891" y="241218"/>
                      <a:pt x="429120" y="237536"/>
                    </a:cubicBezTo>
                    <a:lnTo>
                      <a:pt x="464163" y="230784"/>
                    </a:lnTo>
                    <a:lnTo>
                      <a:pt x="464163" y="199481"/>
                    </a:lnTo>
                    <a:lnTo>
                      <a:pt x="429120" y="192729"/>
                    </a:lnTo>
                    <a:cubicBezTo>
                      <a:pt x="428505" y="189046"/>
                      <a:pt x="426661" y="185978"/>
                      <a:pt x="425432" y="182909"/>
                    </a:cubicBezTo>
                    <a:lnTo>
                      <a:pt x="445105" y="152833"/>
                    </a:lnTo>
                    <a:lnTo>
                      <a:pt x="422972" y="131350"/>
                    </a:lnTo>
                    <a:lnTo>
                      <a:pt x="393463" y="150992"/>
                    </a:lnTo>
                    <a:cubicBezTo>
                      <a:pt x="390389" y="149150"/>
                      <a:pt x="386700" y="148536"/>
                      <a:pt x="383626" y="147309"/>
                    </a:cubicBezTo>
                    <a:lnTo>
                      <a:pt x="376249" y="111709"/>
                    </a:lnTo>
                    <a:close/>
                    <a:moveTo>
                      <a:pt x="195847" y="109193"/>
                    </a:moveTo>
                    <a:cubicBezTo>
                      <a:pt x="209929" y="109193"/>
                      <a:pt x="221345" y="120609"/>
                      <a:pt x="221345" y="134691"/>
                    </a:cubicBezTo>
                    <a:cubicBezTo>
                      <a:pt x="221345" y="148773"/>
                      <a:pt x="209929" y="160189"/>
                      <a:pt x="195847" y="160189"/>
                    </a:cubicBezTo>
                    <a:cubicBezTo>
                      <a:pt x="181765" y="160189"/>
                      <a:pt x="170349" y="148773"/>
                      <a:pt x="170349" y="134691"/>
                    </a:cubicBezTo>
                    <a:cubicBezTo>
                      <a:pt x="170349" y="120609"/>
                      <a:pt x="181765" y="109193"/>
                      <a:pt x="195847" y="109193"/>
                    </a:cubicBezTo>
                    <a:close/>
                    <a:moveTo>
                      <a:pt x="187510" y="61993"/>
                    </a:moveTo>
                    <a:lnTo>
                      <a:pt x="165992" y="67517"/>
                    </a:lnTo>
                    <a:lnTo>
                      <a:pt x="167837" y="92682"/>
                    </a:lnTo>
                    <a:cubicBezTo>
                      <a:pt x="165992" y="93909"/>
                      <a:pt x="163533" y="95751"/>
                      <a:pt x="161689" y="96978"/>
                    </a:cubicBezTo>
                    <a:lnTo>
                      <a:pt x="137712" y="88999"/>
                    </a:lnTo>
                    <a:lnTo>
                      <a:pt x="127261" y="108027"/>
                    </a:lnTo>
                    <a:lnTo>
                      <a:pt x="145704" y="124599"/>
                    </a:lnTo>
                    <a:cubicBezTo>
                      <a:pt x="145090" y="127054"/>
                      <a:pt x="145090" y="129509"/>
                      <a:pt x="145090" y="131964"/>
                    </a:cubicBezTo>
                    <a:lnTo>
                      <a:pt x="122342" y="143012"/>
                    </a:lnTo>
                    <a:lnTo>
                      <a:pt x="127876" y="164495"/>
                    </a:lnTo>
                    <a:lnTo>
                      <a:pt x="153082" y="162654"/>
                    </a:lnTo>
                    <a:cubicBezTo>
                      <a:pt x="154311" y="165109"/>
                      <a:pt x="156156" y="166950"/>
                      <a:pt x="158000" y="168791"/>
                    </a:cubicBezTo>
                    <a:lnTo>
                      <a:pt x="150008" y="192729"/>
                    </a:lnTo>
                    <a:lnTo>
                      <a:pt x="168451" y="203164"/>
                    </a:lnTo>
                    <a:lnTo>
                      <a:pt x="185051" y="184750"/>
                    </a:lnTo>
                    <a:cubicBezTo>
                      <a:pt x="187510" y="185364"/>
                      <a:pt x="189969" y="185364"/>
                      <a:pt x="192428" y="185364"/>
                    </a:cubicBezTo>
                    <a:lnTo>
                      <a:pt x="204109" y="208074"/>
                    </a:lnTo>
                    <a:lnTo>
                      <a:pt x="225012" y="202550"/>
                    </a:lnTo>
                    <a:lnTo>
                      <a:pt x="223167" y="177385"/>
                    </a:lnTo>
                    <a:cubicBezTo>
                      <a:pt x="225626" y="175543"/>
                      <a:pt x="227471" y="174316"/>
                      <a:pt x="229315" y="172474"/>
                    </a:cubicBezTo>
                    <a:lnTo>
                      <a:pt x="253292" y="181067"/>
                    </a:lnTo>
                    <a:lnTo>
                      <a:pt x="264358" y="162040"/>
                    </a:lnTo>
                    <a:lnTo>
                      <a:pt x="245300" y="145468"/>
                    </a:lnTo>
                    <a:cubicBezTo>
                      <a:pt x="245914" y="143012"/>
                      <a:pt x="245914" y="140557"/>
                      <a:pt x="246529" y="137488"/>
                    </a:cubicBezTo>
                    <a:lnTo>
                      <a:pt x="268661" y="126440"/>
                    </a:lnTo>
                    <a:lnTo>
                      <a:pt x="263128" y="105571"/>
                    </a:lnTo>
                    <a:lnTo>
                      <a:pt x="237922" y="107413"/>
                    </a:lnTo>
                    <a:cubicBezTo>
                      <a:pt x="236693" y="104958"/>
                      <a:pt x="235463" y="103116"/>
                      <a:pt x="233619" y="101275"/>
                    </a:cubicBezTo>
                    <a:lnTo>
                      <a:pt x="241611" y="77337"/>
                    </a:lnTo>
                    <a:lnTo>
                      <a:pt x="222552" y="66289"/>
                    </a:lnTo>
                    <a:lnTo>
                      <a:pt x="205953" y="85316"/>
                    </a:lnTo>
                    <a:cubicBezTo>
                      <a:pt x="203494" y="84703"/>
                      <a:pt x="201035" y="84703"/>
                      <a:pt x="198576" y="84703"/>
                    </a:cubicBezTo>
                    <a:close/>
                    <a:moveTo>
                      <a:pt x="0" y="0"/>
                    </a:moveTo>
                    <a:lnTo>
                      <a:pt x="586505" y="0"/>
                    </a:lnTo>
                    <a:lnTo>
                      <a:pt x="586505" y="380548"/>
                    </a:lnTo>
                    <a:lnTo>
                      <a:pt x="0" y="3805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2" name="Shape1" descr="7dee0c4f-96c2-485c-8030-58a84bb96a77"/>
              <p:cNvSpPr/>
              <p:nvPr>
                <p:custDataLst>
                  <p:tags r:id="rId7"/>
                </p:custDataLst>
              </p:nvPr>
            </p:nvSpPr>
            <p:spPr>
              <a:xfrm>
                <a:off x="4235509" y="4403554"/>
                <a:ext cx="1295400" cy="1295400"/>
              </a:xfrm>
              <a:custGeom>
                <a:avLst/>
                <a:gdLst>
                  <a:gd name="connsiteX0" fmla="*/ 1295400 w 1295400"/>
                  <a:gd name="connsiteY0" fmla="*/ 0 h 1295400"/>
                  <a:gd name="connsiteX1" fmla="*/ 1295400 w 1295400"/>
                  <a:gd name="connsiteY1" fmla="*/ 1295400 h 1295400"/>
                  <a:gd name="connsiteX2" fmla="*/ 0 w 1295400"/>
                  <a:gd name="connsiteY2" fmla="*/ 1295400 h 1295400"/>
                  <a:gd name="connsiteX3" fmla="*/ 63501 w 1295400"/>
                  <a:gd name="connsiteY3" fmla="*/ 1231899 h 1295400"/>
                  <a:gd name="connsiteX4" fmla="*/ 1231899 w 1295400"/>
                  <a:gd name="connsiteY4" fmla="*/ 1231899 h 1295400"/>
                  <a:gd name="connsiteX5" fmla="*/ 1231899 w 1295400"/>
                  <a:gd name="connsiteY5" fmla="*/ 63501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5400" h="1295400">
                    <a:moveTo>
                      <a:pt x="1295400" y="0"/>
                    </a:moveTo>
                    <a:lnTo>
                      <a:pt x="1295400" y="1295400"/>
                    </a:lnTo>
                    <a:lnTo>
                      <a:pt x="0" y="1295400"/>
                    </a:lnTo>
                    <a:lnTo>
                      <a:pt x="63501" y="1231899"/>
                    </a:lnTo>
                    <a:lnTo>
                      <a:pt x="1231899" y="1231899"/>
                    </a:lnTo>
                    <a:lnTo>
                      <a:pt x="1231899" y="63501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</a:p>
            </p:txBody>
          </p:sp>
        </p:grpSp>
        <p:grpSp>
          <p:nvGrpSpPr>
            <p:cNvPr id="24" name="组合 23" descr="2085b581-fc8b-423d-b2e1-ba9164e691f3"/>
            <p:cNvGrpSpPr/>
            <p:nvPr/>
          </p:nvGrpSpPr>
          <p:grpSpPr>
            <a:xfrm>
              <a:off x="6463588" y="2601685"/>
              <a:ext cx="4176829" cy="3092774"/>
              <a:chOff x="6281678" y="2601685"/>
              <a:chExt cx="4176829" cy="3092774"/>
            </a:xfrm>
          </p:grpSpPr>
          <p:sp>
            <p:nvSpPr>
              <p:cNvPr id="14" name="IconBackground2" descr="1052b0a8-f4c0-419f-8278-b8c913fe84bd"/>
              <p:cNvSpPr/>
              <p:nvPr>
                <p:custDataLst>
                  <p:tags r:id="rId8"/>
                </p:custDataLst>
              </p:nvPr>
            </p:nvSpPr>
            <p:spPr>
              <a:xfrm>
                <a:off x="6281678" y="2601685"/>
                <a:ext cx="827315" cy="827315"/>
              </a:xfrm>
              <a:prstGeom prst="ellipse">
                <a:avLst/>
              </a:prstGeom>
              <a:gradFill>
                <a:gsLst>
                  <a:gs pos="5000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13500000" scaled="1"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</a:p>
            </p:txBody>
          </p:sp>
          <p:sp>
            <p:nvSpPr>
              <p:cNvPr id="15" name="ComponentBackground2" descr="b9a32140-4113-460d-a090-7bc9554b9569"/>
              <p:cNvSpPr/>
              <p:nvPr>
                <p:custDataLst>
                  <p:tags r:id="rId9"/>
                </p:custDataLst>
              </p:nvPr>
            </p:nvSpPr>
            <p:spPr>
              <a:xfrm>
                <a:off x="6573459" y="3018188"/>
                <a:ext cx="3847912" cy="2633061"/>
              </a:xfrm>
              <a:custGeom>
                <a:avLst/>
                <a:gdLst>
                  <a:gd name="connsiteX0" fmla="*/ 0 w 3847912"/>
                  <a:gd name="connsiteY0" fmla="*/ 617702 h 2633061"/>
                  <a:gd name="connsiteX1" fmla="*/ 0 w 3847912"/>
                  <a:gd name="connsiteY1" fmla="*/ 2633061 h 2633061"/>
                  <a:gd name="connsiteX2" fmla="*/ 3847913 w 3847912"/>
                  <a:gd name="connsiteY2" fmla="*/ 2633061 h 2633061"/>
                  <a:gd name="connsiteX3" fmla="*/ 3847913 w 3847912"/>
                  <a:gd name="connsiteY3" fmla="*/ 0 h 2633061"/>
                  <a:gd name="connsiteX4" fmla="*/ 733557 w 3847912"/>
                  <a:gd name="connsiteY4" fmla="*/ 0 h 263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47912" h="2633061">
                    <a:moveTo>
                      <a:pt x="0" y="617702"/>
                    </a:moveTo>
                    <a:lnTo>
                      <a:pt x="0" y="2633061"/>
                    </a:lnTo>
                    <a:lnTo>
                      <a:pt x="3847913" y="2633061"/>
                    </a:lnTo>
                    <a:lnTo>
                      <a:pt x="3847913" y="0"/>
                    </a:lnTo>
                    <a:lnTo>
                      <a:pt x="733557" y="0"/>
                    </a:lnTo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sp>
            <p:nvSpPr>
              <p:cNvPr id="18" name="Bullet2" descr="19e03cc7-bb15-4061-a645-a506cced8168"/>
              <p:cNvSpPr/>
              <p:nvPr>
                <p:custDataLst>
                  <p:tags r:id="rId10"/>
                </p:custDataLst>
              </p:nvPr>
            </p:nvSpPr>
            <p:spPr>
              <a:xfrm>
                <a:off x="6669500" y="3121517"/>
                <a:ext cx="3655831" cy="10134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超声波测距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9" name="Text2" descr="2cbc910d-b51a-406a-abf7-68363ab0f332"/>
              <p:cNvSpPr/>
              <p:nvPr>
                <p:custDataLst>
                  <p:tags r:id="rId11"/>
                </p:custDataLst>
              </p:nvPr>
            </p:nvSpPr>
            <p:spPr>
              <a:xfrm>
                <a:off x="6669503" y="4134976"/>
                <a:ext cx="3655825" cy="14298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成本低、结构简单，常用于短距离测量。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Icon2" descr="e14cba9a-1ab4-4c86-9da1-39e023983d1c"/>
              <p:cNvSpPr/>
              <p:nvPr>
                <p:custDataLst>
                  <p:tags r:id="rId12"/>
                </p:custDataLst>
              </p:nvPr>
            </p:nvSpPr>
            <p:spPr>
              <a:xfrm>
                <a:off x="6500633" y="2865094"/>
                <a:ext cx="389404" cy="300496"/>
              </a:xfrm>
              <a:custGeom>
                <a:avLst/>
                <a:gdLst>
                  <a:gd name="connsiteX0" fmla="*/ 0 w 375288"/>
                  <a:gd name="connsiteY0" fmla="*/ 16184 h 289603"/>
                  <a:gd name="connsiteX1" fmla="*/ 189565 w 375288"/>
                  <a:gd name="connsiteY1" fmla="*/ 172448 h 289603"/>
                  <a:gd name="connsiteX2" fmla="*/ 375288 w 375288"/>
                  <a:gd name="connsiteY2" fmla="*/ 17134 h 289603"/>
                  <a:gd name="connsiteX3" fmla="*/ 375288 w 375288"/>
                  <a:gd name="connsiteY3" fmla="*/ 289603 h 289603"/>
                  <a:gd name="connsiteX4" fmla="*/ 0 w 375288"/>
                  <a:gd name="connsiteY4" fmla="*/ 289603 h 289603"/>
                  <a:gd name="connsiteX5" fmla="*/ 20050 w 375288"/>
                  <a:gd name="connsiteY5" fmla="*/ 0 h 289603"/>
                  <a:gd name="connsiteX6" fmla="*/ 355328 w 375288"/>
                  <a:gd name="connsiteY6" fmla="*/ 0 h 289603"/>
                  <a:gd name="connsiteX7" fmla="*/ 189588 w 375288"/>
                  <a:gd name="connsiteY7" fmla="*/ 139092 h 289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5288" h="289603">
                    <a:moveTo>
                      <a:pt x="0" y="16184"/>
                    </a:moveTo>
                    <a:lnTo>
                      <a:pt x="189565" y="172448"/>
                    </a:lnTo>
                    <a:lnTo>
                      <a:pt x="375288" y="17134"/>
                    </a:lnTo>
                    <a:lnTo>
                      <a:pt x="375288" y="289603"/>
                    </a:lnTo>
                    <a:lnTo>
                      <a:pt x="0" y="289603"/>
                    </a:lnTo>
                    <a:close/>
                    <a:moveTo>
                      <a:pt x="20050" y="0"/>
                    </a:moveTo>
                    <a:lnTo>
                      <a:pt x="355328" y="0"/>
                    </a:lnTo>
                    <a:lnTo>
                      <a:pt x="189588" y="1390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3" name="Shape2" descr="3e186c61-8735-4c90-bad8-02b0b0782a72"/>
              <p:cNvSpPr/>
              <p:nvPr>
                <p:custDataLst>
                  <p:tags r:id="rId13"/>
                </p:custDataLst>
              </p:nvPr>
            </p:nvSpPr>
            <p:spPr>
              <a:xfrm>
                <a:off x="9163107" y="4399059"/>
                <a:ext cx="1295400" cy="1295400"/>
              </a:xfrm>
              <a:custGeom>
                <a:avLst/>
                <a:gdLst>
                  <a:gd name="connsiteX0" fmla="*/ 1295400 w 1295400"/>
                  <a:gd name="connsiteY0" fmla="*/ 0 h 1295400"/>
                  <a:gd name="connsiteX1" fmla="*/ 1295400 w 1295400"/>
                  <a:gd name="connsiteY1" fmla="*/ 1295400 h 1295400"/>
                  <a:gd name="connsiteX2" fmla="*/ 0 w 1295400"/>
                  <a:gd name="connsiteY2" fmla="*/ 1295400 h 1295400"/>
                  <a:gd name="connsiteX3" fmla="*/ 63501 w 1295400"/>
                  <a:gd name="connsiteY3" fmla="*/ 1231899 h 1295400"/>
                  <a:gd name="connsiteX4" fmla="*/ 1231899 w 1295400"/>
                  <a:gd name="connsiteY4" fmla="*/ 1231899 h 1295400"/>
                  <a:gd name="connsiteX5" fmla="*/ 1231899 w 1295400"/>
                  <a:gd name="connsiteY5" fmla="*/ 63501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5400" h="1295400">
                    <a:moveTo>
                      <a:pt x="1295400" y="0"/>
                    </a:moveTo>
                    <a:lnTo>
                      <a:pt x="1295400" y="1295400"/>
                    </a:lnTo>
                    <a:lnTo>
                      <a:pt x="0" y="1295400"/>
                    </a:lnTo>
                    <a:lnTo>
                      <a:pt x="63501" y="1231899"/>
                    </a:lnTo>
                    <a:lnTo>
                      <a:pt x="1231899" y="1231899"/>
                    </a:lnTo>
                    <a:lnTo>
                      <a:pt x="1231899" y="6350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077720" y="4525010"/>
            <a:ext cx="3353435" cy="22771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63360" y="4523740"/>
            <a:ext cx="4393565" cy="22783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红外开关类元器件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利用红外技术，实现设备智能控制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红外开关类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10" name="41a46ff0-9cb8-4e08-8f8d-0d282e1d9426.source.3.zh-Hans.pptx" descr="4407dcb7-f1f5-4408-b66c-cfa6b96f01da"/>
          <p:cNvGrpSpPr/>
          <p:nvPr>
            <p:custDataLst>
              <p:tags r:id="rId1"/>
            </p:custDataLst>
          </p:nvPr>
        </p:nvGrpSpPr>
        <p:grpSpPr>
          <a:xfrm>
            <a:off x="0" y="-28431"/>
            <a:ext cx="12050303" cy="6758997"/>
            <a:chOff x="0" y="-28431"/>
            <a:chExt cx="12050303" cy="6758997"/>
          </a:xfrm>
        </p:grpSpPr>
        <p:sp>
          <p:nvSpPr>
            <p:cNvPr id="123" name="圆角矩形 122" descr="da807878-159d-49fb-b468-e38034751780"/>
            <p:cNvSpPr/>
            <p:nvPr>
              <p:custDataLst>
                <p:tags r:id="rId2"/>
              </p:custDataLst>
            </p:nvPr>
          </p:nvSpPr>
          <p:spPr>
            <a:xfrm>
              <a:off x="2601961" y="1843608"/>
              <a:ext cx="6975379" cy="47394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124" name="圆角矩形 123" descr="3a0febcc-c713-4fad-ba99-5c6d0282a8ea"/>
            <p:cNvSpPr/>
            <p:nvPr>
              <p:custDataLst>
                <p:tags r:id="rId3"/>
              </p:custDataLst>
            </p:nvPr>
          </p:nvSpPr>
          <p:spPr>
            <a:xfrm>
              <a:off x="2601961" y="3386401"/>
              <a:ext cx="6975379" cy="4739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126" name="任意多边形 125" descr="e4ac78e8-4c84-4485-bc88-ed7f67c18aaa"/>
            <p:cNvSpPr/>
            <p:nvPr/>
          </p:nvSpPr>
          <p:spPr>
            <a:xfrm rot="16200000">
              <a:off x="0" y="-28431"/>
              <a:ext cx="2599815" cy="2599815"/>
            </a:xfrm>
            <a:custGeom>
              <a:avLst/>
              <a:gdLst>
                <a:gd name="connsiteX0" fmla="*/ 0 w 2599815"/>
                <a:gd name="connsiteY0" fmla="*/ 0 h 2599815"/>
                <a:gd name="connsiteX1" fmla="*/ 1299908 w 2599815"/>
                <a:gd name="connsiteY1" fmla="*/ 0 h 2599815"/>
                <a:gd name="connsiteX2" fmla="*/ 2466908 w 2599815"/>
                <a:gd name="connsiteY2" fmla="*/ 1293197 h 2599815"/>
                <a:gd name="connsiteX3" fmla="*/ 2599815 w 2599815"/>
                <a:gd name="connsiteY3" fmla="*/ 1299908 h 2599815"/>
                <a:gd name="connsiteX4" fmla="*/ 2599815 w 2599815"/>
                <a:gd name="connsiteY4" fmla="*/ 2599815 h 2599815"/>
                <a:gd name="connsiteX5" fmla="*/ 0 w 2599815"/>
                <a:gd name="connsiteY5" fmla="*/ 0 h 259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9815" h="2599815">
                  <a:moveTo>
                    <a:pt x="0" y="0"/>
                  </a:moveTo>
                  <a:lnTo>
                    <a:pt x="1299908" y="0"/>
                  </a:lnTo>
                  <a:cubicBezTo>
                    <a:pt x="1299908" y="673049"/>
                    <a:pt x="1811422" y="1226629"/>
                    <a:pt x="2466908" y="1293197"/>
                  </a:cubicBezTo>
                  <a:lnTo>
                    <a:pt x="2599815" y="1299908"/>
                  </a:lnTo>
                  <a:lnTo>
                    <a:pt x="2599815" y="2599815"/>
                  </a:lnTo>
                  <a:cubicBezTo>
                    <a:pt x="1163977" y="2599815"/>
                    <a:pt x="0" y="1435838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</a:p>
          </p:txBody>
        </p:sp>
        <p:sp>
          <p:nvSpPr>
            <p:cNvPr id="125" name="圆角矩形 124" descr="dddba1bb-d0ce-487b-b44f-2ec94fac8852"/>
            <p:cNvSpPr/>
            <p:nvPr>
              <p:custDataLst>
                <p:tags r:id="rId4"/>
              </p:custDataLst>
            </p:nvPr>
          </p:nvSpPr>
          <p:spPr>
            <a:xfrm>
              <a:off x="2601961" y="4881800"/>
              <a:ext cx="6975379" cy="47394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3" name="任意多边形: 形状 1" descr="cdc57b47-9ae5-422d-a475-efe69a1eea37"/>
            <p:cNvSpPr/>
            <p:nvPr/>
          </p:nvSpPr>
          <p:spPr>
            <a:xfrm rot="5400000">
              <a:off x="11105571" y="5785834"/>
              <a:ext cx="418086" cy="1471378"/>
            </a:xfrm>
            <a:custGeom>
              <a:avLst/>
              <a:gdLst>
                <a:gd name="connsiteX0" fmla="*/ 369646 w 418086"/>
                <a:gd name="connsiteY0" fmla="*/ 24220 h 1471378"/>
                <a:gd name="connsiteX1" fmla="*/ 393866 w 418086"/>
                <a:gd name="connsiteY1" fmla="*/ 0 h 1471378"/>
                <a:gd name="connsiteX2" fmla="*/ 418086 w 418086"/>
                <a:gd name="connsiteY2" fmla="*/ 24220 h 1471378"/>
                <a:gd name="connsiteX3" fmla="*/ 393866 w 418086"/>
                <a:gd name="connsiteY3" fmla="*/ 48440 h 1471378"/>
                <a:gd name="connsiteX4" fmla="*/ 369646 w 418086"/>
                <a:gd name="connsiteY4" fmla="*/ 24220 h 1471378"/>
                <a:gd name="connsiteX5" fmla="*/ 369646 w 418086"/>
                <a:gd name="connsiteY5" fmla="*/ 228506 h 1471378"/>
                <a:gd name="connsiteX6" fmla="*/ 393866 w 418086"/>
                <a:gd name="connsiteY6" fmla="*/ 204286 h 1471378"/>
                <a:gd name="connsiteX7" fmla="*/ 418086 w 418086"/>
                <a:gd name="connsiteY7" fmla="*/ 228506 h 1471378"/>
                <a:gd name="connsiteX8" fmla="*/ 393866 w 418086"/>
                <a:gd name="connsiteY8" fmla="*/ 252726 h 1471378"/>
                <a:gd name="connsiteX9" fmla="*/ 369646 w 418086"/>
                <a:gd name="connsiteY9" fmla="*/ 228506 h 1471378"/>
                <a:gd name="connsiteX10" fmla="*/ 369646 w 418086"/>
                <a:gd name="connsiteY10" fmla="*/ 432792 h 1471378"/>
                <a:gd name="connsiteX11" fmla="*/ 393866 w 418086"/>
                <a:gd name="connsiteY11" fmla="*/ 408572 h 1471378"/>
                <a:gd name="connsiteX12" fmla="*/ 418086 w 418086"/>
                <a:gd name="connsiteY12" fmla="*/ 432792 h 1471378"/>
                <a:gd name="connsiteX13" fmla="*/ 393866 w 418086"/>
                <a:gd name="connsiteY13" fmla="*/ 457012 h 1471378"/>
                <a:gd name="connsiteX14" fmla="*/ 369646 w 418086"/>
                <a:gd name="connsiteY14" fmla="*/ 432792 h 1471378"/>
                <a:gd name="connsiteX15" fmla="*/ 369646 w 418086"/>
                <a:gd name="connsiteY15" fmla="*/ 637078 h 1471378"/>
                <a:gd name="connsiteX16" fmla="*/ 393866 w 418086"/>
                <a:gd name="connsiteY16" fmla="*/ 612858 h 1471378"/>
                <a:gd name="connsiteX17" fmla="*/ 418086 w 418086"/>
                <a:gd name="connsiteY17" fmla="*/ 637078 h 1471378"/>
                <a:gd name="connsiteX18" fmla="*/ 393866 w 418086"/>
                <a:gd name="connsiteY18" fmla="*/ 661298 h 1471378"/>
                <a:gd name="connsiteX19" fmla="*/ 369646 w 418086"/>
                <a:gd name="connsiteY19" fmla="*/ 637078 h 1471378"/>
                <a:gd name="connsiteX20" fmla="*/ 369646 w 418086"/>
                <a:gd name="connsiteY20" fmla="*/ 839634 h 1471378"/>
                <a:gd name="connsiteX21" fmla="*/ 393866 w 418086"/>
                <a:gd name="connsiteY21" fmla="*/ 815414 h 1471378"/>
                <a:gd name="connsiteX22" fmla="*/ 418086 w 418086"/>
                <a:gd name="connsiteY22" fmla="*/ 839634 h 1471378"/>
                <a:gd name="connsiteX23" fmla="*/ 393866 w 418086"/>
                <a:gd name="connsiteY23" fmla="*/ 863854 h 1471378"/>
                <a:gd name="connsiteX24" fmla="*/ 369646 w 418086"/>
                <a:gd name="connsiteY24" fmla="*/ 839634 h 1471378"/>
                <a:gd name="connsiteX25" fmla="*/ 369646 w 418086"/>
                <a:gd name="connsiteY25" fmla="*/ 1042190 h 1471378"/>
                <a:gd name="connsiteX26" fmla="*/ 393866 w 418086"/>
                <a:gd name="connsiteY26" fmla="*/ 1017970 h 1471378"/>
                <a:gd name="connsiteX27" fmla="*/ 418086 w 418086"/>
                <a:gd name="connsiteY27" fmla="*/ 1042190 h 1471378"/>
                <a:gd name="connsiteX28" fmla="*/ 393866 w 418086"/>
                <a:gd name="connsiteY28" fmla="*/ 1066410 h 1471378"/>
                <a:gd name="connsiteX29" fmla="*/ 369646 w 418086"/>
                <a:gd name="connsiteY29" fmla="*/ 1042190 h 1471378"/>
                <a:gd name="connsiteX30" fmla="*/ 369646 w 418086"/>
                <a:gd name="connsiteY30" fmla="*/ 1244602 h 1471378"/>
                <a:gd name="connsiteX31" fmla="*/ 393866 w 418086"/>
                <a:gd name="connsiteY31" fmla="*/ 1220382 h 1471378"/>
                <a:gd name="connsiteX32" fmla="*/ 418086 w 418086"/>
                <a:gd name="connsiteY32" fmla="*/ 1244602 h 1471378"/>
                <a:gd name="connsiteX33" fmla="*/ 393866 w 418086"/>
                <a:gd name="connsiteY33" fmla="*/ 1268822 h 1471378"/>
                <a:gd name="connsiteX34" fmla="*/ 369646 w 418086"/>
                <a:gd name="connsiteY34" fmla="*/ 1244602 h 1471378"/>
                <a:gd name="connsiteX35" fmla="*/ 369646 w 418086"/>
                <a:gd name="connsiteY35" fmla="*/ 1447158 h 1471378"/>
                <a:gd name="connsiteX36" fmla="*/ 393866 w 418086"/>
                <a:gd name="connsiteY36" fmla="*/ 1422938 h 1471378"/>
                <a:gd name="connsiteX37" fmla="*/ 418086 w 418086"/>
                <a:gd name="connsiteY37" fmla="*/ 1447158 h 1471378"/>
                <a:gd name="connsiteX38" fmla="*/ 393866 w 418086"/>
                <a:gd name="connsiteY38" fmla="*/ 1471378 h 1471378"/>
                <a:gd name="connsiteX39" fmla="*/ 369646 w 418086"/>
                <a:gd name="connsiteY39" fmla="*/ 1447158 h 1471378"/>
                <a:gd name="connsiteX40" fmla="*/ 184823 w 418086"/>
                <a:gd name="connsiteY40" fmla="*/ 24220 h 1471378"/>
                <a:gd name="connsiteX41" fmla="*/ 209043 w 418086"/>
                <a:gd name="connsiteY41" fmla="*/ 0 h 1471378"/>
                <a:gd name="connsiteX42" fmla="*/ 233263 w 418086"/>
                <a:gd name="connsiteY42" fmla="*/ 24220 h 1471378"/>
                <a:gd name="connsiteX43" fmla="*/ 209043 w 418086"/>
                <a:gd name="connsiteY43" fmla="*/ 48440 h 1471378"/>
                <a:gd name="connsiteX44" fmla="*/ 184823 w 418086"/>
                <a:gd name="connsiteY44" fmla="*/ 24220 h 1471378"/>
                <a:gd name="connsiteX45" fmla="*/ 184823 w 418086"/>
                <a:gd name="connsiteY45" fmla="*/ 228506 h 1471378"/>
                <a:gd name="connsiteX46" fmla="*/ 209043 w 418086"/>
                <a:gd name="connsiteY46" fmla="*/ 204286 h 1471378"/>
                <a:gd name="connsiteX47" fmla="*/ 233263 w 418086"/>
                <a:gd name="connsiteY47" fmla="*/ 228506 h 1471378"/>
                <a:gd name="connsiteX48" fmla="*/ 209043 w 418086"/>
                <a:gd name="connsiteY48" fmla="*/ 252726 h 1471378"/>
                <a:gd name="connsiteX49" fmla="*/ 184823 w 418086"/>
                <a:gd name="connsiteY49" fmla="*/ 228506 h 1471378"/>
                <a:gd name="connsiteX50" fmla="*/ 184823 w 418086"/>
                <a:gd name="connsiteY50" fmla="*/ 432792 h 1471378"/>
                <a:gd name="connsiteX51" fmla="*/ 209043 w 418086"/>
                <a:gd name="connsiteY51" fmla="*/ 408572 h 1471378"/>
                <a:gd name="connsiteX52" fmla="*/ 233263 w 418086"/>
                <a:gd name="connsiteY52" fmla="*/ 432792 h 1471378"/>
                <a:gd name="connsiteX53" fmla="*/ 209043 w 418086"/>
                <a:gd name="connsiteY53" fmla="*/ 457012 h 1471378"/>
                <a:gd name="connsiteX54" fmla="*/ 184823 w 418086"/>
                <a:gd name="connsiteY54" fmla="*/ 432792 h 1471378"/>
                <a:gd name="connsiteX55" fmla="*/ 184823 w 418086"/>
                <a:gd name="connsiteY55" fmla="*/ 637078 h 1471378"/>
                <a:gd name="connsiteX56" fmla="*/ 209043 w 418086"/>
                <a:gd name="connsiteY56" fmla="*/ 612858 h 1471378"/>
                <a:gd name="connsiteX57" fmla="*/ 233263 w 418086"/>
                <a:gd name="connsiteY57" fmla="*/ 637078 h 1471378"/>
                <a:gd name="connsiteX58" fmla="*/ 209043 w 418086"/>
                <a:gd name="connsiteY58" fmla="*/ 661298 h 1471378"/>
                <a:gd name="connsiteX59" fmla="*/ 184823 w 418086"/>
                <a:gd name="connsiteY59" fmla="*/ 637078 h 1471378"/>
                <a:gd name="connsiteX60" fmla="*/ 184823 w 418086"/>
                <a:gd name="connsiteY60" fmla="*/ 839634 h 1471378"/>
                <a:gd name="connsiteX61" fmla="*/ 209043 w 418086"/>
                <a:gd name="connsiteY61" fmla="*/ 815414 h 1471378"/>
                <a:gd name="connsiteX62" fmla="*/ 233263 w 418086"/>
                <a:gd name="connsiteY62" fmla="*/ 839634 h 1471378"/>
                <a:gd name="connsiteX63" fmla="*/ 209043 w 418086"/>
                <a:gd name="connsiteY63" fmla="*/ 863854 h 1471378"/>
                <a:gd name="connsiteX64" fmla="*/ 184823 w 418086"/>
                <a:gd name="connsiteY64" fmla="*/ 839634 h 1471378"/>
                <a:gd name="connsiteX65" fmla="*/ 184823 w 418086"/>
                <a:gd name="connsiteY65" fmla="*/ 1042190 h 1471378"/>
                <a:gd name="connsiteX66" fmla="*/ 209043 w 418086"/>
                <a:gd name="connsiteY66" fmla="*/ 1017970 h 1471378"/>
                <a:gd name="connsiteX67" fmla="*/ 233263 w 418086"/>
                <a:gd name="connsiteY67" fmla="*/ 1042190 h 1471378"/>
                <a:gd name="connsiteX68" fmla="*/ 209043 w 418086"/>
                <a:gd name="connsiteY68" fmla="*/ 1066410 h 1471378"/>
                <a:gd name="connsiteX69" fmla="*/ 184823 w 418086"/>
                <a:gd name="connsiteY69" fmla="*/ 1042190 h 1471378"/>
                <a:gd name="connsiteX70" fmla="*/ 184823 w 418086"/>
                <a:gd name="connsiteY70" fmla="*/ 1244602 h 1471378"/>
                <a:gd name="connsiteX71" fmla="*/ 209043 w 418086"/>
                <a:gd name="connsiteY71" fmla="*/ 1220382 h 1471378"/>
                <a:gd name="connsiteX72" fmla="*/ 233263 w 418086"/>
                <a:gd name="connsiteY72" fmla="*/ 1244602 h 1471378"/>
                <a:gd name="connsiteX73" fmla="*/ 209043 w 418086"/>
                <a:gd name="connsiteY73" fmla="*/ 1268822 h 1471378"/>
                <a:gd name="connsiteX74" fmla="*/ 184823 w 418086"/>
                <a:gd name="connsiteY74" fmla="*/ 1244602 h 1471378"/>
                <a:gd name="connsiteX75" fmla="*/ 184823 w 418086"/>
                <a:gd name="connsiteY75" fmla="*/ 1447158 h 1471378"/>
                <a:gd name="connsiteX76" fmla="*/ 209043 w 418086"/>
                <a:gd name="connsiteY76" fmla="*/ 1422938 h 1471378"/>
                <a:gd name="connsiteX77" fmla="*/ 233263 w 418086"/>
                <a:gd name="connsiteY77" fmla="*/ 1447158 h 1471378"/>
                <a:gd name="connsiteX78" fmla="*/ 209043 w 418086"/>
                <a:gd name="connsiteY78" fmla="*/ 1471378 h 1471378"/>
                <a:gd name="connsiteX79" fmla="*/ 184823 w 418086"/>
                <a:gd name="connsiteY79" fmla="*/ 1447158 h 1471378"/>
                <a:gd name="connsiteX80" fmla="*/ 0 w 418086"/>
                <a:gd name="connsiteY80" fmla="*/ 24220 h 1471378"/>
                <a:gd name="connsiteX81" fmla="*/ 24220 w 418086"/>
                <a:gd name="connsiteY81" fmla="*/ 0 h 1471378"/>
                <a:gd name="connsiteX82" fmla="*/ 48440 w 418086"/>
                <a:gd name="connsiteY82" fmla="*/ 24220 h 1471378"/>
                <a:gd name="connsiteX83" fmla="*/ 24220 w 418086"/>
                <a:gd name="connsiteY83" fmla="*/ 48440 h 1471378"/>
                <a:gd name="connsiteX84" fmla="*/ 0 w 418086"/>
                <a:gd name="connsiteY84" fmla="*/ 24220 h 1471378"/>
                <a:gd name="connsiteX85" fmla="*/ 0 w 418086"/>
                <a:gd name="connsiteY85" fmla="*/ 228506 h 1471378"/>
                <a:gd name="connsiteX86" fmla="*/ 24220 w 418086"/>
                <a:gd name="connsiteY86" fmla="*/ 204286 h 1471378"/>
                <a:gd name="connsiteX87" fmla="*/ 48440 w 418086"/>
                <a:gd name="connsiteY87" fmla="*/ 228506 h 1471378"/>
                <a:gd name="connsiteX88" fmla="*/ 24220 w 418086"/>
                <a:gd name="connsiteY88" fmla="*/ 252726 h 1471378"/>
                <a:gd name="connsiteX89" fmla="*/ 0 w 418086"/>
                <a:gd name="connsiteY89" fmla="*/ 228506 h 1471378"/>
                <a:gd name="connsiteX90" fmla="*/ 0 w 418086"/>
                <a:gd name="connsiteY90" fmla="*/ 432792 h 1471378"/>
                <a:gd name="connsiteX91" fmla="*/ 24220 w 418086"/>
                <a:gd name="connsiteY91" fmla="*/ 408572 h 1471378"/>
                <a:gd name="connsiteX92" fmla="*/ 48440 w 418086"/>
                <a:gd name="connsiteY92" fmla="*/ 432792 h 1471378"/>
                <a:gd name="connsiteX93" fmla="*/ 24220 w 418086"/>
                <a:gd name="connsiteY93" fmla="*/ 457012 h 1471378"/>
                <a:gd name="connsiteX94" fmla="*/ 0 w 418086"/>
                <a:gd name="connsiteY94" fmla="*/ 432792 h 1471378"/>
                <a:gd name="connsiteX95" fmla="*/ 0 w 418086"/>
                <a:gd name="connsiteY95" fmla="*/ 637078 h 1471378"/>
                <a:gd name="connsiteX96" fmla="*/ 24220 w 418086"/>
                <a:gd name="connsiteY96" fmla="*/ 612858 h 1471378"/>
                <a:gd name="connsiteX97" fmla="*/ 48440 w 418086"/>
                <a:gd name="connsiteY97" fmla="*/ 637078 h 1471378"/>
                <a:gd name="connsiteX98" fmla="*/ 24220 w 418086"/>
                <a:gd name="connsiteY98" fmla="*/ 661298 h 1471378"/>
                <a:gd name="connsiteX99" fmla="*/ 0 w 418086"/>
                <a:gd name="connsiteY99" fmla="*/ 637078 h 1471378"/>
                <a:gd name="connsiteX100" fmla="*/ 0 w 418086"/>
                <a:gd name="connsiteY100" fmla="*/ 839634 h 1471378"/>
                <a:gd name="connsiteX101" fmla="*/ 24220 w 418086"/>
                <a:gd name="connsiteY101" fmla="*/ 815414 h 1471378"/>
                <a:gd name="connsiteX102" fmla="*/ 48440 w 418086"/>
                <a:gd name="connsiteY102" fmla="*/ 839634 h 1471378"/>
                <a:gd name="connsiteX103" fmla="*/ 24220 w 418086"/>
                <a:gd name="connsiteY103" fmla="*/ 863854 h 1471378"/>
                <a:gd name="connsiteX104" fmla="*/ 0 w 418086"/>
                <a:gd name="connsiteY104" fmla="*/ 839634 h 1471378"/>
                <a:gd name="connsiteX105" fmla="*/ 0 w 418086"/>
                <a:gd name="connsiteY105" fmla="*/ 1042190 h 1471378"/>
                <a:gd name="connsiteX106" fmla="*/ 24220 w 418086"/>
                <a:gd name="connsiteY106" fmla="*/ 1017970 h 1471378"/>
                <a:gd name="connsiteX107" fmla="*/ 48440 w 418086"/>
                <a:gd name="connsiteY107" fmla="*/ 1042190 h 1471378"/>
                <a:gd name="connsiteX108" fmla="*/ 24220 w 418086"/>
                <a:gd name="connsiteY108" fmla="*/ 1066410 h 1471378"/>
                <a:gd name="connsiteX109" fmla="*/ 0 w 418086"/>
                <a:gd name="connsiteY109" fmla="*/ 1042190 h 1471378"/>
                <a:gd name="connsiteX110" fmla="*/ 0 w 418086"/>
                <a:gd name="connsiteY110" fmla="*/ 1244602 h 1471378"/>
                <a:gd name="connsiteX111" fmla="*/ 24220 w 418086"/>
                <a:gd name="connsiteY111" fmla="*/ 1220382 h 1471378"/>
                <a:gd name="connsiteX112" fmla="*/ 48440 w 418086"/>
                <a:gd name="connsiteY112" fmla="*/ 1244602 h 1471378"/>
                <a:gd name="connsiteX113" fmla="*/ 24220 w 418086"/>
                <a:gd name="connsiteY113" fmla="*/ 1268822 h 1471378"/>
                <a:gd name="connsiteX114" fmla="*/ 0 w 418086"/>
                <a:gd name="connsiteY114" fmla="*/ 1244602 h 1471378"/>
                <a:gd name="connsiteX115" fmla="*/ 0 w 418086"/>
                <a:gd name="connsiteY115" fmla="*/ 1447158 h 1471378"/>
                <a:gd name="connsiteX116" fmla="*/ 24220 w 418086"/>
                <a:gd name="connsiteY116" fmla="*/ 1422938 h 1471378"/>
                <a:gd name="connsiteX117" fmla="*/ 48440 w 418086"/>
                <a:gd name="connsiteY117" fmla="*/ 1447158 h 1471378"/>
                <a:gd name="connsiteX118" fmla="*/ 24220 w 418086"/>
                <a:gd name="connsiteY118" fmla="*/ 1471378 h 1471378"/>
                <a:gd name="connsiteX119" fmla="*/ 0 w 418086"/>
                <a:gd name="connsiteY119" fmla="*/ 1447158 h 147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418086" h="1471378">
                  <a:moveTo>
                    <a:pt x="369646" y="24220"/>
                  </a:moveTo>
                  <a:cubicBezTo>
                    <a:pt x="369646" y="10844"/>
                    <a:pt x="380490" y="0"/>
                    <a:pt x="393866" y="0"/>
                  </a:cubicBezTo>
                  <a:cubicBezTo>
                    <a:pt x="407242" y="0"/>
                    <a:pt x="418086" y="10844"/>
                    <a:pt x="418086" y="24220"/>
                  </a:cubicBezTo>
                  <a:cubicBezTo>
                    <a:pt x="418086" y="37596"/>
                    <a:pt x="407242" y="48440"/>
                    <a:pt x="393866" y="48440"/>
                  </a:cubicBezTo>
                  <a:cubicBezTo>
                    <a:pt x="380490" y="48440"/>
                    <a:pt x="369646" y="37596"/>
                    <a:pt x="369646" y="24220"/>
                  </a:cubicBezTo>
                  <a:close/>
                  <a:moveTo>
                    <a:pt x="369646" y="228506"/>
                  </a:moveTo>
                  <a:cubicBezTo>
                    <a:pt x="369646" y="215130"/>
                    <a:pt x="380490" y="204286"/>
                    <a:pt x="393866" y="204286"/>
                  </a:cubicBezTo>
                  <a:cubicBezTo>
                    <a:pt x="407242" y="204286"/>
                    <a:pt x="418086" y="215130"/>
                    <a:pt x="418086" y="228506"/>
                  </a:cubicBezTo>
                  <a:cubicBezTo>
                    <a:pt x="418086" y="241882"/>
                    <a:pt x="407242" y="252726"/>
                    <a:pt x="393866" y="252726"/>
                  </a:cubicBezTo>
                  <a:cubicBezTo>
                    <a:pt x="380490" y="252726"/>
                    <a:pt x="369646" y="241882"/>
                    <a:pt x="369646" y="228506"/>
                  </a:cubicBezTo>
                  <a:close/>
                  <a:moveTo>
                    <a:pt x="369646" y="432792"/>
                  </a:moveTo>
                  <a:cubicBezTo>
                    <a:pt x="369646" y="419416"/>
                    <a:pt x="380490" y="408572"/>
                    <a:pt x="393866" y="408572"/>
                  </a:cubicBezTo>
                  <a:cubicBezTo>
                    <a:pt x="407242" y="408572"/>
                    <a:pt x="418086" y="419416"/>
                    <a:pt x="418086" y="432792"/>
                  </a:cubicBezTo>
                  <a:cubicBezTo>
                    <a:pt x="418086" y="446168"/>
                    <a:pt x="407242" y="457012"/>
                    <a:pt x="393866" y="457012"/>
                  </a:cubicBezTo>
                  <a:cubicBezTo>
                    <a:pt x="380490" y="457012"/>
                    <a:pt x="369646" y="446168"/>
                    <a:pt x="369646" y="432792"/>
                  </a:cubicBezTo>
                  <a:close/>
                  <a:moveTo>
                    <a:pt x="369646" y="637078"/>
                  </a:moveTo>
                  <a:cubicBezTo>
                    <a:pt x="369646" y="623702"/>
                    <a:pt x="380490" y="612858"/>
                    <a:pt x="393866" y="612858"/>
                  </a:cubicBezTo>
                  <a:cubicBezTo>
                    <a:pt x="407242" y="612858"/>
                    <a:pt x="418086" y="623702"/>
                    <a:pt x="418086" y="637078"/>
                  </a:cubicBezTo>
                  <a:cubicBezTo>
                    <a:pt x="418086" y="650454"/>
                    <a:pt x="407242" y="661298"/>
                    <a:pt x="393866" y="661298"/>
                  </a:cubicBezTo>
                  <a:cubicBezTo>
                    <a:pt x="380490" y="661298"/>
                    <a:pt x="369646" y="650454"/>
                    <a:pt x="369646" y="637078"/>
                  </a:cubicBezTo>
                  <a:close/>
                  <a:moveTo>
                    <a:pt x="369646" y="839634"/>
                  </a:moveTo>
                  <a:cubicBezTo>
                    <a:pt x="369646" y="826258"/>
                    <a:pt x="380490" y="815414"/>
                    <a:pt x="393866" y="815414"/>
                  </a:cubicBezTo>
                  <a:cubicBezTo>
                    <a:pt x="407242" y="815414"/>
                    <a:pt x="418086" y="826258"/>
                    <a:pt x="418086" y="839634"/>
                  </a:cubicBezTo>
                  <a:cubicBezTo>
                    <a:pt x="418086" y="853010"/>
                    <a:pt x="407242" y="863854"/>
                    <a:pt x="393866" y="863854"/>
                  </a:cubicBezTo>
                  <a:cubicBezTo>
                    <a:pt x="380490" y="863854"/>
                    <a:pt x="369646" y="853010"/>
                    <a:pt x="369646" y="839634"/>
                  </a:cubicBezTo>
                  <a:close/>
                  <a:moveTo>
                    <a:pt x="369646" y="1042190"/>
                  </a:moveTo>
                  <a:cubicBezTo>
                    <a:pt x="369646" y="1028814"/>
                    <a:pt x="380490" y="1017970"/>
                    <a:pt x="393866" y="1017970"/>
                  </a:cubicBezTo>
                  <a:cubicBezTo>
                    <a:pt x="407242" y="1017970"/>
                    <a:pt x="418086" y="1028814"/>
                    <a:pt x="418086" y="1042190"/>
                  </a:cubicBezTo>
                  <a:cubicBezTo>
                    <a:pt x="418086" y="1055566"/>
                    <a:pt x="407242" y="1066410"/>
                    <a:pt x="393866" y="1066410"/>
                  </a:cubicBezTo>
                  <a:cubicBezTo>
                    <a:pt x="380490" y="1066410"/>
                    <a:pt x="369646" y="1055566"/>
                    <a:pt x="369646" y="1042190"/>
                  </a:cubicBezTo>
                  <a:close/>
                  <a:moveTo>
                    <a:pt x="369646" y="1244602"/>
                  </a:moveTo>
                  <a:cubicBezTo>
                    <a:pt x="369646" y="1231226"/>
                    <a:pt x="380490" y="1220382"/>
                    <a:pt x="393866" y="1220382"/>
                  </a:cubicBezTo>
                  <a:cubicBezTo>
                    <a:pt x="407242" y="1220382"/>
                    <a:pt x="418086" y="1231226"/>
                    <a:pt x="418086" y="1244602"/>
                  </a:cubicBezTo>
                  <a:cubicBezTo>
                    <a:pt x="418086" y="1257978"/>
                    <a:pt x="407242" y="1268822"/>
                    <a:pt x="393866" y="1268822"/>
                  </a:cubicBezTo>
                  <a:cubicBezTo>
                    <a:pt x="380490" y="1268822"/>
                    <a:pt x="369646" y="1257978"/>
                    <a:pt x="369646" y="1244602"/>
                  </a:cubicBezTo>
                  <a:close/>
                  <a:moveTo>
                    <a:pt x="369646" y="1447158"/>
                  </a:moveTo>
                  <a:cubicBezTo>
                    <a:pt x="369646" y="1433782"/>
                    <a:pt x="380490" y="1422938"/>
                    <a:pt x="393866" y="1422938"/>
                  </a:cubicBezTo>
                  <a:cubicBezTo>
                    <a:pt x="407242" y="1422938"/>
                    <a:pt x="418086" y="1433782"/>
                    <a:pt x="418086" y="1447158"/>
                  </a:cubicBezTo>
                  <a:cubicBezTo>
                    <a:pt x="418086" y="1460534"/>
                    <a:pt x="407242" y="1471378"/>
                    <a:pt x="393866" y="1471378"/>
                  </a:cubicBezTo>
                  <a:cubicBezTo>
                    <a:pt x="380490" y="1471378"/>
                    <a:pt x="369646" y="1460534"/>
                    <a:pt x="369646" y="1447158"/>
                  </a:cubicBezTo>
                  <a:close/>
                  <a:moveTo>
                    <a:pt x="184823" y="24220"/>
                  </a:moveTo>
                  <a:cubicBezTo>
                    <a:pt x="184823" y="10844"/>
                    <a:pt x="195667" y="0"/>
                    <a:pt x="209043" y="0"/>
                  </a:cubicBezTo>
                  <a:cubicBezTo>
                    <a:pt x="222419" y="0"/>
                    <a:pt x="233263" y="10844"/>
                    <a:pt x="233263" y="24220"/>
                  </a:cubicBezTo>
                  <a:cubicBezTo>
                    <a:pt x="233263" y="37596"/>
                    <a:pt x="222419" y="48440"/>
                    <a:pt x="209043" y="48440"/>
                  </a:cubicBezTo>
                  <a:cubicBezTo>
                    <a:pt x="195667" y="48440"/>
                    <a:pt x="184823" y="37596"/>
                    <a:pt x="184823" y="24220"/>
                  </a:cubicBezTo>
                  <a:close/>
                  <a:moveTo>
                    <a:pt x="184823" y="228506"/>
                  </a:moveTo>
                  <a:cubicBezTo>
                    <a:pt x="184823" y="215130"/>
                    <a:pt x="195667" y="204286"/>
                    <a:pt x="209043" y="204286"/>
                  </a:cubicBezTo>
                  <a:cubicBezTo>
                    <a:pt x="222419" y="204286"/>
                    <a:pt x="233263" y="215130"/>
                    <a:pt x="233263" y="228506"/>
                  </a:cubicBezTo>
                  <a:cubicBezTo>
                    <a:pt x="233263" y="241882"/>
                    <a:pt x="222419" y="252726"/>
                    <a:pt x="209043" y="252726"/>
                  </a:cubicBezTo>
                  <a:cubicBezTo>
                    <a:pt x="195667" y="252726"/>
                    <a:pt x="184823" y="241882"/>
                    <a:pt x="184823" y="228506"/>
                  </a:cubicBezTo>
                  <a:close/>
                  <a:moveTo>
                    <a:pt x="184823" y="432792"/>
                  </a:moveTo>
                  <a:cubicBezTo>
                    <a:pt x="184823" y="419416"/>
                    <a:pt x="195667" y="408572"/>
                    <a:pt x="209043" y="408572"/>
                  </a:cubicBezTo>
                  <a:cubicBezTo>
                    <a:pt x="222419" y="408572"/>
                    <a:pt x="233263" y="419416"/>
                    <a:pt x="233263" y="432792"/>
                  </a:cubicBezTo>
                  <a:cubicBezTo>
                    <a:pt x="233263" y="446168"/>
                    <a:pt x="222419" y="457012"/>
                    <a:pt x="209043" y="457012"/>
                  </a:cubicBezTo>
                  <a:cubicBezTo>
                    <a:pt x="195667" y="457012"/>
                    <a:pt x="184823" y="446168"/>
                    <a:pt x="184823" y="432792"/>
                  </a:cubicBezTo>
                  <a:close/>
                  <a:moveTo>
                    <a:pt x="184823" y="637078"/>
                  </a:moveTo>
                  <a:cubicBezTo>
                    <a:pt x="184823" y="623702"/>
                    <a:pt x="195667" y="612858"/>
                    <a:pt x="209043" y="612858"/>
                  </a:cubicBezTo>
                  <a:cubicBezTo>
                    <a:pt x="222419" y="612858"/>
                    <a:pt x="233263" y="623702"/>
                    <a:pt x="233263" y="637078"/>
                  </a:cubicBezTo>
                  <a:cubicBezTo>
                    <a:pt x="233263" y="650454"/>
                    <a:pt x="222419" y="661298"/>
                    <a:pt x="209043" y="661298"/>
                  </a:cubicBezTo>
                  <a:cubicBezTo>
                    <a:pt x="195667" y="661298"/>
                    <a:pt x="184823" y="650454"/>
                    <a:pt x="184823" y="637078"/>
                  </a:cubicBezTo>
                  <a:close/>
                  <a:moveTo>
                    <a:pt x="184823" y="839634"/>
                  </a:moveTo>
                  <a:cubicBezTo>
                    <a:pt x="184823" y="826258"/>
                    <a:pt x="195667" y="815414"/>
                    <a:pt x="209043" y="815414"/>
                  </a:cubicBezTo>
                  <a:cubicBezTo>
                    <a:pt x="222419" y="815414"/>
                    <a:pt x="233263" y="826258"/>
                    <a:pt x="233263" y="839634"/>
                  </a:cubicBezTo>
                  <a:cubicBezTo>
                    <a:pt x="233263" y="853010"/>
                    <a:pt x="222419" y="863854"/>
                    <a:pt x="209043" y="863854"/>
                  </a:cubicBezTo>
                  <a:cubicBezTo>
                    <a:pt x="195667" y="863854"/>
                    <a:pt x="184823" y="853010"/>
                    <a:pt x="184823" y="839634"/>
                  </a:cubicBezTo>
                  <a:close/>
                  <a:moveTo>
                    <a:pt x="184823" y="1042190"/>
                  </a:moveTo>
                  <a:cubicBezTo>
                    <a:pt x="184823" y="1028814"/>
                    <a:pt x="195667" y="1017970"/>
                    <a:pt x="209043" y="1017970"/>
                  </a:cubicBezTo>
                  <a:cubicBezTo>
                    <a:pt x="222419" y="1017970"/>
                    <a:pt x="233263" y="1028814"/>
                    <a:pt x="233263" y="1042190"/>
                  </a:cubicBezTo>
                  <a:cubicBezTo>
                    <a:pt x="233263" y="1055566"/>
                    <a:pt x="222419" y="1066410"/>
                    <a:pt x="209043" y="1066410"/>
                  </a:cubicBezTo>
                  <a:cubicBezTo>
                    <a:pt x="195667" y="1066410"/>
                    <a:pt x="184823" y="1055566"/>
                    <a:pt x="184823" y="1042190"/>
                  </a:cubicBezTo>
                  <a:close/>
                  <a:moveTo>
                    <a:pt x="184823" y="1244602"/>
                  </a:moveTo>
                  <a:cubicBezTo>
                    <a:pt x="184823" y="1231226"/>
                    <a:pt x="195667" y="1220382"/>
                    <a:pt x="209043" y="1220382"/>
                  </a:cubicBezTo>
                  <a:cubicBezTo>
                    <a:pt x="222419" y="1220382"/>
                    <a:pt x="233263" y="1231226"/>
                    <a:pt x="233263" y="1244602"/>
                  </a:cubicBezTo>
                  <a:cubicBezTo>
                    <a:pt x="233263" y="1257978"/>
                    <a:pt x="222419" y="1268822"/>
                    <a:pt x="209043" y="1268822"/>
                  </a:cubicBezTo>
                  <a:cubicBezTo>
                    <a:pt x="195667" y="1268822"/>
                    <a:pt x="184823" y="1257978"/>
                    <a:pt x="184823" y="1244602"/>
                  </a:cubicBezTo>
                  <a:close/>
                  <a:moveTo>
                    <a:pt x="184823" y="1447158"/>
                  </a:moveTo>
                  <a:cubicBezTo>
                    <a:pt x="184823" y="1433782"/>
                    <a:pt x="195667" y="1422938"/>
                    <a:pt x="209043" y="1422938"/>
                  </a:cubicBezTo>
                  <a:cubicBezTo>
                    <a:pt x="222419" y="1422938"/>
                    <a:pt x="233263" y="1433782"/>
                    <a:pt x="233263" y="1447158"/>
                  </a:cubicBezTo>
                  <a:cubicBezTo>
                    <a:pt x="233263" y="1460534"/>
                    <a:pt x="222419" y="1471378"/>
                    <a:pt x="209043" y="1471378"/>
                  </a:cubicBezTo>
                  <a:cubicBezTo>
                    <a:pt x="195667" y="1471378"/>
                    <a:pt x="184823" y="1460534"/>
                    <a:pt x="184823" y="1447158"/>
                  </a:cubicBezTo>
                  <a:close/>
                  <a:moveTo>
                    <a:pt x="0" y="24220"/>
                  </a:moveTo>
                  <a:cubicBezTo>
                    <a:pt x="0" y="10844"/>
                    <a:pt x="10844" y="0"/>
                    <a:pt x="24220" y="0"/>
                  </a:cubicBezTo>
                  <a:cubicBezTo>
                    <a:pt x="37596" y="0"/>
                    <a:pt x="48440" y="10844"/>
                    <a:pt x="48440" y="24220"/>
                  </a:cubicBezTo>
                  <a:cubicBezTo>
                    <a:pt x="48440" y="37596"/>
                    <a:pt x="37596" y="48440"/>
                    <a:pt x="24220" y="48440"/>
                  </a:cubicBezTo>
                  <a:cubicBezTo>
                    <a:pt x="10844" y="48440"/>
                    <a:pt x="0" y="37596"/>
                    <a:pt x="0" y="24220"/>
                  </a:cubicBezTo>
                  <a:close/>
                  <a:moveTo>
                    <a:pt x="0" y="228506"/>
                  </a:moveTo>
                  <a:cubicBezTo>
                    <a:pt x="0" y="215130"/>
                    <a:pt x="10844" y="204286"/>
                    <a:pt x="24220" y="204286"/>
                  </a:cubicBezTo>
                  <a:cubicBezTo>
                    <a:pt x="37596" y="204286"/>
                    <a:pt x="48440" y="215130"/>
                    <a:pt x="48440" y="228506"/>
                  </a:cubicBezTo>
                  <a:cubicBezTo>
                    <a:pt x="48440" y="241882"/>
                    <a:pt x="37596" y="252726"/>
                    <a:pt x="24220" y="252726"/>
                  </a:cubicBezTo>
                  <a:cubicBezTo>
                    <a:pt x="10844" y="252726"/>
                    <a:pt x="0" y="241882"/>
                    <a:pt x="0" y="228506"/>
                  </a:cubicBezTo>
                  <a:close/>
                  <a:moveTo>
                    <a:pt x="0" y="432792"/>
                  </a:moveTo>
                  <a:cubicBezTo>
                    <a:pt x="0" y="419416"/>
                    <a:pt x="10844" y="408572"/>
                    <a:pt x="24220" y="408572"/>
                  </a:cubicBezTo>
                  <a:cubicBezTo>
                    <a:pt x="37596" y="408572"/>
                    <a:pt x="48440" y="419416"/>
                    <a:pt x="48440" y="432792"/>
                  </a:cubicBezTo>
                  <a:cubicBezTo>
                    <a:pt x="48440" y="446168"/>
                    <a:pt x="37596" y="457012"/>
                    <a:pt x="24220" y="457012"/>
                  </a:cubicBezTo>
                  <a:cubicBezTo>
                    <a:pt x="10844" y="457012"/>
                    <a:pt x="0" y="446168"/>
                    <a:pt x="0" y="432792"/>
                  </a:cubicBezTo>
                  <a:close/>
                  <a:moveTo>
                    <a:pt x="0" y="637078"/>
                  </a:moveTo>
                  <a:cubicBezTo>
                    <a:pt x="0" y="623702"/>
                    <a:pt x="10844" y="612858"/>
                    <a:pt x="24220" y="612858"/>
                  </a:cubicBezTo>
                  <a:cubicBezTo>
                    <a:pt x="37596" y="612858"/>
                    <a:pt x="48440" y="623702"/>
                    <a:pt x="48440" y="637078"/>
                  </a:cubicBezTo>
                  <a:cubicBezTo>
                    <a:pt x="48440" y="650454"/>
                    <a:pt x="37596" y="661298"/>
                    <a:pt x="24220" y="661298"/>
                  </a:cubicBezTo>
                  <a:cubicBezTo>
                    <a:pt x="10844" y="661298"/>
                    <a:pt x="0" y="650454"/>
                    <a:pt x="0" y="637078"/>
                  </a:cubicBezTo>
                  <a:close/>
                  <a:moveTo>
                    <a:pt x="0" y="839634"/>
                  </a:moveTo>
                  <a:cubicBezTo>
                    <a:pt x="0" y="826258"/>
                    <a:pt x="10844" y="815414"/>
                    <a:pt x="24220" y="815414"/>
                  </a:cubicBezTo>
                  <a:cubicBezTo>
                    <a:pt x="37596" y="815414"/>
                    <a:pt x="48440" y="826258"/>
                    <a:pt x="48440" y="839634"/>
                  </a:cubicBezTo>
                  <a:cubicBezTo>
                    <a:pt x="48440" y="853010"/>
                    <a:pt x="37596" y="863854"/>
                    <a:pt x="24220" y="863854"/>
                  </a:cubicBezTo>
                  <a:cubicBezTo>
                    <a:pt x="10844" y="863854"/>
                    <a:pt x="0" y="853010"/>
                    <a:pt x="0" y="839634"/>
                  </a:cubicBezTo>
                  <a:close/>
                  <a:moveTo>
                    <a:pt x="0" y="1042190"/>
                  </a:moveTo>
                  <a:cubicBezTo>
                    <a:pt x="0" y="1028814"/>
                    <a:pt x="10844" y="1017970"/>
                    <a:pt x="24220" y="1017970"/>
                  </a:cubicBezTo>
                  <a:cubicBezTo>
                    <a:pt x="37596" y="1017970"/>
                    <a:pt x="48440" y="1028814"/>
                    <a:pt x="48440" y="1042190"/>
                  </a:cubicBezTo>
                  <a:cubicBezTo>
                    <a:pt x="48440" y="1055566"/>
                    <a:pt x="37596" y="1066410"/>
                    <a:pt x="24220" y="1066410"/>
                  </a:cubicBezTo>
                  <a:cubicBezTo>
                    <a:pt x="10844" y="1066410"/>
                    <a:pt x="0" y="1055566"/>
                    <a:pt x="0" y="1042190"/>
                  </a:cubicBezTo>
                  <a:close/>
                  <a:moveTo>
                    <a:pt x="0" y="1244602"/>
                  </a:moveTo>
                  <a:cubicBezTo>
                    <a:pt x="0" y="1231226"/>
                    <a:pt x="10844" y="1220382"/>
                    <a:pt x="24220" y="1220382"/>
                  </a:cubicBezTo>
                  <a:cubicBezTo>
                    <a:pt x="37596" y="1220382"/>
                    <a:pt x="48440" y="1231226"/>
                    <a:pt x="48440" y="1244602"/>
                  </a:cubicBezTo>
                  <a:cubicBezTo>
                    <a:pt x="48440" y="1257978"/>
                    <a:pt x="37596" y="1268822"/>
                    <a:pt x="24220" y="1268822"/>
                  </a:cubicBezTo>
                  <a:cubicBezTo>
                    <a:pt x="10844" y="1268822"/>
                    <a:pt x="0" y="1257978"/>
                    <a:pt x="0" y="1244602"/>
                  </a:cubicBezTo>
                  <a:close/>
                  <a:moveTo>
                    <a:pt x="0" y="1447158"/>
                  </a:moveTo>
                  <a:cubicBezTo>
                    <a:pt x="0" y="1433782"/>
                    <a:pt x="10844" y="1422938"/>
                    <a:pt x="24220" y="1422938"/>
                  </a:cubicBezTo>
                  <a:cubicBezTo>
                    <a:pt x="37596" y="1422938"/>
                    <a:pt x="48440" y="1433782"/>
                    <a:pt x="48440" y="1447158"/>
                  </a:cubicBezTo>
                  <a:cubicBezTo>
                    <a:pt x="48440" y="1460534"/>
                    <a:pt x="37596" y="1471378"/>
                    <a:pt x="24220" y="1471378"/>
                  </a:cubicBezTo>
                  <a:cubicBezTo>
                    <a:pt x="10844" y="1471378"/>
                    <a:pt x="0" y="1460534"/>
                    <a:pt x="0" y="144715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14408" cap="flat">
              <a:noFill/>
              <a:prstDash val="solid"/>
              <a:miter/>
            </a:ln>
          </p:spPr>
          <p:txBody>
            <a:bodyPr wrap="square" rtlCol="0" anchor="ctr" anchorCtr="0">
              <a:noAutofit/>
            </a:bodyPr>
            <a:lstStyle/>
            <a:p>
              <a:pPr algn="l"/>
            </a:p>
          </p:txBody>
        </p:sp>
        <p:sp>
          <p:nvSpPr>
            <p:cNvPr id="15" name="Title" descr="c9d3aad8-e41d-4bf9-9bb3-ded7e77e2908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红外控制相关功能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7" name="组合 16" descr="ae31af01-927e-4331-aea0-01fa8d44110b"/>
            <p:cNvGrpSpPr/>
            <p:nvPr/>
          </p:nvGrpSpPr>
          <p:grpSpPr>
            <a:xfrm>
              <a:off x="2731756" y="1985590"/>
              <a:ext cx="6715788" cy="1167101"/>
              <a:chOff x="2731756" y="1985590"/>
              <a:chExt cx="6715788" cy="1167101"/>
            </a:xfrm>
          </p:grpSpPr>
          <p:sp>
            <p:nvSpPr>
              <p:cNvPr id="13" name="Bullet1" descr="7e7972a2-e5b6-44b0-aa16-72f0e98cb4a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731756" y="1985590"/>
                <a:ext cx="6715787" cy="492909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红外避障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Text1" descr="febcd267-a9c8-4ec1-9021-3b3d07daed76"/>
              <p:cNvSpPr/>
              <p:nvPr>
                <p:custDataLst>
                  <p:tags r:id="rId6"/>
                </p:custDataLst>
              </p:nvPr>
            </p:nvSpPr>
            <p:spPr>
              <a:xfrm>
                <a:off x="2731756" y="2478499"/>
                <a:ext cx="6715788" cy="674192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使设备避开障碍物，保障运行安全。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8" name="组合 17" descr="156ebdd6-7cd0-4e05-b70a-0121f2733ae5"/>
            <p:cNvGrpSpPr/>
            <p:nvPr/>
          </p:nvGrpSpPr>
          <p:grpSpPr>
            <a:xfrm>
              <a:off x="2731756" y="3480989"/>
              <a:ext cx="6715788" cy="1167101"/>
              <a:chOff x="2731756" y="3480989"/>
              <a:chExt cx="6715788" cy="1167101"/>
            </a:xfrm>
          </p:grpSpPr>
          <p:sp>
            <p:nvSpPr>
              <p:cNvPr id="57" name="Bullet2" descr="c8b9e5a0-eed2-4e3b-9e58-a139fee5e8df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731756" y="3480989"/>
                <a:ext cx="6715787" cy="492909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人体检测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9" name="Text2" descr="79e7ae89-830f-4c3c-bcbe-e2302bb5166d"/>
              <p:cNvSpPr/>
              <p:nvPr>
                <p:custDataLst>
                  <p:tags r:id="rId8"/>
                </p:custDataLst>
              </p:nvPr>
            </p:nvSpPr>
            <p:spPr>
              <a:xfrm>
                <a:off x="2731756" y="3973898"/>
                <a:ext cx="6715788" cy="674192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检测人体存在，实现智能感应控制。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9" name="组合 18" descr="63681dfa-98f4-4f8c-bcb3-cb7bba81ed21"/>
            <p:cNvGrpSpPr/>
            <p:nvPr/>
          </p:nvGrpSpPr>
          <p:grpSpPr>
            <a:xfrm>
              <a:off x="2731756" y="4966999"/>
              <a:ext cx="6715788" cy="1167101"/>
              <a:chOff x="2731756" y="4966999"/>
              <a:chExt cx="6715788" cy="1167101"/>
            </a:xfrm>
          </p:grpSpPr>
          <p:sp>
            <p:nvSpPr>
              <p:cNvPr id="64" name="Bullet3" descr="ff00b5ef-1b5a-4389-8fcf-17f84df4a30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731756" y="4966999"/>
                <a:ext cx="6715787" cy="492909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红外寻迹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6" name="Text3" descr="13ded19e-171a-447a-9a48-e00f70d0e00d"/>
              <p:cNvSpPr/>
              <p:nvPr>
                <p:custDataLst>
                  <p:tags r:id="rId10"/>
                </p:custDataLst>
              </p:nvPr>
            </p:nvSpPr>
            <p:spPr>
              <a:xfrm>
                <a:off x="2731756" y="5459908"/>
                <a:ext cx="6715788" cy="674192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让设备沿着特定轨迹运行，用于机器人等。</a:t>
                </a:r>
                <a:endParaRPr lang="en-US" sz="1200" b="0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4" name="图片 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010910" y="1960880"/>
            <a:ext cx="3006725" cy="1355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07530" y="3417570"/>
            <a:ext cx="1887220" cy="14484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8150" y="5030470"/>
            <a:ext cx="2463800" cy="16998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速度测量类元器件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测量物体速度，应用于运动控制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速度测量类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36" name="e56744f8-03a9-4de3-b876-33dc48fc8e52.source.2.zh-Hans.pptx" descr="dcb35f31-307d-4bb9-8e2b-be2f9dcac7da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" name="Title" descr="bd95fce8-2c7b-44d4-8878-71df412b2878"/>
            <p:cNvSpPr txBox="1"/>
            <p:nvPr/>
          </p:nvSpPr>
          <p:spPr>
            <a:xfrm>
              <a:off x="660400" y="1130300"/>
              <a:ext cx="10858500" cy="6176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两种速度测量传感器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sp>
          <p:nvSpPr>
            <p:cNvPr id="62" name="任意多边形: 形状 61" descr="c32b5253-d5d1-46b6-8677-9b3f18dc2317"/>
            <p:cNvSpPr/>
            <p:nvPr/>
          </p:nvSpPr>
          <p:spPr>
            <a:xfrm>
              <a:off x="0" y="0"/>
              <a:ext cx="1398012" cy="1250724"/>
            </a:xfrm>
            <a:custGeom>
              <a:avLst/>
              <a:gdLst>
                <a:gd name="connsiteX0" fmla="*/ 0 w 1398012"/>
                <a:gd name="connsiteY0" fmla="*/ 0 h 1250724"/>
                <a:gd name="connsiteX1" fmla="*/ 1360152 w 1398012"/>
                <a:gd name="connsiteY1" fmla="*/ 0 h 1250724"/>
                <a:gd name="connsiteX2" fmla="*/ 1377827 w 1398012"/>
                <a:gd name="connsiteY2" fmla="*/ 56940 h 1250724"/>
                <a:gd name="connsiteX3" fmla="*/ 1398012 w 1398012"/>
                <a:gd name="connsiteY3" fmla="*/ 257175 h 1250724"/>
                <a:gd name="connsiteX4" fmla="*/ 404463 w 1398012"/>
                <a:gd name="connsiteY4" fmla="*/ 1250724 h 1250724"/>
                <a:gd name="connsiteX5" fmla="*/ 17729 w 1398012"/>
                <a:gd name="connsiteY5" fmla="*/ 1172646 h 1250724"/>
                <a:gd name="connsiteX6" fmla="*/ 0 w 1398012"/>
                <a:gd name="connsiteY6" fmla="*/ 1164106 h 125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8012" h="1250724">
                  <a:moveTo>
                    <a:pt x="0" y="0"/>
                  </a:moveTo>
                  <a:lnTo>
                    <a:pt x="1360152" y="0"/>
                  </a:lnTo>
                  <a:lnTo>
                    <a:pt x="1377827" y="56940"/>
                  </a:lnTo>
                  <a:cubicBezTo>
                    <a:pt x="1391062" y="121618"/>
                    <a:pt x="1398012" y="188585"/>
                    <a:pt x="1398012" y="257175"/>
                  </a:cubicBezTo>
                  <a:cubicBezTo>
                    <a:pt x="1398012" y="805897"/>
                    <a:pt x="953185" y="1250724"/>
                    <a:pt x="404463" y="1250724"/>
                  </a:cubicBezTo>
                  <a:cubicBezTo>
                    <a:pt x="267283" y="1250724"/>
                    <a:pt x="136596" y="1222923"/>
                    <a:pt x="17729" y="1172646"/>
                  </a:cubicBezTo>
                  <a:lnTo>
                    <a:pt x="0" y="1164106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60" name="任意多边形: 形状 59" descr="33da2862-7a24-4d9a-bfdf-076e74ac11e9"/>
            <p:cNvSpPr/>
            <p:nvPr/>
          </p:nvSpPr>
          <p:spPr>
            <a:xfrm>
              <a:off x="11038912" y="5689038"/>
              <a:ext cx="1153088" cy="1168962"/>
            </a:xfrm>
            <a:custGeom>
              <a:avLst/>
              <a:gdLst>
                <a:gd name="connsiteX0" fmla="*/ 993549 w 1153088"/>
                <a:gd name="connsiteY0" fmla="*/ 0 h 1168962"/>
                <a:gd name="connsiteX1" fmla="*/ 1095134 w 1153088"/>
                <a:gd name="connsiteY1" fmla="*/ 5130 h 1168962"/>
                <a:gd name="connsiteX2" fmla="*/ 1153088 w 1153088"/>
                <a:gd name="connsiteY2" fmla="*/ 13975 h 1168962"/>
                <a:gd name="connsiteX3" fmla="*/ 1153088 w 1153088"/>
                <a:gd name="connsiteY3" fmla="*/ 1168962 h 1168962"/>
                <a:gd name="connsiteX4" fmla="*/ 17683 w 1153088"/>
                <a:gd name="connsiteY4" fmla="*/ 1168962 h 1168962"/>
                <a:gd name="connsiteX5" fmla="*/ 0 w 1153088"/>
                <a:gd name="connsiteY5" fmla="*/ 993549 h 1168962"/>
                <a:gd name="connsiteX6" fmla="*/ 993549 w 1153088"/>
                <a:gd name="connsiteY6" fmla="*/ 0 h 116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3088" h="1168962">
                  <a:moveTo>
                    <a:pt x="993549" y="0"/>
                  </a:moveTo>
                  <a:cubicBezTo>
                    <a:pt x="1027844" y="0"/>
                    <a:pt x="1061733" y="1738"/>
                    <a:pt x="1095134" y="5130"/>
                  </a:cubicBezTo>
                  <a:lnTo>
                    <a:pt x="1153088" y="13975"/>
                  </a:lnTo>
                  <a:lnTo>
                    <a:pt x="1153088" y="1168962"/>
                  </a:lnTo>
                  <a:lnTo>
                    <a:pt x="17683" y="1168962"/>
                  </a:lnTo>
                  <a:lnTo>
                    <a:pt x="0" y="993549"/>
                  </a:lnTo>
                  <a:cubicBezTo>
                    <a:pt x="0" y="444827"/>
                    <a:pt x="444827" y="0"/>
                    <a:pt x="99354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grpSp>
          <p:nvGrpSpPr>
            <p:cNvPr id="33" name="组合 32" descr="fdc32a10-5217-47e9-b446-b3e5b2368785"/>
            <p:cNvGrpSpPr/>
            <p:nvPr/>
          </p:nvGrpSpPr>
          <p:grpSpPr>
            <a:xfrm>
              <a:off x="1197507" y="1769914"/>
              <a:ext cx="5232251" cy="4364186"/>
              <a:chOff x="1197507" y="1769914"/>
              <a:chExt cx="5232251" cy="4364186"/>
            </a:xfrm>
          </p:grpSpPr>
          <p:sp>
            <p:nvSpPr>
              <p:cNvPr id="21" name="ComponentBackground1" descr="27086262-153c-4bc9-90d0-cd9b66ea4704"/>
              <p:cNvSpPr/>
              <p:nvPr/>
            </p:nvSpPr>
            <p:spPr>
              <a:xfrm>
                <a:off x="1197507" y="1769914"/>
                <a:ext cx="5232251" cy="4364186"/>
              </a:xfrm>
              <a:custGeom>
                <a:avLst/>
                <a:gdLst>
                  <a:gd name="connsiteX0" fmla="*/ 575868 w 5232251"/>
                  <a:gd name="connsiteY0" fmla="*/ 0 h 4239000"/>
                  <a:gd name="connsiteX1" fmla="*/ 4096415 w 5232251"/>
                  <a:gd name="connsiteY1" fmla="*/ 0 h 4239000"/>
                  <a:gd name="connsiteX2" fmla="*/ 5232251 w 5232251"/>
                  <a:gd name="connsiteY2" fmla="*/ 4239000 h 4239000"/>
                  <a:gd name="connsiteX3" fmla="*/ 575868 w 5232251"/>
                  <a:gd name="connsiteY3" fmla="*/ 4239000 h 4239000"/>
                  <a:gd name="connsiteX4" fmla="*/ 0 w 5232251"/>
                  <a:gd name="connsiteY4" fmla="*/ 3663132 h 4239000"/>
                  <a:gd name="connsiteX5" fmla="*/ 0 w 5232251"/>
                  <a:gd name="connsiteY5" fmla="*/ 575868 h 4239000"/>
                  <a:gd name="connsiteX6" fmla="*/ 575868 w 5232251"/>
                  <a:gd name="connsiteY6" fmla="*/ 0 h 423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32251" h="4239000">
                    <a:moveTo>
                      <a:pt x="575868" y="0"/>
                    </a:moveTo>
                    <a:lnTo>
                      <a:pt x="4096415" y="0"/>
                    </a:lnTo>
                    <a:lnTo>
                      <a:pt x="5232251" y="4239000"/>
                    </a:lnTo>
                    <a:lnTo>
                      <a:pt x="575868" y="4239000"/>
                    </a:lnTo>
                    <a:cubicBezTo>
                      <a:pt x="257825" y="4239000"/>
                      <a:pt x="0" y="3981175"/>
                      <a:pt x="0" y="3663132"/>
                    </a:cubicBezTo>
                    <a:lnTo>
                      <a:pt x="0" y="575868"/>
                    </a:lnTo>
                    <a:cubicBezTo>
                      <a:pt x="0" y="257825"/>
                      <a:pt x="257825" y="0"/>
                      <a:pt x="575868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4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</a:p>
            </p:txBody>
          </p:sp>
          <p:sp>
            <p:nvSpPr>
              <p:cNvPr id="25" name="Shape1" descr="451cd90b-0502-416d-ab10-2dba63c9ef22"/>
              <p:cNvSpPr/>
              <p:nvPr/>
            </p:nvSpPr>
            <p:spPr>
              <a:xfrm>
                <a:off x="1398011" y="1905678"/>
                <a:ext cx="803982" cy="803979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6" name="IconBackground1" descr="0d0c06b2-97e5-4512-8fcb-628af35f3fca"/>
              <p:cNvSpPr/>
              <p:nvPr/>
            </p:nvSpPr>
            <p:spPr>
              <a:xfrm>
                <a:off x="1455130" y="1962798"/>
                <a:ext cx="689743" cy="689741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</a:p>
            </p:txBody>
          </p:sp>
          <p:sp>
            <p:nvSpPr>
              <p:cNvPr id="27" name="Icon1" descr="d6782916-72f3-4414-bc74-8165de08af9d"/>
              <p:cNvSpPr/>
              <p:nvPr/>
            </p:nvSpPr>
            <p:spPr>
              <a:xfrm>
                <a:off x="1703009" y="2203626"/>
                <a:ext cx="193988" cy="208085"/>
              </a:xfrm>
              <a:custGeom>
                <a:avLst/>
                <a:gdLst>
                  <a:gd name="connsiteX0" fmla="*/ 8356 w 487477"/>
                  <a:gd name="connsiteY0" fmla="*/ 512114 h 522922"/>
                  <a:gd name="connsiteX1" fmla="*/ 8356 w 487477"/>
                  <a:gd name="connsiteY1" fmla="*/ 512114 h 522922"/>
                  <a:gd name="connsiteX2" fmla="*/ 8356 w 487477"/>
                  <a:gd name="connsiteY2" fmla="*/ 512114 h 522922"/>
                  <a:gd name="connsiteX3" fmla="*/ 7404 w 487477"/>
                  <a:gd name="connsiteY3" fmla="*/ 511161 h 522922"/>
                  <a:gd name="connsiteX4" fmla="*/ 5499 w 487477"/>
                  <a:gd name="connsiteY4" fmla="*/ 508303 h 522922"/>
                  <a:gd name="connsiteX5" fmla="*/ 5499 w 487477"/>
                  <a:gd name="connsiteY5" fmla="*/ 508303 h 522922"/>
                  <a:gd name="connsiteX6" fmla="*/ 5499 w 487477"/>
                  <a:gd name="connsiteY6" fmla="*/ 507351 h 522922"/>
                  <a:gd name="connsiteX7" fmla="*/ 4546 w 487477"/>
                  <a:gd name="connsiteY7" fmla="*/ 505446 h 522922"/>
                  <a:gd name="connsiteX8" fmla="*/ 3593 w 487477"/>
                  <a:gd name="connsiteY8" fmla="*/ 503541 h 522922"/>
                  <a:gd name="connsiteX9" fmla="*/ 3593 w 487477"/>
                  <a:gd name="connsiteY9" fmla="*/ 503541 h 522922"/>
                  <a:gd name="connsiteX10" fmla="*/ 3593 w 487477"/>
                  <a:gd name="connsiteY10" fmla="*/ 503541 h 522922"/>
                  <a:gd name="connsiteX11" fmla="*/ 3593 w 487477"/>
                  <a:gd name="connsiteY11" fmla="*/ 503541 h 522922"/>
                  <a:gd name="connsiteX12" fmla="*/ 2641 w 487477"/>
                  <a:gd name="connsiteY12" fmla="*/ 501636 h 522922"/>
                  <a:gd name="connsiteX13" fmla="*/ 2641 w 487477"/>
                  <a:gd name="connsiteY13" fmla="*/ 500684 h 522922"/>
                  <a:gd name="connsiteX14" fmla="*/ 1689 w 487477"/>
                  <a:gd name="connsiteY14" fmla="*/ 498778 h 522922"/>
                  <a:gd name="connsiteX15" fmla="*/ 736 w 487477"/>
                  <a:gd name="connsiteY15" fmla="*/ 494968 h 522922"/>
                  <a:gd name="connsiteX16" fmla="*/ 736 w 487477"/>
                  <a:gd name="connsiteY16" fmla="*/ 492111 h 522922"/>
                  <a:gd name="connsiteX17" fmla="*/ 736 w 487477"/>
                  <a:gd name="connsiteY17" fmla="*/ 485443 h 522922"/>
                  <a:gd name="connsiteX18" fmla="*/ 5499 w 487477"/>
                  <a:gd name="connsiteY18" fmla="*/ 467346 h 522922"/>
                  <a:gd name="connsiteX19" fmla="*/ 155041 w 487477"/>
                  <a:gd name="connsiteY19" fmla="*/ 151116 h 522922"/>
                  <a:gd name="connsiteX20" fmla="*/ 158851 w 487477"/>
                  <a:gd name="connsiteY20" fmla="*/ 134924 h 522922"/>
                  <a:gd name="connsiteX21" fmla="*/ 158851 w 487477"/>
                  <a:gd name="connsiteY21" fmla="*/ 19671 h 522922"/>
                  <a:gd name="connsiteX22" fmla="*/ 120751 w 487477"/>
                  <a:gd name="connsiteY22" fmla="*/ 19671 h 522922"/>
                  <a:gd name="connsiteX23" fmla="*/ 120751 w 487477"/>
                  <a:gd name="connsiteY23" fmla="*/ 621 h 522922"/>
                  <a:gd name="connsiteX24" fmla="*/ 368401 w 487477"/>
                  <a:gd name="connsiteY24" fmla="*/ 621 h 522922"/>
                  <a:gd name="connsiteX25" fmla="*/ 368401 w 487477"/>
                  <a:gd name="connsiteY25" fmla="*/ 19671 h 522922"/>
                  <a:gd name="connsiteX26" fmla="*/ 330301 w 487477"/>
                  <a:gd name="connsiteY26" fmla="*/ 19671 h 522922"/>
                  <a:gd name="connsiteX27" fmla="*/ 330301 w 487477"/>
                  <a:gd name="connsiteY27" fmla="*/ 134924 h 522922"/>
                  <a:gd name="connsiteX28" fmla="*/ 334111 w 487477"/>
                  <a:gd name="connsiteY28" fmla="*/ 151116 h 522922"/>
                  <a:gd name="connsiteX29" fmla="*/ 483654 w 487477"/>
                  <a:gd name="connsiteY29" fmla="*/ 467346 h 522922"/>
                  <a:gd name="connsiteX30" fmla="*/ 485558 w 487477"/>
                  <a:gd name="connsiteY30" fmla="*/ 504493 h 522922"/>
                  <a:gd name="connsiteX31" fmla="*/ 485558 w 487477"/>
                  <a:gd name="connsiteY31" fmla="*/ 504493 h 522922"/>
                  <a:gd name="connsiteX32" fmla="*/ 484606 w 487477"/>
                  <a:gd name="connsiteY32" fmla="*/ 506399 h 522922"/>
                  <a:gd name="connsiteX33" fmla="*/ 459841 w 487477"/>
                  <a:gd name="connsiteY33" fmla="*/ 523543 h 522922"/>
                  <a:gd name="connsiteX34" fmla="*/ 457936 w 487477"/>
                  <a:gd name="connsiteY34" fmla="*/ 523543 h 522922"/>
                  <a:gd name="connsiteX35" fmla="*/ 32168 w 487477"/>
                  <a:gd name="connsiteY35" fmla="*/ 523543 h 522922"/>
                  <a:gd name="connsiteX36" fmla="*/ 30264 w 487477"/>
                  <a:gd name="connsiteY36" fmla="*/ 523543 h 522922"/>
                  <a:gd name="connsiteX37" fmla="*/ 27406 w 487477"/>
                  <a:gd name="connsiteY37" fmla="*/ 523543 h 522922"/>
                  <a:gd name="connsiteX38" fmla="*/ 23596 w 487477"/>
                  <a:gd name="connsiteY38" fmla="*/ 522591 h 522922"/>
                  <a:gd name="connsiteX39" fmla="*/ 23596 w 487477"/>
                  <a:gd name="connsiteY39" fmla="*/ 522591 h 522922"/>
                  <a:gd name="connsiteX40" fmla="*/ 17881 w 487477"/>
                  <a:gd name="connsiteY40" fmla="*/ 520686 h 522922"/>
                  <a:gd name="connsiteX41" fmla="*/ 15976 w 487477"/>
                  <a:gd name="connsiteY41" fmla="*/ 519734 h 522922"/>
                  <a:gd name="connsiteX42" fmla="*/ 15024 w 487477"/>
                  <a:gd name="connsiteY42" fmla="*/ 518781 h 522922"/>
                  <a:gd name="connsiteX43" fmla="*/ 10261 w 487477"/>
                  <a:gd name="connsiteY43" fmla="*/ 514971 h 522922"/>
                  <a:gd name="connsiteX44" fmla="*/ 8356 w 487477"/>
                  <a:gd name="connsiteY44" fmla="*/ 512114 h 522922"/>
                  <a:gd name="connsiteX45" fmla="*/ 8356 w 487477"/>
                  <a:gd name="connsiteY45" fmla="*/ 512114 h 522922"/>
                  <a:gd name="connsiteX46" fmla="*/ 255054 w 487477"/>
                  <a:gd name="connsiteY46" fmla="*/ 402576 h 522922"/>
                  <a:gd name="connsiteX47" fmla="*/ 252196 w 487477"/>
                  <a:gd name="connsiteY47" fmla="*/ 404481 h 522922"/>
                  <a:gd name="connsiteX48" fmla="*/ 246481 w 487477"/>
                  <a:gd name="connsiteY48" fmla="*/ 408291 h 522922"/>
                  <a:gd name="connsiteX49" fmla="*/ 55029 w 487477"/>
                  <a:gd name="connsiteY49" fmla="*/ 414959 h 522922"/>
                  <a:gd name="connsiteX50" fmla="*/ 51218 w 487477"/>
                  <a:gd name="connsiteY50" fmla="*/ 413053 h 522922"/>
                  <a:gd name="connsiteX51" fmla="*/ 22643 w 487477"/>
                  <a:gd name="connsiteY51" fmla="*/ 474014 h 522922"/>
                  <a:gd name="connsiteX52" fmla="*/ 21691 w 487477"/>
                  <a:gd name="connsiteY52" fmla="*/ 475918 h 522922"/>
                  <a:gd name="connsiteX53" fmla="*/ 21691 w 487477"/>
                  <a:gd name="connsiteY53" fmla="*/ 495921 h 522922"/>
                  <a:gd name="connsiteX54" fmla="*/ 29311 w 487477"/>
                  <a:gd name="connsiteY54" fmla="*/ 502589 h 522922"/>
                  <a:gd name="connsiteX55" fmla="*/ 30264 w 487477"/>
                  <a:gd name="connsiteY55" fmla="*/ 502589 h 522922"/>
                  <a:gd name="connsiteX56" fmla="*/ 31216 w 487477"/>
                  <a:gd name="connsiteY56" fmla="*/ 502589 h 522922"/>
                  <a:gd name="connsiteX57" fmla="*/ 456983 w 487477"/>
                  <a:gd name="connsiteY57" fmla="*/ 502589 h 522922"/>
                  <a:gd name="connsiteX58" fmla="*/ 457936 w 487477"/>
                  <a:gd name="connsiteY58" fmla="*/ 502589 h 522922"/>
                  <a:gd name="connsiteX59" fmla="*/ 466508 w 487477"/>
                  <a:gd name="connsiteY59" fmla="*/ 495921 h 522922"/>
                  <a:gd name="connsiteX60" fmla="*/ 467461 w 487477"/>
                  <a:gd name="connsiteY60" fmla="*/ 477824 h 522922"/>
                  <a:gd name="connsiteX61" fmla="*/ 466508 w 487477"/>
                  <a:gd name="connsiteY61" fmla="*/ 475918 h 522922"/>
                  <a:gd name="connsiteX62" fmla="*/ 465556 w 487477"/>
                  <a:gd name="connsiteY62" fmla="*/ 474014 h 522922"/>
                  <a:gd name="connsiteX63" fmla="*/ 423646 w 487477"/>
                  <a:gd name="connsiteY63" fmla="*/ 385431 h 522922"/>
                  <a:gd name="connsiteX64" fmla="*/ 255054 w 487477"/>
                  <a:gd name="connsiteY64" fmla="*/ 402576 h 522922"/>
                  <a:gd name="connsiteX65" fmla="*/ 305536 w 487477"/>
                  <a:gd name="connsiteY65" fmla="*/ 255891 h 522922"/>
                  <a:gd name="connsiteX66" fmla="*/ 272199 w 487477"/>
                  <a:gd name="connsiteY66" fmla="*/ 289228 h 522922"/>
                  <a:gd name="connsiteX67" fmla="*/ 305536 w 487477"/>
                  <a:gd name="connsiteY67" fmla="*/ 322566 h 522922"/>
                  <a:gd name="connsiteX68" fmla="*/ 338874 w 487477"/>
                  <a:gd name="connsiteY68" fmla="*/ 289228 h 522922"/>
                  <a:gd name="connsiteX69" fmla="*/ 305536 w 487477"/>
                  <a:gd name="connsiteY69" fmla="*/ 255891 h 522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7477" h="522922">
                    <a:moveTo>
                      <a:pt x="8356" y="512114"/>
                    </a:moveTo>
                    <a:lnTo>
                      <a:pt x="8356" y="512114"/>
                    </a:lnTo>
                    <a:lnTo>
                      <a:pt x="8356" y="512114"/>
                    </a:lnTo>
                    <a:lnTo>
                      <a:pt x="7404" y="511161"/>
                    </a:lnTo>
                    <a:cubicBezTo>
                      <a:pt x="6451" y="510209"/>
                      <a:pt x="6451" y="509256"/>
                      <a:pt x="5499" y="508303"/>
                    </a:cubicBezTo>
                    <a:lnTo>
                      <a:pt x="5499" y="508303"/>
                    </a:lnTo>
                    <a:lnTo>
                      <a:pt x="5499" y="507351"/>
                    </a:lnTo>
                    <a:lnTo>
                      <a:pt x="4546" y="505446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2641" y="501636"/>
                    </a:lnTo>
                    <a:cubicBezTo>
                      <a:pt x="2641" y="501636"/>
                      <a:pt x="2641" y="500684"/>
                      <a:pt x="2641" y="500684"/>
                    </a:cubicBezTo>
                    <a:cubicBezTo>
                      <a:pt x="2641" y="499731"/>
                      <a:pt x="2641" y="499731"/>
                      <a:pt x="1689" y="498778"/>
                    </a:cubicBezTo>
                    <a:cubicBezTo>
                      <a:pt x="1689" y="497826"/>
                      <a:pt x="736" y="495921"/>
                      <a:pt x="736" y="494968"/>
                    </a:cubicBezTo>
                    <a:lnTo>
                      <a:pt x="736" y="492111"/>
                    </a:lnTo>
                    <a:cubicBezTo>
                      <a:pt x="736" y="490206"/>
                      <a:pt x="736" y="487349"/>
                      <a:pt x="736" y="485443"/>
                    </a:cubicBezTo>
                    <a:cubicBezTo>
                      <a:pt x="736" y="478776"/>
                      <a:pt x="2641" y="473061"/>
                      <a:pt x="5499" y="467346"/>
                    </a:cubicBezTo>
                    <a:lnTo>
                      <a:pt x="155041" y="151116"/>
                    </a:lnTo>
                    <a:cubicBezTo>
                      <a:pt x="157899" y="146353"/>
                      <a:pt x="158851" y="140639"/>
                      <a:pt x="158851" y="134924"/>
                    </a:cubicBezTo>
                    <a:lnTo>
                      <a:pt x="158851" y="19671"/>
                    </a:lnTo>
                    <a:lnTo>
                      <a:pt x="120751" y="19671"/>
                    </a:lnTo>
                    <a:lnTo>
                      <a:pt x="120751" y="621"/>
                    </a:lnTo>
                    <a:lnTo>
                      <a:pt x="368401" y="621"/>
                    </a:lnTo>
                    <a:lnTo>
                      <a:pt x="368401" y="19671"/>
                    </a:lnTo>
                    <a:lnTo>
                      <a:pt x="330301" y="19671"/>
                    </a:lnTo>
                    <a:lnTo>
                      <a:pt x="330301" y="134924"/>
                    </a:lnTo>
                    <a:cubicBezTo>
                      <a:pt x="330301" y="140639"/>
                      <a:pt x="331254" y="146353"/>
                      <a:pt x="334111" y="151116"/>
                    </a:cubicBezTo>
                    <a:lnTo>
                      <a:pt x="483654" y="467346"/>
                    </a:lnTo>
                    <a:cubicBezTo>
                      <a:pt x="489368" y="478776"/>
                      <a:pt x="489368" y="492111"/>
                      <a:pt x="485558" y="504493"/>
                    </a:cubicBezTo>
                    <a:lnTo>
                      <a:pt x="485558" y="504493"/>
                    </a:lnTo>
                    <a:lnTo>
                      <a:pt x="484606" y="506399"/>
                    </a:lnTo>
                    <a:cubicBezTo>
                      <a:pt x="479843" y="515924"/>
                      <a:pt x="470318" y="522591"/>
                      <a:pt x="459841" y="523543"/>
                    </a:cubicBezTo>
                    <a:lnTo>
                      <a:pt x="457936" y="523543"/>
                    </a:lnTo>
                    <a:lnTo>
                      <a:pt x="32168" y="523543"/>
                    </a:lnTo>
                    <a:lnTo>
                      <a:pt x="30264" y="523543"/>
                    </a:lnTo>
                    <a:cubicBezTo>
                      <a:pt x="29311" y="523543"/>
                      <a:pt x="28358" y="523543"/>
                      <a:pt x="27406" y="523543"/>
                    </a:cubicBezTo>
                    <a:cubicBezTo>
                      <a:pt x="26454" y="523543"/>
                      <a:pt x="24549" y="523543"/>
                      <a:pt x="23596" y="522591"/>
                    </a:cubicBezTo>
                    <a:lnTo>
                      <a:pt x="23596" y="522591"/>
                    </a:lnTo>
                    <a:cubicBezTo>
                      <a:pt x="21691" y="521639"/>
                      <a:pt x="19786" y="521639"/>
                      <a:pt x="17881" y="520686"/>
                    </a:cubicBezTo>
                    <a:lnTo>
                      <a:pt x="15976" y="519734"/>
                    </a:lnTo>
                    <a:cubicBezTo>
                      <a:pt x="15976" y="519734"/>
                      <a:pt x="15024" y="519734"/>
                      <a:pt x="15024" y="518781"/>
                    </a:cubicBezTo>
                    <a:cubicBezTo>
                      <a:pt x="13118" y="517828"/>
                      <a:pt x="11214" y="515924"/>
                      <a:pt x="10261" y="514971"/>
                    </a:cubicBezTo>
                    <a:lnTo>
                      <a:pt x="8356" y="512114"/>
                    </a:lnTo>
                    <a:lnTo>
                      <a:pt x="8356" y="512114"/>
                    </a:lnTo>
                    <a:close/>
                    <a:moveTo>
                      <a:pt x="255054" y="402576"/>
                    </a:moveTo>
                    <a:lnTo>
                      <a:pt x="252196" y="404481"/>
                    </a:lnTo>
                    <a:lnTo>
                      <a:pt x="246481" y="408291"/>
                    </a:lnTo>
                    <a:cubicBezTo>
                      <a:pt x="198856" y="439724"/>
                      <a:pt x="119799" y="440676"/>
                      <a:pt x="55029" y="414959"/>
                    </a:cubicBezTo>
                    <a:lnTo>
                      <a:pt x="51218" y="413053"/>
                    </a:lnTo>
                    <a:lnTo>
                      <a:pt x="22643" y="474014"/>
                    </a:lnTo>
                    <a:lnTo>
                      <a:pt x="21691" y="475918"/>
                    </a:lnTo>
                    <a:cubicBezTo>
                      <a:pt x="18833" y="482586"/>
                      <a:pt x="18833" y="490206"/>
                      <a:pt x="21691" y="495921"/>
                    </a:cubicBezTo>
                    <a:cubicBezTo>
                      <a:pt x="22643" y="498778"/>
                      <a:pt x="25501" y="501636"/>
                      <a:pt x="29311" y="502589"/>
                    </a:cubicBezTo>
                    <a:lnTo>
                      <a:pt x="30264" y="502589"/>
                    </a:lnTo>
                    <a:lnTo>
                      <a:pt x="31216" y="502589"/>
                    </a:lnTo>
                    <a:lnTo>
                      <a:pt x="456983" y="502589"/>
                    </a:lnTo>
                    <a:lnTo>
                      <a:pt x="457936" y="502589"/>
                    </a:lnTo>
                    <a:cubicBezTo>
                      <a:pt x="461746" y="502589"/>
                      <a:pt x="464604" y="499731"/>
                      <a:pt x="466508" y="495921"/>
                    </a:cubicBezTo>
                    <a:cubicBezTo>
                      <a:pt x="468414" y="490206"/>
                      <a:pt x="469366" y="483539"/>
                      <a:pt x="467461" y="477824"/>
                    </a:cubicBezTo>
                    <a:lnTo>
                      <a:pt x="466508" y="475918"/>
                    </a:lnTo>
                    <a:lnTo>
                      <a:pt x="465556" y="474014"/>
                    </a:lnTo>
                    <a:lnTo>
                      <a:pt x="423646" y="385431"/>
                    </a:lnTo>
                    <a:cubicBezTo>
                      <a:pt x="365543" y="372096"/>
                      <a:pt x="296011" y="376859"/>
                      <a:pt x="255054" y="402576"/>
                    </a:cubicBezTo>
                    <a:close/>
                    <a:moveTo>
                      <a:pt x="305536" y="255891"/>
                    </a:moveTo>
                    <a:cubicBezTo>
                      <a:pt x="287439" y="255891"/>
                      <a:pt x="272199" y="271131"/>
                      <a:pt x="272199" y="289228"/>
                    </a:cubicBezTo>
                    <a:cubicBezTo>
                      <a:pt x="272199" y="307326"/>
                      <a:pt x="287439" y="322566"/>
                      <a:pt x="305536" y="322566"/>
                    </a:cubicBezTo>
                    <a:cubicBezTo>
                      <a:pt x="323633" y="322566"/>
                      <a:pt x="338874" y="307326"/>
                      <a:pt x="338874" y="289228"/>
                    </a:cubicBezTo>
                    <a:cubicBezTo>
                      <a:pt x="338874" y="270178"/>
                      <a:pt x="323633" y="255891"/>
                      <a:pt x="305536" y="25589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none" lIns="108000" tIns="108000" rIns="108000" bIns="108000" rtlCol="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6" name="Text1" descr="74e410a3-f22b-4500-9b1e-793dbe8883b2"/>
              <p:cNvSpPr txBox="1"/>
              <p:nvPr/>
            </p:nvSpPr>
            <p:spPr>
              <a:xfrm flipH="1">
                <a:off x="1455131" y="3431219"/>
                <a:ext cx="3988237" cy="66491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通过检测物体遮挡来测量速度，反应速度快。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7" name="Bullet1" descr="27964a1e-1c9f-4f8d-a327-d4b387a0a5c4"/>
              <p:cNvSpPr txBox="1"/>
              <p:nvPr/>
            </p:nvSpPr>
            <p:spPr>
              <a:xfrm flipH="1">
                <a:off x="1455129" y="2919177"/>
                <a:ext cx="3988239" cy="48959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红外对射传感器</a:t>
                </a:r>
                <a:endParaRPr lang="en-US" sz="1800" b="1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4" name="组合 33" descr="d9bdf59c-4b49-49e1-a461-2fe097a136eb"/>
            <p:cNvGrpSpPr/>
            <p:nvPr/>
          </p:nvGrpSpPr>
          <p:grpSpPr>
            <a:xfrm>
              <a:off x="5574311" y="1769914"/>
              <a:ext cx="5407482" cy="4364186"/>
              <a:chOff x="5574311" y="1769914"/>
              <a:chExt cx="5407482" cy="4364186"/>
            </a:xfrm>
          </p:grpSpPr>
          <p:sp>
            <p:nvSpPr>
              <p:cNvPr id="20" name="ComponentBackground2" descr="ea6952e9-23ab-464a-a07a-3fb128a07ce0"/>
              <p:cNvSpPr/>
              <p:nvPr/>
            </p:nvSpPr>
            <p:spPr>
              <a:xfrm>
                <a:off x="5574311" y="1769914"/>
                <a:ext cx="5407482" cy="4364186"/>
              </a:xfrm>
              <a:custGeom>
                <a:avLst/>
                <a:gdLst>
                  <a:gd name="connsiteX0" fmla="*/ 0 w 5407482"/>
                  <a:gd name="connsiteY0" fmla="*/ 0 h 4239000"/>
                  <a:gd name="connsiteX1" fmla="*/ 4831614 w 5407482"/>
                  <a:gd name="connsiteY1" fmla="*/ 0 h 4239000"/>
                  <a:gd name="connsiteX2" fmla="*/ 5407482 w 5407482"/>
                  <a:gd name="connsiteY2" fmla="*/ 575868 h 4239000"/>
                  <a:gd name="connsiteX3" fmla="*/ 5407482 w 5407482"/>
                  <a:gd name="connsiteY3" fmla="*/ 3663132 h 4239000"/>
                  <a:gd name="connsiteX4" fmla="*/ 4831614 w 5407482"/>
                  <a:gd name="connsiteY4" fmla="*/ 4239000 h 4239000"/>
                  <a:gd name="connsiteX5" fmla="*/ 1135837 w 5407482"/>
                  <a:gd name="connsiteY5" fmla="*/ 4239000 h 4239000"/>
                  <a:gd name="connsiteX6" fmla="*/ 0 w 5407482"/>
                  <a:gd name="connsiteY6" fmla="*/ 0 h 423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407482" h="4239000">
                    <a:moveTo>
                      <a:pt x="0" y="0"/>
                    </a:moveTo>
                    <a:lnTo>
                      <a:pt x="4831614" y="0"/>
                    </a:lnTo>
                    <a:cubicBezTo>
                      <a:pt x="5149657" y="0"/>
                      <a:pt x="5407482" y="257825"/>
                      <a:pt x="5407482" y="575868"/>
                    </a:cubicBezTo>
                    <a:lnTo>
                      <a:pt x="5407482" y="3663132"/>
                    </a:lnTo>
                    <a:cubicBezTo>
                      <a:pt x="5407482" y="3981175"/>
                      <a:pt x="5149657" y="4239000"/>
                      <a:pt x="4831614" y="4239000"/>
                    </a:cubicBezTo>
                    <a:lnTo>
                      <a:pt x="1135837" y="42390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</a:p>
            </p:txBody>
          </p:sp>
          <p:sp>
            <p:nvSpPr>
              <p:cNvPr id="30" name="Shape2" descr="3488c7ae-29f5-4b81-928f-5836c6643516"/>
              <p:cNvSpPr/>
              <p:nvPr/>
            </p:nvSpPr>
            <p:spPr>
              <a:xfrm>
                <a:off x="10002580" y="5183005"/>
                <a:ext cx="803982" cy="803979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31" name="IconBackground2" descr="ae069e26-0210-4092-a070-8ad9564dfb3b"/>
              <p:cNvSpPr/>
              <p:nvPr/>
            </p:nvSpPr>
            <p:spPr>
              <a:xfrm>
                <a:off x="10059699" y="5240125"/>
                <a:ext cx="689743" cy="689741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 scaled="0"/>
              </a:gradFill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</a:p>
            </p:txBody>
          </p:sp>
          <p:sp>
            <p:nvSpPr>
              <p:cNvPr id="32" name="Icon2" descr="cc505e16-0d63-4989-a8f2-6af3a8899b9a"/>
              <p:cNvSpPr/>
              <p:nvPr/>
            </p:nvSpPr>
            <p:spPr>
              <a:xfrm>
                <a:off x="10307578" y="5480953"/>
                <a:ext cx="193988" cy="208085"/>
              </a:xfrm>
              <a:custGeom>
                <a:avLst/>
                <a:gdLst>
                  <a:gd name="connsiteX0" fmla="*/ 8356 w 487477"/>
                  <a:gd name="connsiteY0" fmla="*/ 512114 h 522922"/>
                  <a:gd name="connsiteX1" fmla="*/ 8356 w 487477"/>
                  <a:gd name="connsiteY1" fmla="*/ 512114 h 522922"/>
                  <a:gd name="connsiteX2" fmla="*/ 8356 w 487477"/>
                  <a:gd name="connsiteY2" fmla="*/ 512114 h 522922"/>
                  <a:gd name="connsiteX3" fmla="*/ 7404 w 487477"/>
                  <a:gd name="connsiteY3" fmla="*/ 511161 h 522922"/>
                  <a:gd name="connsiteX4" fmla="*/ 5499 w 487477"/>
                  <a:gd name="connsiteY4" fmla="*/ 508303 h 522922"/>
                  <a:gd name="connsiteX5" fmla="*/ 5499 w 487477"/>
                  <a:gd name="connsiteY5" fmla="*/ 508303 h 522922"/>
                  <a:gd name="connsiteX6" fmla="*/ 5499 w 487477"/>
                  <a:gd name="connsiteY6" fmla="*/ 507351 h 522922"/>
                  <a:gd name="connsiteX7" fmla="*/ 4546 w 487477"/>
                  <a:gd name="connsiteY7" fmla="*/ 505446 h 522922"/>
                  <a:gd name="connsiteX8" fmla="*/ 3593 w 487477"/>
                  <a:gd name="connsiteY8" fmla="*/ 503541 h 522922"/>
                  <a:gd name="connsiteX9" fmla="*/ 3593 w 487477"/>
                  <a:gd name="connsiteY9" fmla="*/ 503541 h 522922"/>
                  <a:gd name="connsiteX10" fmla="*/ 3593 w 487477"/>
                  <a:gd name="connsiteY10" fmla="*/ 503541 h 522922"/>
                  <a:gd name="connsiteX11" fmla="*/ 3593 w 487477"/>
                  <a:gd name="connsiteY11" fmla="*/ 503541 h 522922"/>
                  <a:gd name="connsiteX12" fmla="*/ 2641 w 487477"/>
                  <a:gd name="connsiteY12" fmla="*/ 501636 h 522922"/>
                  <a:gd name="connsiteX13" fmla="*/ 2641 w 487477"/>
                  <a:gd name="connsiteY13" fmla="*/ 500684 h 522922"/>
                  <a:gd name="connsiteX14" fmla="*/ 1689 w 487477"/>
                  <a:gd name="connsiteY14" fmla="*/ 498778 h 522922"/>
                  <a:gd name="connsiteX15" fmla="*/ 736 w 487477"/>
                  <a:gd name="connsiteY15" fmla="*/ 494968 h 522922"/>
                  <a:gd name="connsiteX16" fmla="*/ 736 w 487477"/>
                  <a:gd name="connsiteY16" fmla="*/ 492111 h 522922"/>
                  <a:gd name="connsiteX17" fmla="*/ 736 w 487477"/>
                  <a:gd name="connsiteY17" fmla="*/ 485443 h 522922"/>
                  <a:gd name="connsiteX18" fmla="*/ 5499 w 487477"/>
                  <a:gd name="connsiteY18" fmla="*/ 467346 h 522922"/>
                  <a:gd name="connsiteX19" fmla="*/ 155041 w 487477"/>
                  <a:gd name="connsiteY19" fmla="*/ 151116 h 522922"/>
                  <a:gd name="connsiteX20" fmla="*/ 158851 w 487477"/>
                  <a:gd name="connsiteY20" fmla="*/ 134924 h 522922"/>
                  <a:gd name="connsiteX21" fmla="*/ 158851 w 487477"/>
                  <a:gd name="connsiteY21" fmla="*/ 19671 h 522922"/>
                  <a:gd name="connsiteX22" fmla="*/ 120751 w 487477"/>
                  <a:gd name="connsiteY22" fmla="*/ 19671 h 522922"/>
                  <a:gd name="connsiteX23" fmla="*/ 120751 w 487477"/>
                  <a:gd name="connsiteY23" fmla="*/ 621 h 522922"/>
                  <a:gd name="connsiteX24" fmla="*/ 368401 w 487477"/>
                  <a:gd name="connsiteY24" fmla="*/ 621 h 522922"/>
                  <a:gd name="connsiteX25" fmla="*/ 368401 w 487477"/>
                  <a:gd name="connsiteY25" fmla="*/ 19671 h 522922"/>
                  <a:gd name="connsiteX26" fmla="*/ 330301 w 487477"/>
                  <a:gd name="connsiteY26" fmla="*/ 19671 h 522922"/>
                  <a:gd name="connsiteX27" fmla="*/ 330301 w 487477"/>
                  <a:gd name="connsiteY27" fmla="*/ 134924 h 522922"/>
                  <a:gd name="connsiteX28" fmla="*/ 334111 w 487477"/>
                  <a:gd name="connsiteY28" fmla="*/ 151116 h 522922"/>
                  <a:gd name="connsiteX29" fmla="*/ 483654 w 487477"/>
                  <a:gd name="connsiteY29" fmla="*/ 467346 h 522922"/>
                  <a:gd name="connsiteX30" fmla="*/ 485558 w 487477"/>
                  <a:gd name="connsiteY30" fmla="*/ 504493 h 522922"/>
                  <a:gd name="connsiteX31" fmla="*/ 485558 w 487477"/>
                  <a:gd name="connsiteY31" fmla="*/ 504493 h 522922"/>
                  <a:gd name="connsiteX32" fmla="*/ 484606 w 487477"/>
                  <a:gd name="connsiteY32" fmla="*/ 506399 h 522922"/>
                  <a:gd name="connsiteX33" fmla="*/ 459841 w 487477"/>
                  <a:gd name="connsiteY33" fmla="*/ 523543 h 522922"/>
                  <a:gd name="connsiteX34" fmla="*/ 457936 w 487477"/>
                  <a:gd name="connsiteY34" fmla="*/ 523543 h 522922"/>
                  <a:gd name="connsiteX35" fmla="*/ 32168 w 487477"/>
                  <a:gd name="connsiteY35" fmla="*/ 523543 h 522922"/>
                  <a:gd name="connsiteX36" fmla="*/ 30264 w 487477"/>
                  <a:gd name="connsiteY36" fmla="*/ 523543 h 522922"/>
                  <a:gd name="connsiteX37" fmla="*/ 27406 w 487477"/>
                  <a:gd name="connsiteY37" fmla="*/ 523543 h 522922"/>
                  <a:gd name="connsiteX38" fmla="*/ 23596 w 487477"/>
                  <a:gd name="connsiteY38" fmla="*/ 522591 h 522922"/>
                  <a:gd name="connsiteX39" fmla="*/ 23596 w 487477"/>
                  <a:gd name="connsiteY39" fmla="*/ 522591 h 522922"/>
                  <a:gd name="connsiteX40" fmla="*/ 17881 w 487477"/>
                  <a:gd name="connsiteY40" fmla="*/ 520686 h 522922"/>
                  <a:gd name="connsiteX41" fmla="*/ 15976 w 487477"/>
                  <a:gd name="connsiteY41" fmla="*/ 519734 h 522922"/>
                  <a:gd name="connsiteX42" fmla="*/ 15024 w 487477"/>
                  <a:gd name="connsiteY42" fmla="*/ 518781 h 522922"/>
                  <a:gd name="connsiteX43" fmla="*/ 10261 w 487477"/>
                  <a:gd name="connsiteY43" fmla="*/ 514971 h 522922"/>
                  <a:gd name="connsiteX44" fmla="*/ 8356 w 487477"/>
                  <a:gd name="connsiteY44" fmla="*/ 512114 h 522922"/>
                  <a:gd name="connsiteX45" fmla="*/ 8356 w 487477"/>
                  <a:gd name="connsiteY45" fmla="*/ 512114 h 522922"/>
                  <a:gd name="connsiteX46" fmla="*/ 255054 w 487477"/>
                  <a:gd name="connsiteY46" fmla="*/ 402576 h 522922"/>
                  <a:gd name="connsiteX47" fmla="*/ 252196 w 487477"/>
                  <a:gd name="connsiteY47" fmla="*/ 404481 h 522922"/>
                  <a:gd name="connsiteX48" fmla="*/ 246481 w 487477"/>
                  <a:gd name="connsiteY48" fmla="*/ 408291 h 522922"/>
                  <a:gd name="connsiteX49" fmla="*/ 55029 w 487477"/>
                  <a:gd name="connsiteY49" fmla="*/ 414959 h 522922"/>
                  <a:gd name="connsiteX50" fmla="*/ 51218 w 487477"/>
                  <a:gd name="connsiteY50" fmla="*/ 413053 h 522922"/>
                  <a:gd name="connsiteX51" fmla="*/ 22643 w 487477"/>
                  <a:gd name="connsiteY51" fmla="*/ 474014 h 522922"/>
                  <a:gd name="connsiteX52" fmla="*/ 21691 w 487477"/>
                  <a:gd name="connsiteY52" fmla="*/ 475918 h 522922"/>
                  <a:gd name="connsiteX53" fmla="*/ 21691 w 487477"/>
                  <a:gd name="connsiteY53" fmla="*/ 495921 h 522922"/>
                  <a:gd name="connsiteX54" fmla="*/ 29311 w 487477"/>
                  <a:gd name="connsiteY54" fmla="*/ 502589 h 522922"/>
                  <a:gd name="connsiteX55" fmla="*/ 30264 w 487477"/>
                  <a:gd name="connsiteY55" fmla="*/ 502589 h 522922"/>
                  <a:gd name="connsiteX56" fmla="*/ 31216 w 487477"/>
                  <a:gd name="connsiteY56" fmla="*/ 502589 h 522922"/>
                  <a:gd name="connsiteX57" fmla="*/ 456983 w 487477"/>
                  <a:gd name="connsiteY57" fmla="*/ 502589 h 522922"/>
                  <a:gd name="connsiteX58" fmla="*/ 457936 w 487477"/>
                  <a:gd name="connsiteY58" fmla="*/ 502589 h 522922"/>
                  <a:gd name="connsiteX59" fmla="*/ 466508 w 487477"/>
                  <a:gd name="connsiteY59" fmla="*/ 495921 h 522922"/>
                  <a:gd name="connsiteX60" fmla="*/ 467461 w 487477"/>
                  <a:gd name="connsiteY60" fmla="*/ 477824 h 522922"/>
                  <a:gd name="connsiteX61" fmla="*/ 466508 w 487477"/>
                  <a:gd name="connsiteY61" fmla="*/ 475918 h 522922"/>
                  <a:gd name="connsiteX62" fmla="*/ 465556 w 487477"/>
                  <a:gd name="connsiteY62" fmla="*/ 474014 h 522922"/>
                  <a:gd name="connsiteX63" fmla="*/ 423646 w 487477"/>
                  <a:gd name="connsiteY63" fmla="*/ 385431 h 522922"/>
                  <a:gd name="connsiteX64" fmla="*/ 255054 w 487477"/>
                  <a:gd name="connsiteY64" fmla="*/ 402576 h 522922"/>
                  <a:gd name="connsiteX65" fmla="*/ 305536 w 487477"/>
                  <a:gd name="connsiteY65" fmla="*/ 255891 h 522922"/>
                  <a:gd name="connsiteX66" fmla="*/ 272199 w 487477"/>
                  <a:gd name="connsiteY66" fmla="*/ 289228 h 522922"/>
                  <a:gd name="connsiteX67" fmla="*/ 305536 w 487477"/>
                  <a:gd name="connsiteY67" fmla="*/ 322566 h 522922"/>
                  <a:gd name="connsiteX68" fmla="*/ 338874 w 487477"/>
                  <a:gd name="connsiteY68" fmla="*/ 289228 h 522922"/>
                  <a:gd name="connsiteX69" fmla="*/ 305536 w 487477"/>
                  <a:gd name="connsiteY69" fmla="*/ 255891 h 522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7477" h="522922">
                    <a:moveTo>
                      <a:pt x="8356" y="512114"/>
                    </a:moveTo>
                    <a:lnTo>
                      <a:pt x="8356" y="512114"/>
                    </a:lnTo>
                    <a:lnTo>
                      <a:pt x="8356" y="512114"/>
                    </a:lnTo>
                    <a:lnTo>
                      <a:pt x="7404" y="511161"/>
                    </a:lnTo>
                    <a:cubicBezTo>
                      <a:pt x="6451" y="510209"/>
                      <a:pt x="6451" y="509256"/>
                      <a:pt x="5499" y="508303"/>
                    </a:cubicBezTo>
                    <a:lnTo>
                      <a:pt x="5499" y="508303"/>
                    </a:lnTo>
                    <a:lnTo>
                      <a:pt x="5499" y="507351"/>
                    </a:lnTo>
                    <a:lnTo>
                      <a:pt x="4546" y="505446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2641" y="501636"/>
                    </a:lnTo>
                    <a:cubicBezTo>
                      <a:pt x="2641" y="501636"/>
                      <a:pt x="2641" y="500684"/>
                      <a:pt x="2641" y="500684"/>
                    </a:cubicBezTo>
                    <a:cubicBezTo>
                      <a:pt x="2641" y="499731"/>
                      <a:pt x="2641" y="499731"/>
                      <a:pt x="1689" y="498778"/>
                    </a:cubicBezTo>
                    <a:cubicBezTo>
                      <a:pt x="1689" y="497826"/>
                      <a:pt x="736" y="495921"/>
                      <a:pt x="736" y="494968"/>
                    </a:cubicBezTo>
                    <a:lnTo>
                      <a:pt x="736" y="492111"/>
                    </a:lnTo>
                    <a:cubicBezTo>
                      <a:pt x="736" y="490206"/>
                      <a:pt x="736" y="487349"/>
                      <a:pt x="736" y="485443"/>
                    </a:cubicBezTo>
                    <a:cubicBezTo>
                      <a:pt x="736" y="478776"/>
                      <a:pt x="2641" y="473061"/>
                      <a:pt x="5499" y="467346"/>
                    </a:cubicBezTo>
                    <a:lnTo>
                      <a:pt x="155041" y="151116"/>
                    </a:lnTo>
                    <a:cubicBezTo>
                      <a:pt x="157899" y="146353"/>
                      <a:pt x="158851" y="140639"/>
                      <a:pt x="158851" y="134924"/>
                    </a:cubicBezTo>
                    <a:lnTo>
                      <a:pt x="158851" y="19671"/>
                    </a:lnTo>
                    <a:lnTo>
                      <a:pt x="120751" y="19671"/>
                    </a:lnTo>
                    <a:lnTo>
                      <a:pt x="120751" y="621"/>
                    </a:lnTo>
                    <a:lnTo>
                      <a:pt x="368401" y="621"/>
                    </a:lnTo>
                    <a:lnTo>
                      <a:pt x="368401" y="19671"/>
                    </a:lnTo>
                    <a:lnTo>
                      <a:pt x="330301" y="19671"/>
                    </a:lnTo>
                    <a:lnTo>
                      <a:pt x="330301" y="134924"/>
                    </a:lnTo>
                    <a:cubicBezTo>
                      <a:pt x="330301" y="140639"/>
                      <a:pt x="331254" y="146353"/>
                      <a:pt x="334111" y="151116"/>
                    </a:cubicBezTo>
                    <a:lnTo>
                      <a:pt x="483654" y="467346"/>
                    </a:lnTo>
                    <a:cubicBezTo>
                      <a:pt x="489368" y="478776"/>
                      <a:pt x="489368" y="492111"/>
                      <a:pt x="485558" y="504493"/>
                    </a:cubicBezTo>
                    <a:lnTo>
                      <a:pt x="485558" y="504493"/>
                    </a:lnTo>
                    <a:lnTo>
                      <a:pt x="484606" y="506399"/>
                    </a:lnTo>
                    <a:cubicBezTo>
                      <a:pt x="479843" y="515924"/>
                      <a:pt x="470318" y="522591"/>
                      <a:pt x="459841" y="523543"/>
                    </a:cubicBezTo>
                    <a:lnTo>
                      <a:pt x="457936" y="523543"/>
                    </a:lnTo>
                    <a:lnTo>
                      <a:pt x="32168" y="523543"/>
                    </a:lnTo>
                    <a:lnTo>
                      <a:pt x="30264" y="523543"/>
                    </a:lnTo>
                    <a:cubicBezTo>
                      <a:pt x="29311" y="523543"/>
                      <a:pt x="28358" y="523543"/>
                      <a:pt x="27406" y="523543"/>
                    </a:cubicBezTo>
                    <a:cubicBezTo>
                      <a:pt x="26454" y="523543"/>
                      <a:pt x="24549" y="523543"/>
                      <a:pt x="23596" y="522591"/>
                    </a:cubicBezTo>
                    <a:lnTo>
                      <a:pt x="23596" y="522591"/>
                    </a:lnTo>
                    <a:cubicBezTo>
                      <a:pt x="21691" y="521639"/>
                      <a:pt x="19786" y="521639"/>
                      <a:pt x="17881" y="520686"/>
                    </a:cubicBezTo>
                    <a:lnTo>
                      <a:pt x="15976" y="519734"/>
                    </a:lnTo>
                    <a:cubicBezTo>
                      <a:pt x="15976" y="519734"/>
                      <a:pt x="15024" y="519734"/>
                      <a:pt x="15024" y="518781"/>
                    </a:cubicBezTo>
                    <a:cubicBezTo>
                      <a:pt x="13118" y="517828"/>
                      <a:pt x="11214" y="515924"/>
                      <a:pt x="10261" y="514971"/>
                    </a:cubicBezTo>
                    <a:lnTo>
                      <a:pt x="8356" y="512114"/>
                    </a:lnTo>
                    <a:lnTo>
                      <a:pt x="8356" y="512114"/>
                    </a:lnTo>
                    <a:close/>
                    <a:moveTo>
                      <a:pt x="255054" y="402576"/>
                    </a:moveTo>
                    <a:lnTo>
                      <a:pt x="252196" y="404481"/>
                    </a:lnTo>
                    <a:lnTo>
                      <a:pt x="246481" y="408291"/>
                    </a:lnTo>
                    <a:cubicBezTo>
                      <a:pt x="198856" y="439724"/>
                      <a:pt x="119799" y="440676"/>
                      <a:pt x="55029" y="414959"/>
                    </a:cubicBezTo>
                    <a:lnTo>
                      <a:pt x="51218" y="413053"/>
                    </a:lnTo>
                    <a:lnTo>
                      <a:pt x="22643" y="474014"/>
                    </a:lnTo>
                    <a:lnTo>
                      <a:pt x="21691" y="475918"/>
                    </a:lnTo>
                    <a:cubicBezTo>
                      <a:pt x="18833" y="482586"/>
                      <a:pt x="18833" y="490206"/>
                      <a:pt x="21691" y="495921"/>
                    </a:cubicBezTo>
                    <a:cubicBezTo>
                      <a:pt x="22643" y="498778"/>
                      <a:pt x="25501" y="501636"/>
                      <a:pt x="29311" y="502589"/>
                    </a:cubicBezTo>
                    <a:lnTo>
                      <a:pt x="30264" y="502589"/>
                    </a:lnTo>
                    <a:lnTo>
                      <a:pt x="31216" y="502589"/>
                    </a:lnTo>
                    <a:lnTo>
                      <a:pt x="456983" y="502589"/>
                    </a:lnTo>
                    <a:lnTo>
                      <a:pt x="457936" y="502589"/>
                    </a:lnTo>
                    <a:cubicBezTo>
                      <a:pt x="461746" y="502589"/>
                      <a:pt x="464604" y="499731"/>
                      <a:pt x="466508" y="495921"/>
                    </a:cubicBezTo>
                    <a:cubicBezTo>
                      <a:pt x="468414" y="490206"/>
                      <a:pt x="469366" y="483539"/>
                      <a:pt x="467461" y="477824"/>
                    </a:cubicBezTo>
                    <a:lnTo>
                      <a:pt x="466508" y="475918"/>
                    </a:lnTo>
                    <a:lnTo>
                      <a:pt x="465556" y="474014"/>
                    </a:lnTo>
                    <a:lnTo>
                      <a:pt x="423646" y="385431"/>
                    </a:lnTo>
                    <a:cubicBezTo>
                      <a:pt x="365543" y="372096"/>
                      <a:pt x="296011" y="376859"/>
                      <a:pt x="255054" y="402576"/>
                    </a:cubicBezTo>
                    <a:close/>
                    <a:moveTo>
                      <a:pt x="305536" y="255891"/>
                    </a:moveTo>
                    <a:cubicBezTo>
                      <a:pt x="287439" y="255891"/>
                      <a:pt x="272199" y="271131"/>
                      <a:pt x="272199" y="289228"/>
                    </a:cubicBezTo>
                    <a:cubicBezTo>
                      <a:pt x="272199" y="307326"/>
                      <a:pt x="287439" y="322566"/>
                      <a:pt x="305536" y="322566"/>
                    </a:cubicBezTo>
                    <a:cubicBezTo>
                      <a:pt x="323633" y="322566"/>
                      <a:pt x="338874" y="307326"/>
                      <a:pt x="338874" y="289228"/>
                    </a:cubicBezTo>
                    <a:cubicBezTo>
                      <a:pt x="338874" y="270178"/>
                      <a:pt x="323633" y="255891"/>
                      <a:pt x="305536" y="25589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none" lIns="108000" tIns="108000" rIns="108000" bIns="108000" rtlCol="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5" name="Text2" descr="115647cf-b21f-4397-96c2-32375840231e"/>
              <p:cNvSpPr txBox="1"/>
              <p:nvPr/>
            </p:nvSpPr>
            <p:spPr>
              <a:xfrm flipH="1">
                <a:off x="6630264" y="2653254"/>
                <a:ext cx="3988237" cy="664916"/>
              </a:xfrm>
              <a:prstGeom prst="rect">
                <a:avLst/>
              </a:prstGeom>
              <a:noFill/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利用磁场变化测量速度，适用于旋转物体。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6" name="Bullet2" descr="f42e2128-a0a4-4514-bfa3-8ed654cdfc85"/>
              <p:cNvSpPr txBox="1"/>
              <p:nvPr/>
            </p:nvSpPr>
            <p:spPr>
              <a:xfrm flipH="1">
                <a:off x="6630262" y="2141212"/>
                <a:ext cx="3988239" cy="489593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/>
                <a:r>
                  <a:rPr lang="en-US" sz="1800" b="1" i="0" u="none" strike="noStrike">
                    <a:solidFill>
                      <a:srgbClr val="000000"/>
                    </a:solidFill>
                    <a:ea typeface="微软雅黑" panose="020B0503020204020204" charset="-122"/>
                  </a:rPr>
                  <a:t>霍尔传感器</a:t>
                </a:r>
                <a:endParaRPr lang="en-US" sz="1800" b="1" i="0" u="none" strike="noStrik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270" y="3797935"/>
            <a:ext cx="3308985" cy="2647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145" y="3903345"/>
            <a:ext cx="5205730" cy="22301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屏幕显示类元器件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直观展示信息，增强人机交互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屏幕显示类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11" name="23f5a11f-89e5-45e7-8fa1-de56beb93ded.source.4.zh-Hans.pptx" descr="86b79c65-ca59-49f9-ad3b-da23a21ff567"/>
          <p:cNvGrpSpPr/>
          <p:nvPr>
            <p:custDataLst>
              <p:tags r:id="rId1"/>
            </p:custDataLst>
          </p:nvPr>
        </p:nvGrpSpPr>
        <p:grpSpPr>
          <a:xfrm>
            <a:off x="0" y="1130300"/>
            <a:ext cx="12167616" cy="4244509"/>
            <a:chOff x="0" y="1130300"/>
            <a:chExt cx="12167616" cy="4244509"/>
          </a:xfrm>
        </p:grpSpPr>
        <p:cxnSp>
          <p:nvCxnSpPr>
            <p:cNvPr id="3" name="islide-1" descr="c469f7f8-e9d2-489d-8968-f11632c533d9"/>
            <p:cNvCxnSpPr/>
            <p:nvPr>
              <p:custDataLst>
                <p:tags r:id="rId2"/>
              </p:custDataLst>
            </p:nvPr>
          </p:nvCxnSpPr>
          <p:spPr>
            <a:xfrm>
              <a:off x="0" y="3865012"/>
              <a:ext cx="12167616" cy="0"/>
            </a:xfrm>
            <a:prstGeom prst="line">
              <a:avLst/>
            </a:prstGeom>
            <a:ln w="25400"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islide-3" descr="8fb256e6-9045-4446-a6c0-cd040685f352"/>
            <p:cNvSpPr/>
            <p:nvPr>
              <p:custDataLst>
                <p:tags r:id="rId3"/>
              </p:custDataLst>
            </p:nvPr>
          </p:nvSpPr>
          <p:spPr>
            <a:xfrm flipV="1">
              <a:off x="9571527" y="4772967"/>
              <a:ext cx="1194746" cy="598403"/>
            </a:xfrm>
            <a:custGeom>
              <a:avLst/>
              <a:gdLst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-1" fmla="*/ 95176 w 1194746"/>
                <a:gd name="connsiteY0-2" fmla="*/ 0 h 599609"/>
                <a:gd name="connsiteX1-3" fmla="*/ 1099570 w 1194746"/>
                <a:gd name="connsiteY1-4" fmla="*/ 0 h 599609"/>
                <a:gd name="connsiteX2-5" fmla="*/ 1194746 w 1194746"/>
                <a:gd name="connsiteY2-6" fmla="*/ 95176 h 599609"/>
                <a:gd name="connsiteX3-7" fmla="*/ 1194746 w 1194746"/>
                <a:gd name="connsiteY3-8" fmla="*/ 599609 h 599609"/>
                <a:gd name="connsiteX4-9" fmla="*/ 1194746 w 1194746"/>
                <a:gd name="connsiteY4-10" fmla="*/ 599609 h 599609"/>
                <a:gd name="connsiteX5-11" fmla="*/ 0 w 1194746"/>
                <a:gd name="connsiteY5-12" fmla="*/ 599609 h 599609"/>
                <a:gd name="connsiteX6-13" fmla="*/ 0 w 1194746"/>
                <a:gd name="connsiteY6-14" fmla="*/ 599609 h 599609"/>
                <a:gd name="connsiteX7-15" fmla="*/ 0 w 1194746"/>
                <a:gd name="connsiteY7-16" fmla="*/ 95176 h 599609"/>
                <a:gd name="connsiteX8-17" fmla="*/ 95176 w 1194746"/>
                <a:gd name="connsiteY8-18" fmla="*/ 0 h 599609"/>
                <a:gd name="connsiteX0-19" fmla="*/ 95176 w 1194746"/>
                <a:gd name="connsiteY0-20" fmla="*/ 0 h 599609"/>
                <a:gd name="connsiteX1-21" fmla="*/ 1099570 w 1194746"/>
                <a:gd name="connsiteY1-22" fmla="*/ 0 h 599609"/>
                <a:gd name="connsiteX2-23" fmla="*/ 1194746 w 1194746"/>
                <a:gd name="connsiteY2-24" fmla="*/ 95176 h 599609"/>
                <a:gd name="connsiteX3-25" fmla="*/ 1194746 w 1194746"/>
                <a:gd name="connsiteY3-26" fmla="*/ 599609 h 599609"/>
                <a:gd name="connsiteX4-27" fmla="*/ 1194746 w 1194746"/>
                <a:gd name="connsiteY4-28" fmla="*/ 599609 h 599609"/>
                <a:gd name="connsiteX5-29" fmla="*/ 651339 w 1194746"/>
                <a:gd name="connsiteY5-30" fmla="*/ 447637 h 599609"/>
                <a:gd name="connsiteX6-31" fmla="*/ 0 w 1194746"/>
                <a:gd name="connsiteY6-32" fmla="*/ 599609 h 599609"/>
                <a:gd name="connsiteX7-33" fmla="*/ 0 w 1194746"/>
                <a:gd name="connsiteY7-34" fmla="*/ 599609 h 599609"/>
                <a:gd name="connsiteX8-35" fmla="*/ 0 w 1194746"/>
                <a:gd name="connsiteY8-36" fmla="*/ 95176 h 599609"/>
                <a:gd name="connsiteX9" fmla="*/ 95176 w 1194746"/>
                <a:gd name="connsiteY9" fmla="*/ 0 h 599609"/>
                <a:gd name="connsiteX0-37" fmla="*/ 95176 w 1194746"/>
                <a:gd name="connsiteY0-38" fmla="*/ 0 h 599609"/>
                <a:gd name="connsiteX1-39" fmla="*/ 1099570 w 1194746"/>
                <a:gd name="connsiteY1-40" fmla="*/ 0 h 599609"/>
                <a:gd name="connsiteX2-41" fmla="*/ 1194746 w 1194746"/>
                <a:gd name="connsiteY2-42" fmla="*/ 95176 h 599609"/>
                <a:gd name="connsiteX3-43" fmla="*/ 1194746 w 1194746"/>
                <a:gd name="connsiteY3-44" fmla="*/ 599609 h 599609"/>
                <a:gd name="connsiteX4-45" fmla="*/ 1194746 w 1194746"/>
                <a:gd name="connsiteY4-46" fmla="*/ 599609 h 599609"/>
                <a:gd name="connsiteX5-47" fmla="*/ 609136 w 1194746"/>
                <a:gd name="connsiteY5-48" fmla="*/ 447637 h 599609"/>
                <a:gd name="connsiteX6-49" fmla="*/ 0 w 1194746"/>
                <a:gd name="connsiteY6-50" fmla="*/ 599609 h 599609"/>
                <a:gd name="connsiteX7-51" fmla="*/ 0 w 1194746"/>
                <a:gd name="connsiteY7-52" fmla="*/ 599609 h 599609"/>
                <a:gd name="connsiteX8-53" fmla="*/ 0 w 1194746"/>
                <a:gd name="connsiteY8-54" fmla="*/ 95176 h 599609"/>
                <a:gd name="connsiteX9-55" fmla="*/ 95176 w 1194746"/>
                <a:gd name="connsiteY9-56" fmla="*/ 0 h 599609"/>
                <a:gd name="connsiteX0-57" fmla="*/ 95176 w 1194746"/>
                <a:gd name="connsiteY0-58" fmla="*/ 0 h 599609"/>
                <a:gd name="connsiteX1-59" fmla="*/ 1099570 w 1194746"/>
                <a:gd name="connsiteY1-60" fmla="*/ 0 h 599609"/>
                <a:gd name="connsiteX2-61" fmla="*/ 1194746 w 1194746"/>
                <a:gd name="connsiteY2-62" fmla="*/ 95176 h 599609"/>
                <a:gd name="connsiteX3-63" fmla="*/ 1194746 w 1194746"/>
                <a:gd name="connsiteY3-64" fmla="*/ 599609 h 599609"/>
                <a:gd name="connsiteX4-65" fmla="*/ 1194746 w 1194746"/>
                <a:gd name="connsiteY4-66" fmla="*/ 599609 h 599609"/>
                <a:gd name="connsiteX5-67" fmla="*/ 609136 w 1194746"/>
                <a:gd name="connsiteY5-68" fmla="*/ 447637 h 599609"/>
                <a:gd name="connsiteX6-69" fmla="*/ 0 w 1194746"/>
                <a:gd name="connsiteY6-70" fmla="*/ 599609 h 599609"/>
                <a:gd name="connsiteX7-71" fmla="*/ 0 w 1194746"/>
                <a:gd name="connsiteY7-72" fmla="*/ 599609 h 599609"/>
                <a:gd name="connsiteX8-73" fmla="*/ 0 w 1194746"/>
                <a:gd name="connsiteY8-74" fmla="*/ 95176 h 599609"/>
                <a:gd name="connsiteX9-75" fmla="*/ 95176 w 1194746"/>
                <a:gd name="connsiteY9-76" fmla="*/ 0 h 599609"/>
                <a:gd name="connsiteX0-77" fmla="*/ 95176 w 1194746"/>
                <a:gd name="connsiteY0-78" fmla="*/ 0 h 757126"/>
                <a:gd name="connsiteX1-79" fmla="*/ 1099570 w 1194746"/>
                <a:gd name="connsiteY1-80" fmla="*/ 0 h 757126"/>
                <a:gd name="connsiteX2-81" fmla="*/ 1194746 w 1194746"/>
                <a:gd name="connsiteY2-82" fmla="*/ 95176 h 757126"/>
                <a:gd name="connsiteX3-83" fmla="*/ 1194746 w 1194746"/>
                <a:gd name="connsiteY3-84" fmla="*/ 599609 h 757126"/>
                <a:gd name="connsiteX4-85" fmla="*/ 1194746 w 1194746"/>
                <a:gd name="connsiteY4-86" fmla="*/ 599609 h 757126"/>
                <a:gd name="connsiteX5-87" fmla="*/ 609136 w 1194746"/>
                <a:gd name="connsiteY5-88" fmla="*/ 757126 h 757126"/>
                <a:gd name="connsiteX6-89" fmla="*/ 0 w 1194746"/>
                <a:gd name="connsiteY6-90" fmla="*/ 599609 h 757126"/>
                <a:gd name="connsiteX7-91" fmla="*/ 0 w 1194746"/>
                <a:gd name="connsiteY7-92" fmla="*/ 599609 h 757126"/>
                <a:gd name="connsiteX8-93" fmla="*/ 0 w 1194746"/>
                <a:gd name="connsiteY8-94" fmla="*/ 95176 h 757126"/>
                <a:gd name="connsiteX9-95" fmla="*/ 95176 w 1194746"/>
                <a:gd name="connsiteY9-96" fmla="*/ 0 h 757126"/>
                <a:gd name="connsiteX0-97" fmla="*/ 95176 w 1194746"/>
                <a:gd name="connsiteY0-98" fmla="*/ 0 h 757126"/>
                <a:gd name="connsiteX1-99" fmla="*/ 1099570 w 1194746"/>
                <a:gd name="connsiteY1-100" fmla="*/ 0 h 757126"/>
                <a:gd name="connsiteX2-101" fmla="*/ 1194746 w 1194746"/>
                <a:gd name="connsiteY2-102" fmla="*/ 95176 h 757126"/>
                <a:gd name="connsiteX3-103" fmla="*/ 1194746 w 1194746"/>
                <a:gd name="connsiteY3-104" fmla="*/ 599609 h 757126"/>
                <a:gd name="connsiteX4-105" fmla="*/ 1194746 w 1194746"/>
                <a:gd name="connsiteY4-106" fmla="*/ 599609 h 757126"/>
                <a:gd name="connsiteX5-107" fmla="*/ 609136 w 1194746"/>
                <a:gd name="connsiteY5-108" fmla="*/ 757126 h 757126"/>
                <a:gd name="connsiteX6-109" fmla="*/ 0 w 1194746"/>
                <a:gd name="connsiteY6-110" fmla="*/ 599609 h 757126"/>
                <a:gd name="connsiteX7-111" fmla="*/ 0 w 1194746"/>
                <a:gd name="connsiteY7-112" fmla="*/ 599609 h 757126"/>
                <a:gd name="connsiteX8-113" fmla="*/ 0 w 1194746"/>
                <a:gd name="connsiteY8-114" fmla="*/ 95176 h 757126"/>
                <a:gd name="connsiteX9-115" fmla="*/ 95176 w 1194746"/>
                <a:gd name="connsiteY9-116" fmla="*/ 0 h 757126"/>
                <a:gd name="connsiteX0-117" fmla="*/ 95176 w 1194746"/>
                <a:gd name="connsiteY0-118" fmla="*/ 0 h 757966"/>
                <a:gd name="connsiteX1-119" fmla="*/ 1099570 w 1194746"/>
                <a:gd name="connsiteY1-120" fmla="*/ 0 h 757966"/>
                <a:gd name="connsiteX2-121" fmla="*/ 1194746 w 1194746"/>
                <a:gd name="connsiteY2-122" fmla="*/ 95176 h 757966"/>
                <a:gd name="connsiteX3-123" fmla="*/ 1194746 w 1194746"/>
                <a:gd name="connsiteY3-124" fmla="*/ 599609 h 757966"/>
                <a:gd name="connsiteX4-125" fmla="*/ 1194746 w 1194746"/>
                <a:gd name="connsiteY4-126" fmla="*/ 599609 h 757966"/>
                <a:gd name="connsiteX5-127" fmla="*/ 1094399 w 1194746"/>
                <a:gd name="connsiteY5-128" fmla="*/ 659403 h 757966"/>
                <a:gd name="connsiteX6-129" fmla="*/ 609136 w 1194746"/>
                <a:gd name="connsiteY6-130" fmla="*/ 757126 h 757966"/>
                <a:gd name="connsiteX7-131" fmla="*/ 0 w 1194746"/>
                <a:gd name="connsiteY7-132" fmla="*/ 599609 h 757966"/>
                <a:gd name="connsiteX8-133" fmla="*/ 0 w 1194746"/>
                <a:gd name="connsiteY8-134" fmla="*/ 599609 h 757966"/>
                <a:gd name="connsiteX9-135" fmla="*/ 0 w 1194746"/>
                <a:gd name="connsiteY9-136" fmla="*/ 95176 h 757966"/>
                <a:gd name="connsiteX10" fmla="*/ 95176 w 1194746"/>
                <a:gd name="connsiteY10" fmla="*/ 0 h 757966"/>
                <a:gd name="connsiteX0-137" fmla="*/ 95176 w 1216266"/>
                <a:gd name="connsiteY0-138" fmla="*/ 0 h 659403"/>
                <a:gd name="connsiteX1-139" fmla="*/ 1099570 w 1216266"/>
                <a:gd name="connsiteY1-140" fmla="*/ 0 h 659403"/>
                <a:gd name="connsiteX2-141" fmla="*/ 1194746 w 1216266"/>
                <a:gd name="connsiteY2-142" fmla="*/ 95176 h 659403"/>
                <a:gd name="connsiteX3-143" fmla="*/ 1194746 w 1216266"/>
                <a:gd name="connsiteY3-144" fmla="*/ 599609 h 659403"/>
                <a:gd name="connsiteX4-145" fmla="*/ 1194746 w 1216266"/>
                <a:gd name="connsiteY4-146" fmla="*/ 599609 h 659403"/>
                <a:gd name="connsiteX5-147" fmla="*/ 1094399 w 1216266"/>
                <a:gd name="connsiteY5-148" fmla="*/ 659403 h 659403"/>
                <a:gd name="connsiteX6-149" fmla="*/ 0 w 1216266"/>
                <a:gd name="connsiteY6-150" fmla="*/ 599609 h 659403"/>
                <a:gd name="connsiteX7-151" fmla="*/ 0 w 1216266"/>
                <a:gd name="connsiteY7-152" fmla="*/ 599609 h 659403"/>
                <a:gd name="connsiteX8-153" fmla="*/ 0 w 1216266"/>
                <a:gd name="connsiteY8-154" fmla="*/ 95176 h 659403"/>
                <a:gd name="connsiteX9-155" fmla="*/ 95176 w 1216266"/>
                <a:gd name="connsiteY9-156" fmla="*/ 0 h 659403"/>
                <a:gd name="connsiteX0-157" fmla="*/ 95176 w 1194746"/>
                <a:gd name="connsiteY0-158" fmla="*/ 0 h 720498"/>
                <a:gd name="connsiteX1-159" fmla="*/ 1099570 w 1194746"/>
                <a:gd name="connsiteY1-160" fmla="*/ 0 h 720498"/>
                <a:gd name="connsiteX2-161" fmla="*/ 1194746 w 1194746"/>
                <a:gd name="connsiteY2-162" fmla="*/ 95176 h 720498"/>
                <a:gd name="connsiteX3-163" fmla="*/ 1194746 w 1194746"/>
                <a:gd name="connsiteY3-164" fmla="*/ 599609 h 720498"/>
                <a:gd name="connsiteX4-165" fmla="*/ 1194746 w 1194746"/>
                <a:gd name="connsiteY4-166" fmla="*/ 599609 h 720498"/>
                <a:gd name="connsiteX5-167" fmla="*/ 980099 w 1194746"/>
                <a:gd name="connsiteY5-168" fmla="*/ 720498 h 720498"/>
                <a:gd name="connsiteX6-169" fmla="*/ 0 w 1194746"/>
                <a:gd name="connsiteY6-170" fmla="*/ 599609 h 720498"/>
                <a:gd name="connsiteX7-171" fmla="*/ 0 w 1194746"/>
                <a:gd name="connsiteY7-172" fmla="*/ 599609 h 720498"/>
                <a:gd name="connsiteX8-173" fmla="*/ 0 w 1194746"/>
                <a:gd name="connsiteY8-174" fmla="*/ 95176 h 720498"/>
                <a:gd name="connsiteX9-175" fmla="*/ 95176 w 1194746"/>
                <a:gd name="connsiteY9-176" fmla="*/ 0 h 720498"/>
                <a:gd name="connsiteX0-177" fmla="*/ 95176 w 1194746"/>
                <a:gd name="connsiteY0-178" fmla="*/ 0 h 734900"/>
                <a:gd name="connsiteX1-179" fmla="*/ 1099570 w 1194746"/>
                <a:gd name="connsiteY1-180" fmla="*/ 0 h 734900"/>
                <a:gd name="connsiteX2-181" fmla="*/ 1194746 w 1194746"/>
                <a:gd name="connsiteY2-182" fmla="*/ 95176 h 734900"/>
                <a:gd name="connsiteX3-183" fmla="*/ 1194746 w 1194746"/>
                <a:gd name="connsiteY3-184" fmla="*/ 599609 h 734900"/>
                <a:gd name="connsiteX4-185" fmla="*/ 1194746 w 1194746"/>
                <a:gd name="connsiteY4-186" fmla="*/ 599609 h 734900"/>
                <a:gd name="connsiteX5-187" fmla="*/ 980099 w 1194746"/>
                <a:gd name="connsiteY5-188" fmla="*/ 720498 h 734900"/>
                <a:gd name="connsiteX6-189" fmla="*/ 241911 w 1194746"/>
                <a:gd name="connsiteY6-190" fmla="*/ 726607 h 734900"/>
                <a:gd name="connsiteX7-191" fmla="*/ 0 w 1194746"/>
                <a:gd name="connsiteY7-192" fmla="*/ 599609 h 734900"/>
                <a:gd name="connsiteX8-193" fmla="*/ 0 w 1194746"/>
                <a:gd name="connsiteY8-194" fmla="*/ 599609 h 734900"/>
                <a:gd name="connsiteX9-195" fmla="*/ 0 w 1194746"/>
                <a:gd name="connsiteY9-196" fmla="*/ 95176 h 734900"/>
                <a:gd name="connsiteX10-197" fmla="*/ 95176 w 1194746"/>
                <a:gd name="connsiteY10-198" fmla="*/ 0 h 734900"/>
                <a:gd name="connsiteX0-199" fmla="*/ 95176 w 1194746"/>
                <a:gd name="connsiteY0-200" fmla="*/ 0 h 734901"/>
                <a:gd name="connsiteX1-201" fmla="*/ 1099570 w 1194746"/>
                <a:gd name="connsiteY1-202" fmla="*/ 0 h 734901"/>
                <a:gd name="connsiteX2-203" fmla="*/ 1194746 w 1194746"/>
                <a:gd name="connsiteY2-204" fmla="*/ 95176 h 734901"/>
                <a:gd name="connsiteX3-205" fmla="*/ 1194746 w 1194746"/>
                <a:gd name="connsiteY3-206" fmla="*/ 599609 h 734901"/>
                <a:gd name="connsiteX4-207" fmla="*/ 1194746 w 1194746"/>
                <a:gd name="connsiteY4-208" fmla="*/ 599609 h 734901"/>
                <a:gd name="connsiteX5-209" fmla="*/ 980099 w 1194746"/>
                <a:gd name="connsiteY5-210" fmla="*/ 720498 h 734901"/>
                <a:gd name="connsiteX6-211" fmla="*/ 241911 w 1194746"/>
                <a:gd name="connsiteY6-212" fmla="*/ 726607 h 734901"/>
                <a:gd name="connsiteX7-213" fmla="*/ 0 w 1194746"/>
                <a:gd name="connsiteY7-214" fmla="*/ 599609 h 734901"/>
                <a:gd name="connsiteX8-215" fmla="*/ 0 w 1194746"/>
                <a:gd name="connsiteY8-216" fmla="*/ 599609 h 734901"/>
                <a:gd name="connsiteX9-217" fmla="*/ 0 w 1194746"/>
                <a:gd name="connsiteY9-218" fmla="*/ 95176 h 734901"/>
                <a:gd name="connsiteX10-219" fmla="*/ 95176 w 1194746"/>
                <a:gd name="connsiteY10-220" fmla="*/ 0 h 734901"/>
                <a:gd name="connsiteX0-221" fmla="*/ 95176 w 1194746"/>
                <a:gd name="connsiteY0-222" fmla="*/ 0 h 854911"/>
                <a:gd name="connsiteX1-223" fmla="*/ 1099570 w 1194746"/>
                <a:gd name="connsiteY1-224" fmla="*/ 0 h 854911"/>
                <a:gd name="connsiteX2-225" fmla="*/ 1194746 w 1194746"/>
                <a:gd name="connsiteY2-226" fmla="*/ 95176 h 854911"/>
                <a:gd name="connsiteX3-227" fmla="*/ 1194746 w 1194746"/>
                <a:gd name="connsiteY3-228" fmla="*/ 599609 h 854911"/>
                <a:gd name="connsiteX4-229" fmla="*/ 1194746 w 1194746"/>
                <a:gd name="connsiteY4-230" fmla="*/ 599609 h 854911"/>
                <a:gd name="connsiteX5-231" fmla="*/ 980099 w 1194746"/>
                <a:gd name="connsiteY5-232" fmla="*/ 720498 h 854911"/>
                <a:gd name="connsiteX6-233" fmla="*/ 599099 w 1194746"/>
                <a:gd name="connsiteY6-234" fmla="*/ 854904 h 854911"/>
                <a:gd name="connsiteX7-235" fmla="*/ 241911 w 1194746"/>
                <a:gd name="connsiteY7-236" fmla="*/ 726607 h 854911"/>
                <a:gd name="connsiteX8-237" fmla="*/ 0 w 1194746"/>
                <a:gd name="connsiteY8-238" fmla="*/ 599609 h 854911"/>
                <a:gd name="connsiteX9-239" fmla="*/ 0 w 1194746"/>
                <a:gd name="connsiteY9-240" fmla="*/ 599609 h 854911"/>
                <a:gd name="connsiteX10-241" fmla="*/ 0 w 1194746"/>
                <a:gd name="connsiteY10-242" fmla="*/ 95176 h 854911"/>
                <a:gd name="connsiteX11" fmla="*/ 95176 w 1194746"/>
                <a:gd name="connsiteY11" fmla="*/ 0 h 854911"/>
                <a:gd name="connsiteX0-243" fmla="*/ 95176 w 1194746"/>
                <a:gd name="connsiteY0-244" fmla="*/ 0 h 856983"/>
                <a:gd name="connsiteX1-245" fmla="*/ 1099570 w 1194746"/>
                <a:gd name="connsiteY1-246" fmla="*/ 0 h 856983"/>
                <a:gd name="connsiteX2-247" fmla="*/ 1194746 w 1194746"/>
                <a:gd name="connsiteY2-248" fmla="*/ 95176 h 856983"/>
                <a:gd name="connsiteX3-249" fmla="*/ 1194746 w 1194746"/>
                <a:gd name="connsiteY3-250" fmla="*/ 599609 h 856983"/>
                <a:gd name="connsiteX4-251" fmla="*/ 1194746 w 1194746"/>
                <a:gd name="connsiteY4-252" fmla="*/ 599609 h 856983"/>
                <a:gd name="connsiteX5-253" fmla="*/ 980099 w 1194746"/>
                <a:gd name="connsiteY5-254" fmla="*/ 720498 h 856983"/>
                <a:gd name="connsiteX6-255" fmla="*/ 599099 w 1194746"/>
                <a:gd name="connsiteY6-256" fmla="*/ 854904 h 856983"/>
                <a:gd name="connsiteX7-257" fmla="*/ 0 w 1194746"/>
                <a:gd name="connsiteY7-258" fmla="*/ 599609 h 856983"/>
                <a:gd name="connsiteX8-259" fmla="*/ 0 w 1194746"/>
                <a:gd name="connsiteY8-260" fmla="*/ 599609 h 856983"/>
                <a:gd name="connsiteX9-261" fmla="*/ 0 w 1194746"/>
                <a:gd name="connsiteY9-262" fmla="*/ 95176 h 856983"/>
                <a:gd name="connsiteX10-263" fmla="*/ 95176 w 1194746"/>
                <a:gd name="connsiteY10-264" fmla="*/ 0 h 856983"/>
                <a:gd name="connsiteX0-265" fmla="*/ 95176 w 1194746"/>
                <a:gd name="connsiteY0-266" fmla="*/ 0 h 854904"/>
                <a:gd name="connsiteX1-267" fmla="*/ 1099570 w 1194746"/>
                <a:gd name="connsiteY1-268" fmla="*/ 0 h 854904"/>
                <a:gd name="connsiteX2-269" fmla="*/ 1194746 w 1194746"/>
                <a:gd name="connsiteY2-270" fmla="*/ 95176 h 854904"/>
                <a:gd name="connsiteX3-271" fmla="*/ 1194746 w 1194746"/>
                <a:gd name="connsiteY3-272" fmla="*/ 599609 h 854904"/>
                <a:gd name="connsiteX4-273" fmla="*/ 1194746 w 1194746"/>
                <a:gd name="connsiteY4-274" fmla="*/ 599609 h 854904"/>
                <a:gd name="connsiteX5-275" fmla="*/ 599099 w 1194746"/>
                <a:gd name="connsiteY5-276" fmla="*/ 854904 h 854904"/>
                <a:gd name="connsiteX6-277" fmla="*/ 0 w 1194746"/>
                <a:gd name="connsiteY6-278" fmla="*/ 599609 h 854904"/>
                <a:gd name="connsiteX7-279" fmla="*/ 0 w 1194746"/>
                <a:gd name="connsiteY7-280" fmla="*/ 599609 h 854904"/>
                <a:gd name="connsiteX8-281" fmla="*/ 0 w 1194746"/>
                <a:gd name="connsiteY8-282" fmla="*/ 95176 h 854904"/>
                <a:gd name="connsiteX9-283" fmla="*/ 95176 w 1194746"/>
                <a:gd name="connsiteY9-284" fmla="*/ 0 h 854904"/>
                <a:gd name="connsiteX0-285" fmla="*/ 95176 w 1194746"/>
                <a:gd name="connsiteY0-286" fmla="*/ 0 h 873233"/>
                <a:gd name="connsiteX1-287" fmla="*/ 1099570 w 1194746"/>
                <a:gd name="connsiteY1-288" fmla="*/ 0 h 873233"/>
                <a:gd name="connsiteX2-289" fmla="*/ 1194746 w 1194746"/>
                <a:gd name="connsiteY2-290" fmla="*/ 95176 h 873233"/>
                <a:gd name="connsiteX3-291" fmla="*/ 1194746 w 1194746"/>
                <a:gd name="connsiteY3-292" fmla="*/ 599609 h 873233"/>
                <a:gd name="connsiteX4-293" fmla="*/ 1194746 w 1194746"/>
                <a:gd name="connsiteY4-294" fmla="*/ 599609 h 873233"/>
                <a:gd name="connsiteX5-295" fmla="*/ 580049 w 1194746"/>
                <a:gd name="connsiteY5-296" fmla="*/ 873233 h 873233"/>
                <a:gd name="connsiteX6-297" fmla="*/ 0 w 1194746"/>
                <a:gd name="connsiteY6-298" fmla="*/ 599609 h 873233"/>
                <a:gd name="connsiteX7-299" fmla="*/ 0 w 1194746"/>
                <a:gd name="connsiteY7-300" fmla="*/ 599609 h 873233"/>
                <a:gd name="connsiteX8-301" fmla="*/ 0 w 1194746"/>
                <a:gd name="connsiteY8-302" fmla="*/ 95176 h 873233"/>
                <a:gd name="connsiteX9-303" fmla="*/ 95176 w 1194746"/>
                <a:gd name="connsiteY9-304" fmla="*/ 0 h 873233"/>
                <a:gd name="connsiteX0-305" fmla="*/ 95176 w 1194746"/>
                <a:gd name="connsiteY0-306" fmla="*/ 0 h 873677"/>
                <a:gd name="connsiteX1-307" fmla="*/ 1099570 w 1194746"/>
                <a:gd name="connsiteY1-308" fmla="*/ 0 h 873677"/>
                <a:gd name="connsiteX2-309" fmla="*/ 1194746 w 1194746"/>
                <a:gd name="connsiteY2-310" fmla="*/ 95176 h 873677"/>
                <a:gd name="connsiteX3-311" fmla="*/ 1194746 w 1194746"/>
                <a:gd name="connsiteY3-312" fmla="*/ 599609 h 873677"/>
                <a:gd name="connsiteX4-313" fmla="*/ 1194746 w 1194746"/>
                <a:gd name="connsiteY4-314" fmla="*/ 599609 h 873677"/>
                <a:gd name="connsiteX5-315" fmla="*/ 580049 w 1194746"/>
                <a:gd name="connsiteY5-316" fmla="*/ 873233 h 873677"/>
                <a:gd name="connsiteX6-317" fmla="*/ 0 w 1194746"/>
                <a:gd name="connsiteY6-318" fmla="*/ 599609 h 873677"/>
                <a:gd name="connsiteX7-319" fmla="*/ 0 w 1194746"/>
                <a:gd name="connsiteY7-320" fmla="*/ 599609 h 873677"/>
                <a:gd name="connsiteX8-321" fmla="*/ 0 w 1194746"/>
                <a:gd name="connsiteY8-322" fmla="*/ 95176 h 873677"/>
                <a:gd name="connsiteX9-323" fmla="*/ 95176 w 1194746"/>
                <a:gd name="connsiteY9-324" fmla="*/ 0 h 873677"/>
                <a:gd name="connsiteX0-325" fmla="*/ 95176 w 1194746"/>
                <a:gd name="connsiteY0-326" fmla="*/ 0 h 873677"/>
                <a:gd name="connsiteX1-327" fmla="*/ 1099570 w 1194746"/>
                <a:gd name="connsiteY1-328" fmla="*/ 0 h 873677"/>
                <a:gd name="connsiteX2-329" fmla="*/ 1194746 w 1194746"/>
                <a:gd name="connsiteY2-330" fmla="*/ 95176 h 873677"/>
                <a:gd name="connsiteX3-331" fmla="*/ 1194746 w 1194746"/>
                <a:gd name="connsiteY3-332" fmla="*/ 599609 h 873677"/>
                <a:gd name="connsiteX4-333" fmla="*/ 1194746 w 1194746"/>
                <a:gd name="connsiteY4-334" fmla="*/ 599609 h 873677"/>
                <a:gd name="connsiteX5-335" fmla="*/ 618149 w 1194746"/>
                <a:gd name="connsiteY5-336" fmla="*/ 873233 h 873677"/>
                <a:gd name="connsiteX6-337" fmla="*/ 0 w 1194746"/>
                <a:gd name="connsiteY6-338" fmla="*/ 599609 h 873677"/>
                <a:gd name="connsiteX7-339" fmla="*/ 0 w 1194746"/>
                <a:gd name="connsiteY7-340" fmla="*/ 599609 h 873677"/>
                <a:gd name="connsiteX8-341" fmla="*/ 0 w 1194746"/>
                <a:gd name="connsiteY8-342" fmla="*/ 95176 h 873677"/>
                <a:gd name="connsiteX9-343" fmla="*/ 95176 w 1194746"/>
                <a:gd name="connsiteY9-344" fmla="*/ 0 h 873677"/>
                <a:gd name="connsiteX0-345" fmla="*/ 95176 w 1194746"/>
                <a:gd name="connsiteY0-346" fmla="*/ 0 h 873677"/>
                <a:gd name="connsiteX1-347" fmla="*/ 1099570 w 1194746"/>
                <a:gd name="connsiteY1-348" fmla="*/ 0 h 873677"/>
                <a:gd name="connsiteX2-349" fmla="*/ 1194746 w 1194746"/>
                <a:gd name="connsiteY2-350" fmla="*/ 95176 h 873677"/>
                <a:gd name="connsiteX3-351" fmla="*/ 1194746 w 1194746"/>
                <a:gd name="connsiteY3-352" fmla="*/ 599609 h 873677"/>
                <a:gd name="connsiteX4-353" fmla="*/ 1194746 w 1194746"/>
                <a:gd name="connsiteY4-354" fmla="*/ 599609 h 873677"/>
                <a:gd name="connsiteX5-355" fmla="*/ 594337 w 1194746"/>
                <a:gd name="connsiteY5-356" fmla="*/ 873233 h 873677"/>
                <a:gd name="connsiteX6-357" fmla="*/ 0 w 1194746"/>
                <a:gd name="connsiteY6-358" fmla="*/ 599609 h 873677"/>
                <a:gd name="connsiteX7-359" fmla="*/ 0 w 1194746"/>
                <a:gd name="connsiteY7-360" fmla="*/ 599609 h 873677"/>
                <a:gd name="connsiteX8-361" fmla="*/ 0 w 1194746"/>
                <a:gd name="connsiteY8-362" fmla="*/ 95176 h 873677"/>
                <a:gd name="connsiteX9-363" fmla="*/ 95176 w 1194746"/>
                <a:gd name="connsiteY9-364" fmla="*/ 0 h 8736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55" y="connsiteY9-56"/>
                </a:cxn>
              </a:cxnLst>
              <a:rect l="l" t="t" r="r" b="b"/>
              <a:pathLst>
                <a:path w="1194746" h="873677">
                  <a:moveTo>
                    <a:pt x="95176" y="0"/>
                  </a:moveTo>
                  <a:lnTo>
                    <a:pt x="1099570" y="0"/>
                  </a:lnTo>
                  <a:cubicBezTo>
                    <a:pt x="1152134" y="0"/>
                    <a:pt x="1194746" y="42612"/>
                    <a:pt x="1194746" y="95176"/>
                  </a:cubicBezTo>
                  <a:lnTo>
                    <a:pt x="1194746" y="599609"/>
                  </a:lnTo>
                  <a:lnTo>
                    <a:pt x="1194746" y="599609"/>
                  </a:lnTo>
                  <a:cubicBezTo>
                    <a:pt x="1095472" y="642158"/>
                    <a:pt x="1031586" y="861014"/>
                    <a:pt x="594337" y="873233"/>
                  </a:cubicBezTo>
                  <a:cubicBezTo>
                    <a:pt x="157088" y="885452"/>
                    <a:pt x="99850" y="642158"/>
                    <a:pt x="0" y="599609"/>
                  </a:cubicBezTo>
                  <a:lnTo>
                    <a:pt x="0" y="599609"/>
                  </a:lnTo>
                  <a:lnTo>
                    <a:pt x="0" y="95176"/>
                  </a:lnTo>
                  <a:cubicBezTo>
                    <a:pt x="0" y="42612"/>
                    <a:pt x="42612" y="0"/>
                    <a:pt x="9517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accent4">
                    <a:lumMod val="40000"/>
                    <a:lumOff val="60000"/>
                    <a:alpha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49" name="islide-11" descr="5d20d8ee-6e77-4ea0-a0d0-06c46b8b276e"/>
            <p:cNvSpPr/>
            <p:nvPr>
              <p:custDataLst>
                <p:tags r:id="rId4"/>
              </p:custDataLst>
            </p:nvPr>
          </p:nvSpPr>
          <p:spPr>
            <a:xfrm>
              <a:off x="6852027" y="2330359"/>
              <a:ext cx="1194746" cy="598403"/>
            </a:xfrm>
            <a:custGeom>
              <a:avLst/>
              <a:gdLst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-1" fmla="*/ 95176 w 1194746"/>
                <a:gd name="connsiteY0-2" fmla="*/ 0 h 599609"/>
                <a:gd name="connsiteX1-3" fmla="*/ 1099570 w 1194746"/>
                <a:gd name="connsiteY1-4" fmla="*/ 0 h 599609"/>
                <a:gd name="connsiteX2-5" fmla="*/ 1194746 w 1194746"/>
                <a:gd name="connsiteY2-6" fmla="*/ 95176 h 599609"/>
                <a:gd name="connsiteX3-7" fmla="*/ 1194746 w 1194746"/>
                <a:gd name="connsiteY3-8" fmla="*/ 599609 h 599609"/>
                <a:gd name="connsiteX4-9" fmla="*/ 1194746 w 1194746"/>
                <a:gd name="connsiteY4-10" fmla="*/ 599609 h 599609"/>
                <a:gd name="connsiteX5-11" fmla="*/ 0 w 1194746"/>
                <a:gd name="connsiteY5-12" fmla="*/ 599609 h 599609"/>
                <a:gd name="connsiteX6-13" fmla="*/ 0 w 1194746"/>
                <a:gd name="connsiteY6-14" fmla="*/ 599609 h 599609"/>
                <a:gd name="connsiteX7-15" fmla="*/ 0 w 1194746"/>
                <a:gd name="connsiteY7-16" fmla="*/ 95176 h 599609"/>
                <a:gd name="connsiteX8-17" fmla="*/ 95176 w 1194746"/>
                <a:gd name="connsiteY8-18" fmla="*/ 0 h 599609"/>
                <a:gd name="connsiteX0-19" fmla="*/ 95176 w 1194746"/>
                <a:gd name="connsiteY0-20" fmla="*/ 0 h 599609"/>
                <a:gd name="connsiteX1-21" fmla="*/ 1099570 w 1194746"/>
                <a:gd name="connsiteY1-22" fmla="*/ 0 h 599609"/>
                <a:gd name="connsiteX2-23" fmla="*/ 1194746 w 1194746"/>
                <a:gd name="connsiteY2-24" fmla="*/ 95176 h 599609"/>
                <a:gd name="connsiteX3-25" fmla="*/ 1194746 w 1194746"/>
                <a:gd name="connsiteY3-26" fmla="*/ 599609 h 599609"/>
                <a:gd name="connsiteX4-27" fmla="*/ 1194746 w 1194746"/>
                <a:gd name="connsiteY4-28" fmla="*/ 599609 h 599609"/>
                <a:gd name="connsiteX5-29" fmla="*/ 651339 w 1194746"/>
                <a:gd name="connsiteY5-30" fmla="*/ 447637 h 599609"/>
                <a:gd name="connsiteX6-31" fmla="*/ 0 w 1194746"/>
                <a:gd name="connsiteY6-32" fmla="*/ 599609 h 599609"/>
                <a:gd name="connsiteX7-33" fmla="*/ 0 w 1194746"/>
                <a:gd name="connsiteY7-34" fmla="*/ 599609 h 599609"/>
                <a:gd name="connsiteX8-35" fmla="*/ 0 w 1194746"/>
                <a:gd name="connsiteY8-36" fmla="*/ 95176 h 599609"/>
                <a:gd name="connsiteX9" fmla="*/ 95176 w 1194746"/>
                <a:gd name="connsiteY9" fmla="*/ 0 h 599609"/>
                <a:gd name="connsiteX0-37" fmla="*/ 95176 w 1194746"/>
                <a:gd name="connsiteY0-38" fmla="*/ 0 h 599609"/>
                <a:gd name="connsiteX1-39" fmla="*/ 1099570 w 1194746"/>
                <a:gd name="connsiteY1-40" fmla="*/ 0 h 599609"/>
                <a:gd name="connsiteX2-41" fmla="*/ 1194746 w 1194746"/>
                <a:gd name="connsiteY2-42" fmla="*/ 95176 h 599609"/>
                <a:gd name="connsiteX3-43" fmla="*/ 1194746 w 1194746"/>
                <a:gd name="connsiteY3-44" fmla="*/ 599609 h 599609"/>
                <a:gd name="connsiteX4-45" fmla="*/ 1194746 w 1194746"/>
                <a:gd name="connsiteY4-46" fmla="*/ 599609 h 599609"/>
                <a:gd name="connsiteX5-47" fmla="*/ 609136 w 1194746"/>
                <a:gd name="connsiteY5-48" fmla="*/ 447637 h 599609"/>
                <a:gd name="connsiteX6-49" fmla="*/ 0 w 1194746"/>
                <a:gd name="connsiteY6-50" fmla="*/ 599609 h 599609"/>
                <a:gd name="connsiteX7-51" fmla="*/ 0 w 1194746"/>
                <a:gd name="connsiteY7-52" fmla="*/ 599609 h 599609"/>
                <a:gd name="connsiteX8-53" fmla="*/ 0 w 1194746"/>
                <a:gd name="connsiteY8-54" fmla="*/ 95176 h 599609"/>
                <a:gd name="connsiteX9-55" fmla="*/ 95176 w 1194746"/>
                <a:gd name="connsiteY9-56" fmla="*/ 0 h 599609"/>
                <a:gd name="connsiteX0-57" fmla="*/ 95176 w 1194746"/>
                <a:gd name="connsiteY0-58" fmla="*/ 0 h 599609"/>
                <a:gd name="connsiteX1-59" fmla="*/ 1099570 w 1194746"/>
                <a:gd name="connsiteY1-60" fmla="*/ 0 h 599609"/>
                <a:gd name="connsiteX2-61" fmla="*/ 1194746 w 1194746"/>
                <a:gd name="connsiteY2-62" fmla="*/ 95176 h 599609"/>
                <a:gd name="connsiteX3-63" fmla="*/ 1194746 w 1194746"/>
                <a:gd name="connsiteY3-64" fmla="*/ 599609 h 599609"/>
                <a:gd name="connsiteX4-65" fmla="*/ 1194746 w 1194746"/>
                <a:gd name="connsiteY4-66" fmla="*/ 599609 h 599609"/>
                <a:gd name="connsiteX5-67" fmla="*/ 609136 w 1194746"/>
                <a:gd name="connsiteY5-68" fmla="*/ 447637 h 599609"/>
                <a:gd name="connsiteX6-69" fmla="*/ 0 w 1194746"/>
                <a:gd name="connsiteY6-70" fmla="*/ 599609 h 599609"/>
                <a:gd name="connsiteX7-71" fmla="*/ 0 w 1194746"/>
                <a:gd name="connsiteY7-72" fmla="*/ 599609 h 599609"/>
                <a:gd name="connsiteX8-73" fmla="*/ 0 w 1194746"/>
                <a:gd name="connsiteY8-74" fmla="*/ 95176 h 599609"/>
                <a:gd name="connsiteX9-75" fmla="*/ 95176 w 1194746"/>
                <a:gd name="connsiteY9-76" fmla="*/ 0 h 599609"/>
                <a:gd name="connsiteX0-77" fmla="*/ 95176 w 1194746"/>
                <a:gd name="connsiteY0-78" fmla="*/ 0 h 757126"/>
                <a:gd name="connsiteX1-79" fmla="*/ 1099570 w 1194746"/>
                <a:gd name="connsiteY1-80" fmla="*/ 0 h 757126"/>
                <a:gd name="connsiteX2-81" fmla="*/ 1194746 w 1194746"/>
                <a:gd name="connsiteY2-82" fmla="*/ 95176 h 757126"/>
                <a:gd name="connsiteX3-83" fmla="*/ 1194746 w 1194746"/>
                <a:gd name="connsiteY3-84" fmla="*/ 599609 h 757126"/>
                <a:gd name="connsiteX4-85" fmla="*/ 1194746 w 1194746"/>
                <a:gd name="connsiteY4-86" fmla="*/ 599609 h 757126"/>
                <a:gd name="connsiteX5-87" fmla="*/ 609136 w 1194746"/>
                <a:gd name="connsiteY5-88" fmla="*/ 757126 h 757126"/>
                <a:gd name="connsiteX6-89" fmla="*/ 0 w 1194746"/>
                <a:gd name="connsiteY6-90" fmla="*/ 599609 h 757126"/>
                <a:gd name="connsiteX7-91" fmla="*/ 0 w 1194746"/>
                <a:gd name="connsiteY7-92" fmla="*/ 599609 h 757126"/>
                <a:gd name="connsiteX8-93" fmla="*/ 0 w 1194746"/>
                <a:gd name="connsiteY8-94" fmla="*/ 95176 h 757126"/>
                <a:gd name="connsiteX9-95" fmla="*/ 95176 w 1194746"/>
                <a:gd name="connsiteY9-96" fmla="*/ 0 h 757126"/>
                <a:gd name="connsiteX0-97" fmla="*/ 95176 w 1194746"/>
                <a:gd name="connsiteY0-98" fmla="*/ 0 h 757126"/>
                <a:gd name="connsiteX1-99" fmla="*/ 1099570 w 1194746"/>
                <a:gd name="connsiteY1-100" fmla="*/ 0 h 757126"/>
                <a:gd name="connsiteX2-101" fmla="*/ 1194746 w 1194746"/>
                <a:gd name="connsiteY2-102" fmla="*/ 95176 h 757126"/>
                <a:gd name="connsiteX3-103" fmla="*/ 1194746 w 1194746"/>
                <a:gd name="connsiteY3-104" fmla="*/ 599609 h 757126"/>
                <a:gd name="connsiteX4-105" fmla="*/ 1194746 w 1194746"/>
                <a:gd name="connsiteY4-106" fmla="*/ 599609 h 757126"/>
                <a:gd name="connsiteX5-107" fmla="*/ 609136 w 1194746"/>
                <a:gd name="connsiteY5-108" fmla="*/ 757126 h 757126"/>
                <a:gd name="connsiteX6-109" fmla="*/ 0 w 1194746"/>
                <a:gd name="connsiteY6-110" fmla="*/ 599609 h 757126"/>
                <a:gd name="connsiteX7-111" fmla="*/ 0 w 1194746"/>
                <a:gd name="connsiteY7-112" fmla="*/ 599609 h 757126"/>
                <a:gd name="connsiteX8-113" fmla="*/ 0 w 1194746"/>
                <a:gd name="connsiteY8-114" fmla="*/ 95176 h 757126"/>
                <a:gd name="connsiteX9-115" fmla="*/ 95176 w 1194746"/>
                <a:gd name="connsiteY9-116" fmla="*/ 0 h 757126"/>
                <a:gd name="connsiteX0-117" fmla="*/ 95176 w 1194746"/>
                <a:gd name="connsiteY0-118" fmla="*/ 0 h 757966"/>
                <a:gd name="connsiteX1-119" fmla="*/ 1099570 w 1194746"/>
                <a:gd name="connsiteY1-120" fmla="*/ 0 h 757966"/>
                <a:gd name="connsiteX2-121" fmla="*/ 1194746 w 1194746"/>
                <a:gd name="connsiteY2-122" fmla="*/ 95176 h 757966"/>
                <a:gd name="connsiteX3-123" fmla="*/ 1194746 w 1194746"/>
                <a:gd name="connsiteY3-124" fmla="*/ 599609 h 757966"/>
                <a:gd name="connsiteX4-125" fmla="*/ 1194746 w 1194746"/>
                <a:gd name="connsiteY4-126" fmla="*/ 599609 h 757966"/>
                <a:gd name="connsiteX5-127" fmla="*/ 1094399 w 1194746"/>
                <a:gd name="connsiteY5-128" fmla="*/ 659403 h 757966"/>
                <a:gd name="connsiteX6-129" fmla="*/ 609136 w 1194746"/>
                <a:gd name="connsiteY6-130" fmla="*/ 757126 h 757966"/>
                <a:gd name="connsiteX7-131" fmla="*/ 0 w 1194746"/>
                <a:gd name="connsiteY7-132" fmla="*/ 599609 h 757966"/>
                <a:gd name="connsiteX8-133" fmla="*/ 0 w 1194746"/>
                <a:gd name="connsiteY8-134" fmla="*/ 599609 h 757966"/>
                <a:gd name="connsiteX9-135" fmla="*/ 0 w 1194746"/>
                <a:gd name="connsiteY9-136" fmla="*/ 95176 h 757966"/>
                <a:gd name="connsiteX10" fmla="*/ 95176 w 1194746"/>
                <a:gd name="connsiteY10" fmla="*/ 0 h 757966"/>
                <a:gd name="connsiteX0-137" fmla="*/ 95176 w 1216266"/>
                <a:gd name="connsiteY0-138" fmla="*/ 0 h 659403"/>
                <a:gd name="connsiteX1-139" fmla="*/ 1099570 w 1216266"/>
                <a:gd name="connsiteY1-140" fmla="*/ 0 h 659403"/>
                <a:gd name="connsiteX2-141" fmla="*/ 1194746 w 1216266"/>
                <a:gd name="connsiteY2-142" fmla="*/ 95176 h 659403"/>
                <a:gd name="connsiteX3-143" fmla="*/ 1194746 w 1216266"/>
                <a:gd name="connsiteY3-144" fmla="*/ 599609 h 659403"/>
                <a:gd name="connsiteX4-145" fmla="*/ 1194746 w 1216266"/>
                <a:gd name="connsiteY4-146" fmla="*/ 599609 h 659403"/>
                <a:gd name="connsiteX5-147" fmla="*/ 1094399 w 1216266"/>
                <a:gd name="connsiteY5-148" fmla="*/ 659403 h 659403"/>
                <a:gd name="connsiteX6-149" fmla="*/ 0 w 1216266"/>
                <a:gd name="connsiteY6-150" fmla="*/ 599609 h 659403"/>
                <a:gd name="connsiteX7-151" fmla="*/ 0 w 1216266"/>
                <a:gd name="connsiteY7-152" fmla="*/ 599609 h 659403"/>
                <a:gd name="connsiteX8-153" fmla="*/ 0 w 1216266"/>
                <a:gd name="connsiteY8-154" fmla="*/ 95176 h 659403"/>
                <a:gd name="connsiteX9-155" fmla="*/ 95176 w 1216266"/>
                <a:gd name="connsiteY9-156" fmla="*/ 0 h 659403"/>
                <a:gd name="connsiteX0-157" fmla="*/ 95176 w 1194746"/>
                <a:gd name="connsiteY0-158" fmla="*/ 0 h 720498"/>
                <a:gd name="connsiteX1-159" fmla="*/ 1099570 w 1194746"/>
                <a:gd name="connsiteY1-160" fmla="*/ 0 h 720498"/>
                <a:gd name="connsiteX2-161" fmla="*/ 1194746 w 1194746"/>
                <a:gd name="connsiteY2-162" fmla="*/ 95176 h 720498"/>
                <a:gd name="connsiteX3-163" fmla="*/ 1194746 w 1194746"/>
                <a:gd name="connsiteY3-164" fmla="*/ 599609 h 720498"/>
                <a:gd name="connsiteX4-165" fmla="*/ 1194746 w 1194746"/>
                <a:gd name="connsiteY4-166" fmla="*/ 599609 h 720498"/>
                <a:gd name="connsiteX5-167" fmla="*/ 980099 w 1194746"/>
                <a:gd name="connsiteY5-168" fmla="*/ 720498 h 720498"/>
                <a:gd name="connsiteX6-169" fmla="*/ 0 w 1194746"/>
                <a:gd name="connsiteY6-170" fmla="*/ 599609 h 720498"/>
                <a:gd name="connsiteX7-171" fmla="*/ 0 w 1194746"/>
                <a:gd name="connsiteY7-172" fmla="*/ 599609 h 720498"/>
                <a:gd name="connsiteX8-173" fmla="*/ 0 w 1194746"/>
                <a:gd name="connsiteY8-174" fmla="*/ 95176 h 720498"/>
                <a:gd name="connsiteX9-175" fmla="*/ 95176 w 1194746"/>
                <a:gd name="connsiteY9-176" fmla="*/ 0 h 720498"/>
                <a:gd name="connsiteX0-177" fmla="*/ 95176 w 1194746"/>
                <a:gd name="connsiteY0-178" fmla="*/ 0 h 734900"/>
                <a:gd name="connsiteX1-179" fmla="*/ 1099570 w 1194746"/>
                <a:gd name="connsiteY1-180" fmla="*/ 0 h 734900"/>
                <a:gd name="connsiteX2-181" fmla="*/ 1194746 w 1194746"/>
                <a:gd name="connsiteY2-182" fmla="*/ 95176 h 734900"/>
                <a:gd name="connsiteX3-183" fmla="*/ 1194746 w 1194746"/>
                <a:gd name="connsiteY3-184" fmla="*/ 599609 h 734900"/>
                <a:gd name="connsiteX4-185" fmla="*/ 1194746 w 1194746"/>
                <a:gd name="connsiteY4-186" fmla="*/ 599609 h 734900"/>
                <a:gd name="connsiteX5-187" fmla="*/ 980099 w 1194746"/>
                <a:gd name="connsiteY5-188" fmla="*/ 720498 h 734900"/>
                <a:gd name="connsiteX6-189" fmla="*/ 241911 w 1194746"/>
                <a:gd name="connsiteY6-190" fmla="*/ 726607 h 734900"/>
                <a:gd name="connsiteX7-191" fmla="*/ 0 w 1194746"/>
                <a:gd name="connsiteY7-192" fmla="*/ 599609 h 734900"/>
                <a:gd name="connsiteX8-193" fmla="*/ 0 w 1194746"/>
                <a:gd name="connsiteY8-194" fmla="*/ 599609 h 734900"/>
                <a:gd name="connsiteX9-195" fmla="*/ 0 w 1194746"/>
                <a:gd name="connsiteY9-196" fmla="*/ 95176 h 734900"/>
                <a:gd name="connsiteX10-197" fmla="*/ 95176 w 1194746"/>
                <a:gd name="connsiteY10-198" fmla="*/ 0 h 734900"/>
                <a:gd name="connsiteX0-199" fmla="*/ 95176 w 1194746"/>
                <a:gd name="connsiteY0-200" fmla="*/ 0 h 734901"/>
                <a:gd name="connsiteX1-201" fmla="*/ 1099570 w 1194746"/>
                <a:gd name="connsiteY1-202" fmla="*/ 0 h 734901"/>
                <a:gd name="connsiteX2-203" fmla="*/ 1194746 w 1194746"/>
                <a:gd name="connsiteY2-204" fmla="*/ 95176 h 734901"/>
                <a:gd name="connsiteX3-205" fmla="*/ 1194746 w 1194746"/>
                <a:gd name="connsiteY3-206" fmla="*/ 599609 h 734901"/>
                <a:gd name="connsiteX4-207" fmla="*/ 1194746 w 1194746"/>
                <a:gd name="connsiteY4-208" fmla="*/ 599609 h 734901"/>
                <a:gd name="connsiteX5-209" fmla="*/ 980099 w 1194746"/>
                <a:gd name="connsiteY5-210" fmla="*/ 720498 h 734901"/>
                <a:gd name="connsiteX6-211" fmla="*/ 241911 w 1194746"/>
                <a:gd name="connsiteY6-212" fmla="*/ 726607 h 734901"/>
                <a:gd name="connsiteX7-213" fmla="*/ 0 w 1194746"/>
                <a:gd name="connsiteY7-214" fmla="*/ 599609 h 734901"/>
                <a:gd name="connsiteX8-215" fmla="*/ 0 w 1194746"/>
                <a:gd name="connsiteY8-216" fmla="*/ 599609 h 734901"/>
                <a:gd name="connsiteX9-217" fmla="*/ 0 w 1194746"/>
                <a:gd name="connsiteY9-218" fmla="*/ 95176 h 734901"/>
                <a:gd name="connsiteX10-219" fmla="*/ 95176 w 1194746"/>
                <a:gd name="connsiteY10-220" fmla="*/ 0 h 734901"/>
                <a:gd name="connsiteX0-221" fmla="*/ 95176 w 1194746"/>
                <a:gd name="connsiteY0-222" fmla="*/ 0 h 854911"/>
                <a:gd name="connsiteX1-223" fmla="*/ 1099570 w 1194746"/>
                <a:gd name="connsiteY1-224" fmla="*/ 0 h 854911"/>
                <a:gd name="connsiteX2-225" fmla="*/ 1194746 w 1194746"/>
                <a:gd name="connsiteY2-226" fmla="*/ 95176 h 854911"/>
                <a:gd name="connsiteX3-227" fmla="*/ 1194746 w 1194746"/>
                <a:gd name="connsiteY3-228" fmla="*/ 599609 h 854911"/>
                <a:gd name="connsiteX4-229" fmla="*/ 1194746 w 1194746"/>
                <a:gd name="connsiteY4-230" fmla="*/ 599609 h 854911"/>
                <a:gd name="connsiteX5-231" fmla="*/ 980099 w 1194746"/>
                <a:gd name="connsiteY5-232" fmla="*/ 720498 h 854911"/>
                <a:gd name="connsiteX6-233" fmla="*/ 599099 w 1194746"/>
                <a:gd name="connsiteY6-234" fmla="*/ 854904 h 854911"/>
                <a:gd name="connsiteX7-235" fmla="*/ 241911 w 1194746"/>
                <a:gd name="connsiteY7-236" fmla="*/ 726607 h 854911"/>
                <a:gd name="connsiteX8-237" fmla="*/ 0 w 1194746"/>
                <a:gd name="connsiteY8-238" fmla="*/ 599609 h 854911"/>
                <a:gd name="connsiteX9-239" fmla="*/ 0 w 1194746"/>
                <a:gd name="connsiteY9-240" fmla="*/ 599609 h 854911"/>
                <a:gd name="connsiteX10-241" fmla="*/ 0 w 1194746"/>
                <a:gd name="connsiteY10-242" fmla="*/ 95176 h 854911"/>
                <a:gd name="connsiteX11" fmla="*/ 95176 w 1194746"/>
                <a:gd name="connsiteY11" fmla="*/ 0 h 854911"/>
                <a:gd name="connsiteX0-243" fmla="*/ 95176 w 1194746"/>
                <a:gd name="connsiteY0-244" fmla="*/ 0 h 856983"/>
                <a:gd name="connsiteX1-245" fmla="*/ 1099570 w 1194746"/>
                <a:gd name="connsiteY1-246" fmla="*/ 0 h 856983"/>
                <a:gd name="connsiteX2-247" fmla="*/ 1194746 w 1194746"/>
                <a:gd name="connsiteY2-248" fmla="*/ 95176 h 856983"/>
                <a:gd name="connsiteX3-249" fmla="*/ 1194746 w 1194746"/>
                <a:gd name="connsiteY3-250" fmla="*/ 599609 h 856983"/>
                <a:gd name="connsiteX4-251" fmla="*/ 1194746 w 1194746"/>
                <a:gd name="connsiteY4-252" fmla="*/ 599609 h 856983"/>
                <a:gd name="connsiteX5-253" fmla="*/ 980099 w 1194746"/>
                <a:gd name="connsiteY5-254" fmla="*/ 720498 h 856983"/>
                <a:gd name="connsiteX6-255" fmla="*/ 599099 w 1194746"/>
                <a:gd name="connsiteY6-256" fmla="*/ 854904 h 856983"/>
                <a:gd name="connsiteX7-257" fmla="*/ 0 w 1194746"/>
                <a:gd name="connsiteY7-258" fmla="*/ 599609 h 856983"/>
                <a:gd name="connsiteX8-259" fmla="*/ 0 w 1194746"/>
                <a:gd name="connsiteY8-260" fmla="*/ 599609 h 856983"/>
                <a:gd name="connsiteX9-261" fmla="*/ 0 w 1194746"/>
                <a:gd name="connsiteY9-262" fmla="*/ 95176 h 856983"/>
                <a:gd name="connsiteX10-263" fmla="*/ 95176 w 1194746"/>
                <a:gd name="connsiteY10-264" fmla="*/ 0 h 856983"/>
                <a:gd name="connsiteX0-265" fmla="*/ 95176 w 1194746"/>
                <a:gd name="connsiteY0-266" fmla="*/ 0 h 854904"/>
                <a:gd name="connsiteX1-267" fmla="*/ 1099570 w 1194746"/>
                <a:gd name="connsiteY1-268" fmla="*/ 0 h 854904"/>
                <a:gd name="connsiteX2-269" fmla="*/ 1194746 w 1194746"/>
                <a:gd name="connsiteY2-270" fmla="*/ 95176 h 854904"/>
                <a:gd name="connsiteX3-271" fmla="*/ 1194746 w 1194746"/>
                <a:gd name="connsiteY3-272" fmla="*/ 599609 h 854904"/>
                <a:gd name="connsiteX4-273" fmla="*/ 1194746 w 1194746"/>
                <a:gd name="connsiteY4-274" fmla="*/ 599609 h 854904"/>
                <a:gd name="connsiteX5-275" fmla="*/ 599099 w 1194746"/>
                <a:gd name="connsiteY5-276" fmla="*/ 854904 h 854904"/>
                <a:gd name="connsiteX6-277" fmla="*/ 0 w 1194746"/>
                <a:gd name="connsiteY6-278" fmla="*/ 599609 h 854904"/>
                <a:gd name="connsiteX7-279" fmla="*/ 0 w 1194746"/>
                <a:gd name="connsiteY7-280" fmla="*/ 599609 h 854904"/>
                <a:gd name="connsiteX8-281" fmla="*/ 0 w 1194746"/>
                <a:gd name="connsiteY8-282" fmla="*/ 95176 h 854904"/>
                <a:gd name="connsiteX9-283" fmla="*/ 95176 w 1194746"/>
                <a:gd name="connsiteY9-284" fmla="*/ 0 h 854904"/>
                <a:gd name="connsiteX0-285" fmla="*/ 95176 w 1194746"/>
                <a:gd name="connsiteY0-286" fmla="*/ 0 h 873233"/>
                <a:gd name="connsiteX1-287" fmla="*/ 1099570 w 1194746"/>
                <a:gd name="connsiteY1-288" fmla="*/ 0 h 873233"/>
                <a:gd name="connsiteX2-289" fmla="*/ 1194746 w 1194746"/>
                <a:gd name="connsiteY2-290" fmla="*/ 95176 h 873233"/>
                <a:gd name="connsiteX3-291" fmla="*/ 1194746 w 1194746"/>
                <a:gd name="connsiteY3-292" fmla="*/ 599609 h 873233"/>
                <a:gd name="connsiteX4-293" fmla="*/ 1194746 w 1194746"/>
                <a:gd name="connsiteY4-294" fmla="*/ 599609 h 873233"/>
                <a:gd name="connsiteX5-295" fmla="*/ 580049 w 1194746"/>
                <a:gd name="connsiteY5-296" fmla="*/ 873233 h 873233"/>
                <a:gd name="connsiteX6-297" fmla="*/ 0 w 1194746"/>
                <a:gd name="connsiteY6-298" fmla="*/ 599609 h 873233"/>
                <a:gd name="connsiteX7-299" fmla="*/ 0 w 1194746"/>
                <a:gd name="connsiteY7-300" fmla="*/ 599609 h 873233"/>
                <a:gd name="connsiteX8-301" fmla="*/ 0 w 1194746"/>
                <a:gd name="connsiteY8-302" fmla="*/ 95176 h 873233"/>
                <a:gd name="connsiteX9-303" fmla="*/ 95176 w 1194746"/>
                <a:gd name="connsiteY9-304" fmla="*/ 0 h 873233"/>
                <a:gd name="connsiteX0-305" fmla="*/ 95176 w 1194746"/>
                <a:gd name="connsiteY0-306" fmla="*/ 0 h 873677"/>
                <a:gd name="connsiteX1-307" fmla="*/ 1099570 w 1194746"/>
                <a:gd name="connsiteY1-308" fmla="*/ 0 h 873677"/>
                <a:gd name="connsiteX2-309" fmla="*/ 1194746 w 1194746"/>
                <a:gd name="connsiteY2-310" fmla="*/ 95176 h 873677"/>
                <a:gd name="connsiteX3-311" fmla="*/ 1194746 w 1194746"/>
                <a:gd name="connsiteY3-312" fmla="*/ 599609 h 873677"/>
                <a:gd name="connsiteX4-313" fmla="*/ 1194746 w 1194746"/>
                <a:gd name="connsiteY4-314" fmla="*/ 599609 h 873677"/>
                <a:gd name="connsiteX5-315" fmla="*/ 580049 w 1194746"/>
                <a:gd name="connsiteY5-316" fmla="*/ 873233 h 873677"/>
                <a:gd name="connsiteX6-317" fmla="*/ 0 w 1194746"/>
                <a:gd name="connsiteY6-318" fmla="*/ 599609 h 873677"/>
                <a:gd name="connsiteX7-319" fmla="*/ 0 w 1194746"/>
                <a:gd name="connsiteY7-320" fmla="*/ 599609 h 873677"/>
                <a:gd name="connsiteX8-321" fmla="*/ 0 w 1194746"/>
                <a:gd name="connsiteY8-322" fmla="*/ 95176 h 873677"/>
                <a:gd name="connsiteX9-323" fmla="*/ 95176 w 1194746"/>
                <a:gd name="connsiteY9-324" fmla="*/ 0 h 873677"/>
                <a:gd name="connsiteX0-325" fmla="*/ 95176 w 1194746"/>
                <a:gd name="connsiteY0-326" fmla="*/ 0 h 873677"/>
                <a:gd name="connsiteX1-327" fmla="*/ 1099570 w 1194746"/>
                <a:gd name="connsiteY1-328" fmla="*/ 0 h 873677"/>
                <a:gd name="connsiteX2-329" fmla="*/ 1194746 w 1194746"/>
                <a:gd name="connsiteY2-330" fmla="*/ 95176 h 873677"/>
                <a:gd name="connsiteX3-331" fmla="*/ 1194746 w 1194746"/>
                <a:gd name="connsiteY3-332" fmla="*/ 599609 h 873677"/>
                <a:gd name="connsiteX4-333" fmla="*/ 1194746 w 1194746"/>
                <a:gd name="connsiteY4-334" fmla="*/ 599609 h 873677"/>
                <a:gd name="connsiteX5-335" fmla="*/ 618149 w 1194746"/>
                <a:gd name="connsiteY5-336" fmla="*/ 873233 h 873677"/>
                <a:gd name="connsiteX6-337" fmla="*/ 0 w 1194746"/>
                <a:gd name="connsiteY6-338" fmla="*/ 599609 h 873677"/>
                <a:gd name="connsiteX7-339" fmla="*/ 0 w 1194746"/>
                <a:gd name="connsiteY7-340" fmla="*/ 599609 h 873677"/>
                <a:gd name="connsiteX8-341" fmla="*/ 0 w 1194746"/>
                <a:gd name="connsiteY8-342" fmla="*/ 95176 h 873677"/>
                <a:gd name="connsiteX9-343" fmla="*/ 95176 w 1194746"/>
                <a:gd name="connsiteY9-344" fmla="*/ 0 h 873677"/>
                <a:gd name="connsiteX0-345" fmla="*/ 95176 w 1194746"/>
                <a:gd name="connsiteY0-346" fmla="*/ 0 h 873677"/>
                <a:gd name="connsiteX1-347" fmla="*/ 1099570 w 1194746"/>
                <a:gd name="connsiteY1-348" fmla="*/ 0 h 873677"/>
                <a:gd name="connsiteX2-349" fmla="*/ 1194746 w 1194746"/>
                <a:gd name="connsiteY2-350" fmla="*/ 95176 h 873677"/>
                <a:gd name="connsiteX3-351" fmla="*/ 1194746 w 1194746"/>
                <a:gd name="connsiteY3-352" fmla="*/ 599609 h 873677"/>
                <a:gd name="connsiteX4-353" fmla="*/ 1194746 w 1194746"/>
                <a:gd name="connsiteY4-354" fmla="*/ 599609 h 873677"/>
                <a:gd name="connsiteX5-355" fmla="*/ 594337 w 1194746"/>
                <a:gd name="connsiteY5-356" fmla="*/ 873233 h 873677"/>
                <a:gd name="connsiteX6-357" fmla="*/ 0 w 1194746"/>
                <a:gd name="connsiteY6-358" fmla="*/ 599609 h 873677"/>
                <a:gd name="connsiteX7-359" fmla="*/ 0 w 1194746"/>
                <a:gd name="connsiteY7-360" fmla="*/ 599609 h 873677"/>
                <a:gd name="connsiteX8-361" fmla="*/ 0 w 1194746"/>
                <a:gd name="connsiteY8-362" fmla="*/ 95176 h 873677"/>
                <a:gd name="connsiteX9-363" fmla="*/ 95176 w 1194746"/>
                <a:gd name="connsiteY9-364" fmla="*/ 0 h 8736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55" y="connsiteY9-56"/>
                </a:cxn>
              </a:cxnLst>
              <a:rect l="l" t="t" r="r" b="b"/>
              <a:pathLst>
                <a:path w="1194746" h="873677">
                  <a:moveTo>
                    <a:pt x="95176" y="0"/>
                  </a:moveTo>
                  <a:lnTo>
                    <a:pt x="1099570" y="0"/>
                  </a:lnTo>
                  <a:cubicBezTo>
                    <a:pt x="1152134" y="0"/>
                    <a:pt x="1194746" y="42612"/>
                    <a:pt x="1194746" y="95176"/>
                  </a:cubicBezTo>
                  <a:lnTo>
                    <a:pt x="1194746" y="599609"/>
                  </a:lnTo>
                  <a:lnTo>
                    <a:pt x="1194746" y="599609"/>
                  </a:lnTo>
                  <a:cubicBezTo>
                    <a:pt x="1095472" y="642158"/>
                    <a:pt x="1031586" y="861014"/>
                    <a:pt x="594337" y="873233"/>
                  </a:cubicBezTo>
                  <a:cubicBezTo>
                    <a:pt x="157088" y="885452"/>
                    <a:pt x="99850" y="642158"/>
                    <a:pt x="0" y="599609"/>
                  </a:cubicBezTo>
                  <a:lnTo>
                    <a:pt x="0" y="599609"/>
                  </a:lnTo>
                  <a:lnTo>
                    <a:pt x="0" y="95176"/>
                  </a:lnTo>
                  <a:cubicBezTo>
                    <a:pt x="0" y="42612"/>
                    <a:pt x="42612" y="0"/>
                    <a:pt x="9517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accent3">
                    <a:lumMod val="40000"/>
                    <a:lumOff val="60000"/>
                    <a:alpha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</a:p>
          </p:txBody>
        </p:sp>
        <p:sp>
          <p:nvSpPr>
            <p:cNvPr id="55" name="islide-17" descr="f7028e78-fb3e-4fb4-9cd0-955168632db8"/>
            <p:cNvSpPr/>
            <p:nvPr>
              <p:custDataLst>
                <p:tags r:id="rId5"/>
              </p:custDataLst>
            </p:nvPr>
          </p:nvSpPr>
          <p:spPr>
            <a:xfrm flipV="1">
              <a:off x="4132527" y="4772967"/>
              <a:ext cx="1194746" cy="598403"/>
            </a:xfrm>
            <a:custGeom>
              <a:avLst/>
              <a:gdLst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-1" fmla="*/ 95176 w 1194746"/>
                <a:gd name="connsiteY0-2" fmla="*/ 0 h 599609"/>
                <a:gd name="connsiteX1-3" fmla="*/ 1099570 w 1194746"/>
                <a:gd name="connsiteY1-4" fmla="*/ 0 h 599609"/>
                <a:gd name="connsiteX2-5" fmla="*/ 1194746 w 1194746"/>
                <a:gd name="connsiteY2-6" fmla="*/ 95176 h 599609"/>
                <a:gd name="connsiteX3-7" fmla="*/ 1194746 w 1194746"/>
                <a:gd name="connsiteY3-8" fmla="*/ 599609 h 599609"/>
                <a:gd name="connsiteX4-9" fmla="*/ 1194746 w 1194746"/>
                <a:gd name="connsiteY4-10" fmla="*/ 599609 h 599609"/>
                <a:gd name="connsiteX5-11" fmla="*/ 0 w 1194746"/>
                <a:gd name="connsiteY5-12" fmla="*/ 599609 h 599609"/>
                <a:gd name="connsiteX6-13" fmla="*/ 0 w 1194746"/>
                <a:gd name="connsiteY6-14" fmla="*/ 599609 h 599609"/>
                <a:gd name="connsiteX7-15" fmla="*/ 0 w 1194746"/>
                <a:gd name="connsiteY7-16" fmla="*/ 95176 h 599609"/>
                <a:gd name="connsiteX8-17" fmla="*/ 95176 w 1194746"/>
                <a:gd name="connsiteY8-18" fmla="*/ 0 h 599609"/>
                <a:gd name="connsiteX0-19" fmla="*/ 95176 w 1194746"/>
                <a:gd name="connsiteY0-20" fmla="*/ 0 h 599609"/>
                <a:gd name="connsiteX1-21" fmla="*/ 1099570 w 1194746"/>
                <a:gd name="connsiteY1-22" fmla="*/ 0 h 599609"/>
                <a:gd name="connsiteX2-23" fmla="*/ 1194746 w 1194746"/>
                <a:gd name="connsiteY2-24" fmla="*/ 95176 h 599609"/>
                <a:gd name="connsiteX3-25" fmla="*/ 1194746 w 1194746"/>
                <a:gd name="connsiteY3-26" fmla="*/ 599609 h 599609"/>
                <a:gd name="connsiteX4-27" fmla="*/ 1194746 w 1194746"/>
                <a:gd name="connsiteY4-28" fmla="*/ 599609 h 599609"/>
                <a:gd name="connsiteX5-29" fmla="*/ 651339 w 1194746"/>
                <a:gd name="connsiteY5-30" fmla="*/ 447637 h 599609"/>
                <a:gd name="connsiteX6-31" fmla="*/ 0 w 1194746"/>
                <a:gd name="connsiteY6-32" fmla="*/ 599609 h 599609"/>
                <a:gd name="connsiteX7-33" fmla="*/ 0 w 1194746"/>
                <a:gd name="connsiteY7-34" fmla="*/ 599609 h 599609"/>
                <a:gd name="connsiteX8-35" fmla="*/ 0 w 1194746"/>
                <a:gd name="connsiteY8-36" fmla="*/ 95176 h 599609"/>
                <a:gd name="connsiteX9" fmla="*/ 95176 w 1194746"/>
                <a:gd name="connsiteY9" fmla="*/ 0 h 599609"/>
                <a:gd name="connsiteX0-37" fmla="*/ 95176 w 1194746"/>
                <a:gd name="connsiteY0-38" fmla="*/ 0 h 599609"/>
                <a:gd name="connsiteX1-39" fmla="*/ 1099570 w 1194746"/>
                <a:gd name="connsiteY1-40" fmla="*/ 0 h 599609"/>
                <a:gd name="connsiteX2-41" fmla="*/ 1194746 w 1194746"/>
                <a:gd name="connsiteY2-42" fmla="*/ 95176 h 599609"/>
                <a:gd name="connsiteX3-43" fmla="*/ 1194746 w 1194746"/>
                <a:gd name="connsiteY3-44" fmla="*/ 599609 h 599609"/>
                <a:gd name="connsiteX4-45" fmla="*/ 1194746 w 1194746"/>
                <a:gd name="connsiteY4-46" fmla="*/ 599609 h 599609"/>
                <a:gd name="connsiteX5-47" fmla="*/ 609136 w 1194746"/>
                <a:gd name="connsiteY5-48" fmla="*/ 447637 h 599609"/>
                <a:gd name="connsiteX6-49" fmla="*/ 0 w 1194746"/>
                <a:gd name="connsiteY6-50" fmla="*/ 599609 h 599609"/>
                <a:gd name="connsiteX7-51" fmla="*/ 0 w 1194746"/>
                <a:gd name="connsiteY7-52" fmla="*/ 599609 h 599609"/>
                <a:gd name="connsiteX8-53" fmla="*/ 0 w 1194746"/>
                <a:gd name="connsiteY8-54" fmla="*/ 95176 h 599609"/>
                <a:gd name="connsiteX9-55" fmla="*/ 95176 w 1194746"/>
                <a:gd name="connsiteY9-56" fmla="*/ 0 h 599609"/>
                <a:gd name="connsiteX0-57" fmla="*/ 95176 w 1194746"/>
                <a:gd name="connsiteY0-58" fmla="*/ 0 h 599609"/>
                <a:gd name="connsiteX1-59" fmla="*/ 1099570 w 1194746"/>
                <a:gd name="connsiteY1-60" fmla="*/ 0 h 599609"/>
                <a:gd name="connsiteX2-61" fmla="*/ 1194746 w 1194746"/>
                <a:gd name="connsiteY2-62" fmla="*/ 95176 h 599609"/>
                <a:gd name="connsiteX3-63" fmla="*/ 1194746 w 1194746"/>
                <a:gd name="connsiteY3-64" fmla="*/ 599609 h 599609"/>
                <a:gd name="connsiteX4-65" fmla="*/ 1194746 w 1194746"/>
                <a:gd name="connsiteY4-66" fmla="*/ 599609 h 599609"/>
                <a:gd name="connsiteX5-67" fmla="*/ 609136 w 1194746"/>
                <a:gd name="connsiteY5-68" fmla="*/ 447637 h 599609"/>
                <a:gd name="connsiteX6-69" fmla="*/ 0 w 1194746"/>
                <a:gd name="connsiteY6-70" fmla="*/ 599609 h 599609"/>
                <a:gd name="connsiteX7-71" fmla="*/ 0 w 1194746"/>
                <a:gd name="connsiteY7-72" fmla="*/ 599609 h 599609"/>
                <a:gd name="connsiteX8-73" fmla="*/ 0 w 1194746"/>
                <a:gd name="connsiteY8-74" fmla="*/ 95176 h 599609"/>
                <a:gd name="connsiteX9-75" fmla="*/ 95176 w 1194746"/>
                <a:gd name="connsiteY9-76" fmla="*/ 0 h 599609"/>
                <a:gd name="connsiteX0-77" fmla="*/ 95176 w 1194746"/>
                <a:gd name="connsiteY0-78" fmla="*/ 0 h 757126"/>
                <a:gd name="connsiteX1-79" fmla="*/ 1099570 w 1194746"/>
                <a:gd name="connsiteY1-80" fmla="*/ 0 h 757126"/>
                <a:gd name="connsiteX2-81" fmla="*/ 1194746 w 1194746"/>
                <a:gd name="connsiteY2-82" fmla="*/ 95176 h 757126"/>
                <a:gd name="connsiteX3-83" fmla="*/ 1194746 w 1194746"/>
                <a:gd name="connsiteY3-84" fmla="*/ 599609 h 757126"/>
                <a:gd name="connsiteX4-85" fmla="*/ 1194746 w 1194746"/>
                <a:gd name="connsiteY4-86" fmla="*/ 599609 h 757126"/>
                <a:gd name="connsiteX5-87" fmla="*/ 609136 w 1194746"/>
                <a:gd name="connsiteY5-88" fmla="*/ 757126 h 757126"/>
                <a:gd name="connsiteX6-89" fmla="*/ 0 w 1194746"/>
                <a:gd name="connsiteY6-90" fmla="*/ 599609 h 757126"/>
                <a:gd name="connsiteX7-91" fmla="*/ 0 w 1194746"/>
                <a:gd name="connsiteY7-92" fmla="*/ 599609 h 757126"/>
                <a:gd name="connsiteX8-93" fmla="*/ 0 w 1194746"/>
                <a:gd name="connsiteY8-94" fmla="*/ 95176 h 757126"/>
                <a:gd name="connsiteX9-95" fmla="*/ 95176 w 1194746"/>
                <a:gd name="connsiteY9-96" fmla="*/ 0 h 757126"/>
                <a:gd name="connsiteX0-97" fmla="*/ 95176 w 1194746"/>
                <a:gd name="connsiteY0-98" fmla="*/ 0 h 757126"/>
                <a:gd name="connsiteX1-99" fmla="*/ 1099570 w 1194746"/>
                <a:gd name="connsiteY1-100" fmla="*/ 0 h 757126"/>
                <a:gd name="connsiteX2-101" fmla="*/ 1194746 w 1194746"/>
                <a:gd name="connsiteY2-102" fmla="*/ 95176 h 757126"/>
                <a:gd name="connsiteX3-103" fmla="*/ 1194746 w 1194746"/>
                <a:gd name="connsiteY3-104" fmla="*/ 599609 h 757126"/>
                <a:gd name="connsiteX4-105" fmla="*/ 1194746 w 1194746"/>
                <a:gd name="connsiteY4-106" fmla="*/ 599609 h 757126"/>
                <a:gd name="connsiteX5-107" fmla="*/ 609136 w 1194746"/>
                <a:gd name="connsiteY5-108" fmla="*/ 757126 h 757126"/>
                <a:gd name="connsiteX6-109" fmla="*/ 0 w 1194746"/>
                <a:gd name="connsiteY6-110" fmla="*/ 599609 h 757126"/>
                <a:gd name="connsiteX7-111" fmla="*/ 0 w 1194746"/>
                <a:gd name="connsiteY7-112" fmla="*/ 599609 h 757126"/>
                <a:gd name="connsiteX8-113" fmla="*/ 0 w 1194746"/>
                <a:gd name="connsiteY8-114" fmla="*/ 95176 h 757126"/>
                <a:gd name="connsiteX9-115" fmla="*/ 95176 w 1194746"/>
                <a:gd name="connsiteY9-116" fmla="*/ 0 h 757126"/>
                <a:gd name="connsiteX0-117" fmla="*/ 95176 w 1194746"/>
                <a:gd name="connsiteY0-118" fmla="*/ 0 h 757966"/>
                <a:gd name="connsiteX1-119" fmla="*/ 1099570 w 1194746"/>
                <a:gd name="connsiteY1-120" fmla="*/ 0 h 757966"/>
                <a:gd name="connsiteX2-121" fmla="*/ 1194746 w 1194746"/>
                <a:gd name="connsiteY2-122" fmla="*/ 95176 h 757966"/>
                <a:gd name="connsiteX3-123" fmla="*/ 1194746 w 1194746"/>
                <a:gd name="connsiteY3-124" fmla="*/ 599609 h 757966"/>
                <a:gd name="connsiteX4-125" fmla="*/ 1194746 w 1194746"/>
                <a:gd name="connsiteY4-126" fmla="*/ 599609 h 757966"/>
                <a:gd name="connsiteX5-127" fmla="*/ 1094399 w 1194746"/>
                <a:gd name="connsiteY5-128" fmla="*/ 659403 h 757966"/>
                <a:gd name="connsiteX6-129" fmla="*/ 609136 w 1194746"/>
                <a:gd name="connsiteY6-130" fmla="*/ 757126 h 757966"/>
                <a:gd name="connsiteX7-131" fmla="*/ 0 w 1194746"/>
                <a:gd name="connsiteY7-132" fmla="*/ 599609 h 757966"/>
                <a:gd name="connsiteX8-133" fmla="*/ 0 w 1194746"/>
                <a:gd name="connsiteY8-134" fmla="*/ 599609 h 757966"/>
                <a:gd name="connsiteX9-135" fmla="*/ 0 w 1194746"/>
                <a:gd name="connsiteY9-136" fmla="*/ 95176 h 757966"/>
                <a:gd name="connsiteX10" fmla="*/ 95176 w 1194746"/>
                <a:gd name="connsiteY10" fmla="*/ 0 h 757966"/>
                <a:gd name="connsiteX0-137" fmla="*/ 95176 w 1216266"/>
                <a:gd name="connsiteY0-138" fmla="*/ 0 h 659403"/>
                <a:gd name="connsiteX1-139" fmla="*/ 1099570 w 1216266"/>
                <a:gd name="connsiteY1-140" fmla="*/ 0 h 659403"/>
                <a:gd name="connsiteX2-141" fmla="*/ 1194746 w 1216266"/>
                <a:gd name="connsiteY2-142" fmla="*/ 95176 h 659403"/>
                <a:gd name="connsiteX3-143" fmla="*/ 1194746 w 1216266"/>
                <a:gd name="connsiteY3-144" fmla="*/ 599609 h 659403"/>
                <a:gd name="connsiteX4-145" fmla="*/ 1194746 w 1216266"/>
                <a:gd name="connsiteY4-146" fmla="*/ 599609 h 659403"/>
                <a:gd name="connsiteX5-147" fmla="*/ 1094399 w 1216266"/>
                <a:gd name="connsiteY5-148" fmla="*/ 659403 h 659403"/>
                <a:gd name="connsiteX6-149" fmla="*/ 0 w 1216266"/>
                <a:gd name="connsiteY6-150" fmla="*/ 599609 h 659403"/>
                <a:gd name="connsiteX7-151" fmla="*/ 0 w 1216266"/>
                <a:gd name="connsiteY7-152" fmla="*/ 599609 h 659403"/>
                <a:gd name="connsiteX8-153" fmla="*/ 0 w 1216266"/>
                <a:gd name="connsiteY8-154" fmla="*/ 95176 h 659403"/>
                <a:gd name="connsiteX9-155" fmla="*/ 95176 w 1216266"/>
                <a:gd name="connsiteY9-156" fmla="*/ 0 h 659403"/>
                <a:gd name="connsiteX0-157" fmla="*/ 95176 w 1194746"/>
                <a:gd name="connsiteY0-158" fmla="*/ 0 h 720498"/>
                <a:gd name="connsiteX1-159" fmla="*/ 1099570 w 1194746"/>
                <a:gd name="connsiteY1-160" fmla="*/ 0 h 720498"/>
                <a:gd name="connsiteX2-161" fmla="*/ 1194746 w 1194746"/>
                <a:gd name="connsiteY2-162" fmla="*/ 95176 h 720498"/>
                <a:gd name="connsiteX3-163" fmla="*/ 1194746 w 1194746"/>
                <a:gd name="connsiteY3-164" fmla="*/ 599609 h 720498"/>
                <a:gd name="connsiteX4-165" fmla="*/ 1194746 w 1194746"/>
                <a:gd name="connsiteY4-166" fmla="*/ 599609 h 720498"/>
                <a:gd name="connsiteX5-167" fmla="*/ 980099 w 1194746"/>
                <a:gd name="connsiteY5-168" fmla="*/ 720498 h 720498"/>
                <a:gd name="connsiteX6-169" fmla="*/ 0 w 1194746"/>
                <a:gd name="connsiteY6-170" fmla="*/ 599609 h 720498"/>
                <a:gd name="connsiteX7-171" fmla="*/ 0 w 1194746"/>
                <a:gd name="connsiteY7-172" fmla="*/ 599609 h 720498"/>
                <a:gd name="connsiteX8-173" fmla="*/ 0 w 1194746"/>
                <a:gd name="connsiteY8-174" fmla="*/ 95176 h 720498"/>
                <a:gd name="connsiteX9-175" fmla="*/ 95176 w 1194746"/>
                <a:gd name="connsiteY9-176" fmla="*/ 0 h 720498"/>
                <a:gd name="connsiteX0-177" fmla="*/ 95176 w 1194746"/>
                <a:gd name="connsiteY0-178" fmla="*/ 0 h 734900"/>
                <a:gd name="connsiteX1-179" fmla="*/ 1099570 w 1194746"/>
                <a:gd name="connsiteY1-180" fmla="*/ 0 h 734900"/>
                <a:gd name="connsiteX2-181" fmla="*/ 1194746 w 1194746"/>
                <a:gd name="connsiteY2-182" fmla="*/ 95176 h 734900"/>
                <a:gd name="connsiteX3-183" fmla="*/ 1194746 w 1194746"/>
                <a:gd name="connsiteY3-184" fmla="*/ 599609 h 734900"/>
                <a:gd name="connsiteX4-185" fmla="*/ 1194746 w 1194746"/>
                <a:gd name="connsiteY4-186" fmla="*/ 599609 h 734900"/>
                <a:gd name="connsiteX5-187" fmla="*/ 980099 w 1194746"/>
                <a:gd name="connsiteY5-188" fmla="*/ 720498 h 734900"/>
                <a:gd name="connsiteX6-189" fmla="*/ 241911 w 1194746"/>
                <a:gd name="connsiteY6-190" fmla="*/ 726607 h 734900"/>
                <a:gd name="connsiteX7-191" fmla="*/ 0 w 1194746"/>
                <a:gd name="connsiteY7-192" fmla="*/ 599609 h 734900"/>
                <a:gd name="connsiteX8-193" fmla="*/ 0 w 1194746"/>
                <a:gd name="connsiteY8-194" fmla="*/ 599609 h 734900"/>
                <a:gd name="connsiteX9-195" fmla="*/ 0 w 1194746"/>
                <a:gd name="connsiteY9-196" fmla="*/ 95176 h 734900"/>
                <a:gd name="connsiteX10-197" fmla="*/ 95176 w 1194746"/>
                <a:gd name="connsiteY10-198" fmla="*/ 0 h 734900"/>
                <a:gd name="connsiteX0-199" fmla="*/ 95176 w 1194746"/>
                <a:gd name="connsiteY0-200" fmla="*/ 0 h 734901"/>
                <a:gd name="connsiteX1-201" fmla="*/ 1099570 w 1194746"/>
                <a:gd name="connsiteY1-202" fmla="*/ 0 h 734901"/>
                <a:gd name="connsiteX2-203" fmla="*/ 1194746 w 1194746"/>
                <a:gd name="connsiteY2-204" fmla="*/ 95176 h 734901"/>
                <a:gd name="connsiteX3-205" fmla="*/ 1194746 w 1194746"/>
                <a:gd name="connsiteY3-206" fmla="*/ 599609 h 734901"/>
                <a:gd name="connsiteX4-207" fmla="*/ 1194746 w 1194746"/>
                <a:gd name="connsiteY4-208" fmla="*/ 599609 h 734901"/>
                <a:gd name="connsiteX5-209" fmla="*/ 980099 w 1194746"/>
                <a:gd name="connsiteY5-210" fmla="*/ 720498 h 734901"/>
                <a:gd name="connsiteX6-211" fmla="*/ 241911 w 1194746"/>
                <a:gd name="connsiteY6-212" fmla="*/ 726607 h 734901"/>
                <a:gd name="connsiteX7-213" fmla="*/ 0 w 1194746"/>
                <a:gd name="connsiteY7-214" fmla="*/ 599609 h 734901"/>
                <a:gd name="connsiteX8-215" fmla="*/ 0 w 1194746"/>
                <a:gd name="connsiteY8-216" fmla="*/ 599609 h 734901"/>
                <a:gd name="connsiteX9-217" fmla="*/ 0 w 1194746"/>
                <a:gd name="connsiteY9-218" fmla="*/ 95176 h 734901"/>
                <a:gd name="connsiteX10-219" fmla="*/ 95176 w 1194746"/>
                <a:gd name="connsiteY10-220" fmla="*/ 0 h 734901"/>
                <a:gd name="connsiteX0-221" fmla="*/ 95176 w 1194746"/>
                <a:gd name="connsiteY0-222" fmla="*/ 0 h 854911"/>
                <a:gd name="connsiteX1-223" fmla="*/ 1099570 w 1194746"/>
                <a:gd name="connsiteY1-224" fmla="*/ 0 h 854911"/>
                <a:gd name="connsiteX2-225" fmla="*/ 1194746 w 1194746"/>
                <a:gd name="connsiteY2-226" fmla="*/ 95176 h 854911"/>
                <a:gd name="connsiteX3-227" fmla="*/ 1194746 w 1194746"/>
                <a:gd name="connsiteY3-228" fmla="*/ 599609 h 854911"/>
                <a:gd name="connsiteX4-229" fmla="*/ 1194746 w 1194746"/>
                <a:gd name="connsiteY4-230" fmla="*/ 599609 h 854911"/>
                <a:gd name="connsiteX5-231" fmla="*/ 980099 w 1194746"/>
                <a:gd name="connsiteY5-232" fmla="*/ 720498 h 854911"/>
                <a:gd name="connsiteX6-233" fmla="*/ 599099 w 1194746"/>
                <a:gd name="connsiteY6-234" fmla="*/ 854904 h 854911"/>
                <a:gd name="connsiteX7-235" fmla="*/ 241911 w 1194746"/>
                <a:gd name="connsiteY7-236" fmla="*/ 726607 h 854911"/>
                <a:gd name="connsiteX8-237" fmla="*/ 0 w 1194746"/>
                <a:gd name="connsiteY8-238" fmla="*/ 599609 h 854911"/>
                <a:gd name="connsiteX9-239" fmla="*/ 0 w 1194746"/>
                <a:gd name="connsiteY9-240" fmla="*/ 599609 h 854911"/>
                <a:gd name="connsiteX10-241" fmla="*/ 0 w 1194746"/>
                <a:gd name="connsiteY10-242" fmla="*/ 95176 h 854911"/>
                <a:gd name="connsiteX11" fmla="*/ 95176 w 1194746"/>
                <a:gd name="connsiteY11" fmla="*/ 0 h 854911"/>
                <a:gd name="connsiteX0-243" fmla="*/ 95176 w 1194746"/>
                <a:gd name="connsiteY0-244" fmla="*/ 0 h 856983"/>
                <a:gd name="connsiteX1-245" fmla="*/ 1099570 w 1194746"/>
                <a:gd name="connsiteY1-246" fmla="*/ 0 h 856983"/>
                <a:gd name="connsiteX2-247" fmla="*/ 1194746 w 1194746"/>
                <a:gd name="connsiteY2-248" fmla="*/ 95176 h 856983"/>
                <a:gd name="connsiteX3-249" fmla="*/ 1194746 w 1194746"/>
                <a:gd name="connsiteY3-250" fmla="*/ 599609 h 856983"/>
                <a:gd name="connsiteX4-251" fmla="*/ 1194746 w 1194746"/>
                <a:gd name="connsiteY4-252" fmla="*/ 599609 h 856983"/>
                <a:gd name="connsiteX5-253" fmla="*/ 980099 w 1194746"/>
                <a:gd name="connsiteY5-254" fmla="*/ 720498 h 856983"/>
                <a:gd name="connsiteX6-255" fmla="*/ 599099 w 1194746"/>
                <a:gd name="connsiteY6-256" fmla="*/ 854904 h 856983"/>
                <a:gd name="connsiteX7-257" fmla="*/ 0 w 1194746"/>
                <a:gd name="connsiteY7-258" fmla="*/ 599609 h 856983"/>
                <a:gd name="connsiteX8-259" fmla="*/ 0 w 1194746"/>
                <a:gd name="connsiteY8-260" fmla="*/ 599609 h 856983"/>
                <a:gd name="connsiteX9-261" fmla="*/ 0 w 1194746"/>
                <a:gd name="connsiteY9-262" fmla="*/ 95176 h 856983"/>
                <a:gd name="connsiteX10-263" fmla="*/ 95176 w 1194746"/>
                <a:gd name="connsiteY10-264" fmla="*/ 0 h 856983"/>
                <a:gd name="connsiteX0-265" fmla="*/ 95176 w 1194746"/>
                <a:gd name="connsiteY0-266" fmla="*/ 0 h 854904"/>
                <a:gd name="connsiteX1-267" fmla="*/ 1099570 w 1194746"/>
                <a:gd name="connsiteY1-268" fmla="*/ 0 h 854904"/>
                <a:gd name="connsiteX2-269" fmla="*/ 1194746 w 1194746"/>
                <a:gd name="connsiteY2-270" fmla="*/ 95176 h 854904"/>
                <a:gd name="connsiteX3-271" fmla="*/ 1194746 w 1194746"/>
                <a:gd name="connsiteY3-272" fmla="*/ 599609 h 854904"/>
                <a:gd name="connsiteX4-273" fmla="*/ 1194746 w 1194746"/>
                <a:gd name="connsiteY4-274" fmla="*/ 599609 h 854904"/>
                <a:gd name="connsiteX5-275" fmla="*/ 599099 w 1194746"/>
                <a:gd name="connsiteY5-276" fmla="*/ 854904 h 854904"/>
                <a:gd name="connsiteX6-277" fmla="*/ 0 w 1194746"/>
                <a:gd name="connsiteY6-278" fmla="*/ 599609 h 854904"/>
                <a:gd name="connsiteX7-279" fmla="*/ 0 w 1194746"/>
                <a:gd name="connsiteY7-280" fmla="*/ 599609 h 854904"/>
                <a:gd name="connsiteX8-281" fmla="*/ 0 w 1194746"/>
                <a:gd name="connsiteY8-282" fmla="*/ 95176 h 854904"/>
                <a:gd name="connsiteX9-283" fmla="*/ 95176 w 1194746"/>
                <a:gd name="connsiteY9-284" fmla="*/ 0 h 854904"/>
                <a:gd name="connsiteX0-285" fmla="*/ 95176 w 1194746"/>
                <a:gd name="connsiteY0-286" fmla="*/ 0 h 873233"/>
                <a:gd name="connsiteX1-287" fmla="*/ 1099570 w 1194746"/>
                <a:gd name="connsiteY1-288" fmla="*/ 0 h 873233"/>
                <a:gd name="connsiteX2-289" fmla="*/ 1194746 w 1194746"/>
                <a:gd name="connsiteY2-290" fmla="*/ 95176 h 873233"/>
                <a:gd name="connsiteX3-291" fmla="*/ 1194746 w 1194746"/>
                <a:gd name="connsiteY3-292" fmla="*/ 599609 h 873233"/>
                <a:gd name="connsiteX4-293" fmla="*/ 1194746 w 1194746"/>
                <a:gd name="connsiteY4-294" fmla="*/ 599609 h 873233"/>
                <a:gd name="connsiteX5-295" fmla="*/ 580049 w 1194746"/>
                <a:gd name="connsiteY5-296" fmla="*/ 873233 h 873233"/>
                <a:gd name="connsiteX6-297" fmla="*/ 0 w 1194746"/>
                <a:gd name="connsiteY6-298" fmla="*/ 599609 h 873233"/>
                <a:gd name="connsiteX7-299" fmla="*/ 0 w 1194746"/>
                <a:gd name="connsiteY7-300" fmla="*/ 599609 h 873233"/>
                <a:gd name="connsiteX8-301" fmla="*/ 0 w 1194746"/>
                <a:gd name="connsiteY8-302" fmla="*/ 95176 h 873233"/>
                <a:gd name="connsiteX9-303" fmla="*/ 95176 w 1194746"/>
                <a:gd name="connsiteY9-304" fmla="*/ 0 h 873233"/>
                <a:gd name="connsiteX0-305" fmla="*/ 95176 w 1194746"/>
                <a:gd name="connsiteY0-306" fmla="*/ 0 h 873677"/>
                <a:gd name="connsiteX1-307" fmla="*/ 1099570 w 1194746"/>
                <a:gd name="connsiteY1-308" fmla="*/ 0 h 873677"/>
                <a:gd name="connsiteX2-309" fmla="*/ 1194746 w 1194746"/>
                <a:gd name="connsiteY2-310" fmla="*/ 95176 h 873677"/>
                <a:gd name="connsiteX3-311" fmla="*/ 1194746 w 1194746"/>
                <a:gd name="connsiteY3-312" fmla="*/ 599609 h 873677"/>
                <a:gd name="connsiteX4-313" fmla="*/ 1194746 w 1194746"/>
                <a:gd name="connsiteY4-314" fmla="*/ 599609 h 873677"/>
                <a:gd name="connsiteX5-315" fmla="*/ 580049 w 1194746"/>
                <a:gd name="connsiteY5-316" fmla="*/ 873233 h 873677"/>
                <a:gd name="connsiteX6-317" fmla="*/ 0 w 1194746"/>
                <a:gd name="connsiteY6-318" fmla="*/ 599609 h 873677"/>
                <a:gd name="connsiteX7-319" fmla="*/ 0 w 1194746"/>
                <a:gd name="connsiteY7-320" fmla="*/ 599609 h 873677"/>
                <a:gd name="connsiteX8-321" fmla="*/ 0 w 1194746"/>
                <a:gd name="connsiteY8-322" fmla="*/ 95176 h 873677"/>
                <a:gd name="connsiteX9-323" fmla="*/ 95176 w 1194746"/>
                <a:gd name="connsiteY9-324" fmla="*/ 0 h 873677"/>
                <a:gd name="connsiteX0-325" fmla="*/ 95176 w 1194746"/>
                <a:gd name="connsiteY0-326" fmla="*/ 0 h 873677"/>
                <a:gd name="connsiteX1-327" fmla="*/ 1099570 w 1194746"/>
                <a:gd name="connsiteY1-328" fmla="*/ 0 h 873677"/>
                <a:gd name="connsiteX2-329" fmla="*/ 1194746 w 1194746"/>
                <a:gd name="connsiteY2-330" fmla="*/ 95176 h 873677"/>
                <a:gd name="connsiteX3-331" fmla="*/ 1194746 w 1194746"/>
                <a:gd name="connsiteY3-332" fmla="*/ 599609 h 873677"/>
                <a:gd name="connsiteX4-333" fmla="*/ 1194746 w 1194746"/>
                <a:gd name="connsiteY4-334" fmla="*/ 599609 h 873677"/>
                <a:gd name="connsiteX5-335" fmla="*/ 618149 w 1194746"/>
                <a:gd name="connsiteY5-336" fmla="*/ 873233 h 873677"/>
                <a:gd name="connsiteX6-337" fmla="*/ 0 w 1194746"/>
                <a:gd name="connsiteY6-338" fmla="*/ 599609 h 873677"/>
                <a:gd name="connsiteX7-339" fmla="*/ 0 w 1194746"/>
                <a:gd name="connsiteY7-340" fmla="*/ 599609 h 873677"/>
                <a:gd name="connsiteX8-341" fmla="*/ 0 w 1194746"/>
                <a:gd name="connsiteY8-342" fmla="*/ 95176 h 873677"/>
                <a:gd name="connsiteX9-343" fmla="*/ 95176 w 1194746"/>
                <a:gd name="connsiteY9-344" fmla="*/ 0 h 873677"/>
                <a:gd name="connsiteX0-345" fmla="*/ 95176 w 1194746"/>
                <a:gd name="connsiteY0-346" fmla="*/ 0 h 873677"/>
                <a:gd name="connsiteX1-347" fmla="*/ 1099570 w 1194746"/>
                <a:gd name="connsiteY1-348" fmla="*/ 0 h 873677"/>
                <a:gd name="connsiteX2-349" fmla="*/ 1194746 w 1194746"/>
                <a:gd name="connsiteY2-350" fmla="*/ 95176 h 873677"/>
                <a:gd name="connsiteX3-351" fmla="*/ 1194746 w 1194746"/>
                <a:gd name="connsiteY3-352" fmla="*/ 599609 h 873677"/>
                <a:gd name="connsiteX4-353" fmla="*/ 1194746 w 1194746"/>
                <a:gd name="connsiteY4-354" fmla="*/ 599609 h 873677"/>
                <a:gd name="connsiteX5-355" fmla="*/ 594337 w 1194746"/>
                <a:gd name="connsiteY5-356" fmla="*/ 873233 h 873677"/>
                <a:gd name="connsiteX6-357" fmla="*/ 0 w 1194746"/>
                <a:gd name="connsiteY6-358" fmla="*/ 599609 h 873677"/>
                <a:gd name="connsiteX7-359" fmla="*/ 0 w 1194746"/>
                <a:gd name="connsiteY7-360" fmla="*/ 599609 h 873677"/>
                <a:gd name="connsiteX8-361" fmla="*/ 0 w 1194746"/>
                <a:gd name="connsiteY8-362" fmla="*/ 95176 h 873677"/>
                <a:gd name="connsiteX9-363" fmla="*/ 95176 w 1194746"/>
                <a:gd name="connsiteY9-364" fmla="*/ 0 h 8736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55" y="connsiteY9-56"/>
                </a:cxn>
              </a:cxnLst>
              <a:rect l="l" t="t" r="r" b="b"/>
              <a:pathLst>
                <a:path w="1194746" h="873677">
                  <a:moveTo>
                    <a:pt x="95176" y="0"/>
                  </a:moveTo>
                  <a:lnTo>
                    <a:pt x="1099570" y="0"/>
                  </a:lnTo>
                  <a:cubicBezTo>
                    <a:pt x="1152134" y="0"/>
                    <a:pt x="1194746" y="42612"/>
                    <a:pt x="1194746" y="95176"/>
                  </a:cubicBezTo>
                  <a:lnTo>
                    <a:pt x="1194746" y="599609"/>
                  </a:lnTo>
                  <a:lnTo>
                    <a:pt x="1194746" y="599609"/>
                  </a:lnTo>
                  <a:cubicBezTo>
                    <a:pt x="1095472" y="642158"/>
                    <a:pt x="1031586" y="861014"/>
                    <a:pt x="594337" y="873233"/>
                  </a:cubicBezTo>
                  <a:cubicBezTo>
                    <a:pt x="157088" y="885452"/>
                    <a:pt x="99850" y="642158"/>
                    <a:pt x="0" y="599609"/>
                  </a:cubicBezTo>
                  <a:lnTo>
                    <a:pt x="0" y="599609"/>
                  </a:lnTo>
                  <a:lnTo>
                    <a:pt x="0" y="95176"/>
                  </a:lnTo>
                  <a:cubicBezTo>
                    <a:pt x="0" y="42612"/>
                    <a:pt x="42612" y="0"/>
                    <a:pt x="9517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accent2">
                    <a:lumMod val="40000"/>
                    <a:lumOff val="60000"/>
                    <a:alpha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20" name="islide-26" descr="71396b0c-dc35-431a-89a6-e09b5b06278a"/>
            <p:cNvSpPr/>
            <p:nvPr>
              <p:custDataLst>
                <p:tags r:id="rId6"/>
              </p:custDataLst>
            </p:nvPr>
          </p:nvSpPr>
          <p:spPr>
            <a:xfrm>
              <a:off x="1413027" y="2330359"/>
              <a:ext cx="1194746" cy="598403"/>
            </a:xfrm>
            <a:custGeom>
              <a:avLst/>
              <a:gdLst>
                <a:gd name="connsiteX0" fmla="*/ 95176 w 1194746"/>
                <a:gd name="connsiteY0" fmla="*/ 0 h 599609"/>
                <a:gd name="connsiteX1" fmla="*/ 1099570 w 1194746"/>
                <a:gd name="connsiteY1" fmla="*/ 0 h 599609"/>
                <a:gd name="connsiteX2" fmla="*/ 1194746 w 1194746"/>
                <a:gd name="connsiteY2" fmla="*/ 95176 h 599609"/>
                <a:gd name="connsiteX3" fmla="*/ 1194746 w 1194746"/>
                <a:gd name="connsiteY3" fmla="*/ 599609 h 599609"/>
                <a:gd name="connsiteX4" fmla="*/ 1194746 w 1194746"/>
                <a:gd name="connsiteY4" fmla="*/ 599609 h 599609"/>
                <a:gd name="connsiteX5" fmla="*/ 0 w 1194746"/>
                <a:gd name="connsiteY5" fmla="*/ 599609 h 599609"/>
                <a:gd name="connsiteX6" fmla="*/ 0 w 1194746"/>
                <a:gd name="connsiteY6" fmla="*/ 599609 h 599609"/>
                <a:gd name="connsiteX7" fmla="*/ 0 w 1194746"/>
                <a:gd name="connsiteY7" fmla="*/ 95176 h 599609"/>
                <a:gd name="connsiteX8" fmla="*/ 95176 w 1194746"/>
                <a:gd name="connsiteY8" fmla="*/ 0 h 599609"/>
                <a:gd name="connsiteX0-1" fmla="*/ 95176 w 1194746"/>
                <a:gd name="connsiteY0-2" fmla="*/ 0 h 599609"/>
                <a:gd name="connsiteX1-3" fmla="*/ 1099570 w 1194746"/>
                <a:gd name="connsiteY1-4" fmla="*/ 0 h 599609"/>
                <a:gd name="connsiteX2-5" fmla="*/ 1194746 w 1194746"/>
                <a:gd name="connsiteY2-6" fmla="*/ 95176 h 599609"/>
                <a:gd name="connsiteX3-7" fmla="*/ 1194746 w 1194746"/>
                <a:gd name="connsiteY3-8" fmla="*/ 599609 h 599609"/>
                <a:gd name="connsiteX4-9" fmla="*/ 1194746 w 1194746"/>
                <a:gd name="connsiteY4-10" fmla="*/ 599609 h 599609"/>
                <a:gd name="connsiteX5-11" fmla="*/ 0 w 1194746"/>
                <a:gd name="connsiteY5-12" fmla="*/ 599609 h 599609"/>
                <a:gd name="connsiteX6-13" fmla="*/ 0 w 1194746"/>
                <a:gd name="connsiteY6-14" fmla="*/ 599609 h 599609"/>
                <a:gd name="connsiteX7-15" fmla="*/ 0 w 1194746"/>
                <a:gd name="connsiteY7-16" fmla="*/ 95176 h 599609"/>
                <a:gd name="connsiteX8-17" fmla="*/ 95176 w 1194746"/>
                <a:gd name="connsiteY8-18" fmla="*/ 0 h 599609"/>
                <a:gd name="connsiteX0-19" fmla="*/ 95176 w 1194746"/>
                <a:gd name="connsiteY0-20" fmla="*/ 0 h 599609"/>
                <a:gd name="connsiteX1-21" fmla="*/ 1099570 w 1194746"/>
                <a:gd name="connsiteY1-22" fmla="*/ 0 h 599609"/>
                <a:gd name="connsiteX2-23" fmla="*/ 1194746 w 1194746"/>
                <a:gd name="connsiteY2-24" fmla="*/ 95176 h 599609"/>
                <a:gd name="connsiteX3-25" fmla="*/ 1194746 w 1194746"/>
                <a:gd name="connsiteY3-26" fmla="*/ 599609 h 599609"/>
                <a:gd name="connsiteX4-27" fmla="*/ 1194746 w 1194746"/>
                <a:gd name="connsiteY4-28" fmla="*/ 599609 h 599609"/>
                <a:gd name="connsiteX5-29" fmla="*/ 651339 w 1194746"/>
                <a:gd name="connsiteY5-30" fmla="*/ 447637 h 599609"/>
                <a:gd name="connsiteX6-31" fmla="*/ 0 w 1194746"/>
                <a:gd name="connsiteY6-32" fmla="*/ 599609 h 599609"/>
                <a:gd name="connsiteX7-33" fmla="*/ 0 w 1194746"/>
                <a:gd name="connsiteY7-34" fmla="*/ 599609 h 599609"/>
                <a:gd name="connsiteX8-35" fmla="*/ 0 w 1194746"/>
                <a:gd name="connsiteY8-36" fmla="*/ 95176 h 599609"/>
                <a:gd name="connsiteX9" fmla="*/ 95176 w 1194746"/>
                <a:gd name="connsiteY9" fmla="*/ 0 h 599609"/>
                <a:gd name="connsiteX0-37" fmla="*/ 95176 w 1194746"/>
                <a:gd name="connsiteY0-38" fmla="*/ 0 h 599609"/>
                <a:gd name="connsiteX1-39" fmla="*/ 1099570 w 1194746"/>
                <a:gd name="connsiteY1-40" fmla="*/ 0 h 599609"/>
                <a:gd name="connsiteX2-41" fmla="*/ 1194746 w 1194746"/>
                <a:gd name="connsiteY2-42" fmla="*/ 95176 h 599609"/>
                <a:gd name="connsiteX3-43" fmla="*/ 1194746 w 1194746"/>
                <a:gd name="connsiteY3-44" fmla="*/ 599609 h 599609"/>
                <a:gd name="connsiteX4-45" fmla="*/ 1194746 w 1194746"/>
                <a:gd name="connsiteY4-46" fmla="*/ 599609 h 599609"/>
                <a:gd name="connsiteX5-47" fmla="*/ 609136 w 1194746"/>
                <a:gd name="connsiteY5-48" fmla="*/ 447637 h 599609"/>
                <a:gd name="connsiteX6-49" fmla="*/ 0 w 1194746"/>
                <a:gd name="connsiteY6-50" fmla="*/ 599609 h 599609"/>
                <a:gd name="connsiteX7-51" fmla="*/ 0 w 1194746"/>
                <a:gd name="connsiteY7-52" fmla="*/ 599609 h 599609"/>
                <a:gd name="connsiteX8-53" fmla="*/ 0 w 1194746"/>
                <a:gd name="connsiteY8-54" fmla="*/ 95176 h 599609"/>
                <a:gd name="connsiteX9-55" fmla="*/ 95176 w 1194746"/>
                <a:gd name="connsiteY9-56" fmla="*/ 0 h 599609"/>
                <a:gd name="connsiteX0-57" fmla="*/ 95176 w 1194746"/>
                <a:gd name="connsiteY0-58" fmla="*/ 0 h 599609"/>
                <a:gd name="connsiteX1-59" fmla="*/ 1099570 w 1194746"/>
                <a:gd name="connsiteY1-60" fmla="*/ 0 h 599609"/>
                <a:gd name="connsiteX2-61" fmla="*/ 1194746 w 1194746"/>
                <a:gd name="connsiteY2-62" fmla="*/ 95176 h 599609"/>
                <a:gd name="connsiteX3-63" fmla="*/ 1194746 w 1194746"/>
                <a:gd name="connsiteY3-64" fmla="*/ 599609 h 599609"/>
                <a:gd name="connsiteX4-65" fmla="*/ 1194746 w 1194746"/>
                <a:gd name="connsiteY4-66" fmla="*/ 599609 h 599609"/>
                <a:gd name="connsiteX5-67" fmla="*/ 609136 w 1194746"/>
                <a:gd name="connsiteY5-68" fmla="*/ 447637 h 599609"/>
                <a:gd name="connsiteX6-69" fmla="*/ 0 w 1194746"/>
                <a:gd name="connsiteY6-70" fmla="*/ 599609 h 599609"/>
                <a:gd name="connsiteX7-71" fmla="*/ 0 w 1194746"/>
                <a:gd name="connsiteY7-72" fmla="*/ 599609 h 599609"/>
                <a:gd name="connsiteX8-73" fmla="*/ 0 w 1194746"/>
                <a:gd name="connsiteY8-74" fmla="*/ 95176 h 599609"/>
                <a:gd name="connsiteX9-75" fmla="*/ 95176 w 1194746"/>
                <a:gd name="connsiteY9-76" fmla="*/ 0 h 599609"/>
                <a:gd name="connsiteX0-77" fmla="*/ 95176 w 1194746"/>
                <a:gd name="connsiteY0-78" fmla="*/ 0 h 757126"/>
                <a:gd name="connsiteX1-79" fmla="*/ 1099570 w 1194746"/>
                <a:gd name="connsiteY1-80" fmla="*/ 0 h 757126"/>
                <a:gd name="connsiteX2-81" fmla="*/ 1194746 w 1194746"/>
                <a:gd name="connsiteY2-82" fmla="*/ 95176 h 757126"/>
                <a:gd name="connsiteX3-83" fmla="*/ 1194746 w 1194746"/>
                <a:gd name="connsiteY3-84" fmla="*/ 599609 h 757126"/>
                <a:gd name="connsiteX4-85" fmla="*/ 1194746 w 1194746"/>
                <a:gd name="connsiteY4-86" fmla="*/ 599609 h 757126"/>
                <a:gd name="connsiteX5-87" fmla="*/ 609136 w 1194746"/>
                <a:gd name="connsiteY5-88" fmla="*/ 757126 h 757126"/>
                <a:gd name="connsiteX6-89" fmla="*/ 0 w 1194746"/>
                <a:gd name="connsiteY6-90" fmla="*/ 599609 h 757126"/>
                <a:gd name="connsiteX7-91" fmla="*/ 0 w 1194746"/>
                <a:gd name="connsiteY7-92" fmla="*/ 599609 h 757126"/>
                <a:gd name="connsiteX8-93" fmla="*/ 0 w 1194746"/>
                <a:gd name="connsiteY8-94" fmla="*/ 95176 h 757126"/>
                <a:gd name="connsiteX9-95" fmla="*/ 95176 w 1194746"/>
                <a:gd name="connsiteY9-96" fmla="*/ 0 h 757126"/>
                <a:gd name="connsiteX0-97" fmla="*/ 95176 w 1194746"/>
                <a:gd name="connsiteY0-98" fmla="*/ 0 h 757126"/>
                <a:gd name="connsiteX1-99" fmla="*/ 1099570 w 1194746"/>
                <a:gd name="connsiteY1-100" fmla="*/ 0 h 757126"/>
                <a:gd name="connsiteX2-101" fmla="*/ 1194746 w 1194746"/>
                <a:gd name="connsiteY2-102" fmla="*/ 95176 h 757126"/>
                <a:gd name="connsiteX3-103" fmla="*/ 1194746 w 1194746"/>
                <a:gd name="connsiteY3-104" fmla="*/ 599609 h 757126"/>
                <a:gd name="connsiteX4-105" fmla="*/ 1194746 w 1194746"/>
                <a:gd name="connsiteY4-106" fmla="*/ 599609 h 757126"/>
                <a:gd name="connsiteX5-107" fmla="*/ 609136 w 1194746"/>
                <a:gd name="connsiteY5-108" fmla="*/ 757126 h 757126"/>
                <a:gd name="connsiteX6-109" fmla="*/ 0 w 1194746"/>
                <a:gd name="connsiteY6-110" fmla="*/ 599609 h 757126"/>
                <a:gd name="connsiteX7-111" fmla="*/ 0 w 1194746"/>
                <a:gd name="connsiteY7-112" fmla="*/ 599609 h 757126"/>
                <a:gd name="connsiteX8-113" fmla="*/ 0 w 1194746"/>
                <a:gd name="connsiteY8-114" fmla="*/ 95176 h 757126"/>
                <a:gd name="connsiteX9-115" fmla="*/ 95176 w 1194746"/>
                <a:gd name="connsiteY9-116" fmla="*/ 0 h 757126"/>
                <a:gd name="connsiteX0-117" fmla="*/ 95176 w 1194746"/>
                <a:gd name="connsiteY0-118" fmla="*/ 0 h 757966"/>
                <a:gd name="connsiteX1-119" fmla="*/ 1099570 w 1194746"/>
                <a:gd name="connsiteY1-120" fmla="*/ 0 h 757966"/>
                <a:gd name="connsiteX2-121" fmla="*/ 1194746 w 1194746"/>
                <a:gd name="connsiteY2-122" fmla="*/ 95176 h 757966"/>
                <a:gd name="connsiteX3-123" fmla="*/ 1194746 w 1194746"/>
                <a:gd name="connsiteY3-124" fmla="*/ 599609 h 757966"/>
                <a:gd name="connsiteX4-125" fmla="*/ 1194746 w 1194746"/>
                <a:gd name="connsiteY4-126" fmla="*/ 599609 h 757966"/>
                <a:gd name="connsiteX5-127" fmla="*/ 1094399 w 1194746"/>
                <a:gd name="connsiteY5-128" fmla="*/ 659403 h 757966"/>
                <a:gd name="connsiteX6-129" fmla="*/ 609136 w 1194746"/>
                <a:gd name="connsiteY6-130" fmla="*/ 757126 h 757966"/>
                <a:gd name="connsiteX7-131" fmla="*/ 0 w 1194746"/>
                <a:gd name="connsiteY7-132" fmla="*/ 599609 h 757966"/>
                <a:gd name="connsiteX8-133" fmla="*/ 0 w 1194746"/>
                <a:gd name="connsiteY8-134" fmla="*/ 599609 h 757966"/>
                <a:gd name="connsiteX9-135" fmla="*/ 0 w 1194746"/>
                <a:gd name="connsiteY9-136" fmla="*/ 95176 h 757966"/>
                <a:gd name="connsiteX10" fmla="*/ 95176 w 1194746"/>
                <a:gd name="connsiteY10" fmla="*/ 0 h 757966"/>
                <a:gd name="connsiteX0-137" fmla="*/ 95176 w 1216266"/>
                <a:gd name="connsiteY0-138" fmla="*/ 0 h 659403"/>
                <a:gd name="connsiteX1-139" fmla="*/ 1099570 w 1216266"/>
                <a:gd name="connsiteY1-140" fmla="*/ 0 h 659403"/>
                <a:gd name="connsiteX2-141" fmla="*/ 1194746 w 1216266"/>
                <a:gd name="connsiteY2-142" fmla="*/ 95176 h 659403"/>
                <a:gd name="connsiteX3-143" fmla="*/ 1194746 w 1216266"/>
                <a:gd name="connsiteY3-144" fmla="*/ 599609 h 659403"/>
                <a:gd name="connsiteX4-145" fmla="*/ 1194746 w 1216266"/>
                <a:gd name="connsiteY4-146" fmla="*/ 599609 h 659403"/>
                <a:gd name="connsiteX5-147" fmla="*/ 1094399 w 1216266"/>
                <a:gd name="connsiteY5-148" fmla="*/ 659403 h 659403"/>
                <a:gd name="connsiteX6-149" fmla="*/ 0 w 1216266"/>
                <a:gd name="connsiteY6-150" fmla="*/ 599609 h 659403"/>
                <a:gd name="connsiteX7-151" fmla="*/ 0 w 1216266"/>
                <a:gd name="connsiteY7-152" fmla="*/ 599609 h 659403"/>
                <a:gd name="connsiteX8-153" fmla="*/ 0 w 1216266"/>
                <a:gd name="connsiteY8-154" fmla="*/ 95176 h 659403"/>
                <a:gd name="connsiteX9-155" fmla="*/ 95176 w 1216266"/>
                <a:gd name="connsiteY9-156" fmla="*/ 0 h 659403"/>
                <a:gd name="connsiteX0-157" fmla="*/ 95176 w 1194746"/>
                <a:gd name="connsiteY0-158" fmla="*/ 0 h 720498"/>
                <a:gd name="connsiteX1-159" fmla="*/ 1099570 w 1194746"/>
                <a:gd name="connsiteY1-160" fmla="*/ 0 h 720498"/>
                <a:gd name="connsiteX2-161" fmla="*/ 1194746 w 1194746"/>
                <a:gd name="connsiteY2-162" fmla="*/ 95176 h 720498"/>
                <a:gd name="connsiteX3-163" fmla="*/ 1194746 w 1194746"/>
                <a:gd name="connsiteY3-164" fmla="*/ 599609 h 720498"/>
                <a:gd name="connsiteX4-165" fmla="*/ 1194746 w 1194746"/>
                <a:gd name="connsiteY4-166" fmla="*/ 599609 h 720498"/>
                <a:gd name="connsiteX5-167" fmla="*/ 980099 w 1194746"/>
                <a:gd name="connsiteY5-168" fmla="*/ 720498 h 720498"/>
                <a:gd name="connsiteX6-169" fmla="*/ 0 w 1194746"/>
                <a:gd name="connsiteY6-170" fmla="*/ 599609 h 720498"/>
                <a:gd name="connsiteX7-171" fmla="*/ 0 w 1194746"/>
                <a:gd name="connsiteY7-172" fmla="*/ 599609 h 720498"/>
                <a:gd name="connsiteX8-173" fmla="*/ 0 w 1194746"/>
                <a:gd name="connsiteY8-174" fmla="*/ 95176 h 720498"/>
                <a:gd name="connsiteX9-175" fmla="*/ 95176 w 1194746"/>
                <a:gd name="connsiteY9-176" fmla="*/ 0 h 720498"/>
                <a:gd name="connsiteX0-177" fmla="*/ 95176 w 1194746"/>
                <a:gd name="connsiteY0-178" fmla="*/ 0 h 734900"/>
                <a:gd name="connsiteX1-179" fmla="*/ 1099570 w 1194746"/>
                <a:gd name="connsiteY1-180" fmla="*/ 0 h 734900"/>
                <a:gd name="connsiteX2-181" fmla="*/ 1194746 w 1194746"/>
                <a:gd name="connsiteY2-182" fmla="*/ 95176 h 734900"/>
                <a:gd name="connsiteX3-183" fmla="*/ 1194746 w 1194746"/>
                <a:gd name="connsiteY3-184" fmla="*/ 599609 h 734900"/>
                <a:gd name="connsiteX4-185" fmla="*/ 1194746 w 1194746"/>
                <a:gd name="connsiteY4-186" fmla="*/ 599609 h 734900"/>
                <a:gd name="connsiteX5-187" fmla="*/ 980099 w 1194746"/>
                <a:gd name="connsiteY5-188" fmla="*/ 720498 h 734900"/>
                <a:gd name="connsiteX6-189" fmla="*/ 241911 w 1194746"/>
                <a:gd name="connsiteY6-190" fmla="*/ 726607 h 734900"/>
                <a:gd name="connsiteX7-191" fmla="*/ 0 w 1194746"/>
                <a:gd name="connsiteY7-192" fmla="*/ 599609 h 734900"/>
                <a:gd name="connsiteX8-193" fmla="*/ 0 w 1194746"/>
                <a:gd name="connsiteY8-194" fmla="*/ 599609 h 734900"/>
                <a:gd name="connsiteX9-195" fmla="*/ 0 w 1194746"/>
                <a:gd name="connsiteY9-196" fmla="*/ 95176 h 734900"/>
                <a:gd name="connsiteX10-197" fmla="*/ 95176 w 1194746"/>
                <a:gd name="connsiteY10-198" fmla="*/ 0 h 734900"/>
                <a:gd name="connsiteX0-199" fmla="*/ 95176 w 1194746"/>
                <a:gd name="connsiteY0-200" fmla="*/ 0 h 734901"/>
                <a:gd name="connsiteX1-201" fmla="*/ 1099570 w 1194746"/>
                <a:gd name="connsiteY1-202" fmla="*/ 0 h 734901"/>
                <a:gd name="connsiteX2-203" fmla="*/ 1194746 w 1194746"/>
                <a:gd name="connsiteY2-204" fmla="*/ 95176 h 734901"/>
                <a:gd name="connsiteX3-205" fmla="*/ 1194746 w 1194746"/>
                <a:gd name="connsiteY3-206" fmla="*/ 599609 h 734901"/>
                <a:gd name="connsiteX4-207" fmla="*/ 1194746 w 1194746"/>
                <a:gd name="connsiteY4-208" fmla="*/ 599609 h 734901"/>
                <a:gd name="connsiteX5-209" fmla="*/ 980099 w 1194746"/>
                <a:gd name="connsiteY5-210" fmla="*/ 720498 h 734901"/>
                <a:gd name="connsiteX6-211" fmla="*/ 241911 w 1194746"/>
                <a:gd name="connsiteY6-212" fmla="*/ 726607 h 734901"/>
                <a:gd name="connsiteX7-213" fmla="*/ 0 w 1194746"/>
                <a:gd name="connsiteY7-214" fmla="*/ 599609 h 734901"/>
                <a:gd name="connsiteX8-215" fmla="*/ 0 w 1194746"/>
                <a:gd name="connsiteY8-216" fmla="*/ 599609 h 734901"/>
                <a:gd name="connsiteX9-217" fmla="*/ 0 w 1194746"/>
                <a:gd name="connsiteY9-218" fmla="*/ 95176 h 734901"/>
                <a:gd name="connsiteX10-219" fmla="*/ 95176 w 1194746"/>
                <a:gd name="connsiteY10-220" fmla="*/ 0 h 734901"/>
                <a:gd name="connsiteX0-221" fmla="*/ 95176 w 1194746"/>
                <a:gd name="connsiteY0-222" fmla="*/ 0 h 854911"/>
                <a:gd name="connsiteX1-223" fmla="*/ 1099570 w 1194746"/>
                <a:gd name="connsiteY1-224" fmla="*/ 0 h 854911"/>
                <a:gd name="connsiteX2-225" fmla="*/ 1194746 w 1194746"/>
                <a:gd name="connsiteY2-226" fmla="*/ 95176 h 854911"/>
                <a:gd name="connsiteX3-227" fmla="*/ 1194746 w 1194746"/>
                <a:gd name="connsiteY3-228" fmla="*/ 599609 h 854911"/>
                <a:gd name="connsiteX4-229" fmla="*/ 1194746 w 1194746"/>
                <a:gd name="connsiteY4-230" fmla="*/ 599609 h 854911"/>
                <a:gd name="connsiteX5-231" fmla="*/ 980099 w 1194746"/>
                <a:gd name="connsiteY5-232" fmla="*/ 720498 h 854911"/>
                <a:gd name="connsiteX6-233" fmla="*/ 599099 w 1194746"/>
                <a:gd name="connsiteY6-234" fmla="*/ 854904 h 854911"/>
                <a:gd name="connsiteX7-235" fmla="*/ 241911 w 1194746"/>
                <a:gd name="connsiteY7-236" fmla="*/ 726607 h 854911"/>
                <a:gd name="connsiteX8-237" fmla="*/ 0 w 1194746"/>
                <a:gd name="connsiteY8-238" fmla="*/ 599609 h 854911"/>
                <a:gd name="connsiteX9-239" fmla="*/ 0 w 1194746"/>
                <a:gd name="connsiteY9-240" fmla="*/ 599609 h 854911"/>
                <a:gd name="connsiteX10-241" fmla="*/ 0 w 1194746"/>
                <a:gd name="connsiteY10-242" fmla="*/ 95176 h 854911"/>
                <a:gd name="connsiteX11" fmla="*/ 95176 w 1194746"/>
                <a:gd name="connsiteY11" fmla="*/ 0 h 854911"/>
                <a:gd name="connsiteX0-243" fmla="*/ 95176 w 1194746"/>
                <a:gd name="connsiteY0-244" fmla="*/ 0 h 856983"/>
                <a:gd name="connsiteX1-245" fmla="*/ 1099570 w 1194746"/>
                <a:gd name="connsiteY1-246" fmla="*/ 0 h 856983"/>
                <a:gd name="connsiteX2-247" fmla="*/ 1194746 w 1194746"/>
                <a:gd name="connsiteY2-248" fmla="*/ 95176 h 856983"/>
                <a:gd name="connsiteX3-249" fmla="*/ 1194746 w 1194746"/>
                <a:gd name="connsiteY3-250" fmla="*/ 599609 h 856983"/>
                <a:gd name="connsiteX4-251" fmla="*/ 1194746 w 1194746"/>
                <a:gd name="connsiteY4-252" fmla="*/ 599609 h 856983"/>
                <a:gd name="connsiteX5-253" fmla="*/ 980099 w 1194746"/>
                <a:gd name="connsiteY5-254" fmla="*/ 720498 h 856983"/>
                <a:gd name="connsiteX6-255" fmla="*/ 599099 w 1194746"/>
                <a:gd name="connsiteY6-256" fmla="*/ 854904 h 856983"/>
                <a:gd name="connsiteX7-257" fmla="*/ 0 w 1194746"/>
                <a:gd name="connsiteY7-258" fmla="*/ 599609 h 856983"/>
                <a:gd name="connsiteX8-259" fmla="*/ 0 w 1194746"/>
                <a:gd name="connsiteY8-260" fmla="*/ 599609 h 856983"/>
                <a:gd name="connsiteX9-261" fmla="*/ 0 w 1194746"/>
                <a:gd name="connsiteY9-262" fmla="*/ 95176 h 856983"/>
                <a:gd name="connsiteX10-263" fmla="*/ 95176 w 1194746"/>
                <a:gd name="connsiteY10-264" fmla="*/ 0 h 856983"/>
                <a:gd name="connsiteX0-265" fmla="*/ 95176 w 1194746"/>
                <a:gd name="connsiteY0-266" fmla="*/ 0 h 854904"/>
                <a:gd name="connsiteX1-267" fmla="*/ 1099570 w 1194746"/>
                <a:gd name="connsiteY1-268" fmla="*/ 0 h 854904"/>
                <a:gd name="connsiteX2-269" fmla="*/ 1194746 w 1194746"/>
                <a:gd name="connsiteY2-270" fmla="*/ 95176 h 854904"/>
                <a:gd name="connsiteX3-271" fmla="*/ 1194746 w 1194746"/>
                <a:gd name="connsiteY3-272" fmla="*/ 599609 h 854904"/>
                <a:gd name="connsiteX4-273" fmla="*/ 1194746 w 1194746"/>
                <a:gd name="connsiteY4-274" fmla="*/ 599609 h 854904"/>
                <a:gd name="connsiteX5-275" fmla="*/ 599099 w 1194746"/>
                <a:gd name="connsiteY5-276" fmla="*/ 854904 h 854904"/>
                <a:gd name="connsiteX6-277" fmla="*/ 0 w 1194746"/>
                <a:gd name="connsiteY6-278" fmla="*/ 599609 h 854904"/>
                <a:gd name="connsiteX7-279" fmla="*/ 0 w 1194746"/>
                <a:gd name="connsiteY7-280" fmla="*/ 599609 h 854904"/>
                <a:gd name="connsiteX8-281" fmla="*/ 0 w 1194746"/>
                <a:gd name="connsiteY8-282" fmla="*/ 95176 h 854904"/>
                <a:gd name="connsiteX9-283" fmla="*/ 95176 w 1194746"/>
                <a:gd name="connsiteY9-284" fmla="*/ 0 h 854904"/>
                <a:gd name="connsiteX0-285" fmla="*/ 95176 w 1194746"/>
                <a:gd name="connsiteY0-286" fmla="*/ 0 h 873233"/>
                <a:gd name="connsiteX1-287" fmla="*/ 1099570 w 1194746"/>
                <a:gd name="connsiteY1-288" fmla="*/ 0 h 873233"/>
                <a:gd name="connsiteX2-289" fmla="*/ 1194746 w 1194746"/>
                <a:gd name="connsiteY2-290" fmla="*/ 95176 h 873233"/>
                <a:gd name="connsiteX3-291" fmla="*/ 1194746 w 1194746"/>
                <a:gd name="connsiteY3-292" fmla="*/ 599609 h 873233"/>
                <a:gd name="connsiteX4-293" fmla="*/ 1194746 w 1194746"/>
                <a:gd name="connsiteY4-294" fmla="*/ 599609 h 873233"/>
                <a:gd name="connsiteX5-295" fmla="*/ 580049 w 1194746"/>
                <a:gd name="connsiteY5-296" fmla="*/ 873233 h 873233"/>
                <a:gd name="connsiteX6-297" fmla="*/ 0 w 1194746"/>
                <a:gd name="connsiteY6-298" fmla="*/ 599609 h 873233"/>
                <a:gd name="connsiteX7-299" fmla="*/ 0 w 1194746"/>
                <a:gd name="connsiteY7-300" fmla="*/ 599609 h 873233"/>
                <a:gd name="connsiteX8-301" fmla="*/ 0 w 1194746"/>
                <a:gd name="connsiteY8-302" fmla="*/ 95176 h 873233"/>
                <a:gd name="connsiteX9-303" fmla="*/ 95176 w 1194746"/>
                <a:gd name="connsiteY9-304" fmla="*/ 0 h 873233"/>
                <a:gd name="connsiteX0-305" fmla="*/ 95176 w 1194746"/>
                <a:gd name="connsiteY0-306" fmla="*/ 0 h 873677"/>
                <a:gd name="connsiteX1-307" fmla="*/ 1099570 w 1194746"/>
                <a:gd name="connsiteY1-308" fmla="*/ 0 h 873677"/>
                <a:gd name="connsiteX2-309" fmla="*/ 1194746 w 1194746"/>
                <a:gd name="connsiteY2-310" fmla="*/ 95176 h 873677"/>
                <a:gd name="connsiteX3-311" fmla="*/ 1194746 w 1194746"/>
                <a:gd name="connsiteY3-312" fmla="*/ 599609 h 873677"/>
                <a:gd name="connsiteX4-313" fmla="*/ 1194746 w 1194746"/>
                <a:gd name="connsiteY4-314" fmla="*/ 599609 h 873677"/>
                <a:gd name="connsiteX5-315" fmla="*/ 580049 w 1194746"/>
                <a:gd name="connsiteY5-316" fmla="*/ 873233 h 873677"/>
                <a:gd name="connsiteX6-317" fmla="*/ 0 w 1194746"/>
                <a:gd name="connsiteY6-318" fmla="*/ 599609 h 873677"/>
                <a:gd name="connsiteX7-319" fmla="*/ 0 w 1194746"/>
                <a:gd name="connsiteY7-320" fmla="*/ 599609 h 873677"/>
                <a:gd name="connsiteX8-321" fmla="*/ 0 w 1194746"/>
                <a:gd name="connsiteY8-322" fmla="*/ 95176 h 873677"/>
                <a:gd name="connsiteX9-323" fmla="*/ 95176 w 1194746"/>
                <a:gd name="connsiteY9-324" fmla="*/ 0 h 873677"/>
                <a:gd name="connsiteX0-325" fmla="*/ 95176 w 1194746"/>
                <a:gd name="connsiteY0-326" fmla="*/ 0 h 873677"/>
                <a:gd name="connsiteX1-327" fmla="*/ 1099570 w 1194746"/>
                <a:gd name="connsiteY1-328" fmla="*/ 0 h 873677"/>
                <a:gd name="connsiteX2-329" fmla="*/ 1194746 w 1194746"/>
                <a:gd name="connsiteY2-330" fmla="*/ 95176 h 873677"/>
                <a:gd name="connsiteX3-331" fmla="*/ 1194746 w 1194746"/>
                <a:gd name="connsiteY3-332" fmla="*/ 599609 h 873677"/>
                <a:gd name="connsiteX4-333" fmla="*/ 1194746 w 1194746"/>
                <a:gd name="connsiteY4-334" fmla="*/ 599609 h 873677"/>
                <a:gd name="connsiteX5-335" fmla="*/ 618149 w 1194746"/>
                <a:gd name="connsiteY5-336" fmla="*/ 873233 h 873677"/>
                <a:gd name="connsiteX6-337" fmla="*/ 0 w 1194746"/>
                <a:gd name="connsiteY6-338" fmla="*/ 599609 h 873677"/>
                <a:gd name="connsiteX7-339" fmla="*/ 0 w 1194746"/>
                <a:gd name="connsiteY7-340" fmla="*/ 599609 h 873677"/>
                <a:gd name="connsiteX8-341" fmla="*/ 0 w 1194746"/>
                <a:gd name="connsiteY8-342" fmla="*/ 95176 h 873677"/>
                <a:gd name="connsiteX9-343" fmla="*/ 95176 w 1194746"/>
                <a:gd name="connsiteY9-344" fmla="*/ 0 h 873677"/>
                <a:gd name="connsiteX0-345" fmla="*/ 95176 w 1194746"/>
                <a:gd name="connsiteY0-346" fmla="*/ 0 h 873677"/>
                <a:gd name="connsiteX1-347" fmla="*/ 1099570 w 1194746"/>
                <a:gd name="connsiteY1-348" fmla="*/ 0 h 873677"/>
                <a:gd name="connsiteX2-349" fmla="*/ 1194746 w 1194746"/>
                <a:gd name="connsiteY2-350" fmla="*/ 95176 h 873677"/>
                <a:gd name="connsiteX3-351" fmla="*/ 1194746 w 1194746"/>
                <a:gd name="connsiteY3-352" fmla="*/ 599609 h 873677"/>
                <a:gd name="connsiteX4-353" fmla="*/ 1194746 w 1194746"/>
                <a:gd name="connsiteY4-354" fmla="*/ 599609 h 873677"/>
                <a:gd name="connsiteX5-355" fmla="*/ 594337 w 1194746"/>
                <a:gd name="connsiteY5-356" fmla="*/ 873233 h 873677"/>
                <a:gd name="connsiteX6-357" fmla="*/ 0 w 1194746"/>
                <a:gd name="connsiteY6-358" fmla="*/ 599609 h 873677"/>
                <a:gd name="connsiteX7-359" fmla="*/ 0 w 1194746"/>
                <a:gd name="connsiteY7-360" fmla="*/ 599609 h 873677"/>
                <a:gd name="connsiteX8-361" fmla="*/ 0 w 1194746"/>
                <a:gd name="connsiteY8-362" fmla="*/ 95176 h 873677"/>
                <a:gd name="connsiteX9-363" fmla="*/ 95176 w 1194746"/>
                <a:gd name="connsiteY9-364" fmla="*/ 0 h 87367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55" y="connsiteY9-56"/>
                </a:cxn>
              </a:cxnLst>
              <a:rect l="l" t="t" r="r" b="b"/>
              <a:pathLst>
                <a:path w="1194746" h="873677">
                  <a:moveTo>
                    <a:pt x="95176" y="0"/>
                  </a:moveTo>
                  <a:lnTo>
                    <a:pt x="1099570" y="0"/>
                  </a:lnTo>
                  <a:cubicBezTo>
                    <a:pt x="1152134" y="0"/>
                    <a:pt x="1194746" y="42612"/>
                    <a:pt x="1194746" y="95176"/>
                  </a:cubicBezTo>
                  <a:lnTo>
                    <a:pt x="1194746" y="599609"/>
                  </a:lnTo>
                  <a:lnTo>
                    <a:pt x="1194746" y="599609"/>
                  </a:lnTo>
                  <a:cubicBezTo>
                    <a:pt x="1095472" y="642158"/>
                    <a:pt x="1031586" y="861014"/>
                    <a:pt x="594337" y="873233"/>
                  </a:cubicBezTo>
                  <a:cubicBezTo>
                    <a:pt x="157088" y="885452"/>
                    <a:pt x="99850" y="642158"/>
                    <a:pt x="0" y="599609"/>
                  </a:cubicBezTo>
                  <a:lnTo>
                    <a:pt x="0" y="599609"/>
                  </a:lnTo>
                  <a:lnTo>
                    <a:pt x="0" y="95176"/>
                  </a:lnTo>
                  <a:cubicBezTo>
                    <a:pt x="0" y="42612"/>
                    <a:pt x="42612" y="0"/>
                    <a:pt x="9517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accent1">
                    <a:lumMod val="40000"/>
                    <a:lumOff val="60000"/>
                    <a:alpha val="4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5" name="Title" descr="4ac5c6d3-c09f-46cc-8a12-ac8c5a4a38a2"/>
            <p:cNvSpPr txBox="1"/>
            <p:nvPr/>
          </p:nvSpPr>
          <p:spPr>
            <a:xfrm>
              <a:off x="660400" y="1130300"/>
              <a:ext cx="10858500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 anchorCtr="0">
              <a:normAutofit/>
            </a:bodyPr>
            <a:lstStyle>
              <a:defPPr>
                <a:defRPr lang="zh-CN"/>
              </a:defPPr>
              <a:lvl1pPr>
                <a:defRPr sz="3200" spc="300">
                  <a:gradFill>
                    <a:gsLst>
                      <a:gs pos="0">
                        <a:schemeClr val="bg1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atin typeface="+mj-ea"/>
                  <a:ea typeface="+mj-ea"/>
                </a:defRPr>
              </a:lvl1pPr>
            </a:lstStyle>
            <a:p>
              <a:pPr algn="ctr">
                <a:spcBef>
                  <a:spcPct val="0"/>
                </a:spcBef>
                <a:spcAft>
                  <a:spcPts val="1000"/>
                </a:spcAft>
              </a:pPr>
              <a:r>
                <a:rPr lang="en-US" sz="2400" b="1" i="0" u="none" strike="noStrike">
                  <a:solidFill>
                    <a:srgbClr val="000000"/>
                  </a:solidFill>
                  <a:ea typeface="微软雅黑" panose="020B0503020204020204" charset="-122"/>
                </a:rPr>
                <a:t>常见屏幕类型介绍</a:t>
              </a:r>
              <a:endParaRPr lang="en-US" sz="2400" b="1" i="0" u="none" strike="noStrik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9" name="组合 8" descr="ea868c05-a83a-44ad-89f8-5d71119684da"/>
            <p:cNvGrpSpPr/>
            <p:nvPr/>
          </p:nvGrpSpPr>
          <p:grpSpPr>
            <a:xfrm>
              <a:off x="660400" y="2330359"/>
              <a:ext cx="2700000" cy="3001465"/>
              <a:chOff x="660400" y="2330359"/>
              <a:chExt cx="2700000" cy="3001465"/>
            </a:xfrm>
          </p:grpSpPr>
          <p:sp>
            <p:nvSpPr>
              <p:cNvPr id="4" name="Bullet1" descr="0a2265d1-da8d-4526-9053-864e0b3eee4c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60400" y="4138441"/>
                <a:ext cx="27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lang="en-US" sz="2400" kern="0" smtClean="0">
                    <a:solidFill>
                      <a:srgbClr val="DD2067"/>
                    </a:solidFill>
                    <a:latin typeface="+mj-lt"/>
                    <a:ea typeface="+mj-ea"/>
                    <a:cs typeface="Arial" panose="020B0604020202020204" pitchFamily="34" charset="0"/>
                    <a:sym typeface="Calibri" panose="020F0502020204030204" charset="0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LCD1602屏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2" name="ComponentBackground1" descr="b071d3c4-6876-453b-98ae-b2ee5a182b47"/>
              <p:cNvSpPr/>
              <p:nvPr>
                <p:custDataLst>
                  <p:tags r:id="rId8"/>
                </p:custDataLst>
              </p:nvPr>
            </p:nvSpPr>
            <p:spPr>
              <a:xfrm rot="10800000">
                <a:off x="1413027" y="2330359"/>
                <a:ext cx="1194747" cy="1306792"/>
              </a:xfrm>
              <a:custGeom>
                <a:avLst/>
                <a:gdLst>
                  <a:gd name="connsiteX0" fmla="*/ 1095631 w 1194747"/>
                  <a:gd name="connsiteY0" fmla="*/ 1306792 h 1306792"/>
                  <a:gd name="connsiteX1" fmla="*/ 99116 w 1194747"/>
                  <a:gd name="connsiteY1" fmla="*/ 1306792 h 1306792"/>
                  <a:gd name="connsiteX2" fmla="*/ 0 w 1194747"/>
                  <a:gd name="connsiteY2" fmla="*/ 1207676 h 1306792"/>
                  <a:gd name="connsiteX3" fmla="*/ 0 w 1194747"/>
                  <a:gd name="connsiteY3" fmla="*/ 211161 h 1306792"/>
                  <a:gd name="connsiteX4" fmla="*/ 99116 w 1194747"/>
                  <a:gd name="connsiteY4" fmla="*/ 112045 h 1306792"/>
                  <a:gd name="connsiteX5" fmla="*/ 465263 w 1194747"/>
                  <a:gd name="connsiteY5" fmla="*/ 112045 h 1306792"/>
                  <a:gd name="connsiteX6" fmla="*/ 603634 w 1194747"/>
                  <a:gd name="connsiteY6" fmla="*/ 0 h 1306792"/>
                  <a:gd name="connsiteX7" fmla="*/ 742005 w 1194747"/>
                  <a:gd name="connsiteY7" fmla="*/ 112045 h 1306792"/>
                  <a:gd name="connsiteX8" fmla="*/ 1095631 w 1194747"/>
                  <a:gd name="connsiteY8" fmla="*/ 112045 h 1306792"/>
                  <a:gd name="connsiteX9" fmla="*/ 1194747 w 1194747"/>
                  <a:gd name="connsiteY9" fmla="*/ 211161 h 1306792"/>
                  <a:gd name="connsiteX10" fmla="*/ 1194747 w 1194747"/>
                  <a:gd name="connsiteY10" fmla="*/ 1207676 h 1306792"/>
                  <a:gd name="connsiteX11" fmla="*/ 1095631 w 1194747"/>
                  <a:gd name="connsiteY11" fmla="*/ 1306792 h 13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94747" h="1306792">
                    <a:moveTo>
                      <a:pt x="1095631" y="1306792"/>
                    </a:moveTo>
                    <a:lnTo>
                      <a:pt x="99116" y="1306792"/>
                    </a:lnTo>
                    <a:cubicBezTo>
                      <a:pt x="44376" y="1306792"/>
                      <a:pt x="0" y="1262416"/>
                      <a:pt x="0" y="1207676"/>
                    </a:cubicBezTo>
                    <a:lnTo>
                      <a:pt x="0" y="211161"/>
                    </a:lnTo>
                    <a:cubicBezTo>
                      <a:pt x="0" y="156421"/>
                      <a:pt x="44376" y="112045"/>
                      <a:pt x="99116" y="112045"/>
                    </a:cubicBezTo>
                    <a:lnTo>
                      <a:pt x="465263" y="112045"/>
                    </a:lnTo>
                    <a:lnTo>
                      <a:pt x="603634" y="0"/>
                    </a:lnTo>
                    <a:lnTo>
                      <a:pt x="742005" y="112045"/>
                    </a:lnTo>
                    <a:lnTo>
                      <a:pt x="1095631" y="112045"/>
                    </a:lnTo>
                    <a:cubicBezTo>
                      <a:pt x="1150371" y="112045"/>
                      <a:pt x="1194747" y="156421"/>
                      <a:pt x="1194747" y="211161"/>
                    </a:cubicBezTo>
                    <a:lnTo>
                      <a:pt x="1194747" y="1207676"/>
                    </a:lnTo>
                    <a:cubicBezTo>
                      <a:pt x="1194747" y="1262416"/>
                      <a:pt x="1150371" y="1306792"/>
                      <a:pt x="1095631" y="13067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90000">
                    <a:schemeClr val="accent1"/>
                  </a:gs>
                </a:gsLst>
                <a:lin ang="5400000" scaled="1"/>
              </a:gradFill>
              <a:ln>
                <a:noFill/>
              </a:ln>
              <a:effectLst>
                <a:outerShdw blurRad="254000" dist="127000" dir="16200000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3" name="Shape1" descr="e5f9e2de-5c23-403f-aa38-d95f2b60df15"/>
              <p:cNvSpPr>
                <a:spLocks noChangeAspec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1956400" y="3811011"/>
                <a:ext cx="108000" cy="108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4" name="Text1" descr="497e3eeb-bf3c-4b50-a129-4e2dc28905c1"/>
              <p:cNvSpPr/>
              <p:nvPr>
                <p:custDataLst>
                  <p:tags r:id="rId10"/>
                </p:custDataLst>
              </p:nvPr>
            </p:nvSpPr>
            <p:spPr>
              <a:xfrm>
                <a:off x="660400" y="4544236"/>
                <a:ext cx="2700000" cy="787588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字符型液晶屏，显示内容清晰，成本低。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1" name="Number1" descr="8d2c9b1e-a5c7-4563-b9e7-7b89a26f7e4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470400" y="2588174"/>
                <a:ext cx="1080000" cy="707886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defRPr sz="7200" b="1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strich Sans Medium" panose="02000508000000020004" pitchFamily="50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2pPr>
                <a:lvl3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3pPr>
                <a:lvl4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4pPr>
                <a:lvl5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4000" b="0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40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8" name="组合 7" descr="776cdac0-88be-41f1-bc7d-900e22e90647"/>
            <p:cNvGrpSpPr/>
            <p:nvPr/>
          </p:nvGrpSpPr>
          <p:grpSpPr>
            <a:xfrm>
              <a:off x="3379900" y="2040272"/>
              <a:ext cx="2700000" cy="3334537"/>
              <a:chOff x="3379900" y="2040272"/>
              <a:chExt cx="2700000" cy="3334537"/>
            </a:xfrm>
          </p:grpSpPr>
          <p:sp>
            <p:nvSpPr>
              <p:cNvPr id="54" name="ComponentBackground2" descr="682f802d-d852-493d-9c12-e6abb9cdd2b1"/>
              <p:cNvSpPr/>
              <p:nvPr>
                <p:custDataLst>
                  <p:tags r:id="rId12"/>
                </p:custDataLst>
              </p:nvPr>
            </p:nvSpPr>
            <p:spPr>
              <a:xfrm>
                <a:off x="4132527" y="4068017"/>
                <a:ext cx="1194747" cy="1306792"/>
              </a:xfrm>
              <a:custGeom>
                <a:avLst/>
                <a:gdLst>
                  <a:gd name="connsiteX0" fmla="*/ 1095631 w 1194747"/>
                  <a:gd name="connsiteY0" fmla="*/ 1306792 h 1306792"/>
                  <a:gd name="connsiteX1" fmla="*/ 99116 w 1194747"/>
                  <a:gd name="connsiteY1" fmla="*/ 1306792 h 1306792"/>
                  <a:gd name="connsiteX2" fmla="*/ 0 w 1194747"/>
                  <a:gd name="connsiteY2" fmla="*/ 1207676 h 1306792"/>
                  <a:gd name="connsiteX3" fmla="*/ 0 w 1194747"/>
                  <a:gd name="connsiteY3" fmla="*/ 211161 h 1306792"/>
                  <a:gd name="connsiteX4" fmla="*/ 99116 w 1194747"/>
                  <a:gd name="connsiteY4" fmla="*/ 112045 h 1306792"/>
                  <a:gd name="connsiteX5" fmla="*/ 465263 w 1194747"/>
                  <a:gd name="connsiteY5" fmla="*/ 112045 h 1306792"/>
                  <a:gd name="connsiteX6" fmla="*/ 603634 w 1194747"/>
                  <a:gd name="connsiteY6" fmla="*/ 0 h 1306792"/>
                  <a:gd name="connsiteX7" fmla="*/ 742005 w 1194747"/>
                  <a:gd name="connsiteY7" fmla="*/ 112045 h 1306792"/>
                  <a:gd name="connsiteX8" fmla="*/ 1095631 w 1194747"/>
                  <a:gd name="connsiteY8" fmla="*/ 112045 h 1306792"/>
                  <a:gd name="connsiteX9" fmla="*/ 1194747 w 1194747"/>
                  <a:gd name="connsiteY9" fmla="*/ 211161 h 1306792"/>
                  <a:gd name="connsiteX10" fmla="*/ 1194747 w 1194747"/>
                  <a:gd name="connsiteY10" fmla="*/ 1207676 h 1306792"/>
                  <a:gd name="connsiteX11" fmla="*/ 1095631 w 1194747"/>
                  <a:gd name="connsiteY11" fmla="*/ 1306792 h 13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94747" h="1306792">
                    <a:moveTo>
                      <a:pt x="1095631" y="1306792"/>
                    </a:moveTo>
                    <a:lnTo>
                      <a:pt x="99116" y="1306792"/>
                    </a:lnTo>
                    <a:cubicBezTo>
                      <a:pt x="44376" y="1306792"/>
                      <a:pt x="0" y="1262416"/>
                      <a:pt x="0" y="1207676"/>
                    </a:cubicBezTo>
                    <a:lnTo>
                      <a:pt x="0" y="211161"/>
                    </a:lnTo>
                    <a:cubicBezTo>
                      <a:pt x="0" y="156421"/>
                      <a:pt x="44376" y="112045"/>
                      <a:pt x="99116" y="112045"/>
                    </a:cubicBezTo>
                    <a:lnTo>
                      <a:pt x="465263" y="112045"/>
                    </a:lnTo>
                    <a:lnTo>
                      <a:pt x="603634" y="0"/>
                    </a:lnTo>
                    <a:lnTo>
                      <a:pt x="742005" y="112045"/>
                    </a:lnTo>
                    <a:lnTo>
                      <a:pt x="1095631" y="112045"/>
                    </a:lnTo>
                    <a:cubicBezTo>
                      <a:pt x="1150371" y="112045"/>
                      <a:pt x="1194747" y="156421"/>
                      <a:pt x="1194747" y="211161"/>
                    </a:cubicBezTo>
                    <a:lnTo>
                      <a:pt x="1194747" y="1207676"/>
                    </a:lnTo>
                    <a:cubicBezTo>
                      <a:pt x="1194747" y="1262416"/>
                      <a:pt x="1150371" y="1306792"/>
                      <a:pt x="1095631" y="13067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9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>
                <a:outerShdw blurRad="254000" dist="127000" dir="5400000" algn="t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6" name="Number2" descr="c7916e6e-751f-43bf-8cf8-79626883960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189900" y="4439798"/>
                <a:ext cx="1080000" cy="707886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defRPr sz="7200" b="1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strich Sans Medium" panose="02000508000000020004" pitchFamily="50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2pPr>
                <a:lvl3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3pPr>
                <a:lvl4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4pPr>
                <a:lvl5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4000" b="0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40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58" name="Shape2" descr="55d89e31-c1e9-41d2-b326-3b6ee042c7a6"/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4675900" y="3811011"/>
                <a:ext cx="108000" cy="10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9" name="Bullet2" descr="f119739c-dbbf-4a68-bfba-a7669003cc20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379900" y="2040272"/>
                <a:ext cx="27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lang="en-US" sz="2400" kern="0" smtClean="0">
                    <a:solidFill>
                      <a:srgbClr val="DD2067"/>
                    </a:solidFill>
                    <a:latin typeface="+mj-lt"/>
                    <a:ea typeface="+mj-ea"/>
                    <a:cs typeface="Arial" panose="020B0604020202020204" pitchFamily="34" charset="0"/>
                    <a:sym typeface="Calibri" panose="020F0502020204030204" charset="0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OLED屏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60" name="Text2" descr="069ae134-cd11-4d3d-9a43-75ca45f1a22c"/>
              <p:cNvSpPr/>
              <p:nvPr>
                <p:custDataLst>
                  <p:tags r:id="rId16"/>
                </p:custDataLst>
              </p:nvPr>
            </p:nvSpPr>
            <p:spPr>
              <a:xfrm>
                <a:off x="3379900" y="2446066"/>
                <a:ext cx="2700000" cy="787588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自发光屏幕，显示效果好，功耗低。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7" name="组合 6" descr="3e7c2f2d-acf9-424e-ba64-9869e492b981"/>
            <p:cNvGrpSpPr/>
            <p:nvPr/>
          </p:nvGrpSpPr>
          <p:grpSpPr>
            <a:xfrm>
              <a:off x="6099400" y="2330359"/>
              <a:ext cx="2700000" cy="3001463"/>
              <a:chOff x="6099400" y="2330359"/>
              <a:chExt cx="2700000" cy="3001463"/>
            </a:xfrm>
          </p:grpSpPr>
          <p:sp>
            <p:nvSpPr>
              <p:cNvPr id="47" name="Bullet3" descr="e4a59dae-bb9f-42fd-9030-e3c707da7072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099400" y="4138441"/>
                <a:ext cx="27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lang="en-US" sz="2400" kern="0" smtClean="0">
                    <a:solidFill>
                      <a:srgbClr val="DD2067"/>
                    </a:solidFill>
                    <a:latin typeface="+mj-lt"/>
                    <a:ea typeface="+mj-ea"/>
                    <a:cs typeface="Arial" panose="020B0604020202020204" pitchFamily="34" charset="0"/>
                    <a:sym typeface="Calibri" panose="020F0502020204030204" charset="0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LCD12864屏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8" name="ComponentBackground3" descr="edf699b3-371f-44b2-85a7-0e4487350455"/>
              <p:cNvSpPr/>
              <p:nvPr>
                <p:custDataLst>
                  <p:tags r:id="rId18"/>
                </p:custDataLst>
              </p:nvPr>
            </p:nvSpPr>
            <p:spPr>
              <a:xfrm rot="10800000">
                <a:off x="6852027" y="2330359"/>
                <a:ext cx="1194747" cy="1306792"/>
              </a:xfrm>
              <a:custGeom>
                <a:avLst/>
                <a:gdLst>
                  <a:gd name="connsiteX0" fmla="*/ 1095631 w 1194747"/>
                  <a:gd name="connsiteY0" fmla="*/ 1306792 h 1306792"/>
                  <a:gd name="connsiteX1" fmla="*/ 99116 w 1194747"/>
                  <a:gd name="connsiteY1" fmla="*/ 1306792 h 1306792"/>
                  <a:gd name="connsiteX2" fmla="*/ 0 w 1194747"/>
                  <a:gd name="connsiteY2" fmla="*/ 1207676 h 1306792"/>
                  <a:gd name="connsiteX3" fmla="*/ 0 w 1194747"/>
                  <a:gd name="connsiteY3" fmla="*/ 211161 h 1306792"/>
                  <a:gd name="connsiteX4" fmla="*/ 99116 w 1194747"/>
                  <a:gd name="connsiteY4" fmla="*/ 112045 h 1306792"/>
                  <a:gd name="connsiteX5" fmla="*/ 465263 w 1194747"/>
                  <a:gd name="connsiteY5" fmla="*/ 112045 h 1306792"/>
                  <a:gd name="connsiteX6" fmla="*/ 603634 w 1194747"/>
                  <a:gd name="connsiteY6" fmla="*/ 0 h 1306792"/>
                  <a:gd name="connsiteX7" fmla="*/ 742005 w 1194747"/>
                  <a:gd name="connsiteY7" fmla="*/ 112045 h 1306792"/>
                  <a:gd name="connsiteX8" fmla="*/ 1095631 w 1194747"/>
                  <a:gd name="connsiteY8" fmla="*/ 112045 h 1306792"/>
                  <a:gd name="connsiteX9" fmla="*/ 1194747 w 1194747"/>
                  <a:gd name="connsiteY9" fmla="*/ 211161 h 1306792"/>
                  <a:gd name="connsiteX10" fmla="*/ 1194747 w 1194747"/>
                  <a:gd name="connsiteY10" fmla="*/ 1207676 h 1306792"/>
                  <a:gd name="connsiteX11" fmla="*/ 1095631 w 1194747"/>
                  <a:gd name="connsiteY11" fmla="*/ 1306792 h 13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94747" h="1306792">
                    <a:moveTo>
                      <a:pt x="1095631" y="1306792"/>
                    </a:moveTo>
                    <a:lnTo>
                      <a:pt x="99116" y="1306792"/>
                    </a:lnTo>
                    <a:cubicBezTo>
                      <a:pt x="44376" y="1306792"/>
                      <a:pt x="0" y="1262416"/>
                      <a:pt x="0" y="1207676"/>
                    </a:cubicBezTo>
                    <a:lnTo>
                      <a:pt x="0" y="211161"/>
                    </a:lnTo>
                    <a:cubicBezTo>
                      <a:pt x="0" y="156421"/>
                      <a:pt x="44376" y="112045"/>
                      <a:pt x="99116" y="112045"/>
                    </a:cubicBezTo>
                    <a:lnTo>
                      <a:pt x="465263" y="112045"/>
                    </a:lnTo>
                    <a:lnTo>
                      <a:pt x="603634" y="0"/>
                    </a:lnTo>
                    <a:lnTo>
                      <a:pt x="742005" y="112045"/>
                    </a:lnTo>
                    <a:lnTo>
                      <a:pt x="1095631" y="112045"/>
                    </a:lnTo>
                    <a:cubicBezTo>
                      <a:pt x="1150371" y="112045"/>
                      <a:pt x="1194747" y="156421"/>
                      <a:pt x="1194747" y="211161"/>
                    </a:cubicBezTo>
                    <a:lnTo>
                      <a:pt x="1194747" y="1207676"/>
                    </a:lnTo>
                    <a:cubicBezTo>
                      <a:pt x="1194747" y="1262416"/>
                      <a:pt x="1150371" y="1306792"/>
                      <a:pt x="1095631" y="13067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90000">
                    <a:schemeClr val="accent3"/>
                  </a:gs>
                </a:gsLst>
                <a:lin ang="5400000" scaled="1"/>
              </a:gradFill>
              <a:ln>
                <a:noFill/>
              </a:ln>
              <a:effectLst>
                <a:outerShdw blurRad="254000" dist="127000" dir="16200000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1" name="Shape3" descr="5d7582a2-3fc5-4aa9-8775-565eb23d5765"/>
              <p:cNvSpPr>
                <a:spLocks noChangeAspec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7395400" y="3811011"/>
                <a:ext cx="108000" cy="10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2" name="Text3" descr="2c333cfb-df2b-420e-af88-41198d43c35a"/>
              <p:cNvSpPr/>
              <p:nvPr>
                <p:custDataLst>
                  <p:tags r:id="rId20"/>
                </p:custDataLst>
              </p:nvPr>
            </p:nvSpPr>
            <p:spPr>
              <a:xfrm>
                <a:off x="6099400" y="4544234"/>
                <a:ext cx="2700000" cy="787588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可显示汉字和图形，应用广泛。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3" name="Number3" descr="d9957b02-47af-4d68-8ee8-a8e4dc6e9c9d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6909400" y="2588174"/>
                <a:ext cx="1080000" cy="707886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defRPr sz="7200" b="1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strich Sans Medium" panose="02000508000000020004" pitchFamily="50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2pPr>
                <a:lvl3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3pPr>
                <a:lvl4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4pPr>
                <a:lvl5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4000" b="0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40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6" name="组合 5" descr="6a7fe7d0-a70b-443f-8d4d-e8914a77bf0a"/>
            <p:cNvGrpSpPr/>
            <p:nvPr/>
          </p:nvGrpSpPr>
          <p:grpSpPr>
            <a:xfrm>
              <a:off x="8818900" y="2040272"/>
              <a:ext cx="2700000" cy="3334537"/>
              <a:chOff x="8818900" y="2040272"/>
              <a:chExt cx="2700000" cy="3334537"/>
            </a:xfrm>
          </p:grpSpPr>
          <p:sp>
            <p:nvSpPr>
              <p:cNvPr id="17" name="ComponentBackground4" descr="14f8d359-e472-42c2-bce1-4ef0038974ec"/>
              <p:cNvSpPr/>
              <p:nvPr>
                <p:custDataLst>
                  <p:tags r:id="rId22"/>
                </p:custDataLst>
              </p:nvPr>
            </p:nvSpPr>
            <p:spPr>
              <a:xfrm>
                <a:off x="9571527" y="4068017"/>
                <a:ext cx="1194747" cy="1306792"/>
              </a:xfrm>
              <a:custGeom>
                <a:avLst/>
                <a:gdLst>
                  <a:gd name="connsiteX0" fmla="*/ 1095631 w 1194747"/>
                  <a:gd name="connsiteY0" fmla="*/ 1306792 h 1306792"/>
                  <a:gd name="connsiteX1" fmla="*/ 99116 w 1194747"/>
                  <a:gd name="connsiteY1" fmla="*/ 1306792 h 1306792"/>
                  <a:gd name="connsiteX2" fmla="*/ 0 w 1194747"/>
                  <a:gd name="connsiteY2" fmla="*/ 1207676 h 1306792"/>
                  <a:gd name="connsiteX3" fmla="*/ 0 w 1194747"/>
                  <a:gd name="connsiteY3" fmla="*/ 211161 h 1306792"/>
                  <a:gd name="connsiteX4" fmla="*/ 99116 w 1194747"/>
                  <a:gd name="connsiteY4" fmla="*/ 112045 h 1306792"/>
                  <a:gd name="connsiteX5" fmla="*/ 465263 w 1194747"/>
                  <a:gd name="connsiteY5" fmla="*/ 112045 h 1306792"/>
                  <a:gd name="connsiteX6" fmla="*/ 603634 w 1194747"/>
                  <a:gd name="connsiteY6" fmla="*/ 0 h 1306792"/>
                  <a:gd name="connsiteX7" fmla="*/ 742005 w 1194747"/>
                  <a:gd name="connsiteY7" fmla="*/ 112045 h 1306792"/>
                  <a:gd name="connsiteX8" fmla="*/ 1095631 w 1194747"/>
                  <a:gd name="connsiteY8" fmla="*/ 112045 h 1306792"/>
                  <a:gd name="connsiteX9" fmla="*/ 1194747 w 1194747"/>
                  <a:gd name="connsiteY9" fmla="*/ 211161 h 1306792"/>
                  <a:gd name="connsiteX10" fmla="*/ 1194747 w 1194747"/>
                  <a:gd name="connsiteY10" fmla="*/ 1207676 h 1306792"/>
                  <a:gd name="connsiteX11" fmla="*/ 1095631 w 1194747"/>
                  <a:gd name="connsiteY11" fmla="*/ 1306792 h 130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94747" h="1306792">
                    <a:moveTo>
                      <a:pt x="1095631" y="1306792"/>
                    </a:moveTo>
                    <a:lnTo>
                      <a:pt x="99116" y="1306792"/>
                    </a:lnTo>
                    <a:cubicBezTo>
                      <a:pt x="44376" y="1306792"/>
                      <a:pt x="0" y="1262416"/>
                      <a:pt x="0" y="1207676"/>
                    </a:cubicBezTo>
                    <a:lnTo>
                      <a:pt x="0" y="211161"/>
                    </a:lnTo>
                    <a:cubicBezTo>
                      <a:pt x="0" y="156421"/>
                      <a:pt x="44376" y="112045"/>
                      <a:pt x="99116" y="112045"/>
                    </a:cubicBezTo>
                    <a:lnTo>
                      <a:pt x="465263" y="112045"/>
                    </a:lnTo>
                    <a:lnTo>
                      <a:pt x="603634" y="0"/>
                    </a:lnTo>
                    <a:lnTo>
                      <a:pt x="742005" y="112045"/>
                    </a:lnTo>
                    <a:lnTo>
                      <a:pt x="1095631" y="112045"/>
                    </a:lnTo>
                    <a:cubicBezTo>
                      <a:pt x="1150371" y="112045"/>
                      <a:pt x="1194747" y="156421"/>
                      <a:pt x="1194747" y="211161"/>
                    </a:cubicBezTo>
                    <a:lnTo>
                      <a:pt x="1194747" y="1207676"/>
                    </a:lnTo>
                    <a:cubicBezTo>
                      <a:pt x="1194747" y="1262416"/>
                      <a:pt x="1150371" y="1306792"/>
                      <a:pt x="1095631" y="130679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90000">
                    <a:schemeClr val="accent4"/>
                  </a:gs>
                </a:gsLst>
                <a:lin ang="5400000" scaled="1"/>
              </a:gradFill>
              <a:ln>
                <a:noFill/>
              </a:ln>
              <a:effectLst>
                <a:outerShdw blurRad="254000" dist="127000" dir="5400000" algn="t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40" name="Number4" descr="50436f4b-f71a-411c-868a-cb5849fe70eb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9628899" y="4439798"/>
                <a:ext cx="1080000" cy="707886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defRPr sz="7200" b="1" ker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Ostrich Sans Medium" panose="02000508000000020004" pitchFamily="50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2pPr>
                <a:lvl3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3pPr>
                <a:lvl4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4pPr>
                <a:lvl5pPr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latin typeface="Calibri" panose="020F0502020204030204" charset="0"/>
                    <a:ea typeface="ヒラギノ角ゴ ProN W3" charset="0"/>
                    <a:cs typeface="ヒラギノ角ゴ ProN W3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4000" b="0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40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44" name="Shape4" descr="66046a15-ee45-48dc-9466-9c6ef1ec1227"/>
              <p:cNvSpPr>
                <a:spLocks noChangeAspec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10114900" y="3811011"/>
                <a:ext cx="108000" cy="108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45" name="Bullet4" descr="120b9f42-578a-4bcc-9d3c-8d99a5b0e27b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8818900" y="2040272"/>
                <a:ext cx="2700000" cy="369332"/>
              </a:xfrm>
              <a:prstGeom prst="rect">
                <a:avLst/>
              </a:prstGeom>
            </p:spPr>
            <p:txBody>
              <a:bodyPr wrap="square" lIns="91440" tIns="45720" rIns="91440" bIns="45720" anchor="ctr" anchorCtr="0">
                <a:normAutofit/>
              </a:bodyPr>
              <a:lstStyle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lang="en-US" sz="2400" kern="0" smtClean="0">
                    <a:solidFill>
                      <a:srgbClr val="DD2067"/>
                    </a:solidFill>
                    <a:latin typeface="+mj-lt"/>
                    <a:ea typeface="+mj-ea"/>
                    <a:cs typeface="Arial" panose="020B0604020202020204" pitchFamily="34" charset="0"/>
                    <a:sym typeface="Calibri" panose="020F0502020204030204" charset="0"/>
                  </a:defRPr>
                </a:lvl1pPr>
                <a:lvl2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2pPr>
                <a:lvl3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3pPr>
                <a:lvl4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4pPr>
                <a:lvl5pPr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5pPr>
                <a:lvl6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6pPr>
                <a:lvl7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7pPr>
                <a:lvl8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8pPr>
                <a:lvl9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Calibri" panose="020F0502020204030204" charset="0"/>
                    <a:ea typeface="ヒラギノ角ゴ ProN W3" charset="0"/>
                    <a:cs typeface="ヒラギノ角ゴ ProN W3" charset="0"/>
                    <a:sym typeface="Calibri" panose="020F0502020204030204" charset="0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TFT触摸屏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6" name="Text4" descr="33c4ec33-6041-4d59-8bad-f233ee4e4a6a"/>
              <p:cNvSpPr/>
              <p:nvPr>
                <p:custDataLst>
                  <p:tags r:id="rId26"/>
                </p:custDataLst>
              </p:nvPr>
            </p:nvSpPr>
            <p:spPr>
              <a:xfrm>
                <a:off x="8818900" y="2446066"/>
                <a:ext cx="2700000" cy="787588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集显示与触摸功能于一体，交互性强。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10" name="图片 9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75920" y="1833245"/>
            <a:ext cx="3268345" cy="17989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240145" y="1590675"/>
            <a:ext cx="2418715" cy="22205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360420" y="4025900"/>
            <a:ext cx="3439160" cy="228790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524875" y="4025900"/>
            <a:ext cx="3458210" cy="27539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控制类元器件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执行控制指令，驱动设备动作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控制类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46" name="5b071549-8dd8-4754-a1a0-d5faab776f74.source.8.zh-Hans.pptx" descr="c598c672-d1be-4e88-aa96-0f284b2f8618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iṧ1iḋê" descr="1f559bdb-7741-407e-ac1d-58b8a8b63716"/>
            <p:cNvSpPr/>
            <p:nvPr>
              <p:custDataLst>
                <p:tags r:id="rId2"/>
              </p:custDataLst>
            </p:nvPr>
          </p:nvSpPr>
          <p:spPr bwMode="auto">
            <a:xfrm>
              <a:off x="6689297" y="2947006"/>
              <a:ext cx="761504" cy="798803"/>
            </a:xfrm>
            <a:custGeom>
              <a:avLst/>
              <a:gdLst>
                <a:gd name="T0" fmla="*/ 0 w 103"/>
                <a:gd name="T1" fmla="*/ 58 h 108"/>
                <a:gd name="T2" fmla="*/ 58 w 103"/>
                <a:gd name="T3" fmla="*/ 0 h 108"/>
                <a:gd name="T4" fmla="*/ 103 w 103"/>
                <a:gd name="T5" fmla="*/ 108 h 108"/>
                <a:gd name="T6" fmla="*/ 21 w 103"/>
                <a:gd name="T7" fmla="*/ 108 h 108"/>
                <a:gd name="T8" fmla="*/ 0 w 103"/>
                <a:gd name="T9" fmla="*/ 5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8">
                  <a:moveTo>
                    <a:pt x="0" y="58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4" y="29"/>
                    <a:pt x="100" y="67"/>
                    <a:pt x="103" y="108"/>
                  </a:cubicBezTo>
                  <a:cubicBezTo>
                    <a:pt x="21" y="108"/>
                    <a:pt x="21" y="108"/>
                    <a:pt x="21" y="108"/>
                  </a:cubicBezTo>
                  <a:cubicBezTo>
                    <a:pt x="18" y="90"/>
                    <a:pt x="11" y="73"/>
                    <a:pt x="0" y="58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anchor="ctr" anchorCtr="0"/>
            <a:lstStyle/>
            <a:p>
              <a:pPr algn="ctr"/>
            </a:p>
          </p:txBody>
        </p:sp>
        <p:sp>
          <p:nvSpPr>
            <p:cNvPr id="4" name="isliḓè" descr="e68ad0b2-9229-49eb-8062-a016adfef675"/>
            <p:cNvSpPr/>
            <p:nvPr>
              <p:custDataLst>
                <p:tags r:id="rId3"/>
              </p:custDataLst>
            </p:nvPr>
          </p:nvSpPr>
          <p:spPr bwMode="auto">
            <a:xfrm>
              <a:off x="6689297" y="3944729"/>
              <a:ext cx="761504" cy="808126"/>
            </a:xfrm>
            <a:custGeom>
              <a:avLst/>
              <a:gdLst>
                <a:gd name="T0" fmla="*/ 21 w 103"/>
                <a:gd name="T1" fmla="*/ 0 h 109"/>
                <a:gd name="T2" fmla="*/ 103 w 103"/>
                <a:gd name="T3" fmla="*/ 0 h 109"/>
                <a:gd name="T4" fmla="*/ 58 w 103"/>
                <a:gd name="T5" fmla="*/ 109 h 109"/>
                <a:gd name="T6" fmla="*/ 0 w 103"/>
                <a:gd name="T7" fmla="*/ 51 h 109"/>
                <a:gd name="T8" fmla="*/ 21 w 103"/>
                <a:gd name="T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9">
                  <a:moveTo>
                    <a:pt x="21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100" y="42"/>
                    <a:pt x="84" y="79"/>
                    <a:pt x="58" y="10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1" y="36"/>
                    <a:pt x="18" y="19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/>
            <a:lstStyle/>
            <a:p>
              <a:pPr algn="ctr"/>
            </a:p>
          </p:txBody>
        </p:sp>
        <p:sp>
          <p:nvSpPr>
            <p:cNvPr id="5" name="ïşḷiḑé" descr="02c1dbee-4908-40f3-b687-6d86a4b9162b"/>
            <p:cNvSpPr/>
            <p:nvPr>
              <p:custDataLst>
                <p:tags r:id="rId4"/>
              </p:custDataLst>
            </p:nvPr>
          </p:nvSpPr>
          <p:spPr bwMode="auto">
            <a:xfrm>
              <a:off x="6176447" y="2471453"/>
              <a:ext cx="801909" cy="764612"/>
            </a:xfrm>
            <a:custGeom>
              <a:avLst/>
              <a:gdLst>
                <a:gd name="T0" fmla="*/ 0 w 108"/>
                <a:gd name="T1" fmla="*/ 82 h 103"/>
                <a:gd name="T2" fmla="*/ 0 w 108"/>
                <a:gd name="T3" fmla="*/ 0 h 103"/>
                <a:gd name="T4" fmla="*/ 108 w 108"/>
                <a:gd name="T5" fmla="*/ 45 h 103"/>
                <a:gd name="T6" fmla="*/ 50 w 108"/>
                <a:gd name="T7" fmla="*/ 103 h 103"/>
                <a:gd name="T8" fmla="*/ 0 w 108"/>
                <a:gd name="T9" fmla="*/ 8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3">
                  <a:moveTo>
                    <a:pt x="0" y="8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3"/>
                    <a:pt x="79" y="19"/>
                    <a:pt x="108" y="45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36" y="92"/>
                    <a:pt x="18" y="85"/>
                    <a:pt x="0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/>
            <a:lstStyle/>
            <a:p>
              <a:pPr algn="ctr"/>
            </a:p>
          </p:txBody>
        </p:sp>
        <p:sp>
          <p:nvSpPr>
            <p:cNvPr id="6" name="ïśļïḑè" descr="dbbedfc7-f4a1-454e-9392-d9adf2ab2269"/>
            <p:cNvSpPr/>
            <p:nvPr>
              <p:custDataLst>
                <p:tags r:id="rId5"/>
              </p:custDataLst>
            </p:nvPr>
          </p:nvSpPr>
          <p:spPr bwMode="auto">
            <a:xfrm>
              <a:off x="4696956" y="3944729"/>
              <a:ext cx="761504" cy="808126"/>
            </a:xfrm>
            <a:custGeom>
              <a:avLst/>
              <a:gdLst>
                <a:gd name="T0" fmla="*/ 103 w 103"/>
                <a:gd name="T1" fmla="*/ 51 h 109"/>
                <a:gd name="T2" fmla="*/ 45 w 103"/>
                <a:gd name="T3" fmla="*/ 109 h 109"/>
                <a:gd name="T4" fmla="*/ 0 w 103"/>
                <a:gd name="T5" fmla="*/ 0 h 109"/>
                <a:gd name="T6" fmla="*/ 83 w 103"/>
                <a:gd name="T7" fmla="*/ 0 h 109"/>
                <a:gd name="T8" fmla="*/ 103 w 103"/>
                <a:gd name="T9" fmla="*/ 5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9">
                  <a:moveTo>
                    <a:pt x="103" y="51"/>
                  </a:moveTo>
                  <a:cubicBezTo>
                    <a:pt x="45" y="109"/>
                    <a:pt x="45" y="109"/>
                    <a:pt x="45" y="109"/>
                  </a:cubicBezTo>
                  <a:cubicBezTo>
                    <a:pt x="20" y="79"/>
                    <a:pt x="3" y="42"/>
                    <a:pt x="0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5" y="19"/>
                    <a:pt x="92" y="36"/>
                    <a:pt x="103" y="51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anchor="ctr" anchorCtr="0"/>
            <a:lstStyle/>
            <a:p>
              <a:pPr algn="ctr"/>
            </a:p>
          </p:txBody>
        </p:sp>
        <p:sp>
          <p:nvSpPr>
            <p:cNvPr id="7" name="î$ḻíḓe" descr="98997f34-55ff-40b3-9752-87d4e664b8f7"/>
            <p:cNvSpPr/>
            <p:nvPr>
              <p:custDataLst>
                <p:tags r:id="rId6"/>
              </p:custDataLst>
            </p:nvPr>
          </p:nvSpPr>
          <p:spPr bwMode="auto">
            <a:xfrm>
              <a:off x="5172508" y="2471453"/>
              <a:ext cx="805018" cy="764612"/>
            </a:xfrm>
            <a:custGeom>
              <a:avLst/>
              <a:gdLst>
                <a:gd name="T0" fmla="*/ 58 w 109"/>
                <a:gd name="T1" fmla="*/ 103 h 103"/>
                <a:gd name="T2" fmla="*/ 0 w 109"/>
                <a:gd name="T3" fmla="*/ 45 h 103"/>
                <a:gd name="T4" fmla="*/ 109 w 109"/>
                <a:gd name="T5" fmla="*/ 0 h 103"/>
                <a:gd name="T6" fmla="*/ 109 w 109"/>
                <a:gd name="T7" fmla="*/ 82 h 103"/>
                <a:gd name="T8" fmla="*/ 58 w 109"/>
                <a:gd name="T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03">
                  <a:moveTo>
                    <a:pt x="58" y="103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30" y="19"/>
                    <a:pt x="67" y="3"/>
                    <a:pt x="109" y="0"/>
                  </a:cubicBezTo>
                  <a:cubicBezTo>
                    <a:pt x="109" y="82"/>
                    <a:pt x="109" y="82"/>
                    <a:pt x="109" y="82"/>
                  </a:cubicBezTo>
                  <a:cubicBezTo>
                    <a:pt x="90" y="85"/>
                    <a:pt x="73" y="92"/>
                    <a:pt x="58" y="103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anchor="ctr" anchorCtr="0"/>
            <a:lstStyle/>
            <a:p>
              <a:pPr algn="ctr"/>
            </a:p>
          </p:txBody>
        </p:sp>
        <p:sp>
          <p:nvSpPr>
            <p:cNvPr id="8" name="iślídè" descr="1a2e0046-a6ad-4bab-afa2-5e8898d5b296"/>
            <p:cNvSpPr/>
            <p:nvPr>
              <p:custDataLst>
                <p:tags r:id="rId7"/>
              </p:custDataLst>
            </p:nvPr>
          </p:nvSpPr>
          <p:spPr bwMode="auto">
            <a:xfrm>
              <a:off x="4696956" y="2947006"/>
              <a:ext cx="761504" cy="798803"/>
            </a:xfrm>
            <a:custGeom>
              <a:avLst/>
              <a:gdLst>
                <a:gd name="T0" fmla="*/ 83 w 103"/>
                <a:gd name="T1" fmla="*/ 108 h 108"/>
                <a:gd name="T2" fmla="*/ 0 w 103"/>
                <a:gd name="T3" fmla="*/ 108 h 108"/>
                <a:gd name="T4" fmla="*/ 45 w 103"/>
                <a:gd name="T5" fmla="*/ 0 h 108"/>
                <a:gd name="T6" fmla="*/ 103 w 103"/>
                <a:gd name="T7" fmla="*/ 58 h 108"/>
                <a:gd name="T8" fmla="*/ 83 w 103"/>
                <a:gd name="T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8">
                  <a:moveTo>
                    <a:pt x="83" y="108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3" y="67"/>
                    <a:pt x="20" y="29"/>
                    <a:pt x="45" y="0"/>
                  </a:cubicBezTo>
                  <a:cubicBezTo>
                    <a:pt x="103" y="58"/>
                    <a:pt x="103" y="58"/>
                    <a:pt x="103" y="58"/>
                  </a:cubicBezTo>
                  <a:cubicBezTo>
                    <a:pt x="92" y="73"/>
                    <a:pt x="85" y="90"/>
                    <a:pt x="83" y="1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/>
            <a:lstStyle/>
            <a:p>
              <a:pPr algn="ctr"/>
            </a:p>
          </p:txBody>
        </p:sp>
        <p:sp>
          <p:nvSpPr>
            <p:cNvPr id="9" name="íṡļíḋê" descr="289809bc-5e7c-4d40-9156-b6bda5dc713e"/>
            <p:cNvSpPr/>
            <p:nvPr>
              <p:custDataLst>
                <p:tags r:id="rId8"/>
              </p:custDataLst>
            </p:nvPr>
          </p:nvSpPr>
          <p:spPr bwMode="auto">
            <a:xfrm>
              <a:off x="5172508" y="4463796"/>
              <a:ext cx="805018" cy="761504"/>
            </a:xfrm>
            <a:custGeom>
              <a:avLst/>
              <a:gdLst>
                <a:gd name="T0" fmla="*/ 109 w 109"/>
                <a:gd name="T1" fmla="*/ 20 h 103"/>
                <a:gd name="T2" fmla="*/ 109 w 109"/>
                <a:gd name="T3" fmla="*/ 103 h 103"/>
                <a:gd name="T4" fmla="*/ 0 w 109"/>
                <a:gd name="T5" fmla="*/ 58 h 103"/>
                <a:gd name="T6" fmla="*/ 58 w 109"/>
                <a:gd name="T7" fmla="*/ 0 h 103"/>
                <a:gd name="T8" fmla="*/ 109 w 109"/>
                <a:gd name="T9" fmla="*/ 2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03">
                  <a:moveTo>
                    <a:pt x="109" y="20"/>
                  </a:moveTo>
                  <a:cubicBezTo>
                    <a:pt x="109" y="103"/>
                    <a:pt x="109" y="103"/>
                    <a:pt x="109" y="103"/>
                  </a:cubicBezTo>
                  <a:cubicBezTo>
                    <a:pt x="67" y="100"/>
                    <a:pt x="30" y="83"/>
                    <a:pt x="0" y="58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73" y="11"/>
                    <a:pt x="90" y="18"/>
                    <a:pt x="109" y="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 anchorCtr="0"/>
            <a:lstStyle/>
            <a:p>
              <a:pPr algn="ctr"/>
            </a:p>
          </p:txBody>
        </p:sp>
        <p:sp>
          <p:nvSpPr>
            <p:cNvPr id="10" name="iş1ïḋê" descr="8b62de13-2c8e-4fc3-b8d6-114a1c326abc"/>
            <p:cNvSpPr/>
            <p:nvPr>
              <p:custDataLst>
                <p:tags r:id="rId9"/>
              </p:custDataLst>
            </p:nvPr>
          </p:nvSpPr>
          <p:spPr bwMode="auto">
            <a:xfrm>
              <a:off x="6176447" y="4463796"/>
              <a:ext cx="801909" cy="761504"/>
            </a:xfrm>
            <a:custGeom>
              <a:avLst/>
              <a:gdLst>
                <a:gd name="T0" fmla="*/ 50 w 108"/>
                <a:gd name="T1" fmla="*/ 0 h 103"/>
                <a:gd name="T2" fmla="*/ 108 w 108"/>
                <a:gd name="T3" fmla="*/ 58 h 103"/>
                <a:gd name="T4" fmla="*/ 0 w 108"/>
                <a:gd name="T5" fmla="*/ 103 h 103"/>
                <a:gd name="T6" fmla="*/ 0 w 108"/>
                <a:gd name="T7" fmla="*/ 20 h 103"/>
                <a:gd name="T8" fmla="*/ 50 w 108"/>
                <a:gd name="T9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3">
                  <a:moveTo>
                    <a:pt x="50" y="0"/>
                  </a:moveTo>
                  <a:cubicBezTo>
                    <a:pt x="108" y="58"/>
                    <a:pt x="108" y="58"/>
                    <a:pt x="108" y="58"/>
                  </a:cubicBezTo>
                  <a:cubicBezTo>
                    <a:pt x="79" y="83"/>
                    <a:pt x="41" y="100"/>
                    <a:pt x="0" y="10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8" y="18"/>
                    <a:pt x="36" y="11"/>
                    <a:pt x="50" y="0"/>
                  </a:cubicBez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anchor="ctr" anchorCtr="0"/>
            <a:lstStyle/>
            <a:p>
              <a:pPr algn="ctr"/>
            </a:p>
          </p:txBody>
        </p:sp>
        <p:sp>
          <p:nvSpPr>
            <p:cNvPr id="11" name="iśľíḓé" descr="f4cc3fe0-f89a-4df2-a899-9c24f765fbb1"/>
            <p:cNvSpPr/>
            <p:nvPr>
              <p:custDataLst>
                <p:tags r:id="rId10"/>
              </p:custDataLst>
            </p:nvPr>
          </p:nvSpPr>
          <p:spPr>
            <a:xfrm>
              <a:off x="3998380" y="3134018"/>
              <a:ext cx="299462" cy="2994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</a:p>
          </p:txBody>
        </p:sp>
        <p:sp>
          <p:nvSpPr>
            <p:cNvPr id="12" name="îšḻîḋe" descr="8d6515a5-c0fc-458c-889c-dc01f2219509"/>
            <p:cNvSpPr/>
            <p:nvPr>
              <p:custDataLst>
                <p:tags r:id="rId11"/>
              </p:custDataLst>
            </p:nvPr>
          </p:nvSpPr>
          <p:spPr>
            <a:xfrm>
              <a:off x="3998380" y="4288143"/>
              <a:ext cx="299462" cy="299462"/>
            </a:xfrm>
            <a:prstGeom prst="ellipse">
              <a:avLst/>
            </a:prstGeom>
            <a:solidFill>
              <a:schemeClr val="tx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</a:p>
          </p:txBody>
        </p:sp>
        <p:sp>
          <p:nvSpPr>
            <p:cNvPr id="13" name="ïṧḻïďe" descr="0082a10e-005f-4275-b5ad-4591d370fe66"/>
            <p:cNvSpPr/>
            <p:nvPr>
              <p:custDataLst>
                <p:tags r:id="rId12"/>
              </p:custDataLst>
            </p:nvPr>
          </p:nvSpPr>
          <p:spPr>
            <a:xfrm>
              <a:off x="7849914" y="3134018"/>
              <a:ext cx="299462" cy="299462"/>
            </a:xfrm>
            <a:prstGeom prst="ellipse">
              <a:avLst/>
            </a:prstGeom>
            <a:solidFill>
              <a:schemeClr val="tx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</a:p>
          </p:txBody>
        </p:sp>
        <p:sp>
          <p:nvSpPr>
            <p:cNvPr id="14" name="iṥlíḓé" descr="bd6715ef-b786-4070-96bc-f13ffd3918ab"/>
            <p:cNvSpPr/>
            <p:nvPr>
              <p:custDataLst>
                <p:tags r:id="rId13"/>
              </p:custDataLst>
            </p:nvPr>
          </p:nvSpPr>
          <p:spPr>
            <a:xfrm>
              <a:off x="7849914" y="4288143"/>
              <a:ext cx="299462" cy="2994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</a:p>
          </p:txBody>
        </p:sp>
        <p:sp>
          <p:nvSpPr>
            <p:cNvPr id="15" name="íšlïḍê" descr="dc636972-b515-49ed-9a85-5727ef5d2106"/>
            <p:cNvSpPr/>
            <p:nvPr>
              <p:custDataLst>
                <p:tags r:id="rId14"/>
              </p:custDataLst>
            </p:nvPr>
          </p:nvSpPr>
          <p:spPr>
            <a:xfrm>
              <a:off x="5031099" y="1979892"/>
              <a:ext cx="299462" cy="299462"/>
            </a:xfrm>
            <a:prstGeom prst="ellipse">
              <a:avLst/>
            </a:prstGeom>
            <a:solidFill>
              <a:schemeClr val="tx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</a:p>
          </p:txBody>
        </p:sp>
        <p:sp>
          <p:nvSpPr>
            <p:cNvPr id="16" name="í$ḷîḓe" descr="47c407b2-fc37-4cc7-818c-7893403e2714"/>
            <p:cNvSpPr/>
            <p:nvPr>
              <p:custDataLst>
                <p:tags r:id="rId15"/>
              </p:custDataLst>
            </p:nvPr>
          </p:nvSpPr>
          <p:spPr>
            <a:xfrm>
              <a:off x="6817196" y="1979892"/>
              <a:ext cx="299462" cy="2994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</a:p>
          </p:txBody>
        </p:sp>
        <p:sp>
          <p:nvSpPr>
            <p:cNvPr id="17" name="íśľîdê" descr="8328689a-5d68-4b31-a215-653dfb36fef8"/>
            <p:cNvSpPr/>
            <p:nvPr>
              <p:custDataLst>
                <p:tags r:id="rId16"/>
              </p:custDataLst>
            </p:nvPr>
          </p:nvSpPr>
          <p:spPr>
            <a:xfrm>
              <a:off x="5031099" y="5442270"/>
              <a:ext cx="299462" cy="2994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</a:p>
          </p:txBody>
        </p:sp>
        <p:sp>
          <p:nvSpPr>
            <p:cNvPr id="18" name="îṥľïḍê" descr="64ab0491-a22f-4705-9938-9a5be228a3f0"/>
            <p:cNvSpPr/>
            <p:nvPr>
              <p:custDataLst>
                <p:tags r:id="rId17"/>
              </p:custDataLst>
            </p:nvPr>
          </p:nvSpPr>
          <p:spPr>
            <a:xfrm>
              <a:off x="6817196" y="5442270"/>
              <a:ext cx="299462" cy="299462"/>
            </a:xfrm>
            <a:prstGeom prst="ellipse">
              <a:avLst/>
            </a:prstGeom>
            <a:solidFill>
              <a:schemeClr val="tx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</a:p>
          </p:txBody>
        </p:sp>
        <p:sp>
          <p:nvSpPr>
            <p:cNvPr id="35" name="Title" descr="ff2c341b-e73a-48c7-962c-3e1132631158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多种控制设备展示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1" name="组合 40" descr="3aeb41ae-750a-4b63-93e3-67056aa8521c"/>
            <p:cNvGrpSpPr/>
            <p:nvPr/>
          </p:nvGrpSpPr>
          <p:grpSpPr>
            <a:xfrm>
              <a:off x="1693120" y="1763694"/>
              <a:ext cx="3244836" cy="908028"/>
              <a:chOff x="1693120" y="1763694"/>
              <a:chExt cx="3244836" cy="908028"/>
            </a:xfrm>
          </p:grpSpPr>
          <p:sp>
            <p:nvSpPr>
              <p:cNvPr id="27" name="Text1" descr="544298f9-adc1-43d4-aadc-00fbdfa56d2f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1693120" y="2136129"/>
                <a:ext cx="3244836" cy="5355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可实现角度精确控制，用于机器人关节等。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8" name="Bullet1" descr="ae3a1e87-6f8d-474e-8a44-8257ec0c0be0"/>
              <p:cNvSpPr txBox="1"/>
              <p:nvPr>
                <p:custDataLst>
                  <p:tags r:id="rId19"/>
                </p:custDataLst>
              </p:nvPr>
            </p:nvSpPr>
            <p:spPr bwMode="auto">
              <a:xfrm>
                <a:off x="1693120" y="1763694"/>
                <a:ext cx="3244836" cy="37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舵机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7" name="组合 36" descr="23336a05-5c4b-4c74-b8ea-5c68975a8055"/>
            <p:cNvGrpSpPr/>
            <p:nvPr/>
          </p:nvGrpSpPr>
          <p:grpSpPr>
            <a:xfrm>
              <a:off x="7241346" y="1763694"/>
              <a:ext cx="3244836" cy="908028"/>
              <a:chOff x="7241346" y="1763694"/>
              <a:chExt cx="3244836" cy="908028"/>
            </a:xfrm>
          </p:grpSpPr>
          <p:sp>
            <p:nvSpPr>
              <p:cNvPr id="19" name="Text2" descr="1ca17f49-c6ef-4818-ac35-145d8c2d58ac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7241346" y="2136129"/>
                <a:ext cx="3244836" cy="5355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提供风力，用于散热和空气流通。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" name="Bullet2" descr="d8feb84a-ec60-439e-8887-8272606bb149"/>
              <p:cNvSpPr txBox="1"/>
              <p:nvPr>
                <p:custDataLst>
                  <p:tags r:id="rId21"/>
                </p:custDataLst>
              </p:nvPr>
            </p:nvSpPr>
            <p:spPr bwMode="auto">
              <a:xfrm>
                <a:off x="7241346" y="1763694"/>
                <a:ext cx="3244836" cy="37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直流风扇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2" name="组合 41" descr="8b543964-4a28-403b-91e6-21a68127ffd3"/>
            <p:cNvGrpSpPr/>
            <p:nvPr/>
          </p:nvGrpSpPr>
          <p:grpSpPr>
            <a:xfrm>
              <a:off x="660401" y="2917820"/>
              <a:ext cx="3244836" cy="908028"/>
              <a:chOff x="660401" y="2917820"/>
              <a:chExt cx="3244836" cy="908028"/>
            </a:xfrm>
          </p:grpSpPr>
          <p:sp>
            <p:nvSpPr>
              <p:cNvPr id="29" name="Text3" descr="500757d7-24c7-4423-9d6f-dddb34fc528f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660401" y="3290255"/>
                <a:ext cx="3244836" cy="5355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转速可调，适用于多种动力驱动场景。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0" name="Bullet3" descr="db7fd627-369c-4120-aa68-4a274b9620e4"/>
              <p:cNvSpPr txBox="1"/>
              <p:nvPr>
                <p:custDataLst>
                  <p:tags r:id="rId23"/>
                </p:custDataLst>
              </p:nvPr>
            </p:nvSpPr>
            <p:spPr bwMode="auto">
              <a:xfrm>
                <a:off x="660401" y="2917820"/>
                <a:ext cx="3244836" cy="37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TT直流电机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8" name="组合 37" descr="0a2d9213-b47d-4bfd-b128-923dce38f4d9"/>
            <p:cNvGrpSpPr/>
            <p:nvPr/>
          </p:nvGrpSpPr>
          <p:grpSpPr>
            <a:xfrm>
              <a:off x="8274064" y="2917820"/>
              <a:ext cx="3244836" cy="908028"/>
              <a:chOff x="8274064" y="2917820"/>
              <a:chExt cx="3244836" cy="908028"/>
            </a:xfrm>
          </p:grpSpPr>
          <p:sp>
            <p:nvSpPr>
              <p:cNvPr id="21" name="Text4" descr="daea363d-1df8-4ad9-b1d9-7363b9fca6fd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8274064" y="3290255"/>
                <a:ext cx="3244836" cy="5355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精确控制转动角度和速度，应用广泛。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2" name="Bullet4" descr="aac913a3-0eb9-48ea-a80c-23fd4a98a8aa"/>
              <p:cNvSpPr txBox="1"/>
              <p:nvPr>
                <p:custDataLst>
                  <p:tags r:id="rId25"/>
                </p:custDataLst>
              </p:nvPr>
            </p:nvSpPr>
            <p:spPr bwMode="auto">
              <a:xfrm>
                <a:off x="8274064" y="2917820"/>
                <a:ext cx="3244836" cy="37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步进电机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3" name="组合 42" descr="cb3b9d76-dda6-4984-ac20-94ddc8bd550d"/>
            <p:cNvGrpSpPr/>
            <p:nvPr/>
          </p:nvGrpSpPr>
          <p:grpSpPr>
            <a:xfrm>
              <a:off x="660401" y="4071946"/>
              <a:ext cx="3244836" cy="908027"/>
              <a:chOff x="660401" y="4071946"/>
              <a:chExt cx="3244836" cy="908027"/>
            </a:xfrm>
          </p:grpSpPr>
          <p:sp>
            <p:nvSpPr>
              <p:cNvPr id="31" name="Text5" descr="ef4be1d8-9331-4037-8cf0-ca2e7380ea0b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660401" y="4444380"/>
                <a:ext cx="3244836" cy="5355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输送液体，用于水循环和供水系统。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2" name="Bullet5" descr="b16d07ea-1206-413d-992f-a80a044fc6a5"/>
              <p:cNvSpPr txBox="1"/>
              <p:nvPr>
                <p:custDataLst>
                  <p:tags r:id="rId27"/>
                </p:custDataLst>
              </p:nvPr>
            </p:nvSpPr>
            <p:spPr bwMode="auto">
              <a:xfrm>
                <a:off x="660401" y="4071946"/>
                <a:ext cx="3244836" cy="37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水泵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9" name="组合 38" descr="ecc9e5c8-0954-4343-9c50-f8f13b55a073"/>
            <p:cNvGrpSpPr/>
            <p:nvPr/>
          </p:nvGrpSpPr>
          <p:grpSpPr>
            <a:xfrm>
              <a:off x="8274064" y="4071946"/>
              <a:ext cx="3244836" cy="908027"/>
              <a:chOff x="8274064" y="4071946"/>
              <a:chExt cx="3244836" cy="908027"/>
            </a:xfrm>
          </p:grpSpPr>
          <p:sp>
            <p:nvSpPr>
              <p:cNvPr id="23" name="Text6" descr="d3d1a11c-005b-490d-b71c-9435b0cfaf29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8274064" y="4444380"/>
                <a:ext cx="3244836" cy="5355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实现电路开关控制，扩大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控制范围。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4" name="Bullet6" descr="5de4b3df-18b6-40cf-92c3-8d19a8061964"/>
              <p:cNvSpPr txBox="1"/>
              <p:nvPr>
                <p:custDataLst>
                  <p:tags r:id="rId29"/>
                </p:custDataLst>
              </p:nvPr>
            </p:nvSpPr>
            <p:spPr bwMode="auto">
              <a:xfrm>
                <a:off x="8274064" y="4071946"/>
                <a:ext cx="3244836" cy="37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继电器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4" name="组合 43" descr="1956b2dc-6d4e-4f9c-9d45-299b90cce167"/>
            <p:cNvGrpSpPr/>
            <p:nvPr/>
          </p:nvGrpSpPr>
          <p:grpSpPr>
            <a:xfrm>
              <a:off x="1693120" y="5226072"/>
              <a:ext cx="3244836" cy="908028"/>
              <a:chOff x="1693120" y="5226072"/>
              <a:chExt cx="3244836" cy="908028"/>
            </a:xfrm>
          </p:grpSpPr>
          <p:sp>
            <p:nvSpPr>
              <p:cNvPr id="33" name="Text7" descr="6288b79f-829d-4d5c-9dfb-01c21992cf3c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1693120" y="5598507"/>
                <a:ext cx="3244836" cy="5355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多个按键组合，节省空间，方便输入。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4" name="Bullet7" descr="19b94d17-2eb1-495b-8a00-79278220345b"/>
              <p:cNvSpPr txBox="1"/>
              <p:nvPr>
                <p:custDataLst>
                  <p:tags r:id="rId31"/>
                </p:custDataLst>
              </p:nvPr>
            </p:nvSpPr>
            <p:spPr bwMode="auto">
              <a:xfrm>
                <a:off x="1693120" y="5226072"/>
                <a:ext cx="3244836" cy="37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矩阵按键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0" name="组合 39" descr="38d36943-1a53-4751-8ff1-326de211c27f"/>
            <p:cNvGrpSpPr/>
            <p:nvPr/>
          </p:nvGrpSpPr>
          <p:grpSpPr>
            <a:xfrm>
              <a:off x="7241346" y="5226072"/>
              <a:ext cx="3244836" cy="908028"/>
              <a:chOff x="7241346" y="5226072"/>
              <a:chExt cx="3244836" cy="908028"/>
            </a:xfrm>
          </p:grpSpPr>
          <p:sp>
            <p:nvSpPr>
              <p:cNvPr id="25" name="Text8" descr="ba700686-4b55-4698-ad55-504a0d047311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7241346" y="5598507"/>
                <a:ext cx="3244836" cy="5355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可显示不同颜色，用于状态指示。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6" name="Bullet8" descr="a88eca7c-fc04-498f-a1fe-147703fe3cec"/>
              <p:cNvSpPr txBox="1"/>
              <p:nvPr>
                <p:custDataLst>
                  <p:tags r:id="rId33"/>
                </p:custDataLst>
              </p:nvPr>
            </p:nvSpPr>
            <p:spPr bwMode="auto">
              <a:xfrm>
                <a:off x="7241346" y="5226072"/>
                <a:ext cx="3244836" cy="3724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三色LED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36" name="图片 35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9789795" y="5309870"/>
            <a:ext cx="1837690" cy="133413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62560" y="1130300"/>
            <a:ext cx="1718945" cy="123761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16200000">
            <a:off x="8892540" y="-48260"/>
            <a:ext cx="1697355" cy="235839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70205" y="2397125"/>
            <a:ext cx="1511300" cy="117284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 rot="16200000">
            <a:off x="10314305" y="1772920"/>
            <a:ext cx="1442085" cy="142303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10125075" y="3745865"/>
            <a:ext cx="1820545" cy="152654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0" y="3690620"/>
            <a:ext cx="1588135" cy="179324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575945" y="5544185"/>
            <a:ext cx="1703705" cy="13138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892f59-4d4d-4ed1-a703-0dd0abf1d97f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000000"/>
                </a:solidFill>
                <a:ea typeface="微软雅黑" panose="020B0503020204020204" charset="-122"/>
              </a:rPr>
              <a:t>智能语音类元器件</a:t>
            </a:r>
            <a:endParaRPr lang="en-US" sz="36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3" name="文本占位符 2" descr="9855f3f8-4769-4717-b1f9-36314f402843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>
                <a:solidFill>
                  <a:srgbClr val="000000"/>
                </a:solidFill>
                <a:ea typeface="微软雅黑" panose="020B0503020204020204" charset="-122"/>
              </a:rPr>
              <a:t>实现语音交互，提升智能化水平</a:t>
            </a:r>
            <a:endParaRPr lang="en-US" sz="160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42fbd29-11ba-42db-88a7-774cf0a97c1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000000"/>
                </a:solidFill>
                <a:ea typeface="微软雅黑" panose="020B0503020204020204" charset="-122"/>
              </a:rPr>
              <a:t>智能语音类</a:t>
            </a:r>
            <a:endParaRPr lang="en-US" sz="2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grpSp>
        <p:nvGrpSpPr>
          <p:cNvPr id="73" name="311f4e3a-3ee7-457c-b621-80829db5ec07.source.5.zh-Hans.pptx" descr="72bae5f2-d4cb-4175-961f-f304809d6f5c"/>
          <p:cNvGrpSpPr/>
          <p:nvPr/>
        </p:nvGrpSpPr>
        <p:grpSpPr>
          <a:xfrm>
            <a:off x="755219" y="1152334"/>
            <a:ext cx="10681562" cy="4962030"/>
            <a:chOff x="755219" y="1152334"/>
            <a:chExt cx="10681562" cy="4962030"/>
          </a:xfrm>
        </p:grpSpPr>
        <p:grpSp>
          <p:nvGrpSpPr>
            <p:cNvPr id="72" name="组合 71" descr="0e14b752-c0cf-4a9e-887d-7ff8eaf7f796"/>
            <p:cNvGrpSpPr/>
            <p:nvPr/>
          </p:nvGrpSpPr>
          <p:grpSpPr>
            <a:xfrm>
              <a:off x="1135739" y="2525420"/>
              <a:ext cx="4872936" cy="3588944"/>
              <a:chOff x="1135739" y="2525420"/>
              <a:chExt cx="4872936" cy="3588944"/>
            </a:xfrm>
          </p:grpSpPr>
          <p:sp>
            <p:nvSpPr>
              <p:cNvPr id="49" name="ïṥļîḍê" descr="69cb16d8-b14c-4dc7-8d5e-fce998a8d083"/>
              <p:cNvSpPr/>
              <p:nvPr/>
            </p:nvSpPr>
            <p:spPr>
              <a:xfrm flipV="1">
                <a:off x="1763783" y="5828000"/>
                <a:ext cx="3727204" cy="28636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0" name="ísļîďé" descr="582d4165-184e-472f-be70-5d25091d0cf9"/>
              <p:cNvSpPr/>
              <p:nvPr/>
            </p:nvSpPr>
            <p:spPr>
              <a:xfrm rot="4599532" flipV="1">
                <a:off x="-411147" y="4072306"/>
                <a:ext cx="3325204" cy="23143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1" name="ïṧḻiḓê" descr="66a1f0ab-9805-42aa-b2c6-255c96ee22a4"/>
              <p:cNvSpPr/>
              <p:nvPr/>
            </p:nvSpPr>
            <p:spPr>
              <a:xfrm>
                <a:off x="1763783" y="4170764"/>
                <a:ext cx="940162" cy="940163"/>
              </a:xfrm>
              <a:prstGeom prst="ellipse">
                <a:avLst/>
              </a:prstGeom>
              <a:solidFill>
                <a:schemeClr val="accent4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</a:p>
            </p:txBody>
          </p:sp>
          <p:sp>
            <p:nvSpPr>
              <p:cNvPr id="52" name="ïṣḷïḑè" descr="6593e599-c8ce-44f7-9474-993524fa3c9e"/>
              <p:cNvSpPr/>
              <p:nvPr/>
            </p:nvSpPr>
            <p:spPr>
              <a:xfrm>
                <a:off x="3008825" y="4362435"/>
                <a:ext cx="1246508" cy="1246510"/>
              </a:xfrm>
              <a:prstGeom prst="ellipse">
                <a:avLst/>
              </a:prstGeom>
              <a:solidFill>
                <a:schemeClr val="accent3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</a:p>
            </p:txBody>
          </p:sp>
          <p:sp>
            <p:nvSpPr>
              <p:cNvPr id="53" name="îŝḷíde" descr="e1830b83-37a5-4029-954d-0da2323d2727"/>
              <p:cNvSpPr/>
              <p:nvPr/>
            </p:nvSpPr>
            <p:spPr>
              <a:xfrm>
                <a:off x="2352350" y="2815571"/>
                <a:ext cx="1457779" cy="1457782"/>
              </a:xfrm>
              <a:prstGeom prst="ellipse">
                <a:avLst/>
              </a:prstGeom>
              <a:solidFill>
                <a:schemeClr val="accent2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</a:p>
            </p:txBody>
          </p:sp>
          <p:sp>
            <p:nvSpPr>
              <p:cNvPr id="54" name="íṡlíḓe" descr="8bf69af4-fe3f-4784-a6a7-dbab2992ad7c"/>
              <p:cNvSpPr/>
              <p:nvPr/>
            </p:nvSpPr>
            <p:spPr>
              <a:xfrm>
                <a:off x="3981971" y="2770532"/>
                <a:ext cx="2026704" cy="2026708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</a:p>
            </p:txBody>
          </p:sp>
          <p:sp>
            <p:nvSpPr>
              <p:cNvPr id="55" name="iSḻïḍê" descr="b359d11d-9ffc-4e75-8ad6-6447610904b0"/>
              <p:cNvSpPr/>
              <p:nvPr/>
            </p:nvSpPr>
            <p:spPr>
              <a:xfrm>
                <a:off x="4540715" y="4954135"/>
                <a:ext cx="716972" cy="71697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</a:p>
            </p:txBody>
          </p:sp>
          <p:sp>
            <p:nvSpPr>
              <p:cNvPr id="56" name="ïṥ1ídé" descr="c179d604-c1fe-4a35-8444-5fde7430be7a"/>
              <p:cNvSpPr/>
              <p:nvPr/>
            </p:nvSpPr>
            <p:spPr>
              <a:xfrm>
                <a:off x="1419239" y="3114882"/>
                <a:ext cx="842952" cy="842952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</a:p>
            </p:txBody>
          </p:sp>
        </p:grpSp>
        <p:grpSp>
          <p:nvGrpSpPr>
            <p:cNvPr id="65" name="组合 64" descr="a86dfaf9-344e-4df9-b3df-f68e5b4648bc"/>
            <p:cNvGrpSpPr/>
            <p:nvPr/>
          </p:nvGrpSpPr>
          <p:grpSpPr>
            <a:xfrm>
              <a:off x="6459980" y="1327770"/>
              <a:ext cx="4973773" cy="872658"/>
              <a:chOff x="6459980" y="1327770"/>
              <a:chExt cx="4973773" cy="872658"/>
            </a:xfrm>
          </p:grpSpPr>
          <p:sp>
            <p:nvSpPr>
              <p:cNvPr id="47" name="Bullet1" descr="62fafecf-085b-4fd5-bcec-e765a6c78b5f"/>
              <p:cNvSpPr txBox="1"/>
              <p:nvPr/>
            </p:nvSpPr>
            <p:spPr bwMode="auto">
              <a:xfrm>
                <a:off x="6459980" y="1327770"/>
                <a:ext cx="4973771" cy="287528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录音模块</a:t>
                </a:r>
                <a:endParaRPr lang="en-US" sz="1800" b="1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8" name="Text1" descr="ab5dc177-8044-4716-bcf5-bed10c285aaa"/>
              <p:cNvSpPr/>
              <p:nvPr/>
            </p:nvSpPr>
            <p:spPr>
              <a:xfrm>
                <a:off x="6459981" y="1615298"/>
                <a:ext cx="4973772" cy="58513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录制声音信号，为语音处理提供素材。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6" name="组合 65" descr="ef5c64f1-e5b7-4407-a61b-0336318ffa09"/>
            <p:cNvGrpSpPr/>
            <p:nvPr/>
          </p:nvGrpSpPr>
          <p:grpSpPr>
            <a:xfrm>
              <a:off x="6459980" y="2303506"/>
              <a:ext cx="4973773" cy="872658"/>
              <a:chOff x="6459980" y="2303506"/>
              <a:chExt cx="4973773" cy="872658"/>
            </a:xfrm>
          </p:grpSpPr>
          <p:sp>
            <p:nvSpPr>
              <p:cNvPr id="45" name="Bullet2" descr="d88cb336-384c-4ebf-a52b-ff36d0dcb5bb"/>
              <p:cNvSpPr txBox="1"/>
              <p:nvPr/>
            </p:nvSpPr>
            <p:spPr bwMode="auto">
              <a:xfrm>
                <a:off x="6459980" y="2303506"/>
                <a:ext cx="4973771" cy="287528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ASRPRO语音识别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6" name="Text2" descr="42cf7e4e-add9-4fe1-9dac-891c083e037f"/>
              <p:cNvSpPr/>
              <p:nvPr/>
            </p:nvSpPr>
            <p:spPr>
              <a:xfrm>
                <a:off x="6459981" y="2591034"/>
                <a:ext cx="4973772" cy="58513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将语音转换为文本，实现语音命令识别。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7" name="组合 66" descr="77c9bbe7-525c-40c5-a945-0c4fb039cb40"/>
            <p:cNvGrpSpPr/>
            <p:nvPr/>
          </p:nvGrpSpPr>
          <p:grpSpPr>
            <a:xfrm>
              <a:off x="6459981" y="3277936"/>
              <a:ext cx="4973772" cy="873957"/>
              <a:chOff x="6459981" y="3277936"/>
              <a:chExt cx="4973772" cy="873957"/>
            </a:xfrm>
          </p:grpSpPr>
          <p:sp>
            <p:nvSpPr>
              <p:cNvPr id="43" name="Bullet3" descr="778b954a-2c6f-48e1-a6d0-ed31d4f496b6"/>
              <p:cNvSpPr txBox="1"/>
              <p:nvPr/>
            </p:nvSpPr>
            <p:spPr bwMode="auto">
              <a:xfrm>
                <a:off x="6459981" y="3277936"/>
                <a:ext cx="4973769" cy="288834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JQ8900语音播报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4" name="Text3" descr="46622351-2555-4bba-995b-9e9a47734278"/>
              <p:cNvSpPr/>
              <p:nvPr/>
            </p:nvSpPr>
            <p:spPr>
              <a:xfrm>
                <a:off x="6459981" y="3566769"/>
                <a:ext cx="4973772" cy="585124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将文本转换为语音播报，方便信息传达。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8" name="组合 67" descr="2d9b4b9e-717e-49a3-9b7d-853f498018bf"/>
            <p:cNvGrpSpPr/>
            <p:nvPr/>
          </p:nvGrpSpPr>
          <p:grpSpPr>
            <a:xfrm>
              <a:off x="6463009" y="4253668"/>
              <a:ext cx="4973772" cy="873955"/>
              <a:chOff x="6463009" y="4253668"/>
              <a:chExt cx="4973772" cy="873955"/>
            </a:xfrm>
          </p:grpSpPr>
          <p:sp>
            <p:nvSpPr>
              <p:cNvPr id="41" name="Bullet4" descr="3b6288fd-a108-416f-b2a7-ffd1ce04280b"/>
              <p:cNvSpPr txBox="1"/>
              <p:nvPr/>
            </p:nvSpPr>
            <p:spPr bwMode="auto">
              <a:xfrm>
                <a:off x="6463009" y="4253668"/>
                <a:ext cx="4969074" cy="288832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LD3320语音识别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2" name="Text4" descr="cbd45933-1b12-48d8-a84c-e6f407885b35"/>
              <p:cNvSpPr/>
              <p:nvPr/>
            </p:nvSpPr>
            <p:spPr>
              <a:xfrm>
                <a:off x="6463009" y="4542499"/>
                <a:ext cx="4973772" cy="585124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非特定人语音识别，识别率高。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9" name="组合 68" descr="075acff4-002a-472f-ada9-2c8618b0224c"/>
            <p:cNvGrpSpPr/>
            <p:nvPr/>
          </p:nvGrpSpPr>
          <p:grpSpPr>
            <a:xfrm>
              <a:off x="6463008" y="5229395"/>
              <a:ext cx="4973773" cy="873952"/>
              <a:chOff x="6463008" y="5229395"/>
              <a:chExt cx="4973773" cy="873952"/>
            </a:xfrm>
          </p:grpSpPr>
          <p:sp>
            <p:nvSpPr>
              <p:cNvPr id="39" name="Bullet5" descr="9b647a6a-a863-48f6-bd4d-73f8e83bc69b"/>
              <p:cNvSpPr txBox="1"/>
              <p:nvPr/>
            </p:nvSpPr>
            <p:spPr bwMode="auto">
              <a:xfrm>
                <a:off x="6463008" y="5229395"/>
                <a:ext cx="4969072" cy="288834"/>
              </a:xfrm>
              <a:prstGeom prst="rect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  <a:sp3d prstMaterial="matte">
                <a:bevelT w="1270" h="1270"/>
              </a:sp3d>
            </p:spPr>
            <p:txBody>
              <a:bodyPr wrap="square" lIns="0" tIns="0" rIns="0" bIns="0" anchor="b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MP3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40" name="Text5" descr="65a61557-b20a-493a-bc07-688da0ad6f44"/>
              <p:cNvSpPr/>
              <p:nvPr/>
            </p:nvSpPr>
            <p:spPr>
              <a:xfrm>
                <a:off x="6463009" y="5518229"/>
                <a:ext cx="4973772" cy="585118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000000"/>
                    </a:solidFill>
                    <a:ea typeface="微软雅黑" panose="020B0503020204020204" charset="-122"/>
                  </a:rPr>
                  <a:t>播放音频文件，丰富设备功能。</a:t>
                </a:r>
                <a:endParaRPr lang="en-US" sz="1200" b="0" i="0" u="none">
                  <a:solidFill>
                    <a:srgbClr val="000000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36" name="Title" descr="1b997eb9-e56f-469e-befc-c8c2edc41ee9"/>
            <p:cNvSpPr txBox="1"/>
            <p:nvPr/>
          </p:nvSpPr>
          <p:spPr>
            <a:xfrm>
              <a:off x="755219" y="1152334"/>
              <a:ext cx="5253456" cy="1006865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语音相关功能模块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6170" y="273685"/>
            <a:ext cx="1735455" cy="14039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515" y="1698625"/>
            <a:ext cx="2398395" cy="14960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895" y="2966085"/>
            <a:ext cx="1715770" cy="14966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430" y="4034155"/>
            <a:ext cx="2146935" cy="15373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1895" y="5207635"/>
            <a:ext cx="2110105" cy="17049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d8701ed6-3ccc-4694-99a8-e8d75c76bbe1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solidFill>
                  <a:srgbClr val="000000"/>
                </a:solidFill>
                <a:ea typeface="微软雅黑" panose="020B0503020204020204" charset="-122"/>
              </a:rPr>
              <a:t>谢谢观看</a:t>
            </a:r>
            <a:endParaRPr lang="en-US" sz="4800" b="1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9feee34d-3f34-427a-a8d5-27a87a67c13b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endParaRPr lang="en-US" sz="1110" b="0" i="0" u="none">
              <a:solidFill>
                <a:srgbClr val="000000"/>
              </a:solidFill>
              <a:ea typeface="微软雅黑" panose="020B0503020204020204" charset="-122"/>
            </a:endParaRPr>
          </a:p>
        </p:txBody>
      </p:sp>
      <p:sp>
        <p:nvSpPr>
          <p:cNvPr id="5" name="文本占位符 4" descr="1deee084-587a-4ba6-9edb-52176b85af77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l">
              <a:lnSpc>
                <a:spcPct val="108000"/>
              </a:lnSpc>
              <a:spcBef>
                <a:spcPts val="1000"/>
              </a:spcBef>
            </a:pPr>
            <a:endParaRPr lang="en-US">
              <a:latin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内容由夸克AI生成</a:t>
            </a:r>
            <a:endParaRPr lang="zh-CN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3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4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5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6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7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8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9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0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1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2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3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4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5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6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7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8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19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0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1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2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3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4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5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6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7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8.xml><?xml version="1.0" encoding="utf-8"?>
<p:tagLst xmlns:p="http://schemas.openxmlformats.org/presentationml/2006/main">
  <p:tag name="KSO_WM_DIAGRAM_VIRTUALLY_FRAME" val="{&quot;height&quot;:434.2,&quot;left&quot;:52,&quot;top&quot;:90,&quot;width&quot;:928.2}"/>
</p:tagLst>
</file>

<file path=ppt/tags/tag29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0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1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2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3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4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5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6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7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8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39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0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1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2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3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4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5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6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7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8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49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0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1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2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3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4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5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6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7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8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59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60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61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62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63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64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65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66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67.xml><?xml version="1.0" encoding="utf-8"?>
<p:tagLst xmlns:p="http://schemas.openxmlformats.org/presentationml/2006/main">
  <p:tag name="KSO_WM_DIAGRAM_VIRTUALLY_FRAME" val="{&quot;height&quot;:481.12503937007875,&quot;left&quot;:52,&quot;top&quot;:10.12496062992126,&quot;width&quot;:855}"/>
</p:tagLst>
</file>

<file path=ppt/tags/tag68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69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0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1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2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3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4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5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6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7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8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79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0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1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2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3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4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5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6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7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8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89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90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91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92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93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94.xml><?xml version="1.0" encoding="utf-8"?>
<p:tagLst xmlns:p="http://schemas.openxmlformats.org/presentationml/2006/main">
  <p:tag name="KSO_WM_DIAGRAM_VIRTUALLY_FRAME" val="{&quot;height&quot;:382.38196850393706,&quot;left&quot;:50.19622047244094,&quot;top&quot;:89,&quot;width&quot;:856.803779527559}"/>
</p:tagLst>
</file>

<file path=ppt/tags/tag95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96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97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98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99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0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1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2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3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4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5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6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7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8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09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0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1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2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3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4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5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6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7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8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19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20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21.xml><?xml version="1.0" encoding="utf-8"?>
<p:tagLst xmlns:p="http://schemas.openxmlformats.org/presentationml/2006/main">
  <p:tag name="KSO_WM_DIAGRAM_VIRTUALLY_FRAME" val="{&quot;height&quot;:576.0000787401575,&quot;left&quot;:34.1,&quot;top&quot;:88.99992125984252,&quot;width&quot;:891.75}"/>
</p:tagLst>
</file>

<file path=ppt/tags/tag122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23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24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25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26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27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28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29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30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31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32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33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34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35.xml><?xml version="1.0" encoding="utf-8"?>
<p:tagLst xmlns:p="http://schemas.openxmlformats.org/presentationml/2006/main">
  <p:tag name="KSO_WM_DIAGRAM_VIRTUALLY_FRAME" val="{&quot;height&quot;:475.8,&quot;left&quot;:52,&quot;top&quot;:89,&quot;width&quot;:855}"/>
</p:tagLst>
</file>

<file path=ppt/tags/tag136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37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38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39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40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41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42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43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44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45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46.xml><?xml version="1.0" encoding="utf-8"?>
<p:tagLst xmlns:p="http://schemas.openxmlformats.org/presentationml/2006/main">
  <p:tag name="KSO_WM_DIAGRAM_VIRTUALLY_FRAME" val="{&quot;height&quot;:532.2044881889764,&quot;left&quot;:0,&quot;top&quot;:-2.2386614173228345,&quot;width&quot;:948.8427559055119}"/>
</p:tagLst>
</file>

<file path=ppt/tags/tag147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48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49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0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1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2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3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4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5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6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7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8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59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0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1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2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3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4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5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6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7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8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69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70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71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72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73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74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75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76.xml><?xml version="1.0" encoding="utf-8"?>
<p:tagLst xmlns:p="http://schemas.openxmlformats.org/presentationml/2006/main">
  <p:tag name="KSO_WM_DIAGRAM_VIRTUALLY_FRAME" val="{&quot;height&quot;:444.85,&quot;left&quot;:0,&quot;top&quot;:89,&quot;width&quot;:996.6}"/>
</p:tagLst>
</file>

<file path=ppt/tags/tag177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78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79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0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1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2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3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4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5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6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7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8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89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0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1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2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3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4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5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6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7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8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199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0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1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2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3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4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5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6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7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8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09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10.xml><?xml version="1.0" encoding="utf-8"?>
<p:tagLst xmlns:p="http://schemas.openxmlformats.org/presentationml/2006/main">
  <p:tag name="KSO_WM_DIAGRAM_VIRTUALLY_FRAME" val="{&quot;height&quot;:471.75,&quot;left&quot;:52,&quot;top&quot;:89,&quot;width&quot;:918.85}"/>
</p:tagLst>
</file>

<file path=ppt/tags/tag211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12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13.xml><?xml version="1.0" encoding="utf-8"?>
<p:tagLst xmlns:p="http://schemas.openxmlformats.org/presentationml/2006/main">
  <p:tag name="KSO_WM_DIAGRAM_VIRTUALLY_FRAME" val="{&quot;height&quot;:471.75,&quot;left&quot;:39.4,&quot;top&quot;:89,&quot;width&quot;:936}"/>
</p:tagLst>
</file>

<file path=ppt/tags/tag214.xml><?xml version="1.0" encoding="utf-8"?>
<p:tagLst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B1B2D9"/>
      </a:accent1>
      <a:accent2>
        <a:srgbClr val="9FD1CD"/>
      </a:accent2>
      <a:accent3>
        <a:srgbClr val="0D3D69"/>
      </a:accent3>
      <a:accent4>
        <a:srgbClr val="475059"/>
      </a:accent4>
      <a:accent5>
        <a:srgbClr val="818D96"/>
      </a:accent5>
      <a:accent6>
        <a:srgbClr val="525252"/>
      </a:accent6>
      <a:hlink>
        <a:srgbClr val="4276AA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1516</Words>
  <Application>WPS 演示</Application>
  <PresentationFormat>宽屏</PresentationFormat>
  <Paragraphs>302</Paragraphs>
  <Slides>23</Slides>
  <Notes>7</Notes>
  <HiddenSlides>7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Arial</vt:lpstr>
      <vt:lpstr>Arial Unicode MS</vt:lpstr>
      <vt:lpstr>等线</vt:lpstr>
      <vt:lpstr>Calibri</vt:lpstr>
      <vt:lpstr>ヒラギノ角ゴ ProN W3</vt:lpstr>
      <vt:lpstr>SWAstro</vt:lpstr>
      <vt:lpstr>Ostrich Sans Medium</vt:lpstr>
      <vt:lpstr>NumberOnly</vt:lpstr>
      <vt:lpstr>Open Sans</vt:lpstr>
      <vt:lpstr>Segoe Print</vt:lpstr>
      <vt:lpstr>Saturday Sans Regular</vt:lpstr>
      <vt:lpstr>Designed by iSlide</vt:lpstr>
      <vt:lpstr>单片机类设计常用元器件汇总</vt:lpstr>
      <vt:lpstr>目录</vt:lpstr>
      <vt:lpstr>主控类元器件</vt:lpstr>
      <vt:lpstr>主控类常用型号</vt:lpstr>
      <vt:lpstr>通讯类元器件</vt:lpstr>
      <vt:lpstr>通讯类常用型号</vt:lpstr>
      <vt:lpstr>环境检测类元器件</vt:lpstr>
      <vt:lpstr>环境检测类</vt:lpstr>
      <vt:lpstr>人体检测类元器件</vt:lpstr>
      <vt:lpstr>人体检测类</vt:lpstr>
      <vt:lpstr>距离测量类元器件</vt:lpstr>
      <vt:lpstr>距离测量类</vt:lpstr>
      <vt:lpstr>红外开关类元器件</vt:lpstr>
      <vt:lpstr>红外开关类</vt:lpstr>
      <vt:lpstr>速度测量类元器件</vt:lpstr>
      <vt:lpstr>速度测量类</vt:lpstr>
      <vt:lpstr>屏幕显示类元器件</vt:lpstr>
      <vt:lpstr>屏幕显示类</vt:lpstr>
      <vt:lpstr>控制类元器件</vt:lpstr>
      <vt:lpstr>控制类</vt:lpstr>
      <vt:lpstr>智能语音类元器件</vt:lpstr>
      <vt:lpstr>智能语音类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.</cp:lastModifiedBy>
  <cp:revision>3</cp:revision>
  <cp:lastPrinted>2023-12-17T16:00:00Z</cp:lastPrinted>
  <dcterms:created xsi:type="dcterms:W3CDTF">2023-12-17T16:00:00Z</dcterms:created>
  <dcterms:modified xsi:type="dcterms:W3CDTF">2025-10-24T09:42:29Z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35e2a53e-5210-454d-b4a4-6a172229da9c</vt:lpwstr>
  </property>
  <property fmtid="{D5CDD505-2E9C-101B-9397-08002B2CF9AE}" pid="3" name="ICV">
    <vt:lpwstr>5069F32253A047B99FE6B50759778EC6_12</vt:lpwstr>
  </property>
  <property fmtid="{D5CDD505-2E9C-101B-9397-08002B2CF9AE}" pid="4" name="KSOProductBuildVer">
    <vt:lpwstr>2052-12.1.0.22529</vt:lpwstr>
  </property>
</Properties>
</file>