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6858000" cy="9144000"/>
  <p:custDataLst>
    <p:tags r:id="rId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>
        <p:scale>
          <a:sx n="60" d="100"/>
          <a:sy n="60" d="100"/>
        </p:scale>
        <p:origin x="948" y="948"/>
      </p:cViewPr>
      <p:guideLst>
        <p:guide pos="416"/>
        <p:guide pos="7256"/>
        <p:guide orient="horz" pos="648"/>
        <p:guide orient="horz" pos="712"/>
        <p:guide orient="horz" pos="3929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3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gs" Target="tags/tag1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 matchingName="Title Slide">
  <p:cSld name="Titl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 descr="6c4747cd-d035-458c-92ed-69223385d2c7"/>
          <p:cNvGrpSpPr/>
          <p:nvPr/>
        </p:nvGrpSpPr>
        <p:grpSpPr>
          <a:xfrm>
            <a:off x="207536" y="0"/>
            <a:ext cx="11984465" cy="6858001"/>
            <a:chOff x="207536" y="0"/>
            <a:chExt cx="11984465" cy="6858001"/>
          </a:xfrm>
        </p:grpSpPr>
        <p:grpSp>
          <p:nvGrpSpPr>
            <p:cNvPr id="8" name="组合 7" descr="80184e4e-cb54-49e6-9366-f7f2cf98c0f2"/>
            <p:cNvGrpSpPr/>
            <p:nvPr/>
          </p:nvGrpSpPr>
          <p:grpSpPr>
            <a:xfrm>
              <a:off x="3774719" y="4318846"/>
              <a:ext cx="1060025" cy="1386668"/>
              <a:chOff x="3611702" y="4374284"/>
              <a:chExt cx="1060025" cy="1386668"/>
            </a:xfrm>
          </p:grpSpPr>
          <p:grpSp>
            <p:nvGrpSpPr>
              <p:cNvPr id="135" name="组合 134" descr="cd9f8488-d9ff-46d1-bf56-262424b7af06"/>
              <p:cNvGrpSpPr/>
              <p:nvPr/>
            </p:nvGrpSpPr>
            <p:grpSpPr>
              <a:xfrm flipH="1">
                <a:off x="3786256" y="4374284"/>
                <a:ext cx="685575" cy="779903"/>
                <a:chOff x="5244257" y="2427353"/>
                <a:chExt cx="685575" cy="779903"/>
              </a:xfrm>
            </p:grpSpPr>
            <p:grpSp>
              <p:nvGrpSpPr>
                <p:cNvPr id="150" name="组合 149" descr="1154ff45-ee15-4207-9b7a-94a20cf1b909"/>
                <p:cNvGrpSpPr/>
                <p:nvPr/>
              </p:nvGrpSpPr>
              <p:grpSpPr>
                <a:xfrm>
                  <a:off x="5244257" y="2427353"/>
                  <a:ext cx="685575" cy="779903"/>
                  <a:chOff x="5244257" y="2427353"/>
                  <a:chExt cx="685575" cy="779903"/>
                </a:xfrm>
              </p:grpSpPr>
              <p:sp>
                <p:nvSpPr>
                  <p:cNvPr id="152" name="任意多边形 151" descr="8b9d8dcb-3a4c-4c35-903f-fa653be6b45d"/>
                  <p:cNvSpPr/>
                  <p:nvPr/>
                </p:nvSpPr>
                <p:spPr>
                  <a:xfrm>
                    <a:off x="5254937" y="2446334"/>
                    <a:ext cx="653995" cy="737557"/>
                  </a:xfrm>
                  <a:custGeom>
                    <a:avLst/>
                    <a:gdLst>
                      <a:gd name="connsiteX0" fmla="*/ 631036 w 653995"/>
                      <a:gd name="connsiteY0" fmla="*/ 166658 h 737557"/>
                      <a:gd name="connsiteX1" fmla="*/ 334618 w 653995"/>
                      <a:gd name="connsiteY1" fmla="*/ 3781 h 737557"/>
                      <a:gd name="connsiteX2" fmla="*/ 304043 w 653995"/>
                      <a:gd name="connsiteY2" fmla="*/ 4447 h 737557"/>
                      <a:gd name="connsiteX3" fmla="*/ 14768 w 653995"/>
                      <a:gd name="connsiteY3" fmla="*/ 179707 h 737557"/>
                      <a:gd name="connsiteX4" fmla="*/ 5 w 653995"/>
                      <a:gd name="connsiteY4" fmla="*/ 206568 h 737557"/>
                      <a:gd name="connsiteX5" fmla="*/ 7148 w 653995"/>
                      <a:gd name="connsiteY5" fmla="*/ 544705 h 737557"/>
                      <a:gd name="connsiteX6" fmla="*/ 22960 w 653995"/>
                      <a:gd name="connsiteY6" fmla="*/ 570899 h 737557"/>
                      <a:gd name="connsiteX7" fmla="*/ 319378 w 653995"/>
                      <a:gd name="connsiteY7" fmla="*/ 733777 h 737557"/>
                      <a:gd name="connsiteX8" fmla="*/ 349953 w 653995"/>
                      <a:gd name="connsiteY8" fmla="*/ 733110 h 737557"/>
                      <a:gd name="connsiteX9" fmla="*/ 639227 w 653995"/>
                      <a:gd name="connsiteY9" fmla="*/ 557850 h 737557"/>
                      <a:gd name="connsiteX10" fmla="*/ 653991 w 653995"/>
                      <a:gd name="connsiteY10" fmla="*/ 530989 h 737557"/>
                      <a:gd name="connsiteX11" fmla="*/ 646847 w 653995"/>
                      <a:gd name="connsiteY11" fmla="*/ 192852 h 737557"/>
                      <a:gd name="connsiteX12" fmla="*/ 631036 w 653995"/>
                      <a:gd name="connsiteY12" fmla="*/ 166658 h 737557"/>
                      <a:gd name="connsiteX13" fmla="*/ 234986 w 653995"/>
                      <a:gd name="connsiteY13" fmla="*/ 536228 h 737557"/>
                      <a:gd name="connsiteX14" fmla="*/ 159548 w 653995"/>
                      <a:gd name="connsiteY14" fmla="*/ 276672 h 737557"/>
                      <a:gd name="connsiteX15" fmla="*/ 419105 w 653995"/>
                      <a:gd name="connsiteY15" fmla="*/ 201234 h 737557"/>
                      <a:gd name="connsiteX16" fmla="*/ 494543 w 653995"/>
                      <a:gd name="connsiteY16" fmla="*/ 460790 h 737557"/>
                      <a:gd name="connsiteX17" fmla="*/ 234986 w 653995"/>
                      <a:gd name="connsiteY17" fmla="*/ 536228 h 7375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653995" h="737557">
                        <a:moveTo>
                          <a:pt x="631036" y="166658"/>
                        </a:moveTo>
                        <a:lnTo>
                          <a:pt x="334618" y="3781"/>
                        </a:lnTo>
                        <a:cubicBezTo>
                          <a:pt x="324998" y="-1458"/>
                          <a:pt x="313377" y="-1268"/>
                          <a:pt x="304043" y="4447"/>
                        </a:cubicBezTo>
                        <a:lnTo>
                          <a:pt x="14768" y="179707"/>
                        </a:lnTo>
                        <a:cubicBezTo>
                          <a:pt x="5434" y="185327"/>
                          <a:pt x="-186" y="195614"/>
                          <a:pt x="5" y="206568"/>
                        </a:cubicBezTo>
                        <a:lnTo>
                          <a:pt x="7148" y="544705"/>
                        </a:lnTo>
                        <a:cubicBezTo>
                          <a:pt x="7339" y="555659"/>
                          <a:pt x="13435" y="565660"/>
                          <a:pt x="22960" y="570899"/>
                        </a:cubicBezTo>
                        <a:lnTo>
                          <a:pt x="319378" y="733777"/>
                        </a:lnTo>
                        <a:cubicBezTo>
                          <a:pt x="328998" y="739015"/>
                          <a:pt x="340619" y="738825"/>
                          <a:pt x="349953" y="733110"/>
                        </a:cubicBezTo>
                        <a:lnTo>
                          <a:pt x="639227" y="557850"/>
                        </a:lnTo>
                        <a:cubicBezTo>
                          <a:pt x="648562" y="552135"/>
                          <a:pt x="654182" y="541943"/>
                          <a:pt x="653991" y="530989"/>
                        </a:cubicBezTo>
                        <a:lnTo>
                          <a:pt x="646847" y="192852"/>
                        </a:lnTo>
                        <a:cubicBezTo>
                          <a:pt x="646657" y="181898"/>
                          <a:pt x="640656" y="171897"/>
                          <a:pt x="631036" y="166658"/>
                        </a:cubicBezTo>
                        <a:close/>
                        <a:moveTo>
                          <a:pt x="234986" y="536228"/>
                        </a:moveTo>
                        <a:cubicBezTo>
                          <a:pt x="142499" y="485365"/>
                          <a:pt x="108685" y="369160"/>
                          <a:pt x="159548" y="276672"/>
                        </a:cubicBezTo>
                        <a:cubicBezTo>
                          <a:pt x="210412" y="184184"/>
                          <a:pt x="326617" y="150370"/>
                          <a:pt x="419105" y="201234"/>
                        </a:cubicBezTo>
                        <a:cubicBezTo>
                          <a:pt x="511593" y="252097"/>
                          <a:pt x="545406" y="368302"/>
                          <a:pt x="494543" y="460790"/>
                        </a:cubicBezTo>
                        <a:cubicBezTo>
                          <a:pt x="443679" y="553278"/>
                          <a:pt x="327474" y="587092"/>
                          <a:pt x="234986" y="536228"/>
                        </a:cubicBezTo>
                        <a:close/>
                      </a:path>
                    </a:pathLst>
                  </a:custGeom>
                  <a:solidFill>
                    <a:srgbClr val="F9BA2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53" name="组合 152" descr="c7b9b2d8-26fc-41a6-8cef-e28e6087e17e"/>
                  <p:cNvGrpSpPr/>
                  <p:nvPr/>
                </p:nvGrpSpPr>
                <p:grpSpPr>
                  <a:xfrm>
                    <a:off x="5244257" y="2427353"/>
                    <a:ext cx="685575" cy="779903"/>
                    <a:chOff x="5244257" y="2427353"/>
                    <a:chExt cx="685575" cy="779903"/>
                  </a:xfrm>
                  <a:solidFill>
                    <a:srgbClr val="333333"/>
                  </a:solidFill>
                </p:grpSpPr>
                <p:sp>
                  <p:nvSpPr>
                    <p:cNvPr id="154" name="任意多边形 153" descr="f88067c0-5962-4634-a996-d4d751eb4abc"/>
                    <p:cNvSpPr/>
                    <p:nvPr/>
                  </p:nvSpPr>
                  <p:spPr>
                    <a:xfrm>
                      <a:off x="5244257" y="2427353"/>
                      <a:ext cx="685575" cy="779903"/>
                    </a:xfrm>
                    <a:custGeom>
                      <a:avLst/>
                      <a:gdLst>
                        <a:gd name="connsiteX0" fmla="*/ 640573 w 685575"/>
                        <a:gd name="connsiteY0" fmla="*/ 187639 h 779903"/>
                        <a:gd name="connsiteX1" fmla="*/ 391208 w 685575"/>
                        <a:gd name="connsiteY1" fmla="*/ 64862 h 779903"/>
                        <a:gd name="connsiteX2" fmla="*/ 359776 w 685575"/>
                        <a:gd name="connsiteY2" fmla="*/ 49908 h 779903"/>
                        <a:gd name="connsiteX3" fmla="*/ 344060 w 685575"/>
                        <a:gd name="connsiteY3" fmla="*/ 42383 h 779903"/>
                        <a:gd name="connsiteX4" fmla="*/ 336345 w 685575"/>
                        <a:gd name="connsiteY4" fmla="*/ 38573 h 779903"/>
                        <a:gd name="connsiteX5" fmla="*/ 333011 w 685575"/>
                        <a:gd name="connsiteY5" fmla="*/ 37716 h 779903"/>
                        <a:gd name="connsiteX6" fmla="*/ 326534 w 685575"/>
                        <a:gd name="connsiteY6" fmla="*/ 38859 h 779903"/>
                        <a:gd name="connsiteX7" fmla="*/ 315008 w 685575"/>
                        <a:gd name="connsiteY7" fmla="*/ 46288 h 779903"/>
                        <a:gd name="connsiteX8" fmla="*/ 285672 w 685575"/>
                        <a:gd name="connsiteY8" fmla="*/ 64957 h 779903"/>
                        <a:gd name="connsiteX9" fmla="*/ 166228 w 685575"/>
                        <a:gd name="connsiteY9" fmla="*/ 135823 h 779903"/>
                        <a:gd name="connsiteX10" fmla="*/ 44118 w 685575"/>
                        <a:gd name="connsiteY10" fmla="*/ 202213 h 779903"/>
                        <a:gd name="connsiteX11" fmla="*/ 29925 w 685575"/>
                        <a:gd name="connsiteY11" fmla="*/ 209928 h 779903"/>
                        <a:gd name="connsiteX12" fmla="*/ 22877 w 685575"/>
                        <a:gd name="connsiteY12" fmla="*/ 218024 h 779903"/>
                        <a:gd name="connsiteX13" fmla="*/ 20972 w 685575"/>
                        <a:gd name="connsiteY13" fmla="*/ 231073 h 779903"/>
                        <a:gd name="connsiteX14" fmla="*/ 20591 w 685575"/>
                        <a:gd name="connsiteY14" fmla="*/ 248409 h 779903"/>
                        <a:gd name="connsiteX15" fmla="*/ 20019 w 685575"/>
                        <a:gd name="connsiteY15" fmla="*/ 317846 h 779903"/>
                        <a:gd name="connsiteX16" fmla="*/ 23353 w 685575"/>
                        <a:gd name="connsiteY16" fmla="*/ 456625 h 779903"/>
                        <a:gd name="connsiteX17" fmla="*/ 26782 w 685575"/>
                        <a:gd name="connsiteY17" fmla="*/ 525967 h 779903"/>
                        <a:gd name="connsiteX18" fmla="*/ 28878 w 685575"/>
                        <a:gd name="connsiteY18" fmla="*/ 560638 h 779903"/>
                        <a:gd name="connsiteX19" fmla="*/ 29735 w 685575"/>
                        <a:gd name="connsiteY19" fmla="*/ 567020 h 779903"/>
                        <a:gd name="connsiteX20" fmla="*/ 31925 w 685575"/>
                        <a:gd name="connsiteY20" fmla="*/ 571878 h 779903"/>
                        <a:gd name="connsiteX21" fmla="*/ 39641 w 685575"/>
                        <a:gd name="connsiteY21" fmla="*/ 578546 h 779903"/>
                        <a:gd name="connsiteX22" fmla="*/ 164228 w 685575"/>
                        <a:gd name="connsiteY22" fmla="*/ 640172 h 779903"/>
                        <a:gd name="connsiteX23" fmla="*/ 287481 w 685575"/>
                        <a:gd name="connsiteY23" fmla="*/ 704085 h 779903"/>
                        <a:gd name="connsiteX24" fmla="*/ 318247 w 685575"/>
                        <a:gd name="connsiteY24" fmla="*/ 720182 h 779903"/>
                        <a:gd name="connsiteX25" fmla="*/ 333582 w 685575"/>
                        <a:gd name="connsiteY25" fmla="*/ 728279 h 779903"/>
                        <a:gd name="connsiteX26" fmla="*/ 341107 w 685575"/>
                        <a:gd name="connsiteY26" fmla="*/ 732184 h 779903"/>
                        <a:gd name="connsiteX27" fmla="*/ 343107 w 685575"/>
                        <a:gd name="connsiteY27" fmla="*/ 732755 h 779903"/>
                        <a:gd name="connsiteX28" fmla="*/ 358062 w 685575"/>
                        <a:gd name="connsiteY28" fmla="*/ 725421 h 779903"/>
                        <a:gd name="connsiteX29" fmla="*/ 387494 w 685575"/>
                        <a:gd name="connsiteY29" fmla="*/ 707038 h 779903"/>
                        <a:gd name="connsiteX30" fmla="*/ 505985 w 685575"/>
                        <a:gd name="connsiteY30" fmla="*/ 634648 h 779903"/>
                        <a:gd name="connsiteX31" fmla="*/ 625905 w 685575"/>
                        <a:gd name="connsiteY31" fmla="*/ 564639 h 779903"/>
                        <a:gd name="connsiteX32" fmla="*/ 639144 w 685575"/>
                        <a:gd name="connsiteY32" fmla="*/ 557209 h 779903"/>
                        <a:gd name="connsiteX33" fmla="*/ 642573 w 685575"/>
                        <a:gd name="connsiteY33" fmla="*/ 553590 h 779903"/>
                        <a:gd name="connsiteX34" fmla="*/ 644383 w 685575"/>
                        <a:gd name="connsiteY34" fmla="*/ 527015 h 779903"/>
                        <a:gd name="connsiteX35" fmla="*/ 647050 w 685575"/>
                        <a:gd name="connsiteY35" fmla="*/ 457483 h 779903"/>
                        <a:gd name="connsiteX36" fmla="*/ 653241 w 685575"/>
                        <a:gd name="connsiteY36" fmla="*/ 318513 h 779903"/>
                        <a:gd name="connsiteX37" fmla="*/ 654670 w 685575"/>
                        <a:gd name="connsiteY37" fmla="*/ 249076 h 779903"/>
                        <a:gd name="connsiteX38" fmla="*/ 654670 w 685575"/>
                        <a:gd name="connsiteY38" fmla="*/ 214309 h 779903"/>
                        <a:gd name="connsiteX39" fmla="*/ 640573 w 685575"/>
                        <a:gd name="connsiteY39" fmla="*/ 187639 h 779903"/>
                        <a:gd name="connsiteX40" fmla="*/ 642859 w 685575"/>
                        <a:gd name="connsiteY40" fmla="*/ 183544 h 779903"/>
                        <a:gd name="connsiteX41" fmla="*/ 660290 w 685575"/>
                        <a:gd name="connsiteY41" fmla="*/ 214405 h 779903"/>
                        <a:gd name="connsiteX42" fmla="*/ 661814 w 685575"/>
                        <a:gd name="connsiteY42" fmla="*/ 249076 h 779903"/>
                        <a:gd name="connsiteX43" fmla="*/ 666195 w 685575"/>
                        <a:gd name="connsiteY43" fmla="*/ 318418 h 779903"/>
                        <a:gd name="connsiteX44" fmla="*/ 678292 w 685575"/>
                        <a:gd name="connsiteY44" fmla="*/ 457006 h 779903"/>
                        <a:gd name="connsiteX45" fmla="*/ 683912 w 685575"/>
                        <a:gd name="connsiteY45" fmla="*/ 526348 h 779903"/>
                        <a:gd name="connsiteX46" fmla="*/ 685150 w 685575"/>
                        <a:gd name="connsiteY46" fmla="*/ 543684 h 779903"/>
                        <a:gd name="connsiteX47" fmla="*/ 685531 w 685575"/>
                        <a:gd name="connsiteY47" fmla="*/ 554352 h 779903"/>
                        <a:gd name="connsiteX48" fmla="*/ 682864 w 685575"/>
                        <a:gd name="connsiteY48" fmla="*/ 568735 h 779903"/>
                        <a:gd name="connsiteX49" fmla="*/ 665909 w 685575"/>
                        <a:gd name="connsiteY49" fmla="*/ 592547 h 779903"/>
                        <a:gd name="connsiteX50" fmla="*/ 656861 w 685575"/>
                        <a:gd name="connsiteY50" fmla="*/ 598738 h 779903"/>
                        <a:gd name="connsiteX51" fmla="*/ 649622 w 685575"/>
                        <a:gd name="connsiteY51" fmla="*/ 603501 h 779903"/>
                        <a:gd name="connsiteX52" fmla="*/ 532083 w 685575"/>
                        <a:gd name="connsiteY52" fmla="*/ 677415 h 779903"/>
                        <a:gd name="connsiteX53" fmla="*/ 413021 w 685575"/>
                        <a:gd name="connsiteY53" fmla="*/ 748948 h 779903"/>
                        <a:gd name="connsiteX54" fmla="*/ 383112 w 685575"/>
                        <a:gd name="connsiteY54" fmla="*/ 766474 h 779903"/>
                        <a:gd name="connsiteX55" fmla="*/ 375587 w 685575"/>
                        <a:gd name="connsiteY55" fmla="*/ 770855 h 779903"/>
                        <a:gd name="connsiteX56" fmla="*/ 363872 w 685575"/>
                        <a:gd name="connsiteY56" fmla="*/ 776665 h 779903"/>
                        <a:gd name="connsiteX57" fmla="*/ 333678 w 685575"/>
                        <a:gd name="connsiteY57" fmla="*/ 778571 h 779903"/>
                        <a:gd name="connsiteX58" fmla="*/ 319485 w 685575"/>
                        <a:gd name="connsiteY58" fmla="*/ 773141 h 779903"/>
                        <a:gd name="connsiteX59" fmla="*/ 311770 w 685575"/>
                        <a:gd name="connsiteY59" fmla="*/ 768760 h 779903"/>
                        <a:gd name="connsiteX60" fmla="*/ 296720 w 685575"/>
                        <a:gd name="connsiteY60" fmla="*/ 760092 h 779903"/>
                        <a:gd name="connsiteX61" fmla="*/ 266622 w 685575"/>
                        <a:gd name="connsiteY61" fmla="*/ 742756 h 779903"/>
                        <a:gd name="connsiteX62" fmla="*/ 146511 w 685575"/>
                        <a:gd name="connsiteY62" fmla="*/ 672938 h 779903"/>
                        <a:gd name="connsiteX63" fmla="*/ 27639 w 685575"/>
                        <a:gd name="connsiteY63" fmla="*/ 600834 h 779903"/>
                        <a:gd name="connsiteX64" fmla="*/ 11161 w 685575"/>
                        <a:gd name="connsiteY64" fmla="*/ 583308 h 779903"/>
                        <a:gd name="connsiteX65" fmla="*/ 7256 w 685575"/>
                        <a:gd name="connsiteY65" fmla="*/ 571973 h 779903"/>
                        <a:gd name="connsiteX66" fmla="*/ 6589 w 685575"/>
                        <a:gd name="connsiteY66" fmla="*/ 561115 h 779903"/>
                        <a:gd name="connsiteX67" fmla="*/ 7161 w 685575"/>
                        <a:gd name="connsiteY67" fmla="*/ 526348 h 779903"/>
                        <a:gd name="connsiteX68" fmla="*/ 7637 w 685575"/>
                        <a:gd name="connsiteY68" fmla="*/ 456911 h 779903"/>
                        <a:gd name="connsiteX69" fmla="*/ 5065 w 685575"/>
                        <a:gd name="connsiteY69" fmla="*/ 318132 h 779903"/>
                        <a:gd name="connsiteX70" fmla="*/ 1541 w 685575"/>
                        <a:gd name="connsiteY70" fmla="*/ 248790 h 779903"/>
                        <a:gd name="connsiteX71" fmla="*/ 398 w 685575"/>
                        <a:gd name="connsiteY71" fmla="*/ 231454 h 779903"/>
                        <a:gd name="connsiteX72" fmla="*/ 2112 w 685575"/>
                        <a:gd name="connsiteY72" fmla="*/ 210214 h 779903"/>
                        <a:gd name="connsiteX73" fmla="*/ 15543 w 685575"/>
                        <a:gd name="connsiteY73" fmla="*/ 190878 h 779903"/>
                        <a:gd name="connsiteX74" fmla="*/ 23639 w 685575"/>
                        <a:gd name="connsiteY74" fmla="*/ 185163 h 779903"/>
                        <a:gd name="connsiteX75" fmla="*/ 30782 w 685575"/>
                        <a:gd name="connsiteY75" fmla="*/ 180305 h 779903"/>
                        <a:gd name="connsiteX76" fmla="*/ 146130 w 685575"/>
                        <a:gd name="connsiteY76" fmla="*/ 102772 h 779903"/>
                        <a:gd name="connsiteX77" fmla="*/ 264240 w 685575"/>
                        <a:gd name="connsiteY77" fmla="*/ 29715 h 779903"/>
                        <a:gd name="connsiteX78" fmla="*/ 294339 w 685575"/>
                        <a:gd name="connsiteY78" fmla="*/ 12379 h 779903"/>
                        <a:gd name="connsiteX79" fmla="*/ 301959 w 685575"/>
                        <a:gd name="connsiteY79" fmla="*/ 8093 h 779903"/>
                        <a:gd name="connsiteX80" fmla="*/ 313104 w 685575"/>
                        <a:gd name="connsiteY80" fmla="*/ 2759 h 779903"/>
                        <a:gd name="connsiteX81" fmla="*/ 340821 w 685575"/>
                        <a:gd name="connsiteY81" fmla="*/ 1426 h 779903"/>
                        <a:gd name="connsiteX82" fmla="*/ 353680 w 685575"/>
                        <a:gd name="connsiteY82" fmla="*/ 6569 h 779903"/>
                        <a:gd name="connsiteX83" fmla="*/ 361205 w 685575"/>
                        <a:gd name="connsiteY83" fmla="*/ 11141 h 779903"/>
                        <a:gd name="connsiteX84" fmla="*/ 375969 w 685575"/>
                        <a:gd name="connsiteY84" fmla="*/ 20380 h 779903"/>
                        <a:gd name="connsiteX85" fmla="*/ 405401 w 685575"/>
                        <a:gd name="connsiteY85" fmla="*/ 38859 h 779903"/>
                        <a:gd name="connsiteX86" fmla="*/ 642859 w 685575"/>
                        <a:gd name="connsiteY86" fmla="*/ 183544 h 77990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</a:cxnLst>
                      <a:rect l="l" t="t" r="r" b="b"/>
                      <a:pathLst>
                        <a:path w="685575" h="779903">
                          <a:moveTo>
                            <a:pt x="640573" y="187639"/>
                          </a:moveTo>
                          <a:cubicBezTo>
                            <a:pt x="559801" y="142491"/>
                            <a:pt x="475314" y="104010"/>
                            <a:pt x="391208" y="64862"/>
                          </a:cubicBezTo>
                          <a:lnTo>
                            <a:pt x="359776" y="49908"/>
                          </a:lnTo>
                          <a:lnTo>
                            <a:pt x="344060" y="42383"/>
                          </a:lnTo>
                          <a:lnTo>
                            <a:pt x="336345" y="38573"/>
                          </a:lnTo>
                          <a:cubicBezTo>
                            <a:pt x="335202" y="38097"/>
                            <a:pt x="334154" y="37906"/>
                            <a:pt x="333011" y="37716"/>
                          </a:cubicBezTo>
                          <a:cubicBezTo>
                            <a:pt x="330725" y="37525"/>
                            <a:pt x="328439" y="37811"/>
                            <a:pt x="326534" y="38859"/>
                          </a:cubicBezTo>
                          <a:cubicBezTo>
                            <a:pt x="326058" y="38954"/>
                            <a:pt x="319581" y="43431"/>
                            <a:pt x="315008" y="46288"/>
                          </a:cubicBezTo>
                          <a:lnTo>
                            <a:pt x="285672" y="64957"/>
                          </a:lnTo>
                          <a:cubicBezTo>
                            <a:pt x="246524" y="89627"/>
                            <a:pt x="206614" y="113059"/>
                            <a:pt x="166228" y="135823"/>
                          </a:cubicBezTo>
                          <a:cubicBezTo>
                            <a:pt x="125842" y="158493"/>
                            <a:pt x="84980" y="180305"/>
                            <a:pt x="44118" y="202213"/>
                          </a:cubicBezTo>
                          <a:lnTo>
                            <a:pt x="29925" y="209928"/>
                          </a:lnTo>
                          <a:cubicBezTo>
                            <a:pt x="26877" y="211738"/>
                            <a:pt x="24401" y="214595"/>
                            <a:pt x="22877" y="218024"/>
                          </a:cubicBezTo>
                          <a:cubicBezTo>
                            <a:pt x="21257" y="221644"/>
                            <a:pt x="21067" y="224406"/>
                            <a:pt x="20972" y="231073"/>
                          </a:cubicBezTo>
                          <a:lnTo>
                            <a:pt x="20591" y="248409"/>
                          </a:lnTo>
                          <a:lnTo>
                            <a:pt x="20019" y="317846"/>
                          </a:lnTo>
                          <a:cubicBezTo>
                            <a:pt x="20210" y="364138"/>
                            <a:pt x="21448" y="410429"/>
                            <a:pt x="23353" y="456625"/>
                          </a:cubicBezTo>
                          <a:cubicBezTo>
                            <a:pt x="24306" y="479771"/>
                            <a:pt x="25353" y="502917"/>
                            <a:pt x="26782" y="525967"/>
                          </a:cubicBezTo>
                          <a:lnTo>
                            <a:pt x="28878" y="560638"/>
                          </a:lnTo>
                          <a:cubicBezTo>
                            <a:pt x="29068" y="564067"/>
                            <a:pt x="29258" y="565115"/>
                            <a:pt x="29735" y="567020"/>
                          </a:cubicBezTo>
                          <a:cubicBezTo>
                            <a:pt x="30211" y="568735"/>
                            <a:pt x="30973" y="570354"/>
                            <a:pt x="31925" y="571878"/>
                          </a:cubicBezTo>
                          <a:cubicBezTo>
                            <a:pt x="33831" y="574831"/>
                            <a:pt x="36593" y="577212"/>
                            <a:pt x="39641" y="578546"/>
                          </a:cubicBezTo>
                          <a:cubicBezTo>
                            <a:pt x="81170" y="599119"/>
                            <a:pt x="122889" y="619217"/>
                            <a:pt x="164228" y="640172"/>
                          </a:cubicBezTo>
                          <a:cubicBezTo>
                            <a:pt x="205566" y="661032"/>
                            <a:pt x="246524" y="682654"/>
                            <a:pt x="287481" y="704085"/>
                          </a:cubicBezTo>
                          <a:lnTo>
                            <a:pt x="318247" y="720182"/>
                          </a:lnTo>
                          <a:lnTo>
                            <a:pt x="333582" y="728279"/>
                          </a:lnTo>
                          <a:lnTo>
                            <a:pt x="341107" y="732184"/>
                          </a:lnTo>
                          <a:cubicBezTo>
                            <a:pt x="341774" y="732469"/>
                            <a:pt x="342441" y="732660"/>
                            <a:pt x="343107" y="732755"/>
                          </a:cubicBezTo>
                          <a:cubicBezTo>
                            <a:pt x="346822" y="732850"/>
                            <a:pt x="344917" y="733708"/>
                            <a:pt x="358062" y="725421"/>
                          </a:cubicBezTo>
                          <a:lnTo>
                            <a:pt x="387494" y="707038"/>
                          </a:lnTo>
                          <a:cubicBezTo>
                            <a:pt x="426641" y="682368"/>
                            <a:pt x="466266" y="658365"/>
                            <a:pt x="505985" y="634648"/>
                          </a:cubicBezTo>
                          <a:cubicBezTo>
                            <a:pt x="545799" y="611026"/>
                            <a:pt x="585709" y="587594"/>
                            <a:pt x="625905" y="564639"/>
                          </a:cubicBezTo>
                          <a:lnTo>
                            <a:pt x="639144" y="557209"/>
                          </a:lnTo>
                          <a:cubicBezTo>
                            <a:pt x="640573" y="556448"/>
                            <a:pt x="641811" y="555114"/>
                            <a:pt x="642573" y="553590"/>
                          </a:cubicBezTo>
                          <a:cubicBezTo>
                            <a:pt x="644383" y="553876"/>
                            <a:pt x="643812" y="537588"/>
                            <a:pt x="644383" y="527015"/>
                          </a:cubicBezTo>
                          <a:cubicBezTo>
                            <a:pt x="644859" y="503869"/>
                            <a:pt x="646098" y="480724"/>
                            <a:pt x="647050" y="457483"/>
                          </a:cubicBezTo>
                          <a:cubicBezTo>
                            <a:pt x="649146" y="411191"/>
                            <a:pt x="651908" y="364804"/>
                            <a:pt x="653241" y="318513"/>
                          </a:cubicBezTo>
                          <a:cubicBezTo>
                            <a:pt x="654194" y="295367"/>
                            <a:pt x="654480" y="272221"/>
                            <a:pt x="654670" y="249076"/>
                          </a:cubicBezTo>
                          <a:lnTo>
                            <a:pt x="654670" y="214309"/>
                          </a:lnTo>
                          <a:cubicBezTo>
                            <a:pt x="655718" y="203451"/>
                            <a:pt x="650098" y="192973"/>
                            <a:pt x="640573" y="187639"/>
                          </a:cubicBezTo>
                          <a:close/>
                          <a:moveTo>
                            <a:pt x="642859" y="183544"/>
                          </a:moveTo>
                          <a:cubicBezTo>
                            <a:pt x="654003" y="189259"/>
                            <a:pt x="660861" y="202213"/>
                            <a:pt x="660290" y="214405"/>
                          </a:cubicBezTo>
                          <a:lnTo>
                            <a:pt x="661814" y="249076"/>
                          </a:lnTo>
                          <a:cubicBezTo>
                            <a:pt x="662957" y="272221"/>
                            <a:pt x="664290" y="295272"/>
                            <a:pt x="666195" y="318418"/>
                          </a:cubicBezTo>
                          <a:cubicBezTo>
                            <a:pt x="669434" y="364614"/>
                            <a:pt x="674196" y="410810"/>
                            <a:pt x="678292" y="457006"/>
                          </a:cubicBezTo>
                          <a:cubicBezTo>
                            <a:pt x="680197" y="480152"/>
                            <a:pt x="682388" y="503203"/>
                            <a:pt x="683912" y="526348"/>
                          </a:cubicBezTo>
                          <a:lnTo>
                            <a:pt x="685150" y="543684"/>
                          </a:lnTo>
                          <a:cubicBezTo>
                            <a:pt x="685245" y="546827"/>
                            <a:pt x="685722" y="548542"/>
                            <a:pt x="685531" y="554352"/>
                          </a:cubicBezTo>
                          <a:cubicBezTo>
                            <a:pt x="685341" y="559210"/>
                            <a:pt x="684388" y="564067"/>
                            <a:pt x="682864" y="568735"/>
                          </a:cubicBezTo>
                          <a:cubicBezTo>
                            <a:pt x="679625" y="578069"/>
                            <a:pt x="673720" y="586356"/>
                            <a:pt x="665909" y="592547"/>
                          </a:cubicBezTo>
                          <a:cubicBezTo>
                            <a:pt x="661242" y="596071"/>
                            <a:pt x="659337" y="597024"/>
                            <a:pt x="656861" y="598738"/>
                          </a:cubicBezTo>
                          <a:lnTo>
                            <a:pt x="649622" y="603501"/>
                          </a:lnTo>
                          <a:cubicBezTo>
                            <a:pt x="610665" y="628552"/>
                            <a:pt x="571422" y="653126"/>
                            <a:pt x="532083" y="677415"/>
                          </a:cubicBezTo>
                          <a:cubicBezTo>
                            <a:pt x="492650" y="701608"/>
                            <a:pt x="453026" y="725611"/>
                            <a:pt x="413021" y="748948"/>
                          </a:cubicBezTo>
                          <a:lnTo>
                            <a:pt x="383112" y="766474"/>
                          </a:lnTo>
                          <a:lnTo>
                            <a:pt x="375587" y="770855"/>
                          </a:lnTo>
                          <a:cubicBezTo>
                            <a:pt x="373968" y="771808"/>
                            <a:pt x="368444" y="775142"/>
                            <a:pt x="363872" y="776665"/>
                          </a:cubicBezTo>
                          <a:cubicBezTo>
                            <a:pt x="354252" y="780190"/>
                            <a:pt x="343679" y="780856"/>
                            <a:pt x="333678" y="778571"/>
                          </a:cubicBezTo>
                          <a:cubicBezTo>
                            <a:pt x="328724" y="777427"/>
                            <a:pt x="323867" y="775618"/>
                            <a:pt x="319485" y="773141"/>
                          </a:cubicBezTo>
                          <a:lnTo>
                            <a:pt x="311770" y="768760"/>
                          </a:lnTo>
                          <a:lnTo>
                            <a:pt x="296720" y="760092"/>
                          </a:lnTo>
                          <a:lnTo>
                            <a:pt x="266622" y="742756"/>
                          </a:lnTo>
                          <a:cubicBezTo>
                            <a:pt x="226521" y="719706"/>
                            <a:pt x="186326" y="696656"/>
                            <a:pt x="146511" y="672938"/>
                          </a:cubicBezTo>
                          <a:cubicBezTo>
                            <a:pt x="106602" y="649411"/>
                            <a:pt x="67263" y="624837"/>
                            <a:pt x="27639" y="600834"/>
                          </a:cubicBezTo>
                          <a:cubicBezTo>
                            <a:pt x="20591" y="596643"/>
                            <a:pt x="14781" y="590452"/>
                            <a:pt x="11161" y="583308"/>
                          </a:cubicBezTo>
                          <a:cubicBezTo>
                            <a:pt x="9351" y="579688"/>
                            <a:pt x="8018" y="575879"/>
                            <a:pt x="7256" y="571973"/>
                          </a:cubicBezTo>
                          <a:cubicBezTo>
                            <a:pt x="6494" y="568258"/>
                            <a:pt x="6494" y="563496"/>
                            <a:pt x="6589" y="561115"/>
                          </a:cubicBezTo>
                          <a:lnTo>
                            <a:pt x="7161" y="526348"/>
                          </a:lnTo>
                          <a:cubicBezTo>
                            <a:pt x="7541" y="503203"/>
                            <a:pt x="7732" y="480057"/>
                            <a:pt x="7637" y="456911"/>
                          </a:cubicBezTo>
                          <a:cubicBezTo>
                            <a:pt x="7541" y="410620"/>
                            <a:pt x="6875" y="364328"/>
                            <a:pt x="5065" y="318132"/>
                          </a:cubicBezTo>
                          <a:lnTo>
                            <a:pt x="1541" y="248790"/>
                          </a:lnTo>
                          <a:lnTo>
                            <a:pt x="398" y="231454"/>
                          </a:lnTo>
                          <a:cubicBezTo>
                            <a:pt x="-78" y="226597"/>
                            <a:pt x="-650" y="217548"/>
                            <a:pt x="2112" y="210214"/>
                          </a:cubicBezTo>
                          <a:cubicBezTo>
                            <a:pt x="4589" y="202689"/>
                            <a:pt x="9351" y="195926"/>
                            <a:pt x="15543" y="190878"/>
                          </a:cubicBezTo>
                          <a:cubicBezTo>
                            <a:pt x="19067" y="188116"/>
                            <a:pt x="21257" y="186877"/>
                            <a:pt x="23639" y="185163"/>
                          </a:cubicBezTo>
                          <a:lnTo>
                            <a:pt x="30782" y="180305"/>
                          </a:lnTo>
                          <a:cubicBezTo>
                            <a:pt x="69073" y="154207"/>
                            <a:pt x="107364" y="128013"/>
                            <a:pt x="146130" y="102772"/>
                          </a:cubicBezTo>
                          <a:cubicBezTo>
                            <a:pt x="184992" y="77530"/>
                            <a:pt x="224235" y="53051"/>
                            <a:pt x="264240" y="29715"/>
                          </a:cubicBezTo>
                          <a:lnTo>
                            <a:pt x="294339" y="12379"/>
                          </a:lnTo>
                          <a:lnTo>
                            <a:pt x="301959" y="8093"/>
                          </a:lnTo>
                          <a:cubicBezTo>
                            <a:pt x="303769" y="7045"/>
                            <a:pt x="308722" y="4188"/>
                            <a:pt x="313104" y="2759"/>
                          </a:cubicBezTo>
                          <a:cubicBezTo>
                            <a:pt x="322057" y="-384"/>
                            <a:pt x="331773" y="-860"/>
                            <a:pt x="340821" y="1426"/>
                          </a:cubicBezTo>
                          <a:cubicBezTo>
                            <a:pt x="345298" y="2569"/>
                            <a:pt x="349679" y="4283"/>
                            <a:pt x="353680" y="6569"/>
                          </a:cubicBezTo>
                          <a:lnTo>
                            <a:pt x="361205" y="11141"/>
                          </a:lnTo>
                          <a:lnTo>
                            <a:pt x="375969" y="20380"/>
                          </a:lnTo>
                          <a:lnTo>
                            <a:pt x="405401" y="38859"/>
                          </a:lnTo>
                          <a:cubicBezTo>
                            <a:pt x="483601" y="88865"/>
                            <a:pt x="561420" y="139633"/>
                            <a:pt x="642859" y="183544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5" name="任意多边形 154" descr="797fd6d2-723b-4e95-9504-76b1822dd2dc"/>
                    <p:cNvSpPr/>
                    <p:nvPr/>
                  </p:nvSpPr>
                  <p:spPr>
                    <a:xfrm>
                      <a:off x="5370891" y="2616648"/>
                      <a:ext cx="426035" cy="399517"/>
                    </a:xfrm>
                    <a:custGeom>
                      <a:avLst/>
                      <a:gdLst>
                        <a:gd name="connsiteX0" fmla="*/ 117889 w 426035"/>
                        <a:gd name="connsiteY0" fmla="*/ 367915 h 399517"/>
                        <a:gd name="connsiteX1" fmla="*/ 57310 w 426035"/>
                        <a:gd name="connsiteY1" fmla="*/ 321623 h 399517"/>
                        <a:gd name="connsiteX2" fmla="*/ 13305 w 426035"/>
                        <a:gd name="connsiteY2" fmla="*/ 255901 h 399517"/>
                        <a:gd name="connsiteX3" fmla="*/ 637 w 426035"/>
                        <a:gd name="connsiteY3" fmla="*/ 175224 h 399517"/>
                        <a:gd name="connsiteX4" fmla="*/ 26545 w 426035"/>
                        <a:gd name="connsiteY4" fmla="*/ 97024 h 399517"/>
                        <a:gd name="connsiteX5" fmla="*/ 83504 w 426035"/>
                        <a:gd name="connsiteY5" fmla="*/ 39302 h 399517"/>
                        <a:gd name="connsiteX6" fmla="*/ 155608 w 426035"/>
                        <a:gd name="connsiteY6" fmla="*/ 7679 h 399517"/>
                        <a:gd name="connsiteX7" fmla="*/ 309247 w 426035"/>
                        <a:gd name="connsiteY7" fmla="*/ 19776 h 399517"/>
                        <a:gd name="connsiteX8" fmla="*/ 374779 w 426035"/>
                        <a:gd name="connsiteY8" fmla="*/ 67211 h 399517"/>
                        <a:gd name="connsiteX9" fmla="*/ 415736 w 426035"/>
                        <a:gd name="connsiteY9" fmla="*/ 138934 h 399517"/>
                        <a:gd name="connsiteX10" fmla="*/ 400401 w 426035"/>
                        <a:gd name="connsiteY10" fmla="*/ 302478 h 399517"/>
                        <a:gd name="connsiteX11" fmla="*/ 344775 w 426035"/>
                        <a:gd name="connsiteY11" fmla="*/ 365153 h 399517"/>
                        <a:gd name="connsiteX12" fmla="*/ 268861 w 426035"/>
                        <a:gd name="connsiteY12" fmla="*/ 396776 h 399517"/>
                        <a:gd name="connsiteX13" fmla="*/ 189613 w 426035"/>
                        <a:gd name="connsiteY13" fmla="*/ 394585 h 399517"/>
                        <a:gd name="connsiteX14" fmla="*/ 117889 w 426035"/>
                        <a:gd name="connsiteY14" fmla="*/ 367915 h 399517"/>
                        <a:gd name="connsiteX15" fmla="*/ 120175 w 426035"/>
                        <a:gd name="connsiteY15" fmla="*/ 363914 h 399517"/>
                        <a:gd name="connsiteX16" fmla="*/ 190851 w 426035"/>
                        <a:gd name="connsiteY16" fmla="*/ 382202 h 399517"/>
                        <a:gd name="connsiteX17" fmla="*/ 260098 w 426035"/>
                        <a:gd name="connsiteY17" fmla="*/ 367153 h 399517"/>
                        <a:gd name="connsiteX18" fmla="*/ 316486 w 426035"/>
                        <a:gd name="connsiteY18" fmla="*/ 330005 h 399517"/>
                        <a:gd name="connsiteX19" fmla="*/ 356776 w 426035"/>
                        <a:gd name="connsiteY19" fmla="*/ 278570 h 399517"/>
                        <a:gd name="connsiteX20" fmla="*/ 376874 w 426035"/>
                        <a:gd name="connsiteY20" fmla="*/ 216753 h 399517"/>
                        <a:gd name="connsiteX21" fmla="*/ 373445 w 426035"/>
                        <a:gd name="connsiteY21" fmla="*/ 151221 h 399517"/>
                        <a:gd name="connsiteX22" fmla="*/ 345632 w 426035"/>
                        <a:gd name="connsiteY22" fmla="*/ 90642 h 399517"/>
                        <a:gd name="connsiteX23" fmla="*/ 296959 w 426035"/>
                        <a:gd name="connsiteY23" fmla="*/ 42160 h 399517"/>
                        <a:gd name="connsiteX24" fmla="*/ 231142 w 426035"/>
                        <a:gd name="connsiteY24" fmla="*/ 16347 h 399517"/>
                        <a:gd name="connsiteX25" fmla="*/ 159799 w 426035"/>
                        <a:gd name="connsiteY25" fmla="*/ 22157 h 399517"/>
                        <a:gd name="connsiteX26" fmla="*/ 99601 w 426035"/>
                        <a:gd name="connsiteY26" fmla="*/ 59400 h 399517"/>
                        <a:gd name="connsiteX27" fmla="*/ 60644 w 426035"/>
                        <a:gd name="connsiteY27" fmla="*/ 115788 h 399517"/>
                        <a:gd name="connsiteX28" fmla="*/ 41880 w 426035"/>
                        <a:gd name="connsiteY28" fmla="*/ 247709 h 399517"/>
                        <a:gd name="connsiteX29" fmla="*/ 66645 w 426035"/>
                        <a:gd name="connsiteY29" fmla="*/ 314289 h 399517"/>
                        <a:gd name="connsiteX30" fmla="*/ 120175 w 426035"/>
                        <a:gd name="connsiteY30" fmla="*/ 363914 h 39951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</a:cxnLst>
                      <a:rect l="l" t="t" r="r" b="b"/>
                      <a:pathLst>
                        <a:path w="426035" h="399517">
                          <a:moveTo>
                            <a:pt x="117889" y="367915"/>
                          </a:moveTo>
                          <a:cubicBezTo>
                            <a:pt x="95791" y="355532"/>
                            <a:pt x="75313" y="340197"/>
                            <a:pt x="57310" y="321623"/>
                          </a:cubicBezTo>
                          <a:cubicBezTo>
                            <a:pt x="39308" y="303050"/>
                            <a:pt x="23687" y="281047"/>
                            <a:pt x="13305" y="255901"/>
                          </a:cubicBezTo>
                          <a:cubicBezTo>
                            <a:pt x="3018" y="230850"/>
                            <a:pt x="-1840" y="202942"/>
                            <a:pt x="637" y="175224"/>
                          </a:cubicBezTo>
                          <a:cubicBezTo>
                            <a:pt x="2923" y="147602"/>
                            <a:pt x="12067" y="120455"/>
                            <a:pt x="26545" y="97024"/>
                          </a:cubicBezTo>
                          <a:cubicBezTo>
                            <a:pt x="41213" y="73688"/>
                            <a:pt x="61120" y="53971"/>
                            <a:pt x="83504" y="39302"/>
                          </a:cubicBezTo>
                          <a:cubicBezTo>
                            <a:pt x="105888" y="24443"/>
                            <a:pt x="130462" y="14252"/>
                            <a:pt x="155608" y="7679"/>
                          </a:cubicBezTo>
                          <a:cubicBezTo>
                            <a:pt x="205805" y="-5275"/>
                            <a:pt x="260193" y="-2227"/>
                            <a:pt x="309247" y="19776"/>
                          </a:cubicBezTo>
                          <a:cubicBezTo>
                            <a:pt x="333440" y="30920"/>
                            <a:pt x="356491" y="46637"/>
                            <a:pt x="374779" y="67211"/>
                          </a:cubicBezTo>
                          <a:cubicBezTo>
                            <a:pt x="393257" y="87689"/>
                            <a:pt x="407068" y="112359"/>
                            <a:pt x="415736" y="138934"/>
                          </a:cubicBezTo>
                          <a:cubicBezTo>
                            <a:pt x="433262" y="191798"/>
                            <a:pt x="428595" y="253234"/>
                            <a:pt x="400401" y="302478"/>
                          </a:cubicBezTo>
                          <a:cubicBezTo>
                            <a:pt x="386399" y="326957"/>
                            <a:pt x="367349" y="348674"/>
                            <a:pt x="344775" y="365153"/>
                          </a:cubicBezTo>
                          <a:cubicBezTo>
                            <a:pt x="322105" y="381726"/>
                            <a:pt x="295626" y="392204"/>
                            <a:pt x="268861" y="396776"/>
                          </a:cubicBezTo>
                          <a:cubicBezTo>
                            <a:pt x="242000" y="401348"/>
                            <a:pt x="214949" y="399919"/>
                            <a:pt x="189613" y="394585"/>
                          </a:cubicBezTo>
                          <a:cubicBezTo>
                            <a:pt x="164086" y="389346"/>
                            <a:pt x="140083" y="380202"/>
                            <a:pt x="117889" y="367915"/>
                          </a:cubicBezTo>
                          <a:close/>
                          <a:moveTo>
                            <a:pt x="120175" y="363914"/>
                          </a:moveTo>
                          <a:cubicBezTo>
                            <a:pt x="141892" y="375725"/>
                            <a:pt x="166562" y="382012"/>
                            <a:pt x="190851" y="382202"/>
                          </a:cubicBezTo>
                          <a:cubicBezTo>
                            <a:pt x="215235" y="382393"/>
                            <a:pt x="238952" y="376583"/>
                            <a:pt x="260098" y="367153"/>
                          </a:cubicBezTo>
                          <a:cubicBezTo>
                            <a:pt x="281338" y="357723"/>
                            <a:pt x="300103" y="344769"/>
                            <a:pt x="316486" y="330005"/>
                          </a:cubicBezTo>
                          <a:cubicBezTo>
                            <a:pt x="332869" y="315242"/>
                            <a:pt x="346585" y="297906"/>
                            <a:pt x="356776" y="278570"/>
                          </a:cubicBezTo>
                          <a:cubicBezTo>
                            <a:pt x="367063" y="259235"/>
                            <a:pt x="373636" y="238375"/>
                            <a:pt x="376874" y="216753"/>
                          </a:cubicBezTo>
                          <a:cubicBezTo>
                            <a:pt x="379922" y="195131"/>
                            <a:pt x="378779" y="172843"/>
                            <a:pt x="373445" y="151221"/>
                          </a:cubicBezTo>
                          <a:cubicBezTo>
                            <a:pt x="368111" y="129695"/>
                            <a:pt x="358396" y="109216"/>
                            <a:pt x="345632" y="90642"/>
                          </a:cubicBezTo>
                          <a:cubicBezTo>
                            <a:pt x="332678" y="72164"/>
                            <a:pt x="316581" y="55209"/>
                            <a:pt x="296959" y="42160"/>
                          </a:cubicBezTo>
                          <a:cubicBezTo>
                            <a:pt x="277433" y="29206"/>
                            <a:pt x="254954" y="19776"/>
                            <a:pt x="231142" y="16347"/>
                          </a:cubicBezTo>
                          <a:cubicBezTo>
                            <a:pt x="207424" y="12632"/>
                            <a:pt x="182659" y="14728"/>
                            <a:pt x="159799" y="22157"/>
                          </a:cubicBezTo>
                          <a:cubicBezTo>
                            <a:pt x="136844" y="29587"/>
                            <a:pt x="116270" y="42922"/>
                            <a:pt x="99601" y="59400"/>
                          </a:cubicBezTo>
                          <a:cubicBezTo>
                            <a:pt x="82933" y="75974"/>
                            <a:pt x="70074" y="95309"/>
                            <a:pt x="60644" y="115788"/>
                          </a:cubicBezTo>
                          <a:cubicBezTo>
                            <a:pt x="41785" y="156746"/>
                            <a:pt x="35117" y="201513"/>
                            <a:pt x="41880" y="247709"/>
                          </a:cubicBezTo>
                          <a:cubicBezTo>
                            <a:pt x="45499" y="270665"/>
                            <a:pt x="53310" y="293906"/>
                            <a:pt x="66645" y="314289"/>
                          </a:cubicBezTo>
                          <a:cubicBezTo>
                            <a:pt x="79789" y="334673"/>
                            <a:pt x="98458" y="352103"/>
                            <a:pt x="120175" y="363914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151" name="任意多边形 150" descr="3f2aadf7-f14d-4807-870e-cebe745c3410"/>
                <p:cNvSpPr/>
                <p:nvPr/>
              </p:nvSpPr>
              <p:spPr>
                <a:xfrm>
                  <a:off x="5324912" y="2561016"/>
                  <a:ext cx="515123" cy="508548"/>
                </a:xfrm>
                <a:custGeom>
                  <a:avLst/>
                  <a:gdLst>
                    <a:gd name="connsiteX0" fmla="*/ 135294 w 515123"/>
                    <a:gd name="connsiteY0" fmla="*/ 475648 h 508548"/>
                    <a:gd name="connsiteX1" fmla="*/ 11279 w 515123"/>
                    <a:gd name="connsiteY1" fmla="*/ 325534 h 508548"/>
                    <a:gd name="connsiteX2" fmla="*/ 1277 w 515123"/>
                    <a:gd name="connsiteY2" fmla="*/ 225903 h 508548"/>
                    <a:gd name="connsiteX3" fmla="*/ 31662 w 515123"/>
                    <a:gd name="connsiteY3" fmla="*/ 130272 h 508548"/>
                    <a:gd name="connsiteX4" fmla="*/ 97194 w 515123"/>
                    <a:gd name="connsiteY4" fmla="*/ 54738 h 508548"/>
                    <a:gd name="connsiteX5" fmla="*/ 185967 w 515123"/>
                    <a:gd name="connsiteY5" fmla="*/ 9971 h 508548"/>
                    <a:gd name="connsiteX6" fmla="*/ 284837 w 515123"/>
                    <a:gd name="connsiteY6" fmla="*/ 1398 h 508548"/>
                    <a:gd name="connsiteX7" fmla="*/ 379991 w 515123"/>
                    <a:gd name="connsiteY7" fmla="*/ 30259 h 508548"/>
                    <a:gd name="connsiteX8" fmla="*/ 504483 w 515123"/>
                    <a:gd name="connsiteY8" fmla="*/ 182183 h 508548"/>
                    <a:gd name="connsiteX9" fmla="*/ 513722 w 515123"/>
                    <a:gd name="connsiteY9" fmla="*/ 282386 h 508548"/>
                    <a:gd name="connsiteX10" fmla="*/ 483338 w 515123"/>
                    <a:gd name="connsiteY10" fmla="*/ 378493 h 508548"/>
                    <a:gd name="connsiteX11" fmla="*/ 418187 w 515123"/>
                    <a:gd name="connsiteY11" fmla="*/ 455265 h 508548"/>
                    <a:gd name="connsiteX12" fmla="*/ 328461 w 515123"/>
                    <a:gd name="connsiteY12" fmla="*/ 500032 h 508548"/>
                    <a:gd name="connsiteX13" fmla="*/ 135294 w 515123"/>
                    <a:gd name="connsiteY13" fmla="*/ 475648 h 508548"/>
                    <a:gd name="connsiteX14" fmla="*/ 135866 w 515123"/>
                    <a:gd name="connsiteY14" fmla="*/ 474600 h 508548"/>
                    <a:gd name="connsiteX15" fmla="*/ 229592 w 515123"/>
                    <a:gd name="connsiteY15" fmla="*/ 503175 h 508548"/>
                    <a:gd name="connsiteX16" fmla="*/ 326366 w 515123"/>
                    <a:gd name="connsiteY16" fmla="*/ 492603 h 508548"/>
                    <a:gd name="connsiteX17" fmla="*/ 472860 w 515123"/>
                    <a:gd name="connsiteY17" fmla="*/ 372683 h 508548"/>
                    <a:gd name="connsiteX18" fmla="*/ 494006 w 515123"/>
                    <a:gd name="connsiteY18" fmla="*/ 185231 h 508548"/>
                    <a:gd name="connsiteX19" fmla="*/ 450381 w 515123"/>
                    <a:gd name="connsiteY19" fmla="*/ 99220 h 508548"/>
                    <a:gd name="connsiteX20" fmla="*/ 376943 w 515123"/>
                    <a:gd name="connsiteY20" fmla="*/ 35879 h 508548"/>
                    <a:gd name="connsiteX21" fmla="*/ 187110 w 515123"/>
                    <a:gd name="connsiteY21" fmla="*/ 13876 h 508548"/>
                    <a:gd name="connsiteX22" fmla="*/ 40139 w 515123"/>
                    <a:gd name="connsiteY22" fmla="*/ 135034 h 508548"/>
                    <a:gd name="connsiteX23" fmla="*/ 18232 w 515123"/>
                    <a:gd name="connsiteY23" fmla="*/ 323629 h 508548"/>
                    <a:gd name="connsiteX24" fmla="*/ 61285 w 515123"/>
                    <a:gd name="connsiteY24" fmla="*/ 410973 h 508548"/>
                    <a:gd name="connsiteX25" fmla="*/ 135866 w 515123"/>
                    <a:gd name="connsiteY25" fmla="*/ 474600 h 508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515123" h="508548">
                      <a:moveTo>
                        <a:pt x="135294" y="475648"/>
                      </a:moveTo>
                      <a:cubicBezTo>
                        <a:pt x="77096" y="444120"/>
                        <a:pt x="31376" y="389542"/>
                        <a:pt x="11279" y="325534"/>
                      </a:cubicBezTo>
                      <a:cubicBezTo>
                        <a:pt x="1087" y="293625"/>
                        <a:pt x="-2056" y="259431"/>
                        <a:pt x="1277" y="225903"/>
                      </a:cubicBezTo>
                      <a:cubicBezTo>
                        <a:pt x="4516" y="192375"/>
                        <a:pt x="15565" y="159704"/>
                        <a:pt x="31662" y="130272"/>
                      </a:cubicBezTo>
                      <a:cubicBezTo>
                        <a:pt x="48236" y="101030"/>
                        <a:pt x="70715" y="75217"/>
                        <a:pt x="97194" y="54738"/>
                      </a:cubicBezTo>
                      <a:cubicBezTo>
                        <a:pt x="123674" y="34355"/>
                        <a:pt x="153963" y="19115"/>
                        <a:pt x="185967" y="9971"/>
                      </a:cubicBezTo>
                      <a:cubicBezTo>
                        <a:pt x="218066" y="1113"/>
                        <a:pt x="251690" y="-2126"/>
                        <a:pt x="284837" y="1398"/>
                      </a:cubicBezTo>
                      <a:cubicBezTo>
                        <a:pt x="317888" y="5018"/>
                        <a:pt x="350464" y="14543"/>
                        <a:pt x="379991" y="30259"/>
                      </a:cubicBezTo>
                      <a:cubicBezTo>
                        <a:pt x="439046" y="61596"/>
                        <a:pt x="485528" y="117222"/>
                        <a:pt x="504483" y="182183"/>
                      </a:cubicBezTo>
                      <a:cubicBezTo>
                        <a:pt x="514103" y="214568"/>
                        <a:pt x="517247" y="248763"/>
                        <a:pt x="513722" y="282386"/>
                      </a:cubicBezTo>
                      <a:cubicBezTo>
                        <a:pt x="510293" y="316009"/>
                        <a:pt x="499530" y="348870"/>
                        <a:pt x="483338" y="378493"/>
                      </a:cubicBezTo>
                      <a:cubicBezTo>
                        <a:pt x="466859" y="407925"/>
                        <a:pt x="444952" y="434595"/>
                        <a:pt x="418187" y="455265"/>
                      </a:cubicBezTo>
                      <a:cubicBezTo>
                        <a:pt x="391612" y="476029"/>
                        <a:pt x="360941" y="491555"/>
                        <a:pt x="328461" y="500032"/>
                      </a:cubicBezTo>
                      <a:cubicBezTo>
                        <a:pt x="263691" y="517272"/>
                        <a:pt x="193111" y="507938"/>
                        <a:pt x="135294" y="475648"/>
                      </a:cubicBezTo>
                      <a:close/>
                      <a:moveTo>
                        <a:pt x="135866" y="474600"/>
                      </a:moveTo>
                      <a:cubicBezTo>
                        <a:pt x="164917" y="490126"/>
                        <a:pt x="196921" y="500223"/>
                        <a:pt x="229592" y="503175"/>
                      </a:cubicBezTo>
                      <a:cubicBezTo>
                        <a:pt x="262262" y="506128"/>
                        <a:pt x="295409" y="502413"/>
                        <a:pt x="326366" y="492603"/>
                      </a:cubicBezTo>
                      <a:cubicBezTo>
                        <a:pt x="388469" y="473076"/>
                        <a:pt x="441809" y="429357"/>
                        <a:pt x="472860" y="372683"/>
                      </a:cubicBezTo>
                      <a:cubicBezTo>
                        <a:pt x="503816" y="316009"/>
                        <a:pt x="511913" y="247429"/>
                        <a:pt x="494006" y="185231"/>
                      </a:cubicBezTo>
                      <a:cubicBezTo>
                        <a:pt x="485052" y="154179"/>
                        <a:pt x="470289" y="124747"/>
                        <a:pt x="450381" y="99220"/>
                      </a:cubicBezTo>
                      <a:cubicBezTo>
                        <a:pt x="430474" y="73598"/>
                        <a:pt x="405328" y="52071"/>
                        <a:pt x="376943" y="35879"/>
                      </a:cubicBezTo>
                      <a:cubicBezTo>
                        <a:pt x="320365" y="3399"/>
                        <a:pt x="249975" y="-5269"/>
                        <a:pt x="187110" y="13876"/>
                      </a:cubicBezTo>
                      <a:cubicBezTo>
                        <a:pt x="123959" y="32164"/>
                        <a:pt x="70429" y="77789"/>
                        <a:pt x="40139" y="135034"/>
                      </a:cubicBezTo>
                      <a:cubicBezTo>
                        <a:pt x="9278" y="192089"/>
                        <a:pt x="1373" y="260669"/>
                        <a:pt x="18232" y="323629"/>
                      </a:cubicBezTo>
                      <a:cubicBezTo>
                        <a:pt x="26614" y="355062"/>
                        <a:pt x="41282" y="384970"/>
                        <a:pt x="61285" y="410973"/>
                      </a:cubicBezTo>
                      <a:cubicBezTo>
                        <a:pt x="81478" y="436881"/>
                        <a:pt x="107195" y="458408"/>
                        <a:pt x="135866" y="474600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6" name="组合 135" descr="2678d6a3-46cb-49eb-8dea-cbf1daa30930"/>
              <p:cNvGrpSpPr/>
              <p:nvPr/>
            </p:nvGrpSpPr>
            <p:grpSpPr>
              <a:xfrm flipH="1">
                <a:off x="4277885" y="5384217"/>
                <a:ext cx="393842" cy="376735"/>
                <a:chOff x="5044361" y="3437286"/>
                <a:chExt cx="393842" cy="376735"/>
              </a:xfrm>
            </p:grpSpPr>
            <p:grpSp>
              <p:nvGrpSpPr>
                <p:cNvPr id="144" name="组合 143" descr="32b9e86b-e4e6-49ba-a992-4eb90f5d7703"/>
                <p:cNvGrpSpPr/>
                <p:nvPr/>
              </p:nvGrpSpPr>
              <p:grpSpPr>
                <a:xfrm>
                  <a:off x="5044361" y="3437286"/>
                  <a:ext cx="393842" cy="376735"/>
                  <a:chOff x="5044361" y="3437286"/>
                  <a:chExt cx="393842" cy="376735"/>
                </a:xfrm>
              </p:grpSpPr>
              <p:sp>
                <p:nvSpPr>
                  <p:cNvPr id="146" name="任意多边形 145" descr="492f08a3-70f9-4ecb-b829-f1d469a5b69e"/>
                  <p:cNvSpPr/>
                  <p:nvPr/>
                </p:nvSpPr>
                <p:spPr>
                  <a:xfrm>
                    <a:off x="5056060" y="3438715"/>
                    <a:ext cx="367474" cy="367474"/>
                  </a:xfrm>
                  <a:custGeom>
                    <a:avLst/>
                    <a:gdLst>
                      <a:gd name="connsiteX0" fmla="*/ 183737 w 367474"/>
                      <a:gd name="connsiteY0" fmla="*/ 0 h 367474"/>
                      <a:gd name="connsiteX1" fmla="*/ 0 w 367474"/>
                      <a:gd name="connsiteY1" fmla="*/ 183737 h 367474"/>
                      <a:gd name="connsiteX2" fmla="*/ 183737 w 367474"/>
                      <a:gd name="connsiteY2" fmla="*/ 367475 h 367474"/>
                      <a:gd name="connsiteX3" fmla="*/ 367474 w 367474"/>
                      <a:gd name="connsiteY3" fmla="*/ 183737 h 367474"/>
                      <a:gd name="connsiteX4" fmla="*/ 183737 w 367474"/>
                      <a:gd name="connsiteY4" fmla="*/ 0 h 367474"/>
                      <a:gd name="connsiteX5" fmla="*/ 183737 w 367474"/>
                      <a:gd name="connsiteY5" fmla="*/ 277654 h 367474"/>
                      <a:gd name="connsiteX6" fmla="*/ 89821 w 367474"/>
                      <a:gd name="connsiteY6" fmla="*/ 183737 h 367474"/>
                      <a:gd name="connsiteX7" fmla="*/ 183737 w 367474"/>
                      <a:gd name="connsiteY7" fmla="*/ 89821 h 367474"/>
                      <a:gd name="connsiteX8" fmla="*/ 277654 w 367474"/>
                      <a:gd name="connsiteY8" fmla="*/ 183737 h 367474"/>
                      <a:gd name="connsiteX9" fmla="*/ 183737 w 367474"/>
                      <a:gd name="connsiteY9" fmla="*/ 277654 h 3674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67474" h="367474">
                        <a:moveTo>
                          <a:pt x="183737" y="0"/>
                        </a:moveTo>
                        <a:cubicBezTo>
                          <a:pt x="82296" y="0"/>
                          <a:pt x="0" y="82296"/>
                          <a:pt x="0" y="183737"/>
                        </a:cubicBezTo>
                        <a:cubicBezTo>
                          <a:pt x="0" y="285179"/>
                          <a:pt x="82296" y="367475"/>
                          <a:pt x="183737" y="367475"/>
                        </a:cubicBezTo>
                        <a:cubicBezTo>
                          <a:pt x="285178" y="367475"/>
                          <a:pt x="367474" y="285179"/>
                          <a:pt x="367474" y="183737"/>
                        </a:cubicBezTo>
                        <a:cubicBezTo>
                          <a:pt x="367474" y="82296"/>
                          <a:pt x="285178" y="0"/>
                          <a:pt x="183737" y="0"/>
                        </a:cubicBezTo>
                        <a:close/>
                        <a:moveTo>
                          <a:pt x="183737" y="277654"/>
                        </a:moveTo>
                        <a:cubicBezTo>
                          <a:pt x="131826" y="277654"/>
                          <a:pt x="89821" y="235553"/>
                          <a:pt x="89821" y="183737"/>
                        </a:cubicBezTo>
                        <a:cubicBezTo>
                          <a:pt x="89821" y="131921"/>
                          <a:pt x="131826" y="89821"/>
                          <a:pt x="183737" y="89821"/>
                        </a:cubicBezTo>
                        <a:cubicBezTo>
                          <a:pt x="235648" y="89821"/>
                          <a:pt x="277654" y="131921"/>
                          <a:pt x="277654" y="183737"/>
                        </a:cubicBezTo>
                        <a:cubicBezTo>
                          <a:pt x="277654" y="235553"/>
                          <a:pt x="235553" y="277654"/>
                          <a:pt x="183737" y="277654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47" name="组合 146" descr="dafb3d2d-df00-4220-a8ae-89ede882c6b7"/>
                  <p:cNvGrpSpPr/>
                  <p:nvPr/>
                </p:nvGrpSpPr>
                <p:grpSpPr>
                  <a:xfrm>
                    <a:off x="5044361" y="3437286"/>
                    <a:ext cx="393842" cy="376735"/>
                    <a:chOff x="5044361" y="3437286"/>
                    <a:chExt cx="393842" cy="376735"/>
                  </a:xfrm>
                  <a:solidFill>
                    <a:srgbClr val="333333"/>
                  </a:solidFill>
                </p:grpSpPr>
                <p:sp>
                  <p:nvSpPr>
                    <p:cNvPr id="148" name="任意多边形 147" descr="49acc10d-4836-4852-a538-be102162a451"/>
                    <p:cNvSpPr/>
                    <p:nvPr/>
                  </p:nvSpPr>
                  <p:spPr>
                    <a:xfrm>
                      <a:off x="5044361" y="3437286"/>
                      <a:ext cx="393842" cy="376735"/>
                    </a:xfrm>
                    <a:custGeom>
                      <a:avLst/>
                      <a:gdLst>
                        <a:gd name="connsiteX0" fmla="*/ 195437 w 393842"/>
                        <a:gd name="connsiteY0" fmla="*/ 2762 h 376735"/>
                        <a:gd name="connsiteX1" fmla="*/ 126476 w 393842"/>
                        <a:gd name="connsiteY1" fmla="*/ 18669 h 376735"/>
                        <a:gd name="connsiteX2" fmla="*/ 71707 w 393842"/>
                        <a:gd name="connsiteY2" fmla="*/ 61436 h 376735"/>
                        <a:gd name="connsiteX3" fmla="*/ 36941 w 393842"/>
                        <a:gd name="connsiteY3" fmla="*/ 119539 h 376735"/>
                        <a:gd name="connsiteX4" fmla="*/ 23129 w 393842"/>
                        <a:gd name="connsiteY4" fmla="*/ 185166 h 376735"/>
                        <a:gd name="connsiteX5" fmla="*/ 32654 w 393842"/>
                        <a:gd name="connsiteY5" fmla="*/ 252508 h 376735"/>
                        <a:gd name="connsiteX6" fmla="*/ 68563 w 393842"/>
                        <a:gd name="connsiteY6" fmla="*/ 311849 h 376735"/>
                        <a:gd name="connsiteX7" fmla="*/ 126761 w 393842"/>
                        <a:gd name="connsiteY7" fmla="*/ 350520 h 376735"/>
                        <a:gd name="connsiteX8" fmla="*/ 195246 w 393842"/>
                        <a:gd name="connsiteY8" fmla="*/ 361283 h 376735"/>
                        <a:gd name="connsiteX9" fmla="*/ 315928 w 393842"/>
                        <a:gd name="connsiteY9" fmla="*/ 305848 h 376735"/>
                        <a:gd name="connsiteX10" fmla="*/ 364220 w 393842"/>
                        <a:gd name="connsiteY10" fmla="*/ 185166 h 376735"/>
                        <a:gd name="connsiteX11" fmla="*/ 318690 w 393842"/>
                        <a:gd name="connsiteY11" fmla="*/ 61722 h 376735"/>
                        <a:gd name="connsiteX12" fmla="*/ 264112 w 393842"/>
                        <a:gd name="connsiteY12" fmla="*/ 18955 h 376735"/>
                        <a:gd name="connsiteX13" fmla="*/ 195437 w 393842"/>
                        <a:gd name="connsiteY13" fmla="*/ 2762 h 376735"/>
                        <a:gd name="connsiteX14" fmla="*/ 195437 w 393842"/>
                        <a:gd name="connsiteY14" fmla="*/ 0 h 376735"/>
                        <a:gd name="connsiteX15" fmla="*/ 331739 w 393842"/>
                        <a:gd name="connsiteY15" fmla="*/ 48768 h 376735"/>
                        <a:gd name="connsiteX16" fmla="*/ 377364 w 393842"/>
                        <a:gd name="connsiteY16" fmla="*/ 109728 h 376735"/>
                        <a:gd name="connsiteX17" fmla="*/ 393842 w 393842"/>
                        <a:gd name="connsiteY17" fmla="*/ 185166 h 376735"/>
                        <a:gd name="connsiteX18" fmla="*/ 378412 w 393842"/>
                        <a:gd name="connsiteY18" fmla="*/ 260985 h 376735"/>
                        <a:gd name="connsiteX19" fmla="*/ 334502 w 393842"/>
                        <a:gd name="connsiteY19" fmla="*/ 324326 h 376735"/>
                        <a:gd name="connsiteX20" fmla="*/ 269922 w 393842"/>
                        <a:gd name="connsiteY20" fmla="*/ 365189 h 376735"/>
                        <a:gd name="connsiteX21" fmla="*/ 195341 w 393842"/>
                        <a:gd name="connsiteY21" fmla="*/ 376523 h 376735"/>
                        <a:gd name="connsiteX22" fmla="*/ 62277 w 393842"/>
                        <a:gd name="connsiteY22" fmla="*/ 318325 h 376735"/>
                        <a:gd name="connsiteX23" fmla="*/ 18557 w 393842"/>
                        <a:gd name="connsiteY23" fmla="*/ 258509 h 376735"/>
                        <a:gd name="connsiteX24" fmla="*/ 79 w 393842"/>
                        <a:gd name="connsiteY24" fmla="*/ 185261 h 376735"/>
                        <a:gd name="connsiteX25" fmla="*/ 14271 w 393842"/>
                        <a:gd name="connsiteY25" fmla="*/ 110300 h 376735"/>
                        <a:gd name="connsiteX26" fmla="*/ 59134 w 393842"/>
                        <a:gd name="connsiteY26" fmla="*/ 49149 h 376735"/>
                        <a:gd name="connsiteX27" fmla="*/ 195437 w 393842"/>
                        <a:gd name="connsiteY27" fmla="*/ 0 h 3767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</a:cxnLst>
                      <a:rect l="l" t="t" r="r" b="b"/>
                      <a:pathLst>
                        <a:path w="393842" h="376735">
                          <a:moveTo>
                            <a:pt x="195437" y="2762"/>
                          </a:moveTo>
                          <a:cubicBezTo>
                            <a:pt x="171529" y="2667"/>
                            <a:pt x="147716" y="8287"/>
                            <a:pt x="126476" y="18669"/>
                          </a:cubicBezTo>
                          <a:cubicBezTo>
                            <a:pt x="105140" y="28956"/>
                            <a:pt x="86661" y="44101"/>
                            <a:pt x="71707" y="61436"/>
                          </a:cubicBezTo>
                          <a:cubicBezTo>
                            <a:pt x="56657" y="78867"/>
                            <a:pt x="45227" y="98679"/>
                            <a:pt x="36941" y="119539"/>
                          </a:cubicBezTo>
                          <a:cubicBezTo>
                            <a:pt x="28654" y="140399"/>
                            <a:pt x="23987" y="162592"/>
                            <a:pt x="23129" y="185166"/>
                          </a:cubicBezTo>
                          <a:cubicBezTo>
                            <a:pt x="22272" y="207740"/>
                            <a:pt x="25225" y="230696"/>
                            <a:pt x="32654" y="252508"/>
                          </a:cubicBezTo>
                          <a:cubicBezTo>
                            <a:pt x="40084" y="274415"/>
                            <a:pt x="52371" y="294894"/>
                            <a:pt x="68563" y="311849"/>
                          </a:cubicBezTo>
                          <a:cubicBezTo>
                            <a:pt x="84851" y="328708"/>
                            <a:pt x="104949" y="342138"/>
                            <a:pt x="126761" y="350520"/>
                          </a:cubicBezTo>
                          <a:cubicBezTo>
                            <a:pt x="148574" y="359188"/>
                            <a:pt x="172196" y="362141"/>
                            <a:pt x="195246" y="361283"/>
                          </a:cubicBezTo>
                          <a:cubicBezTo>
                            <a:pt x="241538" y="358616"/>
                            <a:pt x="284972" y="338042"/>
                            <a:pt x="315928" y="305848"/>
                          </a:cubicBezTo>
                          <a:cubicBezTo>
                            <a:pt x="346884" y="273368"/>
                            <a:pt x="364124" y="229457"/>
                            <a:pt x="364220" y="185166"/>
                          </a:cubicBezTo>
                          <a:cubicBezTo>
                            <a:pt x="364791" y="140684"/>
                            <a:pt x="348027" y="96869"/>
                            <a:pt x="318690" y="61722"/>
                          </a:cubicBezTo>
                          <a:cubicBezTo>
                            <a:pt x="303736" y="44387"/>
                            <a:pt x="285353" y="29242"/>
                            <a:pt x="264112" y="18955"/>
                          </a:cubicBezTo>
                          <a:cubicBezTo>
                            <a:pt x="243062" y="8382"/>
                            <a:pt x="219249" y="3048"/>
                            <a:pt x="195437" y="2762"/>
                          </a:cubicBezTo>
                          <a:close/>
                          <a:moveTo>
                            <a:pt x="195437" y="0"/>
                          </a:moveTo>
                          <a:cubicBezTo>
                            <a:pt x="243633" y="0"/>
                            <a:pt x="293163" y="15526"/>
                            <a:pt x="331739" y="48768"/>
                          </a:cubicBezTo>
                          <a:cubicBezTo>
                            <a:pt x="350884" y="65246"/>
                            <a:pt x="366982" y="86106"/>
                            <a:pt x="377364" y="109728"/>
                          </a:cubicBezTo>
                          <a:cubicBezTo>
                            <a:pt x="388127" y="133255"/>
                            <a:pt x="393271" y="159258"/>
                            <a:pt x="393842" y="185166"/>
                          </a:cubicBezTo>
                          <a:cubicBezTo>
                            <a:pt x="393842" y="211074"/>
                            <a:pt x="388794" y="237173"/>
                            <a:pt x="378412" y="260985"/>
                          </a:cubicBezTo>
                          <a:cubicBezTo>
                            <a:pt x="368125" y="284798"/>
                            <a:pt x="353075" y="306515"/>
                            <a:pt x="334502" y="324326"/>
                          </a:cubicBezTo>
                          <a:cubicBezTo>
                            <a:pt x="315928" y="342138"/>
                            <a:pt x="293830" y="356235"/>
                            <a:pt x="269922" y="365189"/>
                          </a:cubicBezTo>
                          <a:cubicBezTo>
                            <a:pt x="246014" y="374237"/>
                            <a:pt x="220392" y="377666"/>
                            <a:pt x="195341" y="376523"/>
                          </a:cubicBezTo>
                          <a:cubicBezTo>
                            <a:pt x="145145" y="374142"/>
                            <a:pt x="97710" y="352425"/>
                            <a:pt x="62277" y="318325"/>
                          </a:cubicBezTo>
                          <a:cubicBezTo>
                            <a:pt x="44465" y="301276"/>
                            <a:pt x="29606" y="281083"/>
                            <a:pt x="18557" y="258509"/>
                          </a:cubicBezTo>
                          <a:cubicBezTo>
                            <a:pt x="7604" y="235934"/>
                            <a:pt x="1031" y="210884"/>
                            <a:pt x="79" y="185261"/>
                          </a:cubicBezTo>
                          <a:cubicBezTo>
                            <a:pt x="-683" y="159734"/>
                            <a:pt x="4079" y="133826"/>
                            <a:pt x="14271" y="110300"/>
                          </a:cubicBezTo>
                          <a:cubicBezTo>
                            <a:pt x="24463" y="86678"/>
                            <a:pt x="40179" y="65818"/>
                            <a:pt x="59134" y="49149"/>
                          </a:cubicBezTo>
                          <a:cubicBezTo>
                            <a:pt x="97805" y="15716"/>
                            <a:pt x="147240" y="286"/>
                            <a:pt x="195437" y="0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9" name="任意多边形 148" descr="2ba1342b-5c5c-46db-b0ca-0bff559c5b7d"/>
                    <p:cNvSpPr/>
                    <p:nvPr/>
                  </p:nvSpPr>
                  <p:spPr>
                    <a:xfrm>
                      <a:off x="5134186" y="3520502"/>
                      <a:ext cx="214214" cy="197200"/>
                    </a:xfrm>
                    <a:custGeom>
                      <a:avLst/>
                      <a:gdLst>
                        <a:gd name="connsiteX0" fmla="*/ 105612 w 214214"/>
                        <a:gd name="connsiteY0" fmla="*/ 197200 h 197200"/>
                        <a:gd name="connsiteX1" fmla="*/ 32936 w 214214"/>
                        <a:gd name="connsiteY1" fmla="*/ 174530 h 197200"/>
                        <a:gd name="connsiteX2" fmla="*/ 7504 w 214214"/>
                        <a:gd name="connsiteY2" fmla="*/ 142527 h 197200"/>
                        <a:gd name="connsiteX3" fmla="*/ 170 w 214214"/>
                        <a:gd name="connsiteY3" fmla="*/ 101855 h 197200"/>
                        <a:gd name="connsiteX4" fmla="*/ 35984 w 214214"/>
                        <a:gd name="connsiteY4" fmla="*/ 32322 h 197200"/>
                        <a:gd name="connsiteX5" fmla="*/ 105516 w 214214"/>
                        <a:gd name="connsiteY5" fmla="*/ 413 h 197200"/>
                        <a:gd name="connsiteX6" fmla="*/ 145712 w 214214"/>
                        <a:gd name="connsiteY6" fmla="*/ 4890 h 197200"/>
                        <a:gd name="connsiteX7" fmla="*/ 181145 w 214214"/>
                        <a:gd name="connsiteY7" fmla="*/ 26226 h 197200"/>
                        <a:gd name="connsiteX8" fmla="*/ 214197 w 214214"/>
                        <a:gd name="connsiteY8" fmla="*/ 101855 h 197200"/>
                        <a:gd name="connsiteX9" fmla="*/ 204672 w 214214"/>
                        <a:gd name="connsiteY9" fmla="*/ 142908 h 197200"/>
                        <a:gd name="connsiteX10" fmla="*/ 178478 w 214214"/>
                        <a:gd name="connsiteY10" fmla="*/ 174721 h 197200"/>
                        <a:gd name="connsiteX11" fmla="*/ 105612 w 214214"/>
                        <a:gd name="connsiteY11" fmla="*/ 197200 h 197200"/>
                        <a:gd name="connsiteX12" fmla="*/ 105612 w 214214"/>
                        <a:gd name="connsiteY12" fmla="*/ 194438 h 197200"/>
                        <a:gd name="connsiteX13" fmla="*/ 140092 w 214214"/>
                        <a:gd name="connsiteY13" fmla="*/ 185199 h 197200"/>
                        <a:gd name="connsiteX14" fmla="*/ 165524 w 214214"/>
                        <a:gd name="connsiteY14" fmla="*/ 161862 h 197200"/>
                        <a:gd name="connsiteX15" fmla="*/ 180002 w 214214"/>
                        <a:gd name="connsiteY15" fmla="*/ 132716 h 197200"/>
                        <a:gd name="connsiteX16" fmla="*/ 184764 w 214214"/>
                        <a:gd name="connsiteY16" fmla="*/ 101855 h 197200"/>
                        <a:gd name="connsiteX17" fmla="*/ 162762 w 214214"/>
                        <a:gd name="connsiteY17" fmla="*/ 44705 h 197200"/>
                        <a:gd name="connsiteX18" fmla="*/ 105612 w 214214"/>
                        <a:gd name="connsiteY18" fmla="*/ 15558 h 197200"/>
                        <a:gd name="connsiteX19" fmla="*/ 42366 w 214214"/>
                        <a:gd name="connsiteY19" fmla="*/ 38704 h 197200"/>
                        <a:gd name="connsiteX20" fmla="*/ 25887 w 214214"/>
                        <a:gd name="connsiteY20" fmla="*/ 68994 h 197200"/>
                        <a:gd name="connsiteX21" fmla="*/ 23220 w 214214"/>
                        <a:gd name="connsiteY21" fmla="*/ 102045 h 197200"/>
                        <a:gd name="connsiteX22" fmla="*/ 45413 w 214214"/>
                        <a:gd name="connsiteY22" fmla="*/ 162243 h 197200"/>
                        <a:gd name="connsiteX23" fmla="*/ 71036 w 214214"/>
                        <a:gd name="connsiteY23" fmla="*/ 185580 h 197200"/>
                        <a:gd name="connsiteX24" fmla="*/ 105612 w 214214"/>
                        <a:gd name="connsiteY24" fmla="*/ 194438 h 1972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</a:cxnLst>
                      <a:rect l="l" t="t" r="r" b="b"/>
                      <a:pathLst>
                        <a:path w="214214" h="197200">
                          <a:moveTo>
                            <a:pt x="105612" y="197200"/>
                          </a:moveTo>
                          <a:cubicBezTo>
                            <a:pt x="81037" y="196819"/>
                            <a:pt x="54843" y="191104"/>
                            <a:pt x="32936" y="174530"/>
                          </a:cubicBezTo>
                          <a:cubicBezTo>
                            <a:pt x="22268" y="166244"/>
                            <a:pt x="13124" y="155290"/>
                            <a:pt x="7504" y="142527"/>
                          </a:cubicBezTo>
                          <a:cubicBezTo>
                            <a:pt x="1694" y="129858"/>
                            <a:pt x="-687" y="115666"/>
                            <a:pt x="170" y="101855"/>
                          </a:cubicBezTo>
                          <a:cubicBezTo>
                            <a:pt x="1980" y="73851"/>
                            <a:pt x="17410" y="49563"/>
                            <a:pt x="35984" y="32322"/>
                          </a:cubicBezTo>
                          <a:cubicBezTo>
                            <a:pt x="54748" y="14796"/>
                            <a:pt x="78942" y="3080"/>
                            <a:pt x="105516" y="413"/>
                          </a:cubicBezTo>
                          <a:cubicBezTo>
                            <a:pt x="118756" y="-729"/>
                            <a:pt x="132663" y="413"/>
                            <a:pt x="145712" y="4890"/>
                          </a:cubicBezTo>
                          <a:cubicBezTo>
                            <a:pt x="158761" y="9272"/>
                            <a:pt x="170953" y="16701"/>
                            <a:pt x="181145" y="26226"/>
                          </a:cubicBezTo>
                          <a:cubicBezTo>
                            <a:pt x="201719" y="45086"/>
                            <a:pt x="214768" y="73280"/>
                            <a:pt x="214197" y="101855"/>
                          </a:cubicBezTo>
                          <a:cubicBezTo>
                            <a:pt x="213911" y="116047"/>
                            <a:pt x="210768" y="130239"/>
                            <a:pt x="204672" y="142908"/>
                          </a:cubicBezTo>
                          <a:cubicBezTo>
                            <a:pt x="198576" y="155576"/>
                            <a:pt x="189241" y="166530"/>
                            <a:pt x="178478" y="174721"/>
                          </a:cubicBezTo>
                          <a:cubicBezTo>
                            <a:pt x="156380" y="191295"/>
                            <a:pt x="130281" y="197200"/>
                            <a:pt x="105612" y="197200"/>
                          </a:cubicBezTo>
                          <a:close/>
                          <a:moveTo>
                            <a:pt x="105612" y="194438"/>
                          </a:moveTo>
                          <a:cubicBezTo>
                            <a:pt x="117708" y="194343"/>
                            <a:pt x="129805" y="191199"/>
                            <a:pt x="140092" y="185199"/>
                          </a:cubicBezTo>
                          <a:cubicBezTo>
                            <a:pt x="150474" y="179388"/>
                            <a:pt x="158952" y="170911"/>
                            <a:pt x="165524" y="161862"/>
                          </a:cubicBezTo>
                          <a:cubicBezTo>
                            <a:pt x="172096" y="152718"/>
                            <a:pt x="176668" y="142812"/>
                            <a:pt x="180002" y="132716"/>
                          </a:cubicBezTo>
                          <a:cubicBezTo>
                            <a:pt x="183336" y="122715"/>
                            <a:pt x="184955" y="112332"/>
                            <a:pt x="184764" y="101855"/>
                          </a:cubicBezTo>
                          <a:cubicBezTo>
                            <a:pt x="184383" y="81186"/>
                            <a:pt x="177144" y="60516"/>
                            <a:pt x="162762" y="44705"/>
                          </a:cubicBezTo>
                          <a:cubicBezTo>
                            <a:pt x="148379" y="29179"/>
                            <a:pt x="128281" y="18225"/>
                            <a:pt x="105612" y="15558"/>
                          </a:cubicBezTo>
                          <a:cubicBezTo>
                            <a:pt x="82942" y="12796"/>
                            <a:pt x="58272" y="21273"/>
                            <a:pt x="42366" y="38704"/>
                          </a:cubicBezTo>
                          <a:cubicBezTo>
                            <a:pt x="34460" y="47372"/>
                            <a:pt x="28840" y="57945"/>
                            <a:pt x="25887" y="68994"/>
                          </a:cubicBezTo>
                          <a:cubicBezTo>
                            <a:pt x="22934" y="80043"/>
                            <a:pt x="22268" y="91187"/>
                            <a:pt x="23220" y="102045"/>
                          </a:cubicBezTo>
                          <a:cubicBezTo>
                            <a:pt x="25221" y="123667"/>
                            <a:pt x="32364" y="143765"/>
                            <a:pt x="45413" y="162243"/>
                          </a:cubicBezTo>
                          <a:cubicBezTo>
                            <a:pt x="52081" y="171292"/>
                            <a:pt x="60558" y="179769"/>
                            <a:pt x="71036" y="185580"/>
                          </a:cubicBezTo>
                          <a:cubicBezTo>
                            <a:pt x="81323" y="191390"/>
                            <a:pt x="93515" y="194533"/>
                            <a:pt x="105612" y="194438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145" name="任意多边形 144" descr="62ed5f37-5b66-4a28-bf0e-e4eda34afcf9"/>
                <p:cNvSpPr/>
                <p:nvPr/>
              </p:nvSpPr>
              <p:spPr>
                <a:xfrm>
                  <a:off x="5103776" y="3489842"/>
                  <a:ext cx="270659" cy="261959"/>
                </a:xfrm>
                <a:custGeom>
                  <a:avLst/>
                  <a:gdLst>
                    <a:gd name="connsiteX0" fmla="*/ 136021 w 270659"/>
                    <a:gd name="connsiteY0" fmla="*/ 261959 h 261959"/>
                    <a:gd name="connsiteX1" fmla="*/ 41819 w 270659"/>
                    <a:gd name="connsiteY1" fmla="*/ 226812 h 261959"/>
                    <a:gd name="connsiteX2" fmla="*/ 4 w 270659"/>
                    <a:gd name="connsiteY2" fmla="*/ 132610 h 261959"/>
                    <a:gd name="connsiteX3" fmla="*/ 40485 w 270659"/>
                    <a:gd name="connsiteY3" fmla="*/ 36979 h 261959"/>
                    <a:gd name="connsiteX4" fmla="*/ 136116 w 270659"/>
                    <a:gd name="connsiteY4" fmla="*/ 117 h 261959"/>
                    <a:gd name="connsiteX5" fmla="*/ 228699 w 270659"/>
                    <a:gd name="connsiteY5" fmla="*/ 40027 h 261959"/>
                    <a:gd name="connsiteX6" fmla="*/ 258608 w 270659"/>
                    <a:gd name="connsiteY6" fmla="*/ 81937 h 261959"/>
                    <a:gd name="connsiteX7" fmla="*/ 270609 w 270659"/>
                    <a:gd name="connsiteY7" fmla="*/ 132705 h 261959"/>
                    <a:gd name="connsiteX8" fmla="*/ 230223 w 270659"/>
                    <a:gd name="connsiteY8" fmla="*/ 226812 h 261959"/>
                    <a:gd name="connsiteX9" fmla="*/ 136021 w 270659"/>
                    <a:gd name="connsiteY9" fmla="*/ 261959 h 261959"/>
                    <a:gd name="connsiteX10" fmla="*/ 136021 w 270659"/>
                    <a:gd name="connsiteY10" fmla="*/ 260626 h 261959"/>
                    <a:gd name="connsiteX11" fmla="*/ 224032 w 270659"/>
                    <a:gd name="connsiteY11" fmla="*/ 220525 h 261959"/>
                    <a:gd name="connsiteX12" fmla="*/ 259084 w 270659"/>
                    <a:gd name="connsiteY12" fmla="*/ 132515 h 261959"/>
                    <a:gd name="connsiteX13" fmla="*/ 225556 w 270659"/>
                    <a:gd name="connsiteY13" fmla="*/ 43075 h 261959"/>
                    <a:gd name="connsiteX14" fmla="*/ 136116 w 270659"/>
                    <a:gd name="connsiteY14" fmla="*/ 7546 h 261959"/>
                    <a:gd name="connsiteX15" fmla="*/ 49724 w 270659"/>
                    <a:gd name="connsiteY15" fmla="*/ 46027 h 261959"/>
                    <a:gd name="connsiteX16" fmla="*/ 14768 w 270659"/>
                    <a:gd name="connsiteY16" fmla="*/ 132419 h 261959"/>
                    <a:gd name="connsiteX17" fmla="*/ 48296 w 270659"/>
                    <a:gd name="connsiteY17" fmla="*/ 220240 h 261959"/>
                    <a:gd name="connsiteX18" fmla="*/ 136021 w 270659"/>
                    <a:gd name="connsiteY18" fmla="*/ 260626 h 2619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70659" h="261959">
                      <a:moveTo>
                        <a:pt x="136021" y="261959"/>
                      </a:moveTo>
                      <a:cubicBezTo>
                        <a:pt x="102303" y="261959"/>
                        <a:pt x="67822" y="250339"/>
                        <a:pt x="41819" y="226812"/>
                      </a:cubicBezTo>
                      <a:cubicBezTo>
                        <a:pt x="15434" y="203666"/>
                        <a:pt x="99" y="168233"/>
                        <a:pt x="4" y="132610"/>
                      </a:cubicBezTo>
                      <a:cubicBezTo>
                        <a:pt x="-282" y="96891"/>
                        <a:pt x="14958" y="61553"/>
                        <a:pt x="40485" y="36979"/>
                      </a:cubicBezTo>
                      <a:cubicBezTo>
                        <a:pt x="65726" y="12023"/>
                        <a:pt x="101445" y="-1407"/>
                        <a:pt x="136116" y="117"/>
                      </a:cubicBezTo>
                      <a:cubicBezTo>
                        <a:pt x="170882" y="1260"/>
                        <a:pt x="204220" y="16024"/>
                        <a:pt x="228699" y="40027"/>
                      </a:cubicBezTo>
                      <a:cubicBezTo>
                        <a:pt x="240986" y="52028"/>
                        <a:pt x="251274" y="66125"/>
                        <a:pt x="258608" y="81937"/>
                      </a:cubicBezTo>
                      <a:cubicBezTo>
                        <a:pt x="265847" y="97748"/>
                        <a:pt x="270038" y="115084"/>
                        <a:pt x="270609" y="132705"/>
                      </a:cubicBezTo>
                      <a:cubicBezTo>
                        <a:pt x="271657" y="167948"/>
                        <a:pt x="256417" y="203666"/>
                        <a:pt x="230223" y="226812"/>
                      </a:cubicBezTo>
                      <a:cubicBezTo>
                        <a:pt x="204220" y="250339"/>
                        <a:pt x="169739" y="261864"/>
                        <a:pt x="136021" y="261959"/>
                      </a:cubicBezTo>
                      <a:close/>
                      <a:moveTo>
                        <a:pt x="136021" y="260626"/>
                      </a:moveTo>
                      <a:cubicBezTo>
                        <a:pt x="169835" y="261007"/>
                        <a:pt x="202315" y="244814"/>
                        <a:pt x="224032" y="220525"/>
                      </a:cubicBezTo>
                      <a:cubicBezTo>
                        <a:pt x="245749" y="196141"/>
                        <a:pt x="258227" y="164804"/>
                        <a:pt x="259084" y="132515"/>
                      </a:cubicBezTo>
                      <a:cubicBezTo>
                        <a:pt x="260227" y="100415"/>
                        <a:pt x="248797" y="66887"/>
                        <a:pt x="225556" y="43075"/>
                      </a:cubicBezTo>
                      <a:cubicBezTo>
                        <a:pt x="202410" y="19167"/>
                        <a:pt x="168882" y="6213"/>
                        <a:pt x="136116" y="7546"/>
                      </a:cubicBezTo>
                      <a:cubicBezTo>
                        <a:pt x="103350" y="8785"/>
                        <a:pt x="72013" y="23072"/>
                        <a:pt x="49724" y="46027"/>
                      </a:cubicBezTo>
                      <a:cubicBezTo>
                        <a:pt x="27341" y="68983"/>
                        <a:pt x="14863" y="100701"/>
                        <a:pt x="14768" y="132419"/>
                      </a:cubicBezTo>
                      <a:cubicBezTo>
                        <a:pt x="14387" y="164328"/>
                        <a:pt x="26769" y="195856"/>
                        <a:pt x="48296" y="220240"/>
                      </a:cubicBezTo>
                      <a:cubicBezTo>
                        <a:pt x="69727" y="244719"/>
                        <a:pt x="102207" y="260816"/>
                        <a:pt x="136021" y="260626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7" name="组合 136" descr="228cea18-338b-4fb3-b73a-10cb3301514a"/>
              <p:cNvGrpSpPr/>
              <p:nvPr/>
            </p:nvGrpSpPr>
            <p:grpSpPr>
              <a:xfrm flipH="1">
                <a:off x="3611702" y="5375168"/>
                <a:ext cx="201429" cy="192656"/>
                <a:chOff x="5902957" y="3428237"/>
                <a:chExt cx="201429" cy="192656"/>
              </a:xfrm>
            </p:grpSpPr>
            <p:grpSp>
              <p:nvGrpSpPr>
                <p:cNvPr id="138" name="组合 137" descr="04cc6ea6-b0da-4f39-b869-ea8e36c97e7d"/>
                <p:cNvGrpSpPr/>
                <p:nvPr/>
              </p:nvGrpSpPr>
              <p:grpSpPr>
                <a:xfrm>
                  <a:off x="5902957" y="3428237"/>
                  <a:ext cx="201429" cy="192656"/>
                  <a:chOff x="5902957" y="3428237"/>
                  <a:chExt cx="201429" cy="192656"/>
                </a:xfrm>
              </p:grpSpPr>
              <p:sp>
                <p:nvSpPr>
                  <p:cNvPr id="140" name="任意多边形 139" descr="7a722fe9-923e-4994-b5c1-4b133150ca3c"/>
                  <p:cNvSpPr/>
                  <p:nvPr/>
                </p:nvSpPr>
                <p:spPr>
                  <a:xfrm>
                    <a:off x="5909024" y="3428999"/>
                    <a:ext cx="187833" cy="187833"/>
                  </a:xfrm>
                  <a:custGeom>
                    <a:avLst/>
                    <a:gdLst>
                      <a:gd name="connsiteX0" fmla="*/ 93917 w 187833"/>
                      <a:gd name="connsiteY0" fmla="*/ 0 h 187833"/>
                      <a:gd name="connsiteX1" fmla="*/ 0 w 187833"/>
                      <a:gd name="connsiteY1" fmla="*/ 93917 h 187833"/>
                      <a:gd name="connsiteX2" fmla="*/ 93917 w 187833"/>
                      <a:gd name="connsiteY2" fmla="*/ 187833 h 187833"/>
                      <a:gd name="connsiteX3" fmla="*/ 187833 w 187833"/>
                      <a:gd name="connsiteY3" fmla="*/ 93917 h 187833"/>
                      <a:gd name="connsiteX4" fmla="*/ 93917 w 187833"/>
                      <a:gd name="connsiteY4" fmla="*/ 0 h 187833"/>
                      <a:gd name="connsiteX5" fmla="*/ 93917 w 187833"/>
                      <a:gd name="connsiteY5" fmla="*/ 141922 h 187833"/>
                      <a:gd name="connsiteX6" fmla="*/ 45911 w 187833"/>
                      <a:gd name="connsiteY6" fmla="*/ 93917 h 187833"/>
                      <a:gd name="connsiteX7" fmla="*/ 93917 w 187833"/>
                      <a:gd name="connsiteY7" fmla="*/ 45911 h 187833"/>
                      <a:gd name="connsiteX8" fmla="*/ 141922 w 187833"/>
                      <a:gd name="connsiteY8" fmla="*/ 93917 h 187833"/>
                      <a:gd name="connsiteX9" fmla="*/ 93917 w 187833"/>
                      <a:gd name="connsiteY9" fmla="*/ 141922 h 1878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87833" h="187833">
                        <a:moveTo>
                          <a:pt x="93917" y="0"/>
                        </a:moveTo>
                        <a:cubicBezTo>
                          <a:pt x="42005" y="0"/>
                          <a:pt x="0" y="42100"/>
                          <a:pt x="0" y="93917"/>
                        </a:cubicBezTo>
                        <a:cubicBezTo>
                          <a:pt x="0" y="145733"/>
                          <a:pt x="42005" y="187833"/>
                          <a:pt x="93917" y="187833"/>
                        </a:cubicBezTo>
                        <a:cubicBezTo>
                          <a:pt x="145828" y="187833"/>
                          <a:pt x="187833" y="145733"/>
                          <a:pt x="187833" y="93917"/>
                        </a:cubicBezTo>
                        <a:cubicBezTo>
                          <a:pt x="187833" y="42100"/>
                          <a:pt x="145733" y="0"/>
                          <a:pt x="93917" y="0"/>
                        </a:cubicBezTo>
                        <a:close/>
                        <a:moveTo>
                          <a:pt x="93917" y="141922"/>
                        </a:moveTo>
                        <a:cubicBezTo>
                          <a:pt x="67437" y="141922"/>
                          <a:pt x="45911" y="120396"/>
                          <a:pt x="45911" y="93917"/>
                        </a:cubicBezTo>
                        <a:cubicBezTo>
                          <a:pt x="45911" y="67437"/>
                          <a:pt x="67437" y="45911"/>
                          <a:pt x="93917" y="45911"/>
                        </a:cubicBezTo>
                        <a:cubicBezTo>
                          <a:pt x="120396" y="45911"/>
                          <a:pt x="141922" y="67437"/>
                          <a:pt x="141922" y="93917"/>
                        </a:cubicBezTo>
                        <a:cubicBezTo>
                          <a:pt x="141922" y="120396"/>
                          <a:pt x="120396" y="141922"/>
                          <a:pt x="93917" y="141922"/>
                        </a:cubicBezTo>
                        <a:close/>
                      </a:path>
                    </a:pathLst>
                  </a:custGeom>
                  <a:solidFill>
                    <a:srgbClr val="CF514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41" name="组合 140" descr="4d9c13ea-73be-4d74-a58a-8694f386cade"/>
                  <p:cNvGrpSpPr/>
                  <p:nvPr/>
                </p:nvGrpSpPr>
                <p:grpSpPr>
                  <a:xfrm>
                    <a:off x="5902957" y="3428237"/>
                    <a:ext cx="201429" cy="192656"/>
                    <a:chOff x="5902957" y="3428237"/>
                    <a:chExt cx="201429" cy="192656"/>
                  </a:xfrm>
                  <a:solidFill>
                    <a:srgbClr val="333333"/>
                  </a:solidFill>
                </p:grpSpPr>
                <p:sp>
                  <p:nvSpPr>
                    <p:cNvPr id="142" name="任意多边形 141" descr="9556447c-e258-47f0-af3f-6a34492e0479"/>
                    <p:cNvSpPr/>
                    <p:nvPr/>
                  </p:nvSpPr>
                  <p:spPr>
                    <a:xfrm>
                      <a:off x="5902957" y="3428237"/>
                      <a:ext cx="201429" cy="192656"/>
                    </a:xfrm>
                    <a:custGeom>
                      <a:avLst/>
                      <a:gdLst>
                        <a:gd name="connsiteX0" fmla="*/ 99983 w 201429"/>
                        <a:gd name="connsiteY0" fmla="*/ 1429 h 192656"/>
                        <a:gd name="connsiteX1" fmla="*/ 36737 w 201429"/>
                        <a:gd name="connsiteY1" fmla="*/ 31337 h 192656"/>
                        <a:gd name="connsiteX2" fmla="*/ 11972 w 201429"/>
                        <a:gd name="connsiteY2" fmla="*/ 94583 h 192656"/>
                        <a:gd name="connsiteX3" fmla="*/ 35213 w 201429"/>
                        <a:gd name="connsiteY3" fmla="*/ 159353 h 192656"/>
                        <a:gd name="connsiteX4" fmla="*/ 99983 w 201429"/>
                        <a:gd name="connsiteY4" fmla="*/ 184595 h 192656"/>
                        <a:gd name="connsiteX5" fmla="*/ 161705 w 201429"/>
                        <a:gd name="connsiteY5" fmla="*/ 156210 h 192656"/>
                        <a:gd name="connsiteX6" fmla="*/ 186375 w 201429"/>
                        <a:gd name="connsiteY6" fmla="*/ 94488 h 192656"/>
                        <a:gd name="connsiteX7" fmla="*/ 163134 w 201429"/>
                        <a:gd name="connsiteY7" fmla="*/ 31337 h 192656"/>
                        <a:gd name="connsiteX8" fmla="*/ 99983 w 201429"/>
                        <a:gd name="connsiteY8" fmla="*/ 1429 h 192656"/>
                        <a:gd name="connsiteX9" fmla="*/ 99983 w 201429"/>
                        <a:gd name="connsiteY9" fmla="*/ 0 h 192656"/>
                        <a:gd name="connsiteX10" fmla="*/ 169706 w 201429"/>
                        <a:gd name="connsiteY10" fmla="*/ 24955 h 192656"/>
                        <a:gd name="connsiteX11" fmla="*/ 201424 w 201429"/>
                        <a:gd name="connsiteY11" fmla="*/ 94679 h 192656"/>
                        <a:gd name="connsiteX12" fmla="*/ 171040 w 201429"/>
                        <a:gd name="connsiteY12" fmla="*/ 165830 h 192656"/>
                        <a:gd name="connsiteX13" fmla="*/ 99888 w 201429"/>
                        <a:gd name="connsiteY13" fmla="*/ 192500 h 192656"/>
                        <a:gd name="connsiteX14" fmla="*/ 31879 w 201429"/>
                        <a:gd name="connsiteY14" fmla="*/ 162782 h 192656"/>
                        <a:gd name="connsiteX15" fmla="*/ 9496 w 201429"/>
                        <a:gd name="connsiteY15" fmla="*/ 132207 h 192656"/>
                        <a:gd name="connsiteX16" fmla="*/ 66 w 201429"/>
                        <a:gd name="connsiteY16" fmla="*/ 94774 h 192656"/>
                        <a:gd name="connsiteX17" fmla="*/ 30356 w 201429"/>
                        <a:gd name="connsiteY17" fmla="*/ 25241 h 192656"/>
                        <a:gd name="connsiteX18" fmla="*/ 99983 w 201429"/>
                        <a:gd name="connsiteY18" fmla="*/ 0 h 19265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</a:cxnLst>
                      <a:rect l="l" t="t" r="r" b="b"/>
                      <a:pathLst>
                        <a:path w="201429" h="192656">
                          <a:moveTo>
                            <a:pt x="99983" y="1429"/>
                          </a:moveTo>
                          <a:cubicBezTo>
                            <a:pt x="75314" y="1143"/>
                            <a:pt x="51882" y="13525"/>
                            <a:pt x="36737" y="31337"/>
                          </a:cubicBezTo>
                          <a:cubicBezTo>
                            <a:pt x="21592" y="49340"/>
                            <a:pt x="12829" y="71533"/>
                            <a:pt x="11972" y="94583"/>
                          </a:cubicBezTo>
                          <a:cubicBezTo>
                            <a:pt x="10829" y="117538"/>
                            <a:pt x="18449" y="141923"/>
                            <a:pt x="35213" y="159353"/>
                          </a:cubicBezTo>
                          <a:cubicBezTo>
                            <a:pt x="51787" y="176879"/>
                            <a:pt x="76456" y="186023"/>
                            <a:pt x="99983" y="184595"/>
                          </a:cubicBezTo>
                          <a:cubicBezTo>
                            <a:pt x="123605" y="183261"/>
                            <a:pt x="145894" y="172784"/>
                            <a:pt x="161705" y="156210"/>
                          </a:cubicBezTo>
                          <a:cubicBezTo>
                            <a:pt x="177612" y="139637"/>
                            <a:pt x="186280" y="117062"/>
                            <a:pt x="186375" y="94488"/>
                          </a:cubicBezTo>
                          <a:cubicBezTo>
                            <a:pt x="186661" y="71723"/>
                            <a:pt x="178088" y="49340"/>
                            <a:pt x="163134" y="31337"/>
                          </a:cubicBezTo>
                          <a:cubicBezTo>
                            <a:pt x="148084" y="13621"/>
                            <a:pt x="124558" y="1238"/>
                            <a:pt x="99983" y="1429"/>
                          </a:cubicBezTo>
                          <a:close/>
                          <a:moveTo>
                            <a:pt x="99983" y="0"/>
                          </a:moveTo>
                          <a:cubicBezTo>
                            <a:pt x="124653" y="0"/>
                            <a:pt x="149989" y="7811"/>
                            <a:pt x="169706" y="24955"/>
                          </a:cubicBezTo>
                          <a:cubicBezTo>
                            <a:pt x="189709" y="41624"/>
                            <a:pt x="201329" y="68104"/>
                            <a:pt x="201424" y="94679"/>
                          </a:cubicBezTo>
                          <a:cubicBezTo>
                            <a:pt x="201710" y="121349"/>
                            <a:pt x="190090" y="147638"/>
                            <a:pt x="171040" y="165830"/>
                          </a:cubicBezTo>
                          <a:cubicBezTo>
                            <a:pt x="152180" y="184309"/>
                            <a:pt x="125510" y="194024"/>
                            <a:pt x="99888" y="192500"/>
                          </a:cubicBezTo>
                          <a:cubicBezTo>
                            <a:pt x="74170" y="191262"/>
                            <a:pt x="49977" y="180213"/>
                            <a:pt x="31879" y="162782"/>
                          </a:cubicBezTo>
                          <a:cubicBezTo>
                            <a:pt x="22831" y="154019"/>
                            <a:pt x="15115" y="143732"/>
                            <a:pt x="9496" y="132207"/>
                          </a:cubicBezTo>
                          <a:cubicBezTo>
                            <a:pt x="3971" y="120682"/>
                            <a:pt x="637" y="107823"/>
                            <a:pt x="66" y="94774"/>
                          </a:cubicBezTo>
                          <a:cubicBezTo>
                            <a:pt x="-982" y="68580"/>
                            <a:pt x="10543" y="41910"/>
                            <a:pt x="30356" y="25241"/>
                          </a:cubicBezTo>
                          <a:cubicBezTo>
                            <a:pt x="49977" y="7906"/>
                            <a:pt x="75409" y="191"/>
                            <a:pt x="99983" y="0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3" name="任意多边形 142" descr="5c3f36ca-dc3a-43d8-a24b-7a53262ded64"/>
                    <p:cNvSpPr/>
                    <p:nvPr/>
                  </p:nvSpPr>
                  <p:spPr>
                    <a:xfrm>
                      <a:off x="5948921" y="3470657"/>
                      <a:ext cx="109558" cy="100931"/>
                    </a:xfrm>
                    <a:custGeom>
                      <a:avLst/>
                      <a:gdLst>
                        <a:gd name="connsiteX0" fmla="*/ 54019 w 109558"/>
                        <a:gd name="connsiteY0" fmla="*/ 100932 h 100931"/>
                        <a:gd name="connsiteX1" fmla="*/ 16872 w 109558"/>
                        <a:gd name="connsiteY1" fmla="*/ 89311 h 100931"/>
                        <a:gd name="connsiteX2" fmla="*/ 108 w 109558"/>
                        <a:gd name="connsiteY2" fmla="*/ 52164 h 100931"/>
                        <a:gd name="connsiteX3" fmla="*/ 18396 w 109558"/>
                        <a:gd name="connsiteY3" fmla="*/ 16540 h 100931"/>
                        <a:gd name="connsiteX4" fmla="*/ 54019 w 109558"/>
                        <a:gd name="connsiteY4" fmla="*/ 252 h 100931"/>
                        <a:gd name="connsiteX5" fmla="*/ 92691 w 109558"/>
                        <a:gd name="connsiteY5" fmla="*/ 13492 h 100931"/>
                        <a:gd name="connsiteX6" fmla="*/ 109550 w 109558"/>
                        <a:gd name="connsiteY6" fmla="*/ 52164 h 100931"/>
                        <a:gd name="connsiteX7" fmla="*/ 91262 w 109558"/>
                        <a:gd name="connsiteY7" fmla="*/ 89406 h 100931"/>
                        <a:gd name="connsiteX8" fmla="*/ 54019 w 109558"/>
                        <a:gd name="connsiteY8" fmla="*/ 100932 h 100931"/>
                        <a:gd name="connsiteX9" fmla="*/ 54019 w 109558"/>
                        <a:gd name="connsiteY9" fmla="*/ 99503 h 100931"/>
                        <a:gd name="connsiteX10" fmla="*/ 84690 w 109558"/>
                        <a:gd name="connsiteY10" fmla="*/ 82834 h 100931"/>
                        <a:gd name="connsiteX11" fmla="*/ 94501 w 109558"/>
                        <a:gd name="connsiteY11" fmla="*/ 52164 h 100931"/>
                        <a:gd name="connsiteX12" fmla="*/ 83261 w 109558"/>
                        <a:gd name="connsiteY12" fmla="*/ 22922 h 100931"/>
                        <a:gd name="connsiteX13" fmla="*/ 54019 w 109558"/>
                        <a:gd name="connsiteY13" fmla="*/ 8063 h 100931"/>
                        <a:gd name="connsiteX14" fmla="*/ 21634 w 109558"/>
                        <a:gd name="connsiteY14" fmla="*/ 19874 h 100931"/>
                        <a:gd name="connsiteX15" fmla="*/ 11823 w 109558"/>
                        <a:gd name="connsiteY15" fmla="*/ 52259 h 100931"/>
                        <a:gd name="connsiteX16" fmla="*/ 23158 w 109558"/>
                        <a:gd name="connsiteY16" fmla="*/ 83025 h 100931"/>
                        <a:gd name="connsiteX17" fmla="*/ 54019 w 109558"/>
                        <a:gd name="connsiteY17" fmla="*/ 99503 h 1009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109558" h="100931">
                          <a:moveTo>
                            <a:pt x="54019" y="100932"/>
                          </a:moveTo>
                          <a:cubicBezTo>
                            <a:pt x="41446" y="100741"/>
                            <a:pt x="28111" y="97788"/>
                            <a:pt x="16872" y="89311"/>
                          </a:cubicBezTo>
                          <a:cubicBezTo>
                            <a:pt x="5727" y="80929"/>
                            <a:pt x="-940" y="66356"/>
                            <a:pt x="108" y="52164"/>
                          </a:cubicBezTo>
                          <a:cubicBezTo>
                            <a:pt x="965" y="37876"/>
                            <a:pt x="8871" y="25398"/>
                            <a:pt x="18396" y="16540"/>
                          </a:cubicBezTo>
                          <a:cubicBezTo>
                            <a:pt x="28016" y="7682"/>
                            <a:pt x="40303" y="1491"/>
                            <a:pt x="54019" y="252"/>
                          </a:cubicBezTo>
                          <a:cubicBezTo>
                            <a:pt x="67545" y="-1176"/>
                            <a:pt x="82309" y="3491"/>
                            <a:pt x="92691" y="13492"/>
                          </a:cubicBezTo>
                          <a:cubicBezTo>
                            <a:pt x="103168" y="23208"/>
                            <a:pt x="109836" y="37495"/>
                            <a:pt x="109550" y="52164"/>
                          </a:cubicBezTo>
                          <a:cubicBezTo>
                            <a:pt x="109360" y="66642"/>
                            <a:pt x="102692" y="81215"/>
                            <a:pt x="91262" y="89406"/>
                          </a:cubicBezTo>
                          <a:cubicBezTo>
                            <a:pt x="80022" y="97979"/>
                            <a:pt x="66592" y="100932"/>
                            <a:pt x="54019" y="100932"/>
                          </a:cubicBezTo>
                          <a:close/>
                          <a:moveTo>
                            <a:pt x="54019" y="99503"/>
                          </a:moveTo>
                          <a:cubicBezTo>
                            <a:pt x="66592" y="99598"/>
                            <a:pt x="78213" y="92264"/>
                            <a:pt x="84690" y="82834"/>
                          </a:cubicBezTo>
                          <a:cubicBezTo>
                            <a:pt x="91167" y="73309"/>
                            <a:pt x="94786" y="62832"/>
                            <a:pt x="94501" y="52164"/>
                          </a:cubicBezTo>
                          <a:cubicBezTo>
                            <a:pt x="94310" y="41591"/>
                            <a:pt x="90595" y="30923"/>
                            <a:pt x="83261" y="22922"/>
                          </a:cubicBezTo>
                          <a:cubicBezTo>
                            <a:pt x="75831" y="15016"/>
                            <a:pt x="65640" y="9396"/>
                            <a:pt x="54019" y="8063"/>
                          </a:cubicBezTo>
                          <a:cubicBezTo>
                            <a:pt x="42494" y="6729"/>
                            <a:pt x="29826" y="10920"/>
                            <a:pt x="21634" y="19874"/>
                          </a:cubicBezTo>
                          <a:cubicBezTo>
                            <a:pt x="13347" y="28827"/>
                            <a:pt x="10871" y="41305"/>
                            <a:pt x="11823" y="52259"/>
                          </a:cubicBezTo>
                          <a:cubicBezTo>
                            <a:pt x="12776" y="63308"/>
                            <a:pt x="16491" y="73595"/>
                            <a:pt x="23158" y="83025"/>
                          </a:cubicBezTo>
                          <a:cubicBezTo>
                            <a:pt x="29730" y="92454"/>
                            <a:pt x="41446" y="99789"/>
                            <a:pt x="54019" y="99503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139" name="任意多边形 138" descr="8ead0ee8-06aa-40a8-a88a-a0fa1877314f"/>
                <p:cNvSpPr/>
                <p:nvPr/>
              </p:nvSpPr>
              <p:spPr>
                <a:xfrm>
                  <a:off x="5933309" y="3455040"/>
                  <a:ext cx="138327" cy="133978"/>
                </a:xfrm>
                <a:custGeom>
                  <a:avLst/>
                  <a:gdLst>
                    <a:gd name="connsiteX0" fmla="*/ 69631 w 138327"/>
                    <a:gd name="connsiteY0" fmla="*/ 133979 h 133978"/>
                    <a:gd name="connsiteX1" fmla="*/ 21435 w 138327"/>
                    <a:gd name="connsiteY1" fmla="*/ 115977 h 133978"/>
                    <a:gd name="connsiteX2" fmla="*/ 3 w 138327"/>
                    <a:gd name="connsiteY2" fmla="*/ 67780 h 133978"/>
                    <a:gd name="connsiteX3" fmla="*/ 20673 w 138327"/>
                    <a:gd name="connsiteY3" fmla="*/ 18917 h 133978"/>
                    <a:gd name="connsiteX4" fmla="*/ 69536 w 138327"/>
                    <a:gd name="connsiteY4" fmla="*/ 57 h 133978"/>
                    <a:gd name="connsiteX5" fmla="*/ 116970 w 138327"/>
                    <a:gd name="connsiteY5" fmla="*/ 20441 h 133978"/>
                    <a:gd name="connsiteX6" fmla="*/ 138306 w 138327"/>
                    <a:gd name="connsiteY6" fmla="*/ 67875 h 133978"/>
                    <a:gd name="connsiteX7" fmla="*/ 117637 w 138327"/>
                    <a:gd name="connsiteY7" fmla="*/ 115977 h 133978"/>
                    <a:gd name="connsiteX8" fmla="*/ 69631 w 138327"/>
                    <a:gd name="connsiteY8" fmla="*/ 133979 h 133978"/>
                    <a:gd name="connsiteX9" fmla="*/ 69631 w 138327"/>
                    <a:gd name="connsiteY9" fmla="*/ 133312 h 133978"/>
                    <a:gd name="connsiteX10" fmla="*/ 114589 w 138327"/>
                    <a:gd name="connsiteY10" fmla="*/ 112833 h 133978"/>
                    <a:gd name="connsiteX11" fmla="*/ 132496 w 138327"/>
                    <a:gd name="connsiteY11" fmla="*/ 67875 h 133978"/>
                    <a:gd name="connsiteX12" fmla="*/ 115256 w 138327"/>
                    <a:gd name="connsiteY12" fmla="*/ 22155 h 133978"/>
                    <a:gd name="connsiteX13" fmla="*/ 69536 w 138327"/>
                    <a:gd name="connsiteY13" fmla="*/ 3963 h 133978"/>
                    <a:gd name="connsiteX14" fmla="*/ 25340 w 138327"/>
                    <a:gd name="connsiteY14" fmla="*/ 23679 h 133978"/>
                    <a:gd name="connsiteX15" fmla="*/ 7433 w 138327"/>
                    <a:gd name="connsiteY15" fmla="*/ 67875 h 133978"/>
                    <a:gd name="connsiteX16" fmla="*/ 24578 w 138327"/>
                    <a:gd name="connsiteY16" fmla="*/ 112738 h 133978"/>
                    <a:gd name="connsiteX17" fmla="*/ 69631 w 138327"/>
                    <a:gd name="connsiteY17" fmla="*/ 133312 h 133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38327" h="133978">
                      <a:moveTo>
                        <a:pt x="69631" y="133979"/>
                      </a:moveTo>
                      <a:cubicBezTo>
                        <a:pt x="52391" y="133979"/>
                        <a:pt x="34770" y="128073"/>
                        <a:pt x="21435" y="115977"/>
                      </a:cubicBezTo>
                      <a:cubicBezTo>
                        <a:pt x="8004" y="104070"/>
                        <a:pt x="98" y="85973"/>
                        <a:pt x="3" y="67780"/>
                      </a:cubicBezTo>
                      <a:cubicBezTo>
                        <a:pt x="-187" y="49492"/>
                        <a:pt x="7623" y="31490"/>
                        <a:pt x="20673" y="18917"/>
                      </a:cubicBezTo>
                      <a:cubicBezTo>
                        <a:pt x="33627" y="6153"/>
                        <a:pt x="51819" y="-705"/>
                        <a:pt x="69536" y="57"/>
                      </a:cubicBezTo>
                      <a:cubicBezTo>
                        <a:pt x="87348" y="629"/>
                        <a:pt x="104302" y="8249"/>
                        <a:pt x="116970" y="20441"/>
                      </a:cubicBezTo>
                      <a:cubicBezTo>
                        <a:pt x="129448" y="32633"/>
                        <a:pt x="137925" y="49683"/>
                        <a:pt x="138306" y="67875"/>
                      </a:cubicBezTo>
                      <a:cubicBezTo>
                        <a:pt x="138782" y="85878"/>
                        <a:pt x="131163" y="104166"/>
                        <a:pt x="117637" y="115977"/>
                      </a:cubicBezTo>
                      <a:cubicBezTo>
                        <a:pt x="104493" y="128073"/>
                        <a:pt x="86871" y="133979"/>
                        <a:pt x="69631" y="133979"/>
                      </a:cubicBezTo>
                      <a:close/>
                      <a:moveTo>
                        <a:pt x="69631" y="133312"/>
                      </a:moveTo>
                      <a:cubicBezTo>
                        <a:pt x="86871" y="133503"/>
                        <a:pt x="103540" y="125216"/>
                        <a:pt x="114589" y="112833"/>
                      </a:cubicBezTo>
                      <a:cubicBezTo>
                        <a:pt x="125638" y="100356"/>
                        <a:pt x="132210" y="84354"/>
                        <a:pt x="132496" y="67875"/>
                      </a:cubicBezTo>
                      <a:cubicBezTo>
                        <a:pt x="133068" y="51492"/>
                        <a:pt x="127257" y="34252"/>
                        <a:pt x="115256" y="22155"/>
                      </a:cubicBezTo>
                      <a:cubicBezTo>
                        <a:pt x="103540" y="9868"/>
                        <a:pt x="86300" y="3296"/>
                        <a:pt x="69536" y="3963"/>
                      </a:cubicBezTo>
                      <a:cubicBezTo>
                        <a:pt x="52772" y="4629"/>
                        <a:pt x="36770" y="11868"/>
                        <a:pt x="25340" y="23679"/>
                      </a:cubicBezTo>
                      <a:cubicBezTo>
                        <a:pt x="13910" y="35395"/>
                        <a:pt x="7528" y="51588"/>
                        <a:pt x="7433" y="67875"/>
                      </a:cubicBezTo>
                      <a:cubicBezTo>
                        <a:pt x="7242" y="84163"/>
                        <a:pt x="13529" y="100356"/>
                        <a:pt x="24578" y="112738"/>
                      </a:cubicBezTo>
                      <a:cubicBezTo>
                        <a:pt x="35722" y="125216"/>
                        <a:pt x="52391" y="133407"/>
                        <a:pt x="69631" y="133312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2" name="组合 11" descr="f6a7c88f-6422-405f-bae5-9fb9e8caf73f"/>
            <p:cNvGrpSpPr/>
            <p:nvPr/>
          </p:nvGrpSpPr>
          <p:grpSpPr>
            <a:xfrm>
              <a:off x="8044784" y="1869756"/>
              <a:ext cx="796718" cy="805330"/>
              <a:chOff x="5464521" y="1199436"/>
              <a:chExt cx="1639056" cy="1656772"/>
            </a:xfrm>
          </p:grpSpPr>
          <p:sp>
            <p:nvSpPr>
              <p:cNvPr id="128" name="任意多边形 127" descr="a7c3c166-705d-418f-875c-47ba40947f16"/>
              <p:cNvSpPr/>
              <p:nvPr/>
            </p:nvSpPr>
            <p:spPr>
              <a:xfrm>
                <a:off x="5470865" y="1212316"/>
                <a:ext cx="1629399" cy="1629400"/>
              </a:xfrm>
              <a:custGeom>
                <a:avLst/>
                <a:gdLst>
                  <a:gd name="connsiteX0" fmla="*/ 1074106 w 1144004"/>
                  <a:gd name="connsiteY0" fmla="*/ 438045 h 1144004"/>
                  <a:gd name="connsiteX1" fmla="*/ 1071845 w 1144004"/>
                  <a:gd name="connsiteY1" fmla="*/ 438045 h 1144004"/>
                  <a:gd name="connsiteX2" fmla="*/ 1073824 w 1144004"/>
                  <a:gd name="connsiteY2" fmla="*/ 436915 h 1144004"/>
                  <a:gd name="connsiteX3" fmla="*/ 1099353 w 1144004"/>
                  <a:gd name="connsiteY3" fmla="*/ 341581 h 1144004"/>
                  <a:gd name="connsiteX4" fmla="*/ 1035200 w 1144004"/>
                  <a:gd name="connsiteY4" fmla="*/ 230421 h 1144004"/>
                  <a:gd name="connsiteX5" fmla="*/ 939866 w 1144004"/>
                  <a:gd name="connsiteY5" fmla="*/ 204892 h 1144004"/>
                  <a:gd name="connsiteX6" fmla="*/ 937888 w 1144004"/>
                  <a:gd name="connsiteY6" fmla="*/ 206023 h 1144004"/>
                  <a:gd name="connsiteX7" fmla="*/ 939019 w 1144004"/>
                  <a:gd name="connsiteY7" fmla="*/ 204044 h 1144004"/>
                  <a:gd name="connsiteX8" fmla="*/ 913489 w 1144004"/>
                  <a:gd name="connsiteY8" fmla="*/ 108711 h 1144004"/>
                  <a:gd name="connsiteX9" fmla="*/ 802330 w 1144004"/>
                  <a:gd name="connsiteY9" fmla="*/ 44558 h 1144004"/>
                  <a:gd name="connsiteX10" fmla="*/ 706996 w 1144004"/>
                  <a:gd name="connsiteY10" fmla="*/ 70087 h 1144004"/>
                  <a:gd name="connsiteX11" fmla="*/ 705865 w 1144004"/>
                  <a:gd name="connsiteY11" fmla="*/ 72065 h 1144004"/>
                  <a:gd name="connsiteX12" fmla="*/ 705865 w 1144004"/>
                  <a:gd name="connsiteY12" fmla="*/ 69805 h 1144004"/>
                  <a:gd name="connsiteX13" fmla="*/ 636061 w 1144004"/>
                  <a:gd name="connsiteY13" fmla="*/ 0 h 1144004"/>
                  <a:gd name="connsiteX14" fmla="*/ 507850 w 1144004"/>
                  <a:gd name="connsiteY14" fmla="*/ 0 h 1144004"/>
                  <a:gd name="connsiteX15" fmla="*/ 438045 w 1144004"/>
                  <a:gd name="connsiteY15" fmla="*/ 69805 h 1144004"/>
                  <a:gd name="connsiteX16" fmla="*/ 438045 w 1144004"/>
                  <a:gd name="connsiteY16" fmla="*/ 72065 h 1144004"/>
                  <a:gd name="connsiteX17" fmla="*/ 436915 w 1144004"/>
                  <a:gd name="connsiteY17" fmla="*/ 70087 h 1144004"/>
                  <a:gd name="connsiteX18" fmla="*/ 341581 w 1144004"/>
                  <a:gd name="connsiteY18" fmla="*/ 44558 h 1144004"/>
                  <a:gd name="connsiteX19" fmla="*/ 230421 w 1144004"/>
                  <a:gd name="connsiteY19" fmla="*/ 108711 h 1144004"/>
                  <a:gd name="connsiteX20" fmla="*/ 204892 w 1144004"/>
                  <a:gd name="connsiteY20" fmla="*/ 204044 h 1144004"/>
                  <a:gd name="connsiteX21" fmla="*/ 206023 w 1144004"/>
                  <a:gd name="connsiteY21" fmla="*/ 206023 h 1144004"/>
                  <a:gd name="connsiteX22" fmla="*/ 204044 w 1144004"/>
                  <a:gd name="connsiteY22" fmla="*/ 204892 h 1144004"/>
                  <a:gd name="connsiteX23" fmla="*/ 108711 w 1144004"/>
                  <a:gd name="connsiteY23" fmla="*/ 230421 h 1144004"/>
                  <a:gd name="connsiteX24" fmla="*/ 44558 w 1144004"/>
                  <a:gd name="connsiteY24" fmla="*/ 341581 h 1144004"/>
                  <a:gd name="connsiteX25" fmla="*/ 70087 w 1144004"/>
                  <a:gd name="connsiteY25" fmla="*/ 436915 h 1144004"/>
                  <a:gd name="connsiteX26" fmla="*/ 72066 w 1144004"/>
                  <a:gd name="connsiteY26" fmla="*/ 438045 h 1144004"/>
                  <a:gd name="connsiteX27" fmla="*/ 69805 w 1144004"/>
                  <a:gd name="connsiteY27" fmla="*/ 438045 h 1144004"/>
                  <a:gd name="connsiteX28" fmla="*/ 0 w 1144004"/>
                  <a:gd name="connsiteY28" fmla="*/ 507850 h 1144004"/>
                  <a:gd name="connsiteX29" fmla="*/ 0 w 1144004"/>
                  <a:gd name="connsiteY29" fmla="*/ 636155 h 1144004"/>
                  <a:gd name="connsiteX30" fmla="*/ 69805 w 1144004"/>
                  <a:gd name="connsiteY30" fmla="*/ 705959 h 1144004"/>
                  <a:gd name="connsiteX31" fmla="*/ 72066 w 1144004"/>
                  <a:gd name="connsiteY31" fmla="*/ 705959 h 1144004"/>
                  <a:gd name="connsiteX32" fmla="*/ 70087 w 1144004"/>
                  <a:gd name="connsiteY32" fmla="*/ 707090 h 1144004"/>
                  <a:gd name="connsiteX33" fmla="*/ 44558 w 1144004"/>
                  <a:gd name="connsiteY33" fmla="*/ 802424 h 1144004"/>
                  <a:gd name="connsiteX34" fmla="*/ 108711 w 1144004"/>
                  <a:gd name="connsiteY34" fmla="*/ 913584 h 1144004"/>
                  <a:gd name="connsiteX35" fmla="*/ 204044 w 1144004"/>
                  <a:gd name="connsiteY35" fmla="*/ 939113 h 1144004"/>
                  <a:gd name="connsiteX36" fmla="*/ 206023 w 1144004"/>
                  <a:gd name="connsiteY36" fmla="*/ 937982 h 1144004"/>
                  <a:gd name="connsiteX37" fmla="*/ 204892 w 1144004"/>
                  <a:gd name="connsiteY37" fmla="*/ 939960 h 1144004"/>
                  <a:gd name="connsiteX38" fmla="*/ 230421 w 1144004"/>
                  <a:gd name="connsiteY38" fmla="*/ 1035294 h 1144004"/>
                  <a:gd name="connsiteX39" fmla="*/ 341581 w 1144004"/>
                  <a:gd name="connsiteY39" fmla="*/ 1099447 h 1144004"/>
                  <a:gd name="connsiteX40" fmla="*/ 436915 w 1144004"/>
                  <a:gd name="connsiteY40" fmla="*/ 1073918 h 1144004"/>
                  <a:gd name="connsiteX41" fmla="*/ 438045 w 1144004"/>
                  <a:gd name="connsiteY41" fmla="*/ 1071939 h 1144004"/>
                  <a:gd name="connsiteX42" fmla="*/ 438045 w 1144004"/>
                  <a:gd name="connsiteY42" fmla="*/ 1074200 h 1144004"/>
                  <a:gd name="connsiteX43" fmla="*/ 507850 w 1144004"/>
                  <a:gd name="connsiteY43" fmla="*/ 1144005 h 1144004"/>
                  <a:gd name="connsiteX44" fmla="*/ 636155 w 1144004"/>
                  <a:gd name="connsiteY44" fmla="*/ 1144005 h 1144004"/>
                  <a:gd name="connsiteX45" fmla="*/ 705960 w 1144004"/>
                  <a:gd name="connsiteY45" fmla="*/ 1074200 h 1144004"/>
                  <a:gd name="connsiteX46" fmla="*/ 705960 w 1144004"/>
                  <a:gd name="connsiteY46" fmla="*/ 1071939 h 1144004"/>
                  <a:gd name="connsiteX47" fmla="*/ 707090 w 1144004"/>
                  <a:gd name="connsiteY47" fmla="*/ 1073918 h 1144004"/>
                  <a:gd name="connsiteX48" fmla="*/ 802424 w 1144004"/>
                  <a:gd name="connsiteY48" fmla="*/ 1099447 h 1144004"/>
                  <a:gd name="connsiteX49" fmla="*/ 913584 w 1144004"/>
                  <a:gd name="connsiteY49" fmla="*/ 1035294 h 1144004"/>
                  <a:gd name="connsiteX50" fmla="*/ 939113 w 1144004"/>
                  <a:gd name="connsiteY50" fmla="*/ 939960 h 1144004"/>
                  <a:gd name="connsiteX51" fmla="*/ 937982 w 1144004"/>
                  <a:gd name="connsiteY51" fmla="*/ 937982 h 1144004"/>
                  <a:gd name="connsiteX52" fmla="*/ 939961 w 1144004"/>
                  <a:gd name="connsiteY52" fmla="*/ 939113 h 1144004"/>
                  <a:gd name="connsiteX53" fmla="*/ 1035294 w 1144004"/>
                  <a:gd name="connsiteY53" fmla="*/ 913584 h 1144004"/>
                  <a:gd name="connsiteX54" fmla="*/ 1099447 w 1144004"/>
                  <a:gd name="connsiteY54" fmla="*/ 802424 h 1144004"/>
                  <a:gd name="connsiteX55" fmla="*/ 1073918 w 1144004"/>
                  <a:gd name="connsiteY55" fmla="*/ 707090 h 1144004"/>
                  <a:gd name="connsiteX56" fmla="*/ 1071939 w 1144004"/>
                  <a:gd name="connsiteY56" fmla="*/ 705959 h 1144004"/>
                  <a:gd name="connsiteX57" fmla="*/ 1074200 w 1144004"/>
                  <a:gd name="connsiteY57" fmla="*/ 705959 h 1144004"/>
                  <a:gd name="connsiteX58" fmla="*/ 1144005 w 1144004"/>
                  <a:gd name="connsiteY58" fmla="*/ 636155 h 1144004"/>
                  <a:gd name="connsiteX59" fmla="*/ 1144005 w 1144004"/>
                  <a:gd name="connsiteY59" fmla="*/ 507850 h 1144004"/>
                  <a:gd name="connsiteX60" fmla="*/ 1074106 w 1144004"/>
                  <a:gd name="connsiteY60" fmla="*/ 438045 h 1144004"/>
                  <a:gd name="connsiteX61" fmla="*/ 568705 w 1144004"/>
                  <a:gd name="connsiteY61" fmla="*/ 877598 h 1144004"/>
                  <a:gd name="connsiteX62" fmla="*/ 261791 w 1144004"/>
                  <a:gd name="connsiteY62" fmla="*/ 570684 h 1144004"/>
                  <a:gd name="connsiteX63" fmla="*/ 568705 w 1144004"/>
                  <a:gd name="connsiteY63" fmla="*/ 263769 h 1144004"/>
                  <a:gd name="connsiteX64" fmla="*/ 875620 w 1144004"/>
                  <a:gd name="connsiteY64" fmla="*/ 570684 h 1144004"/>
                  <a:gd name="connsiteX65" fmla="*/ 568705 w 1144004"/>
                  <a:gd name="connsiteY65" fmla="*/ 877598 h 114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1144004" h="1144004">
                    <a:moveTo>
                      <a:pt x="1074106" y="438045"/>
                    </a:moveTo>
                    <a:lnTo>
                      <a:pt x="1071845" y="438045"/>
                    </a:lnTo>
                    <a:lnTo>
                      <a:pt x="1073824" y="436915"/>
                    </a:lnTo>
                    <a:cubicBezTo>
                      <a:pt x="1107171" y="417603"/>
                      <a:pt x="1118664" y="375023"/>
                      <a:pt x="1099353" y="341581"/>
                    </a:cubicBezTo>
                    <a:lnTo>
                      <a:pt x="1035200" y="230421"/>
                    </a:lnTo>
                    <a:cubicBezTo>
                      <a:pt x="1015889" y="197073"/>
                      <a:pt x="973309" y="185580"/>
                      <a:pt x="939866" y="204892"/>
                    </a:cubicBezTo>
                    <a:lnTo>
                      <a:pt x="937888" y="206023"/>
                    </a:lnTo>
                    <a:lnTo>
                      <a:pt x="939019" y="204044"/>
                    </a:lnTo>
                    <a:cubicBezTo>
                      <a:pt x="958236" y="170696"/>
                      <a:pt x="946837" y="128022"/>
                      <a:pt x="913489" y="108711"/>
                    </a:cubicBezTo>
                    <a:lnTo>
                      <a:pt x="802330" y="44558"/>
                    </a:lnTo>
                    <a:cubicBezTo>
                      <a:pt x="768982" y="25341"/>
                      <a:pt x="726308" y="36739"/>
                      <a:pt x="706996" y="70087"/>
                    </a:cubicBezTo>
                    <a:lnTo>
                      <a:pt x="705865" y="72065"/>
                    </a:lnTo>
                    <a:lnTo>
                      <a:pt x="705865" y="69805"/>
                    </a:lnTo>
                    <a:cubicBezTo>
                      <a:pt x="705865" y="31275"/>
                      <a:pt x="674590" y="0"/>
                      <a:pt x="636061" y="0"/>
                    </a:cubicBezTo>
                    <a:lnTo>
                      <a:pt x="507850" y="0"/>
                    </a:lnTo>
                    <a:cubicBezTo>
                      <a:pt x="469321" y="0"/>
                      <a:pt x="438045" y="31275"/>
                      <a:pt x="438045" y="69805"/>
                    </a:cubicBezTo>
                    <a:lnTo>
                      <a:pt x="438045" y="72065"/>
                    </a:lnTo>
                    <a:lnTo>
                      <a:pt x="436915" y="70087"/>
                    </a:lnTo>
                    <a:cubicBezTo>
                      <a:pt x="417697" y="36739"/>
                      <a:pt x="375023" y="25246"/>
                      <a:pt x="341581" y="44558"/>
                    </a:cubicBezTo>
                    <a:lnTo>
                      <a:pt x="230421" y="108711"/>
                    </a:lnTo>
                    <a:cubicBezTo>
                      <a:pt x="197073" y="127928"/>
                      <a:pt x="185581" y="170602"/>
                      <a:pt x="204892" y="204044"/>
                    </a:cubicBezTo>
                    <a:lnTo>
                      <a:pt x="206023" y="206023"/>
                    </a:lnTo>
                    <a:lnTo>
                      <a:pt x="204044" y="204892"/>
                    </a:lnTo>
                    <a:cubicBezTo>
                      <a:pt x="170696" y="185675"/>
                      <a:pt x="128022" y="197073"/>
                      <a:pt x="108711" y="230421"/>
                    </a:cubicBezTo>
                    <a:lnTo>
                      <a:pt x="44558" y="341581"/>
                    </a:lnTo>
                    <a:cubicBezTo>
                      <a:pt x="25246" y="374929"/>
                      <a:pt x="36739" y="417603"/>
                      <a:pt x="70087" y="436915"/>
                    </a:cubicBezTo>
                    <a:lnTo>
                      <a:pt x="72066" y="438045"/>
                    </a:lnTo>
                    <a:lnTo>
                      <a:pt x="69805" y="438045"/>
                    </a:lnTo>
                    <a:cubicBezTo>
                      <a:pt x="31275" y="438045"/>
                      <a:pt x="0" y="469321"/>
                      <a:pt x="0" y="507850"/>
                    </a:cubicBezTo>
                    <a:lnTo>
                      <a:pt x="0" y="636155"/>
                    </a:lnTo>
                    <a:cubicBezTo>
                      <a:pt x="0" y="674684"/>
                      <a:pt x="31275" y="705959"/>
                      <a:pt x="69805" y="705959"/>
                    </a:cubicBezTo>
                    <a:lnTo>
                      <a:pt x="72066" y="705959"/>
                    </a:lnTo>
                    <a:lnTo>
                      <a:pt x="70087" y="707090"/>
                    </a:lnTo>
                    <a:cubicBezTo>
                      <a:pt x="36739" y="726307"/>
                      <a:pt x="25246" y="768981"/>
                      <a:pt x="44558" y="802424"/>
                    </a:cubicBezTo>
                    <a:lnTo>
                      <a:pt x="108711" y="913584"/>
                    </a:lnTo>
                    <a:cubicBezTo>
                      <a:pt x="127928" y="946932"/>
                      <a:pt x="170602" y="958424"/>
                      <a:pt x="204044" y="939113"/>
                    </a:cubicBezTo>
                    <a:lnTo>
                      <a:pt x="206023" y="937982"/>
                    </a:lnTo>
                    <a:lnTo>
                      <a:pt x="204892" y="939960"/>
                    </a:lnTo>
                    <a:cubicBezTo>
                      <a:pt x="185581" y="973308"/>
                      <a:pt x="197073" y="1015982"/>
                      <a:pt x="230421" y="1035294"/>
                    </a:cubicBezTo>
                    <a:lnTo>
                      <a:pt x="341581" y="1099447"/>
                    </a:lnTo>
                    <a:cubicBezTo>
                      <a:pt x="374929" y="1118664"/>
                      <a:pt x="417603" y="1107266"/>
                      <a:pt x="436915" y="1073918"/>
                    </a:cubicBezTo>
                    <a:lnTo>
                      <a:pt x="438045" y="1071939"/>
                    </a:lnTo>
                    <a:lnTo>
                      <a:pt x="438045" y="1074200"/>
                    </a:lnTo>
                    <a:cubicBezTo>
                      <a:pt x="438045" y="1112730"/>
                      <a:pt x="469321" y="1144005"/>
                      <a:pt x="507850" y="1144005"/>
                    </a:cubicBezTo>
                    <a:lnTo>
                      <a:pt x="636155" y="1144005"/>
                    </a:lnTo>
                    <a:cubicBezTo>
                      <a:pt x="674684" y="1144005"/>
                      <a:pt x="705960" y="1112730"/>
                      <a:pt x="705960" y="1074200"/>
                    </a:cubicBezTo>
                    <a:lnTo>
                      <a:pt x="705960" y="1071939"/>
                    </a:lnTo>
                    <a:lnTo>
                      <a:pt x="707090" y="1073918"/>
                    </a:lnTo>
                    <a:cubicBezTo>
                      <a:pt x="726308" y="1107266"/>
                      <a:pt x="768982" y="1118758"/>
                      <a:pt x="802424" y="1099447"/>
                    </a:cubicBezTo>
                    <a:lnTo>
                      <a:pt x="913584" y="1035294"/>
                    </a:lnTo>
                    <a:cubicBezTo>
                      <a:pt x="946932" y="1015982"/>
                      <a:pt x="958424" y="973403"/>
                      <a:pt x="939113" y="939960"/>
                    </a:cubicBezTo>
                    <a:lnTo>
                      <a:pt x="937982" y="937982"/>
                    </a:lnTo>
                    <a:lnTo>
                      <a:pt x="939961" y="939113"/>
                    </a:lnTo>
                    <a:cubicBezTo>
                      <a:pt x="973309" y="958424"/>
                      <a:pt x="1015983" y="946932"/>
                      <a:pt x="1035294" y="913584"/>
                    </a:cubicBezTo>
                    <a:lnTo>
                      <a:pt x="1099447" y="802424"/>
                    </a:lnTo>
                    <a:cubicBezTo>
                      <a:pt x="1118664" y="769076"/>
                      <a:pt x="1107266" y="726402"/>
                      <a:pt x="1073918" y="707090"/>
                    </a:cubicBezTo>
                    <a:lnTo>
                      <a:pt x="1071939" y="705959"/>
                    </a:lnTo>
                    <a:lnTo>
                      <a:pt x="1074200" y="705959"/>
                    </a:lnTo>
                    <a:cubicBezTo>
                      <a:pt x="1112730" y="705959"/>
                      <a:pt x="1144005" y="674684"/>
                      <a:pt x="1144005" y="636155"/>
                    </a:cubicBezTo>
                    <a:lnTo>
                      <a:pt x="1144005" y="507850"/>
                    </a:lnTo>
                    <a:cubicBezTo>
                      <a:pt x="1143911" y="469226"/>
                      <a:pt x="1112635" y="438045"/>
                      <a:pt x="1074106" y="438045"/>
                    </a:cubicBezTo>
                    <a:close/>
                    <a:moveTo>
                      <a:pt x="568705" y="877598"/>
                    </a:moveTo>
                    <a:cubicBezTo>
                      <a:pt x="399234" y="877598"/>
                      <a:pt x="261791" y="740155"/>
                      <a:pt x="261791" y="570684"/>
                    </a:cubicBezTo>
                    <a:cubicBezTo>
                      <a:pt x="261791" y="401212"/>
                      <a:pt x="399234" y="263769"/>
                      <a:pt x="568705" y="263769"/>
                    </a:cubicBezTo>
                    <a:cubicBezTo>
                      <a:pt x="738177" y="263769"/>
                      <a:pt x="875620" y="401212"/>
                      <a:pt x="875620" y="570684"/>
                    </a:cubicBezTo>
                    <a:cubicBezTo>
                      <a:pt x="875620" y="740155"/>
                      <a:pt x="738177" y="877598"/>
                      <a:pt x="568705" y="87759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9" name="任意多边形 128" descr="ce23a854-e1e2-4e1b-9b14-d57edfcb340a"/>
              <p:cNvSpPr/>
              <p:nvPr/>
            </p:nvSpPr>
            <p:spPr>
              <a:xfrm>
                <a:off x="5464521" y="1199436"/>
                <a:ext cx="1639056" cy="1656772"/>
              </a:xfrm>
              <a:custGeom>
                <a:avLst/>
                <a:gdLst>
                  <a:gd name="connsiteX0" fmla="*/ 1078560 w 1150784"/>
                  <a:gd name="connsiteY0" fmla="*/ 448031 h 1163222"/>
                  <a:gd name="connsiteX1" fmla="*/ 1076299 w 1150784"/>
                  <a:gd name="connsiteY1" fmla="*/ 448031 h 1163222"/>
                  <a:gd name="connsiteX2" fmla="*/ 1072343 w 1150784"/>
                  <a:gd name="connsiteY2" fmla="*/ 448031 h 1163222"/>
                  <a:gd name="connsiteX3" fmla="*/ 1075828 w 1150784"/>
                  <a:gd name="connsiteY3" fmla="*/ 446147 h 1163222"/>
                  <a:gd name="connsiteX4" fmla="*/ 1105220 w 1150784"/>
                  <a:gd name="connsiteY4" fmla="*/ 415248 h 1163222"/>
                  <a:gd name="connsiteX5" fmla="*/ 1110778 w 1150784"/>
                  <a:gd name="connsiteY5" fmla="*/ 373045 h 1163222"/>
                  <a:gd name="connsiteX6" fmla="*/ 1092502 w 1150784"/>
                  <a:gd name="connsiteY6" fmla="*/ 333762 h 1163222"/>
                  <a:gd name="connsiteX7" fmla="*/ 1070176 w 1150784"/>
                  <a:gd name="connsiteY7" fmla="*/ 295798 h 1163222"/>
                  <a:gd name="connsiteX8" fmla="*/ 1047850 w 1150784"/>
                  <a:gd name="connsiteY8" fmla="*/ 257834 h 1163222"/>
                  <a:gd name="connsiteX9" fmla="*/ 1022603 w 1150784"/>
                  <a:gd name="connsiteY9" fmla="*/ 223168 h 1163222"/>
                  <a:gd name="connsiteX10" fmla="*/ 984074 w 1150784"/>
                  <a:gd name="connsiteY10" fmla="*/ 207907 h 1163222"/>
                  <a:gd name="connsiteX11" fmla="*/ 944226 w 1150784"/>
                  <a:gd name="connsiteY11" fmla="*/ 218269 h 1163222"/>
                  <a:gd name="connsiteX12" fmla="*/ 930943 w 1150784"/>
                  <a:gd name="connsiteY12" fmla="*/ 226653 h 1163222"/>
                  <a:gd name="connsiteX13" fmla="*/ 939045 w 1150784"/>
                  <a:gd name="connsiteY13" fmla="*/ 212994 h 1163222"/>
                  <a:gd name="connsiteX14" fmla="*/ 948183 w 1150784"/>
                  <a:gd name="connsiteY14" fmla="*/ 173240 h 1163222"/>
                  <a:gd name="connsiteX15" fmla="*/ 932262 w 1150784"/>
                  <a:gd name="connsiteY15" fmla="*/ 136218 h 1163222"/>
                  <a:gd name="connsiteX16" fmla="*/ 916624 w 1150784"/>
                  <a:gd name="connsiteY16" fmla="*/ 123312 h 1163222"/>
                  <a:gd name="connsiteX17" fmla="*/ 897595 w 1150784"/>
                  <a:gd name="connsiteY17" fmla="*/ 112573 h 1163222"/>
                  <a:gd name="connsiteX18" fmla="*/ 859160 w 1150784"/>
                  <a:gd name="connsiteY18" fmla="*/ 91095 h 1163222"/>
                  <a:gd name="connsiteX19" fmla="*/ 820726 w 1150784"/>
                  <a:gd name="connsiteY19" fmla="*/ 69616 h 1163222"/>
                  <a:gd name="connsiteX20" fmla="*/ 801602 w 1150784"/>
                  <a:gd name="connsiteY20" fmla="*/ 59066 h 1163222"/>
                  <a:gd name="connsiteX21" fmla="*/ 783044 w 1150784"/>
                  <a:gd name="connsiteY21" fmla="*/ 52848 h 1163222"/>
                  <a:gd name="connsiteX22" fmla="*/ 744892 w 1150784"/>
                  <a:gd name="connsiteY22" fmla="*/ 58218 h 1163222"/>
                  <a:gd name="connsiteX23" fmla="*/ 717290 w 1150784"/>
                  <a:gd name="connsiteY23" fmla="*/ 85160 h 1163222"/>
                  <a:gd name="connsiteX24" fmla="*/ 701558 w 1150784"/>
                  <a:gd name="connsiteY24" fmla="*/ 114363 h 1163222"/>
                  <a:gd name="connsiteX25" fmla="*/ 702124 w 1150784"/>
                  <a:gd name="connsiteY25" fmla="*/ 81109 h 1163222"/>
                  <a:gd name="connsiteX26" fmla="*/ 691196 w 1150784"/>
                  <a:gd name="connsiteY26" fmla="*/ 44276 h 1163222"/>
                  <a:gd name="connsiteX27" fmla="*/ 660957 w 1150784"/>
                  <a:gd name="connsiteY27" fmla="*/ 21290 h 1163222"/>
                  <a:gd name="connsiteX28" fmla="*/ 642116 w 1150784"/>
                  <a:gd name="connsiteY28" fmla="*/ 17899 h 1163222"/>
                  <a:gd name="connsiteX29" fmla="*/ 620355 w 1150784"/>
                  <a:gd name="connsiteY29" fmla="*/ 17993 h 1163222"/>
                  <a:gd name="connsiteX30" fmla="*/ 576551 w 1150784"/>
                  <a:gd name="connsiteY30" fmla="*/ 17993 h 1163222"/>
                  <a:gd name="connsiteX31" fmla="*/ 532558 w 1150784"/>
                  <a:gd name="connsiteY31" fmla="*/ 17804 h 1163222"/>
                  <a:gd name="connsiteX32" fmla="*/ 510797 w 1150784"/>
                  <a:gd name="connsiteY32" fmla="*/ 17804 h 1163222"/>
                  <a:gd name="connsiteX33" fmla="*/ 491956 w 1150784"/>
                  <a:gd name="connsiteY33" fmla="*/ 21196 h 1163222"/>
                  <a:gd name="connsiteX34" fmla="*/ 461717 w 1150784"/>
                  <a:gd name="connsiteY34" fmla="*/ 44276 h 1163222"/>
                  <a:gd name="connsiteX35" fmla="*/ 450883 w 1150784"/>
                  <a:gd name="connsiteY35" fmla="*/ 81109 h 1163222"/>
                  <a:gd name="connsiteX36" fmla="*/ 451543 w 1150784"/>
                  <a:gd name="connsiteY36" fmla="*/ 114740 h 1163222"/>
                  <a:gd name="connsiteX37" fmla="*/ 435434 w 1150784"/>
                  <a:gd name="connsiteY37" fmla="*/ 85254 h 1163222"/>
                  <a:gd name="connsiteX38" fmla="*/ 407927 w 1150784"/>
                  <a:gd name="connsiteY38" fmla="*/ 58312 h 1163222"/>
                  <a:gd name="connsiteX39" fmla="*/ 369774 w 1150784"/>
                  <a:gd name="connsiteY39" fmla="*/ 52754 h 1163222"/>
                  <a:gd name="connsiteX40" fmla="*/ 351216 w 1150784"/>
                  <a:gd name="connsiteY40" fmla="*/ 59066 h 1163222"/>
                  <a:gd name="connsiteX41" fmla="*/ 332187 w 1150784"/>
                  <a:gd name="connsiteY41" fmla="*/ 69711 h 1163222"/>
                  <a:gd name="connsiteX42" fmla="*/ 293846 w 1150784"/>
                  <a:gd name="connsiteY42" fmla="*/ 91283 h 1163222"/>
                  <a:gd name="connsiteX43" fmla="*/ 255506 w 1150784"/>
                  <a:gd name="connsiteY43" fmla="*/ 112856 h 1163222"/>
                  <a:gd name="connsiteX44" fmla="*/ 236477 w 1150784"/>
                  <a:gd name="connsiteY44" fmla="*/ 123689 h 1163222"/>
                  <a:gd name="connsiteX45" fmla="*/ 221027 w 1150784"/>
                  <a:gd name="connsiteY45" fmla="*/ 136595 h 1163222"/>
                  <a:gd name="connsiteX46" fmla="*/ 205390 w 1150784"/>
                  <a:gd name="connsiteY46" fmla="*/ 173334 h 1163222"/>
                  <a:gd name="connsiteX47" fmla="*/ 214622 w 1150784"/>
                  <a:gd name="connsiteY47" fmla="*/ 212711 h 1163222"/>
                  <a:gd name="connsiteX48" fmla="*/ 224230 w 1150784"/>
                  <a:gd name="connsiteY48" fmla="*/ 228914 h 1163222"/>
                  <a:gd name="connsiteX49" fmla="*/ 208404 w 1150784"/>
                  <a:gd name="connsiteY49" fmla="*/ 219023 h 1163222"/>
                  <a:gd name="connsiteX50" fmla="*/ 168933 w 1150784"/>
                  <a:gd name="connsiteY50" fmla="*/ 208849 h 1163222"/>
                  <a:gd name="connsiteX51" fmla="*/ 131157 w 1150784"/>
                  <a:gd name="connsiteY51" fmla="*/ 224204 h 1163222"/>
                  <a:gd name="connsiteX52" fmla="*/ 117592 w 1150784"/>
                  <a:gd name="connsiteY52" fmla="*/ 239842 h 1163222"/>
                  <a:gd name="connsiteX53" fmla="*/ 106476 w 1150784"/>
                  <a:gd name="connsiteY53" fmla="*/ 258682 h 1163222"/>
                  <a:gd name="connsiteX54" fmla="*/ 84338 w 1150784"/>
                  <a:gd name="connsiteY54" fmla="*/ 296646 h 1163222"/>
                  <a:gd name="connsiteX55" fmla="*/ 62201 w 1150784"/>
                  <a:gd name="connsiteY55" fmla="*/ 334610 h 1163222"/>
                  <a:gd name="connsiteX56" fmla="*/ 51273 w 1150784"/>
                  <a:gd name="connsiteY56" fmla="*/ 353545 h 1163222"/>
                  <a:gd name="connsiteX57" fmla="*/ 44208 w 1150784"/>
                  <a:gd name="connsiteY57" fmla="*/ 373233 h 1163222"/>
                  <a:gd name="connsiteX58" fmla="*/ 49671 w 1150784"/>
                  <a:gd name="connsiteY58" fmla="*/ 414212 h 1163222"/>
                  <a:gd name="connsiteX59" fmla="*/ 78404 w 1150784"/>
                  <a:gd name="connsiteY59" fmla="*/ 443980 h 1163222"/>
                  <a:gd name="connsiteX60" fmla="*/ 90085 w 1150784"/>
                  <a:gd name="connsiteY60" fmla="*/ 450292 h 1163222"/>
                  <a:gd name="connsiteX61" fmla="*/ 76802 w 1150784"/>
                  <a:gd name="connsiteY61" fmla="*/ 450009 h 1163222"/>
                  <a:gd name="connsiteX62" fmla="*/ 37142 w 1150784"/>
                  <a:gd name="connsiteY62" fmla="*/ 461690 h 1163222"/>
                  <a:gd name="connsiteX63" fmla="*/ 12179 w 1150784"/>
                  <a:gd name="connsiteY63" fmla="*/ 494379 h 1163222"/>
                  <a:gd name="connsiteX64" fmla="*/ 8410 w 1150784"/>
                  <a:gd name="connsiteY64" fmla="*/ 514821 h 1163222"/>
                  <a:gd name="connsiteX65" fmla="*/ 8410 w 1150784"/>
                  <a:gd name="connsiteY65" fmla="*/ 536771 h 1163222"/>
                  <a:gd name="connsiteX66" fmla="*/ 8693 w 1150784"/>
                  <a:gd name="connsiteY66" fmla="*/ 580763 h 1163222"/>
                  <a:gd name="connsiteX67" fmla="*/ 9070 w 1150784"/>
                  <a:gd name="connsiteY67" fmla="*/ 624756 h 1163222"/>
                  <a:gd name="connsiteX68" fmla="*/ 9352 w 1150784"/>
                  <a:gd name="connsiteY68" fmla="*/ 646612 h 1163222"/>
                  <a:gd name="connsiteX69" fmla="*/ 13309 w 1150784"/>
                  <a:gd name="connsiteY69" fmla="*/ 666677 h 1163222"/>
                  <a:gd name="connsiteX70" fmla="*/ 38179 w 1150784"/>
                  <a:gd name="connsiteY70" fmla="*/ 698329 h 1163222"/>
                  <a:gd name="connsiteX71" fmla="*/ 76896 w 1150784"/>
                  <a:gd name="connsiteY71" fmla="*/ 709162 h 1163222"/>
                  <a:gd name="connsiteX72" fmla="*/ 99317 w 1150784"/>
                  <a:gd name="connsiteY72" fmla="*/ 708409 h 1163222"/>
                  <a:gd name="connsiteX73" fmla="*/ 79628 w 1150784"/>
                  <a:gd name="connsiteY73" fmla="*/ 719431 h 1163222"/>
                  <a:gd name="connsiteX74" fmla="*/ 52309 w 1150784"/>
                  <a:gd name="connsiteY74" fmla="*/ 748539 h 1163222"/>
                  <a:gd name="connsiteX75" fmla="*/ 47505 w 1150784"/>
                  <a:gd name="connsiteY75" fmla="*/ 787728 h 1163222"/>
                  <a:gd name="connsiteX76" fmla="*/ 54287 w 1150784"/>
                  <a:gd name="connsiteY76" fmla="*/ 806380 h 1163222"/>
                  <a:gd name="connsiteX77" fmla="*/ 65309 w 1150784"/>
                  <a:gd name="connsiteY77" fmla="*/ 825221 h 1163222"/>
                  <a:gd name="connsiteX78" fmla="*/ 87730 w 1150784"/>
                  <a:gd name="connsiteY78" fmla="*/ 863091 h 1163222"/>
                  <a:gd name="connsiteX79" fmla="*/ 110056 w 1150784"/>
                  <a:gd name="connsiteY79" fmla="*/ 901055 h 1163222"/>
                  <a:gd name="connsiteX80" fmla="*/ 121172 w 1150784"/>
                  <a:gd name="connsiteY80" fmla="*/ 919801 h 1163222"/>
                  <a:gd name="connsiteX81" fmla="*/ 133889 w 1150784"/>
                  <a:gd name="connsiteY81" fmla="*/ 934497 h 1163222"/>
                  <a:gd name="connsiteX82" fmla="*/ 169310 w 1150784"/>
                  <a:gd name="connsiteY82" fmla="*/ 948816 h 1163222"/>
                  <a:gd name="connsiteX83" fmla="*/ 206426 w 1150784"/>
                  <a:gd name="connsiteY83" fmla="*/ 939395 h 1163222"/>
                  <a:gd name="connsiteX84" fmla="*/ 236100 w 1150784"/>
                  <a:gd name="connsiteY84" fmla="*/ 921026 h 1163222"/>
                  <a:gd name="connsiteX85" fmla="*/ 218107 w 1150784"/>
                  <a:gd name="connsiteY85" fmla="*/ 950982 h 1163222"/>
                  <a:gd name="connsiteX86" fmla="*/ 209252 w 1150784"/>
                  <a:gd name="connsiteY86" fmla="*/ 988099 h 1163222"/>
                  <a:gd name="connsiteX87" fmla="*/ 223853 w 1150784"/>
                  <a:gd name="connsiteY87" fmla="*/ 1022860 h 1163222"/>
                  <a:gd name="connsiteX88" fmla="*/ 238361 w 1150784"/>
                  <a:gd name="connsiteY88" fmla="*/ 1035200 h 1163222"/>
                  <a:gd name="connsiteX89" fmla="*/ 257201 w 1150784"/>
                  <a:gd name="connsiteY89" fmla="*/ 1046128 h 1163222"/>
                  <a:gd name="connsiteX90" fmla="*/ 295354 w 1150784"/>
                  <a:gd name="connsiteY90" fmla="*/ 1067983 h 1163222"/>
                  <a:gd name="connsiteX91" fmla="*/ 333506 w 1150784"/>
                  <a:gd name="connsiteY91" fmla="*/ 1089838 h 1163222"/>
                  <a:gd name="connsiteX92" fmla="*/ 352441 w 1150784"/>
                  <a:gd name="connsiteY92" fmla="*/ 1100577 h 1163222"/>
                  <a:gd name="connsiteX93" fmla="*/ 370245 w 1150784"/>
                  <a:gd name="connsiteY93" fmla="*/ 1106795 h 1163222"/>
                  <a:gd name="connsiteX94" fmla="*/ 407079 w 1150784"/>
                  <a:gd name="connsiteY94" fmla="*/ 1101708 h 1163222"/>
                  <a:gd name="connsiteX95" fmla="*/ 433927 w 1150784"/>
                  <a:gd name="connsiteY95" fmla="*/ 1075708 h 1163222"/>
                  <a:gd name="connsiteX96" fmla="*/ 453521 w 1150784"/>
                  <a:gd name="connsiteY96" fmla="*/ 1039533 h 1163222"/>
                  <a:gd name="connsiteX97" fmla="*/ 452767 w 1150784"/>
                  <a:gd name="connsiteY97" fmla="*/ 1080700 h 1163222"/>
                  <a:gd name="connsiteX98" fmla="*/ 463224 w 1150784"/>
                  <a:gd name="connsiteY98" fmla="*/ 1116497 h 1163222"/>
                  <a:gd name="connsiteX99" fmla="*/ 492521 w 1150784"/>
                  <a:gd name="connsiteY99" fmla="*/ 1138824 h 1163222"/>
                  <a:gd name="connsiteX100" fmla="*/ 510797 w 1150784"/>
                  <a:gd name="connsiteY100" fmla="*/ 1142121 h 1163222"/>
                  <a:gd name="connsiteX101" fmla="*/ 532558 w 1150784"/>
                  <a:gd name="connsiteY101" fmla="*/ 1142121 h 1163222"/>
                  <a:gd name="connsiteX102" fmla="*/ 576551 w 1150784"/>
                  <a:gd name="connsiteY102" fmla="*/ 1142121 h 1163222"/>
                  <a:gd name="connsiteX103" fmla="*/ 620544 w 1150784"/>
                  <a:gd name="connsiteY103" fmla="*/ 1142215 h 1163222"/>
                  <a:gd name="connsiteX104" fmla="*/ 642305 w 1150784"/>
                  <a:gd name="connsiteY104" fmla="*/ 1142121 h 1163222"/>
                  <a:gd name="connsiteX105" fmla="*/ 660580 w 1150784"/>
                  <a:gd name="connsiteY105" fmla="*/ 1138730 h 1163222"/>
                  <a:gd name="connsiteX106" fmla="*/ 689783 w 1150784"/>
                  <a:gd name="connsiteY106" fmla="*/ 1116309 h 1163222"/>
                  <a:gd name="connsiteX107" fmla="*/ 700145 w 1150784"/>
                  <a:gd name="connsiteY107" fmla="*/ 1080606 h 1163222"/>
                  <a:gd name="connsiteX108" fmla="*/ 699297 w 1150784"/>
                  <a:gd name="connsiteY108" fmla="*/ 1038497 h 1163222"/>
                  <a:gd name="connsiteX109" fmla="*/ 719457 w 1150784"/>
                  <a:gd name="connsiteY109" fmla="*/ 1075425 h 1163222"/>
                  <a:gd name="connsiteX110" fmla="*/ 746211 w 1150784"/>
                  <a:gd name="connsiteY110" fmla="*/ 1101237 h 1163222"/>
                  <a:gd name="connsiteX111" fmla="*/ 782856 w 1150784"/>
                  <a:gd name="connsiteY111" fmla="*/ 1106135 h 1163222"/>
                  <a:gd name="connsiteX112" fmla="*/ 800472 w 1150784"/>
                  <a:gd name="connsiteY112" fmla="*/ 1099918 h 1163222"/>
                  <a:gd name="connsiteX113" fmla="*/ 819313 w 1150784"/>
                  <a:gd name="connsiteY113" fmla="*/ 1089179 h 1163222"/>
                  <a:gd name="connsiteX114" fmla="*/ 857465 w 1150784"/>
                  <a:gd name="connsiteY114" fmla="*/ 1067229 h 1163222"/>
                  <a:gd name="connsiteX115" fmla="*/ 895617 w 1150784"/>
                  <a:gd name="connsiteY115" fmla="*/ 1045374 h 1163222"/>
                  <a:gd name="connsiteX116" fmla="*/ 914458 w 1150784"/>
                  <a:gd name="connsiteY116" fmla="*/ 1034635 h 1163222"/>
                  <a:gd name="connsiteX117" fmla="*/ 928965 w 1150784"/>
                  <a:gd name="connsiteY117" fmla="*/ 1022483 h 1163222"/>
                  <a:gd name="connsiteX118" fmla="*/ 943661 w 1150784"/>
                  <a:gd name="connsiteY118" fmla="*/ 988004 h 1163222"/>
                  <a:gd name="connsiteX119" fmla="*/ 934900 w 1150784"/>
                  <a:gd name="connsiteY119" fmla="*/ 950982 h 1163222"/>
                  <a:gd name="connsiteX120" fmla="*/ 916719 w 1150784"/>
                  <a:gd name="connsiteY120" fmla="*/ 920366 h 1163222"/>
                  <a:gd name="connsiteX121" fmla="*/ 946864 w 1150784"/>
                  <a:gd name="connsiteY121" fmla="*/ 939113 h 1163222"/>
                  <a:gd name="connsiteX122" fmla="*/ 983980 w 1150784"/>
                  <a:gd name="connsiteY122" fmla="*/ 948627 h 1163222"/>
                  <a:gd name="connsiteX123" fmla="*/ 1019494 w 1150784"/>
                  <a:gd name="connsiteY123" fmla="*/ 934403 h 1163222"/>
                  <a:gd name="connsiteX124" fmla="*/ 1032400 w 1150784"/>
                  <a:gd name="connsiteY124" fmla="*/ 919801 h 1163222"/>
                  <a:gd name="connsiteX125" fmla="*/ 1043705 w 1150784"/>
                  <a:gd name="connsiteY125" fmla="*/ 901149 h 1163222"/>
                  <a:gd name="connsiteX126" fmla="*/ 1066314 w 1150784"/>
                  <a:gd name="connsiteY126" fmla="*/ 863373 h 1163222"/>
                  <a:gd name="connsiteX127" fmla="*/ 1088922 w 1150784"/>
                  <a:gd name="connsiteY127" fmla="*/ 825598 h 1163222"/>
                  <a:gd name="connsiteX128" fmla="*/ 1100038 w 1150784"/>
                  <a:gd name="connsiteY128" fmla="*/ 806757 h 1163222"/>
                  <a:gd name="connsiteX129" fmla="*/ 1107104 w 1150784"/>
                  <a:gd name="connsiteY129" fmla="*/ 787822 h 1163222"/>
                  <a:gd name="connsiteX130" fmla="*/ 1102393 w 1150784"/>
                  <a:gd name="connsiteY130" fmla="*/ 747880 h 1163222"/>
                  <a:gd name="connsiteX131" fmla="*/ 1074603 w 1150784"/>
                  <a:gd name="connsiteY131" fmla="*/ 718018 h 1163222"/>
                  <a:gd name="connsiteX132" fmla="*/ 1060379 w 1150784"/>
                  <a:gd name="connsiteY132" fmla="*/ 710010 h 1163222"/>
                  <a:gd name="connsiteX133" fmla="*/ 1076582 w 1150784"/>
                  <a:gd name="connsiteY133" fmla="*/ 710670 h 1163222"/>
                  <a:gd name="connsiteX134" fmla="*/ 1116053 w 1150784"/>
                  <a:gd name="connsiteY134" fmla="*/ 699931 h 1163222"/>
                  <a:gd name="connsiteX135" fmla="*/ 1141770 w 1150784"/>
                  <a:gd name="connsiteY135" fmla="*/ 667807 h 1163222"/>
                  <a:gd name="connsiteX136" fmla="*/ 1146386 w 1150784"/>
                  <a:gd name="connsiteY136" fmla="*/ 625510 h 1163222"/>
                  <a:gd name="connsiteX137" fmla="*/ 1146669 w 1150784"/>
                  <a:gd name="connsiteY137" fmla="*/ 581800 h 1163222"/>
                  <a:gd name="connsiteX138" fmla="*/ 1146952 w 1150784"/>
                  <a:gd name="connsiteY138" fmla="*/ 538089 h 1163222"/>
                  <a:gd name="connsiteX139" fmla="*/ 1143749 w 1150784"/>
                  <a:gd name="connsiteY139" fmla="*/ 495227 h 1163222"/>
                  <a:gd name="connsiteX140" fmla="*/ 1078560 w 1150784"/>
                  <a:gd name="connsiteY140" fmla="*/ 448031 h 1163222"/>
                  <a:gd name="connsiteX141" fmla="*/ 1078560 w 1150784"/>
                  <a:gd name="connsiteY141" fmla="*/ 446053 h 1163222"/>
                  <a:gd name="connsiteX142" fmla="*/ 1120198 w 1150784"/>
                  <a:gd name="connsiteY142" fmla="*/ 459335 h 1163222"/>
                  <a:gd name="connsiteX143" fmla="*/ 1146292 w 1150784"/>
                  <a:gd name="connsiteY143" fmla="*/ 494567 h 1163222"/>
                  <a:gd name="connsiteX144" fmla="*/ 1149966 w 1150784"/>
                  <a:gd name="connsiteY144" fmla="*/ 516517 h 1163222"/>
                  <a:gd name="connsiteX145" fmla="*/ 1150060 w 1150784"/>
                  <a:gd name="connsiteY145" fmla="*/ 538372 h 1163222"/>
                  <a:gd name="connsiteX146" fmla="*/ 1150343 w 1150784"/>
                  <a:gd name="connsiteY146" fmla="*/ 582082 h 1163222"/>
                  <a:gd name="connsiteX147" fmla="*/ 1150625 w 1150784"/>
                  <a:gd name="connsiteY147" fmla="*/ 625792 h 1163222"/>
                  <a:gd name="connsiteX148" fmla="*/ 1150720 w 1150784"/>
                  <a:gd name="connsiteY148" fmla="*/ 647742 h 1163222"/>
                  <a:gd name="connsiteX149" fmla="*/ 1146669 w 1150784"/>
                  <a:gd name="connsiteY149" fmla="*/ 669974 h 1163222"/>
                  <a:gd name="connsiteX150" fmla="*/ 1119539 w 1150784"/>
                  <a:gd name="connsiteY150" fmla="*/ 705771 h 1163222"/>
                  <a:gd name="connsiteX151" fmla="*/ 1076299 w 1150784"/>
                  <a:gd name="connsiteY151" fmla="*/ 718865 h 1163222"/>
                  <a:gd name="connsiteX152" fmla="*/ 1078277 w 1150784"/>
                  <a:gd name="connsiteY152" fmla="*/ 711423 h 1163222"/>
                  <a:gd name="connsiteX153" fmla="*/ 1110306 w 1150784"/>
                  <a:gd name="connsiteY153" fmla="*/ 744112 h 1163222"/>
                  <a:gd name="connsiteX154" fmla="*/ 1116995 w 1150784"/>
                  <a:gd name="connsiteY154" fmla="*/ 789895 h 1163222"/>
                  <a:gd name="connsiteX155" fmla="*/ 1109459 w 1150784"/>
                  <a:gd name="connsiteY155" fmla="*/ 812221 h 1163222"/>
                  <a:gd name="connsiteX156" fmla="*/ 1098720 w 1150784"/>
                  <a:gd name="connsiteY156" fmla="*/ 831627 h 1163222"/>
                  <a:gd name="connsiteX157" fmla="*/ 1077335 w 1150784"/>
                  <a:gd name="connsiteY157" fmla="*/ 870062 h 1163222"/>
                  <a:gd name="connsiteX158" fmla="*/ 1055951 w 1150784"/>
                  <a:gd name="connsiteY158" fmla="*/ 908497 h 1163222"/>
                  <a:gd name="connsiteX159" fmla="*/ 1045024 w 1150784"/>
                  <a:gd name="connsiteY159" fmla="*/ 927808 h 1163222"/>
                  <a:gd name="connsiteX160" fmla="*/ 1029480 w 1150784"/>
                  <a:gd name="connsiteY160" fmla="*/ 946555 h 1163222"/>
                  <a:gd name="connsiteX161" fmla="*/ 985016 w 1150784"/>
                  <a:gd name="connsiteY161" fmla="*/ 965301 h 1163222"/>
                  <a:gd name="connsiteX162" fmla="*/ 938009 w 1150784"/>
                  <a:gd name="connsiteY162" fmla="*/ 954280 h 1163222"/>
                  <a:gd name="connsiteX163" fmla="*/ 949878 w 1150784"/>
                  <a:gd name="connsiteY163" fmla="*/ 942410 h 1163222"/>
                  <a:gd name="connsiteX164" fmla="*/ 961654 w 1150784"/>
                  <a:gd name="connsiteY164" fmla="*/ 989512 h 1163222"/>
                  <a:gd name="connsiteX165" fmla="*/ 943284 w 1150784"/>
                  <a:gd name="connsiteY165" fmla="*/ 1035012 h 1163222"/>
                  <a:gd name="connsiteX166" fmla="*/ 924443 w 1150784"/>
                  <a:gd name="connsiteY166" fmla="*/ 1051309 h 1163222"/>
                  <a:gd name="connsiteX167" fmla="*/ 905320 w 1150784"/>
                  <a:gd name="connsiteY167" fmla="*/ 1062707 h 1163222"/>
                  <a:gd name="connsiteX168" fmla="*/ 867262 w 1150784"/>
                  <a:gd name="connsiteY168" fmla="*/ 1084845 h 1163222"/>
                  <a:gd name="connsiteX169" fmla="*/ 829204 w 1150784"/>
                  <a:gd name="connsiteY169" fmla="*/ 1106889 h 1163222"/>
                  <a:gd name="connsiteX170" fmla="*/ 809892 w 1150784"/>
                  <a:gd name="connsiteY170" fmla="*/ 1118005 h 1163222"/>
                  <a:gd name="connsiteX171" fmla="*/ 786247 w 1150784"/>
                  <a:gd name="connsiteY171" fmla="*/ 1126389 h 1163222"/>
                  <a:gd name="connsiteX172" fmla="*/ 737073 w 1150784"/>
                  <a:gd name="connsiteY172" fmla="*/ 1119889 h 1163222"/>
                  <a:gd name="connsiteX173" fmla="*/ 701276 w 1150784"/>
                  <a:gd name="connsiteY173" fmla="*/ 1085881 h 1163222"/>
                  <a:gd name="connsiteX174" fmla="*/ 720493 w 1150784"/>
                  <a:gd name="connsiteY174" fmla="*/ 1080700 h 1163222"/>
                  <a:gd name="connsiteX175" fmla="*/ 706645 w 1150784"/>
                  <a:gd name="connsiteY175" fmla="*/ 1128085 h 1163222"/>
                  <a:gd name="connsiteX176" fmla="*/ 667268 w 1150784"/>
                  <a:gd name="connsiteY176" fmla="*/ 1158418 h 1163222"/>
                  <a:gd name="connsiteX177" fmla="*/ 642493 w 1150784"/>
                  <a:gd name="connsiteY177" fmla="*/ 1163034 h 1163222"/>
                  <a:gd name="connsiteX178" fmla="*/ 620261 w 1150784"/>
                  <a:gd name="connsiteY178" fmla="*/ 1163128 h 1163222"/>
                  <a:gd name="connsiteX179" fmla="*/ 576268 w 1150784"/>
                  <a:gd name="connsiteY179" fmla="*/ 1163222 h 1163222"/>
                  <a:gd name="connsiteX180" fmla="*/ 532275 w 1150784"/>
                  <a:gd name="connsiteY180" fmla="*/ 1163222 h 1163222"/>
                  <a:gd name="connsiteX181" fmla="*/ 510043 w 1150784"/>
                  <a:gd name="connsiteY181" fmla="*/ 1163034 h 1163222"/>
                  <a:gd name="connsiteX182" fmla="*/ 485268 w 1150784"/>
                  <a:gd name="connsiteY182" fmla="*/ 1158324 h 1163222"/>
                  <a:gd name="connsiteX183" fmla="*/ 445985 w 1150784"/>
                  <a:gd name="connsiteY183" fmla="*/ 1127896 h 1163222"/>
                  <a:gd name="connsiteX184" fmla="*/ 432231 w 1150784"/>
                  <a:gd name="connsiteY184" fmla="*/ 1080512 h 1163222"/>
                  <a:gd name="connsiteX185" fmla="*/ 451072 w 1150784"/>
                  <a:gd name="connsiteY185" fmla="*/ 1085599 h 1163222"/>
                  <a:gd name="connsiteX186" fmla="*/ 415369 w 1150784"/>
                  <a:gd name="connsiteY186" fmla="*/ 1119418 h 1163222"/>
                  <a:gd name="connsiteX187" fmla="*/ 366383 w 1150784"/>
                  <a:gd name="connsiteY187" fmla="*/ 1125824 h 1163222"/>
                  <a:gd name="connsiteX188" fmla="*/ 342926 w 1150784"/>
                  <a:gd name="connsiteY188" fmla="*/ 1117440 h 1163222"/>
                  <a:gd name="connsiteX189" fmla="*/ 323615 w 1150784"/>
                  <a:gd name="connsiteY189" fmla="*/ 1106324 h 1163222"/>
                  <a:gd name="connsiteX190" fmla="*/ 285557 w 1150784"/>
                  <a:gd name="connsiteY190" fmla="*/ 1084186 h 1163222"/>
                  <a:gd name="connsiteX191" fmla="*/ 247498 w 1150784"/>
                  <a:gd name="connsiteY191" fmla="*/ 1062048 h 1163222"/>
                  <a:gd name="connsiteX192" fmla="*/ 228375 w 1150784"/>
                  <a:gd name="connsiteY192" fmla="*/ 1050744 h 1163222"/>
                  <a:gd name="connsiteX193" fmla="*/ 209629 w 1150784"/>
                  <a:gd name="connsiteY193" fmla="*/ 1034635 h 1163222"/>
                  <a:gd name="connsiteX194" fmla="*/ 191259 w 1150784"/>
                  <a:gd name="connsiteY194" fmla="*/ 989417 h 1163222"/>
                  <a:gd name="connsiteX195" fmla="*/ 202940 w 1150784"/>
                  <a:gd name="connsiteY195" fmla="*/ 942410 h 1163222"/>
                  <a:gd name="connsiteX196" fmla="*/ 214622 w 1150784"/>
                  <a:gd name="connsiteY196" fmla="*/ 954091 h 1163222"/>
                  <a:gd name="connsiteX197" fmla="*/ 167708 w 1150784"/>
                  <a:gd name="connsiteY197" fmla="*/ 965207 h 1163222"/>
                  <a:gd name="connsiteX198" fmla="*/ 123150 w 1150784"/>
                  <a:gd name="connsiteY198" fmla="*/ 946555 h 1163222"/>
                  <a:gd name="connsiteX199" fmla="*/ 107418 w 1150784"/>
                  <a:gd name="connsiteY199" fmla="*/ 927903 h 1163222"/>
                  <a:gd name="connsiteX200" fmla="*/ 96396 w 1150784"/>
                  <a:gd name="connsiteY200" fmla="*/ 908685 h 1163222"/>
                  <a:gd name="connsiteX201" fmla="*/ 74730 w 1150784"/>
                  <a:gd name="connsiteY201" fmla="*/ 870438 h 1163222"/>
                  <a:gd name="connsiteX202" fmla="*/ 53157 w 1150784"/>
                  <a:gd name="connsiteY202" fmla="*/ 832098 h 1163222"/>
                  <a:gd name="connsiteX203" fmla="*/ 42324 w 1150784"/>
                  <a:gd name="connsiteY203" fmla="*/ 812786 h 1163222"/>
                  <a:gd name="connsiteX204" fmla="*/ 34599 w 1150784"/>
                  <a:gd name="connsiteY204" fmla="*/ 790177 h 1163222"/>
                  <a:gd name="connsiteX205" fmla="*/ 41287 w 1150784"/>
                  <a:gd name="connsiteY205" fmla="*/ 743547 h 1163222"/>
                  <a:gd name="connsiteX206" fmla="*/ 73788 w 1150784"/>
                  <a:gd name="connsiteY206" fmla="*/ 710105 h 1163222"/>
                  <a:gd name="connsiteX207" fmla="*/ 76519 w 1150784"/>
                  <a:gd name="connsiteY207" fmla="*/ 720373 h 1163222"/>
                  <a:gd name="connsiteX208" fmla="*/ 32055 w 1150784"/>
                  <a:gd name="connsiteY208" fmla="*/ 706996 h 1163222"/>
                  <a:gd name="connsiteX209" fmla="*/ 4077 w 1150784"/>
                  <a:gd name="connsiteY209" fmla="*/ 670068 h 1163222"/>
                  <a:gd name="connsiteX210" fmla="*/ 26 w 1150784"/>
                  <a:gd name="connsiteY210" fmla="*/ 647082 h 1163222"/>
                  <a:gd name="connsiteX211" fmla="*/ 121 w 1150784"/>
                  <a:gd name="connsiteY211" fmla="*/ 624945 h 1163222"/>
                  <a:gd name="connsiteX212" fmla="*/ 497 w 1150784"/>
                  <a:gd name="connsiteY212" fmla="*/ 580952 h 1163222"/>
                  <a:gd name="connsiteX213" fmla="*/ 780 w 1150784"/>
                  <a:gd name="connsiteY213" fmla="*/ 536959 h 1163222"/>
                  <a:gd name="connsiteX214" fmla="*/ 968 w 1150784"/>
                  <a:gd name="connsiteY214" fmla="*/ 514915 h 1163222"/>
                  <a:gd name="connsiteX215" fmla="*/ 5208 w 1150784"/>
                  <a:gd name="connsiteY215" fmla="*/ 492307 h 1163222"/>
                  <a:gd name="connsiteX216" fmla="*/ 32998 w 1150784"/>
                  <a:gd name="connsiteY216" fmla="*/ 456415 h 1163222"/>
                  <a:gd name="connsiteX217" fmla="*/ 76425 w 1150784"/>
                  <a:gd name="connsiteY217" fmla="*/ 443886 h 1163222"/>
                  <a:gd name="connsiteX218" fmla="*/ 74824 w 1150784"/>
                  <a:gd name="connsiteY218" fmla="*/ 449915 h 1163222"/>
                  <a:gd name="connsiteX219" fmla="*/ 43737 w 1150784"/>
                  <a:gd name="connsiteY219" fmla="*/ 417132 h 1163222"/>
                  <a:gd name="connsiteX220" fmla="*/ 37802 w 1150784"/>
                  <a:gd name="connsiteY220" fmla="*/ 372386 h 1163222"/>
                  <a:gd name="connsiteX221" fmla="*/ 45338 w 1150784"/>
                  <a:gd name="connsiteY221" fmla="*/ 350813 h 1163222"/>
                  <a:gd name="connsiteX222" fmla="*/ 56172 w 1150784"/>
                  <a:gd name="connsiteY222" fmla="*/ 331596 h 1163222"/>
                  <a:gd name="connsiteX223" fmla="*/ 78027 w 1150784"/>
                  <a:gd name="connsiteY223" fmla="*/ 293349 h 1163222"/>
                  <a:gd name="connsiteX224" fmla="*/ 99882 w 1150784"/>
                  <a:gd name="connsiteY224" fmla="*/ 255103 h 1163222"/>
                  <a:gd name="connsiteX225" fmla="*/ 110904 w 1150784"/>
                  <a:gd name="connsiteY225" fmla="*/ 235979 h 1163222"/>
                  <a:gd name="connsiteX226" fmla="*/ 125788 w 1150784"/>
                  <a:gd name="connsiteY226" fmla="*/ 218363 h 1163222"/>
                  <a:gd name="connsiteX227" fmla="*/ 167991 w 1150784"/>
                  <a:gd name="connsiteY227" fmla="*/ 200747 h 1163222"/>
                  <a:gd name="connsiteX228" fmla="*/ 212643 w 1150784"/>
                  <a:gd name="connsiteY228" fmla="*/ 211110 h 1163222"/>
                  <a:gd name="connsiteX229" fmla="*/ 206426 w 1150784"/>
                  <a:gd name="connsiteY229" fmla="*/ 217327 h 1163222"/>
                  <a:gd name="connsiteX230" fmla="*/ 195027 w 1150784"/>
                  <a:gd name="connsiteY230" fmla="*/ 172581 h 1163222"/>
                  <a:gd name="connsiteX231" fmla="*/ 212361 w 1150784"/>
                  <a:gd name="connsiteY231" fmla="*/ 129341 h 1163222"/>
                  <a:gd name="connsiteX232" fmla="*/ 230165 w 1150784"/>
                  <a:gd name="connsiteY232" fmla="*/ 113798 h 1163222"/>
                  <a:gd name="connsiteX233" fmla="*/ 249194 w 1150784"/>
                  <a:gd name="connsiteY233" fmla="*/ 102399 h 1163222"/>
                  <a:gd name="connsiteX234" fmla="*/ 287064 w 1150784"/>
                  <a:gd name="connsiteY234" fmla="*/ 79979 h 1163222"/>
                  <a:gd name="connsiteX235" fmla="*/ 324934 w 1150784"/>
                  <a:gd name="connsiteY235" fmla="*/ 57558 h 1163222"/>
                  <a:gd name="connsiteX236" fmla="*/ 344057 w 1150784"/>
                  <a:gd name="connsiteY236" fmla="*/ 46348 h 1163222"/>
                  <a:gd name="connsiteX237" fmla="*/ 366760 w 1150784"/>
                  <a:gd name="connsiteY237" fmla="*/ 38058 h 1163222"/>
                  <a:gd name="connsiteX238" fmla="*/ 414427 w 1150784"/>
                  <a:gd name="connsiteY238" fmla="*/ 43993 h 1163222"/>
                  <a:gd name="connsiteX239" fmla="*/ 449470 w 1150784"/>
                  <a:gd name="connsiteY239" fmla="*/ 76870 h 1163222"/>
                  <a:gd name="connsiteX240" fmla="*/ 434021 w 1150784"/>
                  <a:gd name="connsiteY240" fmla="*/ 81015 h 1163222"/>
                  <a:gd name="connsiteX241" fmla="*/ 447492 w 1150784"/>
                  <a:gd name="connsiteY241" fmla="*/ 34667 h 1163222"/>
                  <a:gd name="connsiteX242" fmla="*/ 485833 w 1150784"/>
                  <a:gd name="connsiteY242" fmla="*/ 4993 h 1163222"/>
                  <a:gd name="connsiteX243" fmla="*/ 510043 w 1150784"/>
                  <a:gd name="connsiteY243" fmla="*/ 471 h 1163222"/>
                  <a:gd name="connsiteX244" fmla="*/ 532275 w 1150784"/>
                  <a:gd name="connsiteY244" fmla="*/ 283 h 1163222"/>
                  <a:gd name="connsiteX245" fmla="*/ 576268 w 1150784"/>
                  <a:gd name="connsiteY245" fmla="*/ 94 h 1163222"/>
                  <a:gd name="connsiteX246" fmla="*/ 620261 w 1150784"/>
                  <a:gd name="connsiteY246" fmla="*/ 0 h 1163222"/>
                  <a:gd name="connsiteX247" fmla="*/ 642493 w 1150784"/>
                  <a:gd name="connsiteY247" fmla="*/ 283 h 1163222"/>
                  <a:gd name="connsiteX248" fmla="*/ 666703 w 1150784"/>
                  <a:gd name="connsiteY248" fmla="*/ 4899 h 1163222"/>
                  <a:gd name="connsiteX249" fmla="*/ 705044 w 1150784"/>
                  <a:gd name="connsiteY249" fmla="*/ 34761 h 1163222"/>
                  <a:gd name="connsiteX250" fmla="*/ 718327 w 1150784"/>
                  <a:gd name="connsiteY250" fmla="*/ 81015 h 1163222"/>
                  <a:gd name="connsiteX251" fmla="*/ 703160 w 1150784"/>
                  <a:gd name="connsiteY251" fmla="*/ 76964 h 1163222"/>
                  <a:gd name="connsiteX252" fmla="*/ 738109 w 1150784"/>
                  <a:gd name="connsiteY252" fmla="*/ 43993 h 1163222"/>
                  <a:gd name="connsiteX253" fmla="*/ 785776 w 1150784"/>
                  <a:gd name="connsiteY253" fmla="*/ 37870 h 1163222"/>
                  <a:gd name="connsiteX254" fmla="*/ 808479 w 1150784"/>
                  <a:gd name="connsiteY254" fmla="*/ 46254 h 1163222"/>
                  <a:gd name="connsiteX255" fmla="*/ 827602 w 1150784"/>
                  <a:gd name="connsiteY255" fmla="*/ 57558 h 1163222"/>
                  <a:gd name="connsiteX256" fmla="*/ 865378 w 1150784"/>
                  <a:gd name="connsiteY256" fmla="*/ 80073 h 1163222"/>
                  <a:gd name="connsiteX257" fmla="*/ 903153 w 1150784"/>
                  <a:gd name="connsiteY257" fmla="*/ 102587 h 1163222"/>
                  <a:gd name="connsiteX258" fmla="*/ 922088 w 1150784"/>
                  <a:gd name="connsiteY258" fmla="*/ 113986 h 1163222"/>
                  <a:gd name="connsiteX259" fmla="*/ 939799 w 1150784"/>
                  <a:gd name="connsiteY259" fmla="*/ 129530 h 1163222"/>
                  <a:gd name="connsiteX260" fmla="*/ 956849 w 1150784"/>
                  <a:gd name="connsiteY260" fmla="*/ 172486 h 1163222"/>
                  <a:gd name="connsiteX261" fmla="*/ 945451 w 1150784"/>
                  <a:gd name="connsiteY261" fmla="*/ 216762 h 1163222"/>
                  <a:gd name="connsiteX262" fmla="*/ 940175 w 1150784"/>
                  <a:gd name="connsiteY262" fmla="*/ 211486 h 1163222"/>
                  <a:gd name="connsiteX263" fmla="*/ 984357 w 1150784"/>
                  <a:gd name="connsiteY263" fmla="*/ 201313 h 1163222"/>
                  <a:gd name="connsiteX264" fmla="*/ 1025806 w 1150784"/>
                  <a:gd name="connsiteY264" fmla="*/ 219023 h 1163222"/>
                  <a:gd name="connsiteX265" fmla="*/ 1040313 w 1150784"/>
                  <a:gd name="connsiteY265" fmla="*/ 236450 h 1163222"/>
                  <a:gd name="connsiteX266" fmla="*/ 1051147 w 1150784"/>
                  <a:gd name="connsiteY266" fmla="*/ 255668 h 1163222"/>
                  <a:gd name="connsiteX267" fmla="*/ 1072814 w 1150784"/>
                  <a:gd name="connsiteY267" fmla="*/ 293914 h 1163222"/>
                  <a:gd name="connsiteX268" fmla="*/ 1094480 w 1150784"/>
                  <a:gd name="connsiteY268" fmla="*/ 332161 h 1163222"/>
                  <a:gd name="connsiteX269" fmla="*/ 1112662 w 1150784"/>
                  <a:gd name="connsiteY269" fmla="*/ 372386 h 1163222"/>
                  <a:gd name="connsiteX270" fmla="*/ 1106727 w 1150784"/>
                  <a:gd name="connsiteY270" fmla="*/ 416002 h 1163222"/>
                  <a:gd name="connsiteX271" fmla="*/ 1076299 w 1150784"/>
                  <a:gd name="connsiteY271" fmla="*/ 447654 h 1163222"/>
                  <a:gd name="connsiteX272" fmla="*/ 1075828 w 1150784"/>
                  <a:gd name="connsiteY272" fmla="*/ 445770 h 1163222"/>
                  <a:gd name="connsiteX273" fmla="*/ 1078560 w 1150784"/>
                  <a:gd name="connsiteY273" fmla="*/ 446053 h 1163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</a:cxnLst>
                <a:rect l="l" t="t" r="r" b="b"/>
                <a:pathLst>
                  <a:path w="1150784" h="1163222">
                    <a:moveTo>
                      <a:pt x="1078560" y="448031"/>
                    </a:moveTo>
                    <a:lnTo>
                      <a:pt x="1076299" y="448031"/>
                    </a:lnTo>
                    <a:lnTo>
                      <a:pt x="1072343" y="448031"/>
                    </a:lnTo>
                    <a:lnTo>
                      <a:pt x="1075828" y="446147"/>
                    </a:lnTo>
                    <a:cubicBezTo>
                      <a:pt x="1088546" y="439176"/>
                      <a:pt x="1099002" y="428248"/>
                      <a:pt x="1105220" y="415248"/>
                    </a:cubicBezTo>
                    <a:cubicBezTo>
                      <a:pt x="1111249" y="402154"/>
                      <a:pt x="1113604" y="387270"/>
                      <a:pt x="1110778" y="373045"/>
                    </a:cubicBezTo>
                    <a:cubicBezTo>
                      <a:pt x="1108517" y="358632"/>
                      <a:pt x="1099756" y="346480"/>
                      <a:pt x="1092502" y="333762"/>
                    </a:cubicBezTo>
                    <a:lnTo>
                      <a:pt x="1070176" y="295798"/>
                    </a:lnTo>
                    <a:lnTo>
                      <a:pt x="1047850" y="257834"/>
                    </a:lnTo>
                    <a:cubicBezTo>
                      <a:pt x="1040125" y="245305"/>
                      <a:pt x="1033908" y="231834"/>
                      <a:pt x="1022603" y="223168"/>
                    </a:cubicBezTo>
                    <a:cubicBezTo>
                      <a:pt x="1011864" y="214030"/>
                      <a:pt x="998016" y="208943"/>
                      <a:pt x="984074" y="207907"/>
                    </a:cubicBezTo>
                    <a:cubicBezTo>
                      <a:pt x="970038" y="207153"/>
                      <a:pt x="956190" y="210733"/>
                      <a:pt x="944226" y="218269"/>
                    </a:cubicBezTo>
                    <a:lnTo>
                      <a:pt x="930943" y="226653"/>
                    </a:lnTo>
                    <a:lnTo>
                      <a:pt x="939045" y="212994"/>
                    </a:lnTo>
                    <a:cubicBezTo>
                      <a:pt x="946204" y="200842"/>
                      <a:pt x="949407" y="186994"/>
                      <a:pt x="948183" y="173240"/>
                    </a:cubicBezTo>
                    <a:cubicBezTo>
                      <a:pt x="946770" y="159580"/>
                      <a:pt x="941400" y="146298"/>
                      <a:pt x="932262" y="136218"/>
                    </a:cubicBezTo>
                    <a:cubicBezTo>
                      <a:pt x="927741" y="131131"/>
                      <a:pt x="922559" y="126609"/>
                      <a:pt x="916624" y="123312"/>
                    </a:cubicBezTo>
                    <a:cubicBezTo>
                      <a:pt x="910595" y="119732"/>
                      <a:pt x="903907" y="116153"/>
                      <a:pt x="897595" y="112573"/>
                    </a:cubicBezTo>
                    <a:lnTo>
                      <a:pt x="859160" y="91095"/>
                    </a:lnTo>
                    <a:lnTo>
                      <a:pt x="820726" y="69616"/>
                    </a:lnTo>
                    <a:cubicBezTo>
                      <a:pt x="814414" y="66131"/>
                      <a:pt x="807820" y="62268"/>
                      <a:pt x="801602" y="59066"/>
                    </a:cubicBezTo>
                    <a:cubicBezTo>
                      <a:pt x="795856" y="55863"/>
                      <a:pt x="789450" y="53979"/>
                      <a:pt x="783044" y="52848"/>
                    </a:cubicBezTo>
                    <a:cubicBezTo>
                      <a:pt x="770138" y="50399"/>
                      <a:pt x="756667" y="52660"/>
                      <a:pt x="744892" y="58218"/>
                    </a:cubicBezTo>
                    <a:cubicBezTo>
                      <a:pt x="733117" y="64152"/>
                      <a:pt x="723696" y="73196"/>
                      <a:pt x="717290" y="85160"/>
                    </a:cubicBezTo>
                    <a:lnTo>
                      <a:pt x="701558" y="114363"/>
                    </a:lnTo>
                    <a:lnTo>
                      <a:pt x="702124" y="81109"/>
                    </a:lnTo>
                    <a:cubicBezTo>
                      <a:pt x="702312" y="67544"/>
                      <a:pt x="698544" y="55109"/>
                      <a:pt x="691196" y="44276"/>
                    </a:cubicBezTo>
                    <a:cubicBezTo>
                      <a:pt x="683754" y="33819"/>
                      <a:pt x="673109" y="25341"/>
                      <a:pt x="660957" y="21290"/>
                    </a:cubicBezTo>
                    <a:cubicBezTo>
                      <a:pt x="654928" y="19218"/>
                      <a:pt x="648522" y="17899"/>
                      <a:pt x="642116" y="17899"/>
                    </a:cubicBezTo>
                    <a:cubicBezTo>
                      <a:pt x="635239" y="17804"/>
                      <a:pt x="627609" y="17899"/>
                      <a:pt x="620355" y="17993"/>
                    </a:cubicBezTo>
                    <a:lnTo>
                      <a:pt x="576551" y="17993"/>
                    </a:lnTo>
                    <a:lnTo>
                      <a:pt x="532558" y="17804"/>
                    </a:lnTo>
                    <a:cubicBezTo>
                      <a:pt x="525304" y="17804"/>
                      <a:pt x="517674" y="17710"/>
                      <a:pt x="510797" y="17804"/>
                    </a:cubicBezTo>
                    <a:cubicBezTo>
                      <a:pt x="504297" y="17804"/>
                      <a:pt x="497985" y="19218"/>
                      <a:pt x="491956" y="21196"/>
                    </a:cubicBezTo>
                    <a:cubicBezTo>
                      <a:pt x="479710" y="25247"/>
                      <a:pt x="469159" y="33725"/>
                      <a:pt x="461717" y="44276"/>
                    </a:cubicBezTo>
                    <a:cubicBezTo>
                      <a:pt x="454463" y="55109"/>
                      <a:pt x="450695" y="67544"/>
                      <a:pt x="450883" y="81109"/>
                    </a:cubicBezTo>
                    <a:lnTo>
                      <a:pt x="451543" y="114740"/>
                    </a:lnTo>
                    <a:lnTo>
                      <a:pt x="435434" y="85254"/>
                    </a:lnTo>
                    <a:cubicBezTo>
                      <a:pt x="428934" y="73384"/>
                      <a:pt x="419608" y="64247"/>
                      <a:pt x="407927" y="58312"/>
                    </a:cubicBezTo>
                    <a:cubicBezTo>
                      <a:pt x="396245" y="52660"/>
                      <a:pt x="382680" y="50399"/>
                      <a:pt x="369774" y="52754"/>
                    </a:cubicBezTo>
                    <a:cubicBezTo>
                      <a:pt x="363369" y="53884"/>
                      <a:pt x="356963" y="55863"/>
                      <a:pt x="351216" y="59066"/>
                    </a:cubicBezTo>
                    <a:cubicBezTo>
                      <a:pt x="345093" y="62363"/>
                      <a:pt x="338499" y="66131"/>
                      <a:pt x="332187" y="69711"/>
                    </a:cubicBezTo>
                    <a:lnTo>
                      <a:pt x="293846" y="91283"/>
                    </a:lnTo>
                    <a:lnTo>
                      <a:pt x="255506" y="112856"/>
                    </a:lnTo>
                    <a:cubicBezTo>
                      <a:pt x="249194" y="116435"/>
                      <a:pt x="242506" y="120015"/>
                      <a:pt x="236477" y="123689"/>
                    </a:cubicBezTo>
                    <a:cubicBezTo>
                      <a:pt x="230636" y="126986"/>
                      <a:pt x="225549" y="131602"/>
                      <a:pt x="221027" y="136595"/>
                    </a:cubicBezTo>
                    <a:cubicBezTo>
                      <a:pt x="211984" y="146675"/>
                      <a:pt x="206708" y="159863"/>
                      <a:pt x="205390" y="173334"/>
                    </a:cubicBezTo>
                    <a:cubicBezTo>
                      <a:pt x="204259" y="186994"/>
                      <a:pt x="207368" y="200653"/>
                      <a:pt x="214622" y="212711"/>
                    </a:cubicBezTo>
                    <a:lnTo>
                      <a:pt x="224230" y="228914"/>
                    </a:lnTo>
                    <a:lnTo>
                      <a:pt x="208404" y="219023"/>
                    </a:lnTo>
                    <a:cubicBezTo>
                      <a:pt x="196534" y="211581"/>
                      <a:pt x="182781" y="208095"/>
                      <a:pt x="168933" y="208849"/>
                    </a:cubicBezTo>
                    <a:cubicBezTo>
                      <a:pt x="155179" y="209885"/>
                      <a:pt x="141614" y="215066"/>
                      <a:pt x="131157" y="224204"/>
                    </a:cubicBezTo>
                    <a:cubicBezTo>
                      <a:pt x="125882" y="228726"/>
                      <a:pt x="121172" y="233907"/>
                      <a:pt x="117592" y="239842"/>
                    </a:cubicBezTo>
                    <a:cubicBezTo>
                      <a:pt x="113824" y="245871"/>
                      <a:pt x="110150" y="252465"/>
                      <a:pt x="106476" y="258682"/>
                    </a:cubicBezTo>
                    <a:lnTo>
                      <a:pt x="84338" y="296646"/>
                    </a:lnTo>
                    <a:lnTo>
                      <a:pt x="62201" y="334610"/>
                    </a:lnTo>
                    <a:cubicBezTo>
                      <a:pt x="58527" y="340922"/>
                      <a:pt x="54664" y="347328"/>
                      <a:pt x="51273" y="353545"/>
                    </a:cubicBezTo>
                    <a:cubicBezTo>
                      <a:pt x="47787" y="359574"/>
                      <a:pt x="45621" y="366357"/>
                      <a:pt x="44208" y="373233"/>
                    </a:cubicBezTo>
                    <a:cubicBezTo>
                      <a:pt x="41382" y="386987"/>
                      <a:pt x="43737" y="401589"/>
                      <a:pt x="49671" y="414212"/>
                    </a:cubicBezTo>
                    <a:cubicBezTo>
                      <a:pt x="55889" y="426835"/>
                      <a:pt x="65874" y="437292"/>
                      <a:pt x="78404" y="443980"/>
                    </a:cubicBezTo>
                    <a:lnTo>
                      <a:pt x="90085" y="450292"/>
                    </a:lnTo>
                    <a:lnTo>
                      <a:pt x="76802" y="450009"/>
                    </a:lnTo>
                    <a:cubicBezTo>
                      <a:pt x="62577" y="449726"/>
                      <a:pt x="48729" y="453777"/>
                      <a:pt x="37142" y="461690"/>
                    </a:cubicBezTo>
                    <a:cubicBezTo>
                      <a:pt x="25744" y="469698"/>
                      <a:pt x="16606" y="481096"/>
                      <a:pt x="12179" y="494379"/>
                    </a:cubicBezTo>
                    <a:cubicBezTo>
                      <a:pt x="9918" y="500973"/>
                      <a:pt x="8410" y="507850"/>
                      <a:pt x="8410" y="514821"/>
                    </a:cubicBezTo>
                    <a:cubicBezTo>
                      <a:pt x="8222" y="521981"/>
                      <a:pt x="8410" y="529423"/>
                      <a:pt x="8410" y="536771"/>
                    </a:cubicBezTo>
                    <a:lnTo>
                      <a:pt x="8693" y="580763"/>
                    </a:lnTo>
                    <a:lnTo>
                      <a:pt x="9070" y="624756"/>
                    </a:lnTo>
                    <a:cubicBezTo>
                      <a:pt x="9164" y="632010"/>
                      <a:pt x="9070" y="639546"/>
                      <a:pt x="9352" y="646612"/>
                    </a:cubicBezTo>
                    <a:cubicBezTo>
                      <a:pt x="9447" y="653488"/>
                      <a:pt x="10954" y="660271"/>
                      <a:pt x="13309" y="666677"/>
                    </a:cubicBezTo>
                    <a:cubicBezTo>
                      <a:pt x="17831" y="679583"/>
                      <a:pt x="26969" y="690699"/>
                      <a:pt x="38179" y="698329"/>
                    </a:cubicBezTo>
                    <a:cubicBezTo>
                      <a:pt x="49577" y="705865"/>
                      <a:pt x="62954" y="709634"/>
                      <a:pt x="76896" y="709162"/>
                    </a:cubicBezTo>
                    <a:lnTo>
                      <a:pt x="99317" y="708409"/>
                    </a:lnTo>
                    <a:lnTo>
                      <a:pt x="79628" y="719431"/>
                    </a:lnTo>
                    <a:cubicBezTo>
                      <a:pt x="67476" y="726213"/>
                      <a:pt x="58150" y="736293"/>
                      <a:pt x="52309" y="748539"/>
                    </a:cubicBezTo>
                    <a:cubicBezTo>
                      <a:pt x="46751" y="760692"/>
                      <a:pt x="44773" y="774634"/>
                      <a:pt x="47505" y="787728"/>
                    </a:cubicBezTo>
                    <a:cubicBezTo>
                      <a:pt x="48824" y="794228"/>
                      <a:pt x="50990" y="800634"/>
                      <a:pt x="54287" y="806380"/>
                    </a:cubicBezTo>
                    <a:cubicBezTo>
                      <a:pt x="57679" y="812503"/>
                      <a:pt x="61635" y="818909"/>
                      <a:pt x="65309" y="825221"/>
                    </a:cubicBezTo>
                    <a:lnTo>
                      <a:pt x="87730" y="863091"/>
                    </a:lnTo>
                    <a:lnTo>
                      <a:pt x="110056" y="901055"/>
                    </a:lnTo>
                    <a:cubicBezTo>
                      <a:pt x="113730" y="907272"/>
                      <a:pt x="117498" y="913960"/>
                      <a:pt x="121172" y="919801"/>
                    </a:cubicBezTo>
                    <a:cubicBezTo>
                      <a:pt x="124469" y="925453"/>
                      <a:pt x="128991" y="930258"/>
                      <a:pt x="133889" y="934497"/>
                    </a:cubicBezTo>
                    <a:cubicBezTo>
                      <a:pt x="143686" y="942975"/>
                      <a:pt x="156498" y="947780"/>
                      <a:pt x="169310" y="948816"/>
                    </a:cubicBezTo>
                    <a:cubicBezTo>
                      <a:pt x="182310" y="949569"/>
                      <a:pt x="195027" y="946461"/>
                      <a:pt x="206426" y="939395"/>
                    </a:cubicBezTo>
                    <a:lnTo>
                      <a:pt x="236100" y="921026"/>
                    </a:lnTo>
                    <a:lnTo>
                      <a:pt x="218107" y="950982"/>
                    </a:lnTo>
                    <a:cubicBezTo>
                      <a:pt x="211230" y="962569"/>
                      <a:pt x="208310" y="975192"/>
                      <a:pt x="209252" y="988099"/>
                    </a:cubicBezTo>
                    <a:cubicBezTo>
                      <a:pt x="210477" y="1000816"/>
                      <a:pt x="215375" y="1013345"/>
                      <a:pt x="223853" y="1022860"/>
                    </a:cubicBezTo>
                    <a:cubicBezTo>
                      <a:pt x="227998" y="1027664"/>
                      <a:pt x="232803" y="1031997"/>
                      <a:pt x="238361" y="1035200"/>
                    </a:cubicBezTo>
                    <a:cubicBezTo>
                      <a:pt x="244201" y="1038780"/>
                      <a:pt x="250984" y="1042454"/>
                      <a:pt x="257201" y="1046128"/>
                    </a:cubicBezTo>
                    <a:lnTo>
                      <a:pt x="295354" y="1067983"/>
                    </a:lnTo>
                    <a:lnTo>
                      <a:pt x="333506" y="1089838"/>
                    </a:lnTo>
                    <a:cubicBezTo>
                      <a:pt x="339818" y="1093418"/>
                      <a:pt x="346412" y="1097280"/>
                      <a:pt x="352441" y="1100577"/>
                    </a:cubicBezTo>
                    <a:cubicBezTo>
                      <a:pt x="357999" y="1103686"/>
                      <a:pt x="364028" y="1105570"/>
                      <a:pt x="370245" y="1106795"/>
                    </a:cubicBezTo>
                    <a:cubicBezTo>
                      <a:pt x="382680" y="1109244"/>
                      <a:pt x="395680" y="1107077"/>
                      <a:pt x="407079" y="1101708"/>
                    </a:cubicBezTo>
                    <a:cubicBezTo>
                      <a:pt x="418477" y="1096055"/>
                      <a:pt x="427615" y="1087295"/>
                      <a:pt x="433927" y="1075708"/>
                    </a:cubicBezTo>
                    <a:lnTo>
                      <a:pt x="453521" y="1039533"/>
                    </a:lnTo>
                    <a:lnTo>
                      <a:pt x="452767" y="1080700"/>
                    </a:lnTo>
                    <a:cubicBezTo>
                      <a:pt x="452485" y="1093983"/>
                      <a:pt x="456159" y="1105947"/>
                      <a:pt x="463224" y="1116497"/>
                    </a:cubicBezTo>
                    <a:cubicBezTo>
                      <a:pt x="470478" y="1126672"/>
                      <a:pt x="480652" y="1134867"/>
                      <a:pt x="492521" y="1138824"/>
                    </a:cubicBezTo>
                    <a:cubicBezTo>
                      <a:pt x="498362" y="1140802"/>
                      <a:pt x="504579" y="1142121"/>
                      <a:pt x="510797" y="1142121"/>
                    </a:cubicBezTo>
                    <a:cubicBezTo>
                      <a:pt x="517579" y="1142309"/>
                      <a:pt x="525304" y="1142121"/>
                      <a:pt x="532558" y="1142121"/>
                    </a:cubicBezTo>
                    <a:lnTo>
                      <a:pt x="576551" y="1142121"/>
                    </a:lnTo>
                    <a:lnTo>
                      <a:pt x="620544" y="1142215"/>
                    </a:lnTo>
                    <a:cubicBezTo>
                      <a:pt x="627797" y="1142215"/>
                      <a:pt x="635522" y="1142309"/>
                      <a:pt x="642305" y="1142121"/>
                    </a:cubicBezTo>
                    <a:cubicBezTo>
                      <a:pt x="648616" y="1142121"/>
                      <a:pt x="654739" y="1140802"/>
                      <a:pt x="660580" y="1138730"/>
                    </a:cubicBezTo>
                    <a:cubicBezTo>
                      <a:pt x="672450" y="1134773"/>
                      <a:pt x="682624" y="1126483"/>
                      <a:pt x="689783" y="1116309"/>
                    </a:cubicBezTo>
                    <a:cubicBezTo>
                      <a:pt x="696848" y="1105758"/>
                      <a:pt x="700428" y="1093795"/>
                      <a:pt x="700145" y="1080606"/>
                    </a:cubicBezTo>
                    <a:lnTo>
                      <a:pt x="699297" y="1038497"/>
                    </a:lnTo>
                    <a:lnTo>
                      <a:pt x="719457" y="1075425"/>
                    </a:lnTo>
                    <a:cubicBezTo>
                      <a:pt x="725769" y="1087012"/>
                      <a:pt x="734906" y="1095679"/>
                      <a:pt x="746211" y="1101237"/>
                    </a:cubicBezTo>
                    <a:cubicBezTo>
                      <a:pt x="757515" y="1106512"/>
                      <a:pt x="770515" y="1108584"/>
                      <a:pt x="782856" y="1106135"/>
                    </a:cubicBezTo>
                    <a:cubicBezTo>
                      <a:pt x="788979" y="1104911"/>
                      <a:pt x="795008" y="1103026"/>
                      <a:pt x="800472" y="1099918"/>
                    </a:cubicBezTo>
                    <a:cubicBezTo>
                      <a:pt x="806501" y="1096715"/>
                      <a:pt x="813095" y="1092758"/>
                      <a:pt x="819313" y="1089179"/>
                    </a:cubicBezTo>
                    <a:lnTo>
                      <a:pt x="857465" y="1067229"/>
                    </a:lnTo>
                    <a:lnTo>
                      <a:pt x="895617" y="1045374"/>
                    </a:lnTo>
                    <a:cubicBezTo>
                      <a:pt x="901929" y="1041794"/>
                      <a:pt x="908617" y="1038120"/>
                      <a:pt x="914458" y="1034635"/>
                    </a:cubicBezTo>
                    <a:cubicBezTo>
                      <a:pt x="920016" y="1031526"/>
                      <a:pt x="924726" y="1027193"/>
                      <a:pt x="928965" y="1022483"/>
                    </a:cubicBezTo>
                    <a:cubicBezTo>
                      <a:pt x="937443" y="1013062"/>
                      <a:pt x="942342" y="1000627"/>
                      <a:pt x="943661" y="988004"/>
                    </a:cubicBezTo>
                    <a:cubicBezTo>
                      <a:pt x="944603" y="975192"/>
                      <a:pt x="941777" y="962569"/>
                      <a:pt x="934900" y="950982"/>
                    </a:cubicBezTo>
                    <a:lnTo>
                      <a:pt x="916719" y="920366"/>
                    </a:lnTo>
                    <a:lnTo>
                      <a:pt x="946864" y="939113"/>
                    </a:lnTo>
                    <a:cubicBezTo>
                      <a:pt x="958262" y="946178"/>
                      <a:pt x="970886" y="949381"/>
                      <a:pt x="983980" y="948627"/>
                    </a:cubicBezTo>
                    <a:cubicBezTo>
                      <a:pt x="996792" y="947685"/>
                      <a:pt x="1009603" y="942881"/>
                      <a:pt x="1019494" y="934403"/>
                    </a:cubicBezTo>
                    <a:cubicBezTo>
                      <a:pt x="1024487" y="930258"/>
                      <a:pt x="1029009" y="925453"/>
                      <a:pt x="1032400" y="919801"/>
                    </a:cubicBezTo>
                    <a:cubicBezTo>
                      <a:pt x="1036074" y="913960"/>
                      <a:pt x="1039937" y="907366"/>
                      <a:pt x="1043705" y="901149"/>
                    </a:cubicBezTo>
                    <a:lnTo>
                      <a:pt x="1066314" y="863373"/>
                    </a:lnTo>
                    <a:lnTo>
                      <a:pt x="1088922" y="825598"/>
                    </a:lnTo>
                    <a:cubicBezTo>
                      <a:pt x="1092596" y="819380"/>
                      <a:pt x="1096647" y="812880"/>
                      <a:pt x="1100038" y="806757"/>
                    </a:cubicBezTo>
                    <a:cubicBezTo>
                      <a:pt x="1103524" y="800916"/>
                      <a:pt x="1105691" y="794417"/>
                      <a:pt x="1107104" y="787822"/>
                    </a:cubicBezTo>
                    <a:cubicBezTo>
                      <a:pt x="1110024" y="774540"/>
                      <a:pt x="1107951" y="760315"/>
                      <a:pt x="1102393" y="747880"/>
                    </a:cubicBezTo>
                    <a:cubicBezTo>
                      <a:pt x="1096553" y="735445"/>
                      <a:pt x="1086944" y="724989"/>
                      <a:pt x="1074603" y="718018"/>
                    </a:cubicBezTo>
                    <a:lnTo>
                      <a:pt x="1060379" y="710010"/>
                    </a:lnTo>
                    <a:lnTo>
                      <a:pt x="1076582" y="710670"/>
                    </a:lnTo>
                    <a:cubicBezTo>
                      <a:pt x="1090618" y="711235"/>
                      <a:pt x="1104277" y="707467"/>
                      <a:pt x="1116053" y="699931"/>
                    </a:cubicBezTo>
                    <a:cubicBezTo>
                      <a:pt x="1127546" y="692206"/>
                      <a:pt x="1136966" y="680996"/>
                      <a:pt x="1141770" y="667807"/>
                    </a:cubicBezTo>
                    <a:cubicBezTo>
                      <a:pt x="1147328" y="654807"/>
                      <a:pt x="1146104" y="640206"/>
                      <a:pt x="1146386" y="625510"/>
                    </a:cubicBezTo>
                    <a:lnTo>
                      <a:pt x="1146669" y="581800"/>
                    </a:lnTo>
                    <a:lnTo>
                      <a:pt x="1146952" y="538089"/>
                    </a:lnTo>
                    <a:cubicBezTo>
                      <a:pt x="1146763" y="523488"/>
                      <a:pt x="1148459" y="508792"/>
                      <a:pt x="1143749" y="495227"/>
                    </a:cubicBezTo>
                    <a:cubicBezTo>
                      <a:pt x="1134988" y="468096"/>
                      <a:pt x="1107575" y="447748"/>
                      <a:pt x="1078560" y="448031"/>
                    </a:cubicBezTo>
                    <a:close/>
                    <a:moveTo>
                      <a:pt x="1078560" y="446053"/>
                    </a:moveTo>
                    <a:cubicBezTo>
                      <a:pt x="1093350" y="446053"/>
                      <a:pt x="1108140" y="450575"/>
                      <a:pt x="1120198" y="459335"/>
                    </a:cubicBezTo>
                    <a:cubicBezTo>
                      <a:pt x="1132350" y="467814"/>
                      <a:pt x="1141488" y="480531"/>
                      <a:pt x="1146292" y="494567"/>
                    </a:cubicBezTo>
                    <a:cubicBezTo>
                      <a:pt x="1148553" y="501633"/>
                      <a:pt x="1149872" y="509075"/>
                      <a:pt x="1149966" y="516517"/>
                    </a:cubicBezTo>
                    <a:lnTo>
                      <a:pt x="1150060" y="538372"/>
                    </a:lnTo>
                    <a:lnTo>
                      <a:pt x="1150343" y="582082"/>
                    </a:lnTo>
                    <a:lnTo>
                      <a:pt x="1150625" y="625792"/>
                    </a:lnTo>
                    <a:cubicBezTo>
                      <a:pt x="1150625" y="633140"/>
                      <a:pt x="1150908" y="640300"/>
                      <a:pt x="1150720" y="647742"/>
                    </a:cubicBezTo>
                    <a:cubicBezTo>
                      <a:pt x="1150720" y="655278"/>
                      <a:pt x="1149212" y="662815"/>
                      <a:pt x="1146669" y="669974"/>
                    </a:cubicBezTo>
                    <a:cubicBezTo>
                      <a:pt x="1141865" y="684387"/>
                      <a:pt x="1131973" y="696916"/>
                      <a:pt x="1119539" y="705771"/>
                    </a:cubicBezTo>
                    <a:cubicBezTo>
                      <a:pt x="1107009" y="714438"/>
                      <a:pt x="1091466" y="719054"/>
                      <a:pt x="1076299" y="718865"/>
                    </a:cubicBezTo>
                    <a:lnTo>
                      <a:pt x="1078277" y="711423"/>
                    </a:lnTo>
                    <a:cubicBezTo>
                      <a:pt x="1091748" y="718488"/>
                      <a:pt x="1103430" y="730170"/>
                      <a:pt x="1110306" y="744112"/>
                    </a:cubicBezTo>
                    <a:cubicBezTo>
                      <a:pt x="1117089" y="758148"/>
                      <a:pt x="1119821" y="774351"/>
                      <a:pt x="1116995" y="789895"/>
                    </a:cubicBezTo>
                    <a:cubicBezTo>
                      <a:pt x="1115582" y="797619"/>
                      <a:pt x="1113227" y="805344"/>
                      <a:pt x="1109459" y="812221"/>
                    </a:cubicBezTo>
                    <a:cubicBezTo>
                      <a:pt x="1105879" y="819004"/>
                      <a:pt x="1102299" y="825127"/>
                      <a:pt x="1098720" y="831627"/>
                    </a:cubicBezTo>
                    <a:lnTo>
                      <a:pt x="1077335" y="870062"/>
                    </a:lnTo>
                    <a:lnTo>
                      <a:pt x="1055951" y="908497"/>
                    </a:lnTo>
                    <a:cubicBezTo>
                      <a:pt x="1052277" y="914997"/>
                      <a:pt x="1048980" y="921214"/>
                      <a:pt x="1045024" y="927808"/>
                    </a:cubicBezTo>
                    <a:cubicBezTo>
                      <a:pt x="1040973" y="934873"/>
                      <a:pt x="1035509" y="941091"/>
                      <a:pt x="1029480" y="946555"/>
                    </a:cubicBezTo>
                    <a:cubicBezTo>
                      <a:pt x="1017234" y="957482"/>
                      <a:pt x="1001313" y="963794"/>
                      <a:pt x="985016" y="965301"/>
                    </a:cubicBezTo>
                    <a:cubicBezTo>
                      <a:pt x="968719" y="966714"/>
                      <a:pt x="951668" y="962475"/>
                      <a:pt x="938009" y="954280"/>
                    </a:cubicBezTo>
                    <a:lnTo>
                      <a:pt x="949878" y="942410"/>
                    </a:lnTo>
                    <a:cubicBezTo>
                      <a:pt x="958357" y="955881"/>
                      <a:pt x="962878" y="973026"/>
                      <a:pt x="961654" y="989512"/>
                    </a:cubicBezTo>
                    <a:cubicBezTo>
                      <a:pt x="960429" y="1005997"/>
                      <a:pt x="954212" y="1022294"/>
                      <a:pt x="943284" y="1035012"/>
                    </a:cubicBezTo>
                    <a:cubicBezTo>
                      <a:pt x="937915" y="1041323"/>
                      <a:pt x="931603" y="1047070"/>
                      <a:pt x="924443" y="1051309"/>
                    </a:cubicBezTo>
                    <a:cubicBezTo>
                      <a:pt x="917755" y="1055454"/>
                      <a:pt x="911726" y="1058845"/>
                      <a:pt x="905320" y="1062707"/>
                    </a:cubicBezTo>
                    <a:lnTo>
                      <a:pt x="867262" y="1084845"/>
                    </a:lnTo>
                    <a:lnTo>
                      <a:pt x="829204" y="1106889"/>
                    </a:lnTo>
                    <a:cubicBezTo>
                      <a:pt x="822704" y="1110563"/>
                      <a:pt x="816769" y="1114237"/>
                      <a:pt x="809892" y="1118005"/>
                    </a:cubicBezTo>
                    <a:cubicBezTo>
                      <a:pt x="802639" y="1122150"/>
                      <a:pt x="794443" y="1124787"/>
                      <a:pt x="786247" y="1126389"/>
                    </a:cubicBezTo>
                    <a:cubicBezTo>
                      <a:pt x="769667" y="1129686"/>
                      <a:pt x="752240" y="1127048"/>
                      <a:pt x="737073" y="1119889"/>
                    </a:cubicBezTo>
                    <a:cubicBezTo>
                      <a:pt x="722001" y="1112729"/>
                      <a:pt x="709000" y="1100106"/>
                      <a:pt x="701276" y="1085881"/>
                    </a:cubicBezTo>
                    <a:lnTo>
                      <a:pt x="720493" y="1080700"/>
                    </a:lnTo>
                    <a:cubicBezTo>
                      <a:pt x="720964" y="1096809"/>
                      <a:pt x="716066" y="1114331"/>
                      <a:pt x="706645" y="1128085"/>
                    </a:cubicBezTo>
                    <a:cubicBezTo>
                      <a:pt x="697037" y="1141838"/>
                      <a:pt x="683283" y="1152954"/>
                      <a:pt x="667268" y="1158418"/>
                    </a:cubicBezTo>
                    <a:cubicBezTo>
                      <a:pt x="659355" y="1161150"/>
                      <a:pt x="650971" y="1162940"/>
                      <a:pt x="642493" y="1163034"/>
                    </a:cubicBezTo>
                    <a:cubicBezTo>
                      <a:pt x="634580" y="1163222"/>
                      <a:pt x="627703" y="1163128"/>
                      <a:pt x="620261" y="1163128"/>
                    </a:cubicBezTo>
                    <a:lnTo>
                      <a:pt x="576268" y="1163222"/>
                    </a:lnTo>
                    <a:lnTo>
                      <a:pt x="532275" y="1163222"/>
                    </a:lnTo>
                    <a:cubicBezTo>
                      <a:pt x="524833" y="1163128"/>
                      <a:pt x="517862" y="1163222"/>
                      <a:pt x="510043" y="1163034"/>
                    </a:cubicBezTo>
                    <a:cubicBezTo>
                      <a:pt x="501565" y="1162940"/>
                      <a:pt x="493275" y="1161150"/>
                      <a:pt x="485268" y="1158324"/>
                    </a:cubicBezTo>
                    <a:cubicBezTo>
                      <a:pt x="469253" y="1152766"/>
                      <a:pt x="455499" y="1141650"/>
                      <a:pt x="445985" y="1127896"/>
                    </a:cubicBezTo>
                    <a:cubicBezTo>
                      <a:pt x="436564" y="1114048"/>
                      <a:pt x="431760" y="1096621"/>
                      <a:pt x="432231" y="1080512"/>
                    </a:cubicBezTo>
                    <a:lnTo>
                      <a:pt x="451072" y="1085599"/>
                    </a:lnTo>
                    <a:cubicBezTo>
                      <a:pt x="443347" y="1099729"/>
                      <a:pt x="430441" y="1112353"/>
                      <a:pt x="415369" y="1119418"/>
                    </a:cubicBezTo>
                    <a:cubicBezTo>
                      <a:pt x="400202" y="1126483"/>
                      <a:pt x="382869" y="1129027"/>
                      <a:pt x="366383" y="1125824"/>
                    </a:cubicBezTo>
                    <a:cubicBezTo>
                      <a:pt x="358187" y="1124222"/>
                      <a:pt x="350086" y="1121584"/>
                      <a:pt x="342926" y="1117440"/>
                    </a:cubicBezTo>
                    <a:cubicBezTo>
                      <a:pt x="336050" y="1113671"/>
                      <a:pt x="330115" y="1109998"/>
                      <a:pt x="323615" y="1106324"/>
                    </a:cubicBezTo>
                    <a:lnTo>
                      <a:pt x="285557" y="1084186"/>
                    </a:lnTo>
                    <a:lnTo>
                      <a:pt x="247498" y="1062048"/>
                    </a:lnTo>
                    <a:cubicBezTo>
                      <a:pt x="241093" y="1058280"/>
                      <a:pt x="234969" y="1054889"/>
                      <a:pt x="228375" y="1050744"/>
                    </a:cubicBezTo>
                    <a:cubicBezTo>
                      <a:pt x="221216" y="1046504"/>
                      <a:pt x="214998" y="1040852"/>
                      <a:pt x="209629" y="1034635"/>
                    </a:cubicBezTo>
                    <a:cubicBezTo>
                      <a:pt x="198701" y="1022106"/>
                      <a:pt x="192484" y="1005809"/>
                      <a:pt x="191259" y="989417"/>
                    </a:cubicBezTo>
                    <a:cubicBezTo>
                      <a:pt x="190129" y="973026"/>
                      <a:pt x="194556" y="955881"/>
                      <a:pt x="202940" y="942410"/>
                    </a:cubicBezTo>
                    <a:lnTo>
                      <a:pt x="214622" y="954091"/>
                    </a:lnTo>
                    <a:cubicBezTo>
                      <a:pt x="201056" y="962287"/>
                      <a:pt x="183911" y="966526"/>
                      <a:pt x="167708" y="965207"/>
                    </a:cubicBezTo>
                    <a:cubicBezTo>
                      <a:pt x="151411" y="963700"/>
                      <a:pt x="135491" y="957388"/>
                      <a:pt x="123150" y="946555"/>
                    </a:cubicBezTo>
                    <a:cubicBezTo>
                      <a:pt x="117027" y="941185"/>
                      <a:pt x="111469" y="934968"/>
                      <a:pt x="107418" y="927903"/>
                    </a:cubicBezTo>
                    <a:cubicBezTo>
                      <a:pt x="103462" y="921308"/>
                      <a:pt x="100070" y="915091"/>
                      <a:pt x="96396" y="908685"/>
                    </a:cubicBezTo>
                    <a:lnTo>
                      <a:pt x="74730" y="870438"/>
                    </a:lnTo>
                    <a:lnTo>
                      <a:pt x="53157" y="832098"/>
                    </a:lnTo>
                    <a:cubicBezTo>
                      <a:pt x="49577" y="825598"/>
                      <a:pt x="45998" y="819474"/>
                      <a:pt x="42324" y="812786"/>
                    </a:cubicBezTo>
                    <a:cubicBezTo>
                      <a:pt x="38461" y="805815"/>
                      <a:pt x="36012" y="797996"/>
                      <a:pt x="34599" y="790177"/>
                    </a:cubicBezTo>
                    <a:cubicBezTo>
                      <a:pt x="31679" y="774351"/>
                      <a:pt x="34411" y="757866"/>
                      <a:pt x="41287" y="743547"/>
                    </a:cubicBezTo>
                    <a:cubicBezTo>
                      <a:pt x="48258" y="729322"/>
                      <a:pt x="60128" y="717358"/>
                      <a:pt x="73788" y="710105"/>
                    </a:cubicBezTo>
                    <a:lnTo>
                      <a:pt x="76519" y="720373"/>
                    </a:lnTo>
                    <a:cubicBezTo>
                      <a:pt x="61070" y="720655"/>
                      <a:pt x="44961" y="715945"/>
                      <a:pt x="32055" y="706996"/>
                    </a:cubicBezTo>
                    <a:cubicBezTo>
                      <a:pt x="19244" y="697952"/>
                      <a:pt x="9070" y="684952"/>
                      <a:pt x="4077" y="670068"/>
                    </a:cubicBezTo>
                    <a:cubicBezTo>
                      <a:pt x="1628" y="662626"/>
                      <a:pt x="26" y="654901"/>
                      <a:pt x="26" y="647082"/>
                    </a:cubicBezTo>
                    <a:cubicBezTo>
                      <a:pt x="-68" y="639546"/>
                      <a:pt x="121" y="632387"/>
                      <a:pt x="121" y="624945"/>
                    </a:cubicBezTo>
                    <a:lnTo>
                      <a:pt x="497" y="580952"/>
                    </a:lnTo>
                    <a:lnTo>
                      <a:pt x="780" y="536959"/>
                    </a:lnTo>
                    <a:cubicBezTo>
                      <a:pt x="874" y="529611"/>
                      <a:pt x="780" y="522357"/>
                      <a:pt x="968" y="514915"/>
                    </a:cubicBezTo>
                    <a:cubicBezTo>
                      <a:pt x="1063" y="507191"/>
                      <a:pt x="2664" y="499560"/>
                      <a:pt x="5208" y="492307"/>
                    </a:cubicBezTo>
                    <a:cubicBezTo>
                      <a:pt x="10200" y="477705"/>
                      <a:pt x="20374" y="465176"/>
                      <a:pt x="32998" y="456415"/>
                    </a:cubicBezTo>
                    <a:cubicBezTo>
                      <a:pt x="45715" y="447843"/>
                      <a:pt x="61353" y="443415"/>
                      <a:pt x="76425" y="443886"/>
                    </a:cubicBezTo>
                    <a:lnTo>
                      <a:pt x="74824" y="449915"/>
                    </a:lnTo>
                    <a:cubicBezTo>
                      <a:pt x="61541" y="442661"/>
                      <a:pt x="50331" y="430980"/>
                      <a:pt x="43737" y="417132"/>
                    </a:cubicBezTo>
                    <a:cubicBezTo>
                      <a:pt x="37331" y="403284"/>
                      <a:pt x="34976" y="387458"/>
                      <a:pt x="37802" y="372386"/>
                    </a:cubicBezTo>
                    <a:cubicBezTo>
                      <a:pt x="39215" y="364849"/>
                      <a:pt x="41570" y="357502"/>
                      <a:pt x="45338" y="350813"/>
                    </a:cubicBezTo>
                    <a:cubicBezTo>
                      <a:pt x="48918" y="344219"/>
                      <a:pt x="52592" y="338001"/>
                      <a:pt x="56172" y="331596"/>
                    </a:cubicBezTo>
                    <a:lnTo>
                      <a:pt x="78027" y="293349"/>
                    </a:lnTo>
                    <a:lnTo>
                      <a:pt x="99882" y="255103"/>
                    </a:lnTo>
                    <a:cubicBezTo>
                      <a:pt x="103556" y="248697"/>
                      <a:pt x="107041" y="242385"/>
                      <a:pt x="110904" y="235979"/>
                    </a:cubicBezTo>
                    <a:cubicBezTo>
                      <a:pt x="114766" y="229291"/>
                      <a:pt x="120041" y="223450"/>
                      <a:pt x="125788" y="218363"/>
                    </a:cubicBezTo>
                    <a:cubicBezTo>
                      <a:pt x="137469" y="208095"/>
                      <a:pt x="152542" y="202254"/>
                      <a:pt x="167991" y="200747"/>
                    </a:cubicBezTo>
                    <a:cubicBezTo>
                      <a:pt x="183440" y="199428"/>
                      <a:pt x="199455" y="203291"/>
                      <a:pt x="212643" y="211110"/>
                    </a:cubicBezTo>
                    <a:lnTo>
                      <a:pt x="206426" y="217327"/>
                    </a:lnTo>
                    <a:cubicBezTo>
                      <a:pt x="198230" y="204327"/>
                      <a:pt x="194085" y="188312"/>
                      <a:pt x="195027" y="172581"/>
                    </a:cubicBezTo>
                    <a:cubicBezTo>
                      <a:pt x="196158" y="156943"/>
                      <a:pt x="201998" y="141399"/>
                      <a:pt x="212361" y="129341"/>
                    </a:cubicBezTo>
                    <a:cubicBezTo>
                      <a:pt x="217448" y="123312"/>
                      <a:pt x="223382" y="117848"/>
                      <a:pt x="230165" y="113798"/>
                    </a:cubicBezTo>
                    <a:cubicBezTo>
                      <a:pt x="236665" y="109747"/>
                      <a:pt x="242788" y="106261"/>
                      <a:pt x="249194" y="102399"/>
                    </a:cubicBezTo>
                    <a:lnTo>
                      <a:pt x="287064" y="79979"/>
                    </a:lnTo>
                    <a:lnTo>
                      <a:pt x="324934" y="57558"/>
                    </a:lnTo>
                    <a:cubicBezTo>
                      <a:pt x="331339" y="53790"/>
                      <a:pt x="337368" y="50116"/>
                      <a:pt x="344057" y="46348"/>
                    </a:cubicBezTo>
                    <a:cubicBezTo>
                      <a:pt x="351028" y="42297"/>
                      <a:pt x="358847" y="39660"/>
                      <a:pt x="366760" y="38058"/>
                    </a:cubicBezTo>
                    <a:cubicBezTo>
                      <a:pt x="382680" y="34761"/>
                      <a:pt x="399637" y="37210"/>
                      <a:pt x="414427" y="43993"/>
                    </a:cubicBezTo>
                    <a:cubicBezTo>
                      <a:pt x="429122" y="50870"/>
                      <a:pt x="441840" y="62928"/>
                      <a:pt x="449470" y="76870"/>
                    </a:cubicBezTo>
                    <a:lnTo>
                      <a:pt x="434021" y="81015"/>
                    </a:lnTo>
                    <a:cubicBezTo>
                      <a:pt x="433550" y="65189"/>
                      <a:pt x="438260" y="48232"/>
                      <a:pt x="447492" y="34667"/>
                    </a:cubicBezTo>
                    <a:cubicBezTo>
                      <a:pt x="456818" y="21196"/>
                      <a:pt x="470195" y="10362"/>
                      <a:pt x="485833" y="4993"/>
                    </a:cubicBezTo>
                    <a:cubicBezTo>
                      <a:pt x="493557" y="2261"/>
                      <a:pt x="501753" y="471"/>
                      <a:pt x="510043" y="471"/>
                    </a:cubicBezTo>
                    <a:cubicBezTo>
                      <a:pt x="517862" y="283"/>
                      <a:pt x="524833" y="377"/>
                      <a:pt x="532275" y="283"/>
                    </a:cubicBezTo>
                    <a:lnTo>
                      <a:pt x="576268" y="94"/>
                    </a:lnTo>
                    <a:lnTo>
                      <a:pt x="620261" y="0"/>
                    </a:lnTo>
                    <a:cubicBezTo>
                      <a:pt x="627703" y="94"/>
                      <a:pt x="634674" y="0"/>
                      <a:pt x="642493" y="283"/>
                    </a:cubicBezTo>
                    <a:cubicBezTo>
                      <a:pt x="650783" y="377"/>
                      <a:pt x="658978" y="2167"/>
                      <a:pt x="666703" y="4899"/>
                    </a:cubicBezTo>
                    <a:cubicBezTo>
                      <a:pt x="682341" y="10362"/>
                      <a:pt x="695718" y="21196"/>
                      <a:pt x="705044" y="34761"/>
                    </a:cubicBezTo>
                    <a:cubicBezTo>
                      <a:pt x="714182" y="48326"/>
                      <a:pt x="718892" y="65189"/>
                      <a:pt x="718327" y="81015"/>
                    </a:cubicBezTo>
                    <a:lnTo>
                      <a:pt x="703160" y="76964"/>
                    </a:lnTo>
                    <a:cubicBezTo>
                      <a:pt x="710790" y="63116"/>
                      <a:pt x="723414" y="50964"/>
                      <a:pt x="738109" y="43993"/>
                    </a:cubicBezTo>
                    <a:cubicBezTo>
                      <a:pt x="752899" y="37210"/>
                      <a:pt x="769762" y="34667"/>
                      <a:pt x="785776" y="37870"/>
                    </a:cubicBezTo>
                    <a:cubicBezTo>
                      <a:pt x="793689" y="39471"/>
                      <a:pt x="801508" y="42109"/>
                      <a:pt x="808479" y="46254"/>
                    </a:cubicBezTo>
                    <a:cubicBezTo>
                      <a:pt x="815168" y="50022"/>
                      <a:pt x="821197" y="53790"/>
                      <a:pt x="827602" y="57558"/>
                    </a:cubicBezTo>
                    <a:lnTo>
                      <a:pt x="865378" y="80073"/>
                    </a:lnTo>
                    <a:lnTo>
                      <a:pt x="903153" y="102587"/>
                    </a:lnTo>
                    <a:cubicBezTo>
                      <a:pt x="909465" y="106450"/>
                      <a:pt x="915683" y="109935"/>
                      <a:pt x="922088" y="113986"/>
                    </a:cubicBezTo>
                    <a:cubicBezTo>
                      <a:pt x="928871" y="118037"/>
                      <a:pt x="934712" y="123501"/>
                      <a:pt x="939799" y="129530"/>
                    </a:cubicBezTo>
                    <a:cubicBezTo>
                      <a:pt x="950067" y="141588"/>
                      <a:pt x="955719" y="156943"/>
                      <a:pt x="956849" y="172486"/>
                    </a:cubicBezTo>
                    <a:cubicBezTo>
                      <a:pt x="957791" y="188030"/>
                      <a:pt x="953552" y="203950"/>
                      <a:pt x="945451" y="216762"/>
                    </a:cubicBezTo>
                    <a:lnTo>
                      <a:pt x="940175" y="211486"/>
                    </a:lnTo>
                    <a:cubicBezTo>
                      <a:pt x="953270" y="203668"/>
                      <a:pt x="969096" y="199994"/>
                      <a:pt x="984357" y="201313"/>
                    </a:cubicBezTo>
                    <a:cubicBezTo>
                      <a:pt x="999618" y="202820"/>
                      <a:pt x="1014502" y="208849"/>
                      <a:pt x="1025806" y="219023"/>
                    </a:cubicBezTo>
                    <a:cubicBezTo>
                      <a:pt x="1031458" y="224110"/>
                      <a:pt x="1036545" y="229856"/>
                      <a:pt x="1040313" y="236450"/>
                    </a:cubicBezTo>
                    <a:cubicBezTo>
                      <a:pt x="1044082" y="242856"/>
                      <a:pt x="1047473" y="249262"/>
                      <a:pt x="1051147" y="255668"/>
                    </a:cubicBezTo>
                    <a:lnTo>
                      <a:pt x="1072814" y="293914"/>
                    </a:lnTo>
                    <a:lnTo>
                      <a:pt x="1094480" y="332161"/>
                    </a:lnTo>
                    <a:cubicBezTo>
                      <a:pt x="1101357" y="344878"/>
                      <a:pt x="1110401" y="357313"/>
                      <a:pt x="1112662" y="372386"/>
                    </a:cubicBezTo>
                    <a:cubicBezTo>
                      <a:pt x="1115488" y="387081"/>
                      <a:pt x="1113133" y="402531"/>
                      <a:pt x="1106727" y="416002"/>
                    </a:cubicBezTo>
                    <a:cubicBezTo>
                      <a:pt x="1100227" y="429379"/>
                      <a:pt x="1089393" y="440589"/>
                      <a:pt x="1076299" y="447654"/>
                    </a:cubicBezTo>
                    <a:lnTo>
                      <a:pt x="1075828" y="445770"/>
                    </a:lnTo>
                    <a:lnTo>
                      <a:pt x="1078560" y="446053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0" name="任意多边形 129" descr="228e8dff-3729-4ebe-a516-a3d0403cc7bc"/>
              <p:cNvSpPr/>
              <p:nvPr/>
            </p:nvSpPr>
            <p:spPr>
              <a:xfrm>
                <a:off x="5831884" y="1580062"/>
                <a:ext cx="901281" cy="883555"/>
              </a:xfrm>
              <a:custGeom>
                <a:avLst/>
                <a:gdLst>
                  <a:gd name="connsiteX0" fmla="*/ 315233 w 632791"/>
                  <a:gd name="connsiteY0" fmla="*/ 620345 h 620345"/>
                  <a:gd name="connsiteX1" fmla="*/ 93761 w 632791"/>
                  <a:gd name="connsiteY1" fmla="*/ 533867 h 620345"/>
                  <a:gd name="connsiteX2" fmla="*/ 23579 w 632791"/>
                  <a:gd name="connsiteY2" fmla="*/ 433257 h 620345"/>
                  <a:gd name="connsiteX3" fmla="*/ 28 w 632791"/>
                  <a:gd name="connsiteY3" fmla="*/ 312489 h 620345"/>
                  <a:gd name="connsiteX4" fmla="*/ 26594 w 632791"/>
                  <a:gd name="connsiteY4" fmla="*/ 192945 h 620345"/>
                  <a:gd name="connsiteX5" fmla="*/ 95927 w 632791"/>
                  <a:gd name="connsiteY5" fmla="*/ 93183 h 620345"/>
                  <a:gd name="connsiteX6" fmla="*/ 196442 w 632791"/>
                  <a:gd name="connsiteY6" fmla="*/ 25734 h 620345"/>
                  <a:gd name="connsiteX7" fmla="*/ 315233 w 632791"/>
                  <a:gd name="connsiteY7" fmla="*/ 111 h 620345"/>
                  <a:gd name="connsiteX8" fmla="*/ 538871 w 632791"/>
                  <a:gd name="connsiteY8" fmla="*/ 88850 h 620345"/>
                  <a:gd name="connsiteX9" fmla="*/ 608393 w 632791"/>
                  <a:gd name="connsiteY9" fmla="*/ 191061 h 620345"/>
                  <a:gd name="connsiteX10" fmla="*/ 632792 w 632791"/>
                  <a:gd name="connsiteY10" fmla="*/ 312489 h 620345"/>
                  <a:gd name="connsiteX11" fmla="*/ 607640 w 632791"/>
                  <a:gd name="connsiteY11" fmla="*/ 433634 h 620345"/>
                  <a:gd name="connsiteX12" fmla="*/ 536893 w 632791"/>
                  <a:gd name="connsiteY12" fmla="*/ 534149 h 620345"/>
                  <a:gd name="connsiteX13" fmla="*/ 315233 w 632791"/>
                  <a:gd name="connsiteY13" fmla="*/ 620345 h 620345"/>
                  <a:gd name="connsiteX14" fmla="*/ 315233 w 632791"/>
                  <a:gd name="connsiteY14" fmla="*/ 618367 h 620345"/>
                  <a:gd name="connsiteX15" fmla="*/ 431574 w 632791"/>
                  <a:gd name="connsiteY15" fmla="*/ 593403 h 620345"/>
                  <a:gd name="connsiteX16" fmla="*/ 527567 w 632791"/>
                  <a:gd name="connsiteY16" fmla="*/ 524823 h 620345"/>
                  <a:gd name="connsiteX17" fmla="*/ 611408 w 632791"/>
                  <a:gd name="connsiteY17" fmla="*/ 312489 h 620345"/>
                  <a:gd name="connsiteX18" fmla="*/ 525494 w 632791"/>
                  <a:gd name="connsiteY18" fmla="*/ 102133 h 620345"/>
                  <a:gd name="connsiteX19" fmla="*/ 429501 w 632791"/>
                  <a:gd name="connsiteY19" fmla="*/ 36285 h 620345"/>
                  <a:gd name="connsiteX20" fmla="*/ 315138 w 632791"/>
                  <a:gd name="connsiteY20" fmla="*/ 11038 h 620345"/>
                  <a:gd name="connsiteX21" fmla="*/ 100449 w 632791"/>
                  <a:gd name="connsiteY21" fmla="*/ 97705 h 620345"/>
                  <a:gd name="connsiteX22" fmla="*/ 16608 w 632791"/>
                  <a:gd name="connsiteY22" fmla="*/ 312394 h 620345"/>
                  <a:gd name="connsiteX23" fmla="*/ 102616 w 632791"/>
                  <a:gd name="connsiteY23" fmla="*/ 525011 h 620345"/>
                  <a:gd name="connsiteX24" fmla="*/ 198703 w 632791"/>
                  <a:gd name="connsiteY24" fmla="*/ 593591 h 620345"/>
                  <a:gd name="connsiteX25" fmla="*/ 315233 w 632791"/>
                  <a:gd name="connsiteY25" fmla="*/ 618367 h 620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632791" h="620345">
                    <a:moveTo>
                      <a:pt x="315233" y="620345"/>
                    </a:moveTo>
                    <a:cubicBezTo>
                      <a:pt x="234783" y="620251"/>
                      <a:pt x="153580" y="590577"/>
                      <a:pt x="93761" y="533867"/>
                    </a:cubicBezTo>
                    <a:cubicBezTo>
                      <a:pt x="63898" y="505794"/>
                      <a:pt x="39499" y="471410"/>
                      <a:pt x="23579" y="433257"/>
                    </a:cubicBezTo>
                    <a:cubicBezTo>
                      <a:pt x="7376" y="395199"/>
                      <a:pt x="-537" y="353656"/>
                      <a:pt x="28" y="312489"/>
                    </a:cubicBezTo>
                    <a:cubicBezTo>
                      <a:pt x="876" y="271228"/>
                      <a:pt x="10014" y="230343"/>
                      <a:pt x="26594" y="192945"/>
                    </a:cubicBezTo>
                    <a:cubicBezTo>
                      <a:pt x="43173" y="155546"/>
                      <a:pt x="67007" y="121727"/>
                      <a:pt x="95927" y="93183"/>
                    </a:cubicBezTo>
                    <a:cubicBezTo>
                      <a:pt x="124942" y="64828"/>
                      <a:pt x="159043" y="41560"/>
                      <a:pt x="196442" y="25734"/>
                    </a:cubicBezTo>
                    <a:cubicBezTo>
                      <a:pt x="233935" y="10096"/>
                      <a:pt x="274254" y="864"/>
                      <a:pt x="315233" y="111"/>
                    </a:cubicBezTo>
                    <a:cubicBezTo>
                      <a:pt x="397095" y="-2150"/>
                      <a:pt x="480088" y="30350"/>
                      <a:pt x="538871" y="88850"/>
                    </a:cubicBezTo>
                    <a:cubicBezTo>
                      <a:pt x="568357" y="117865"/>
                      <a:pt x="592190" y="152814"/>
                      <a:pt x="608393" y="191061"/>
                    </a:cubicBezTo>
                    <a:cubicBezTo>
                      <a:pt x="624690" y="229307"/>
                      <a:pt x="632698" y="270945"/>
                      <a:pt x="632792" y="312489"/>
                    </a:cubicBezTo>
                    <a:cubicBezTo>
                      <a:pt x="632321" y="354032"/>
                      <a:pt x="624219" y="395576"/>
                      <a:pt x="607640" y="433634"/>
                    </a:cubicBezTo>
                    <a:cubicBezTo>
                      <a:pt x="591342" y="471787"/>
                      <a:pt x="566850" y="506171"/>
                      <a:pt x="536893" y="534149"/>
                    </a:cubicBezTo>
                    <a:cubicBezTo>
                      <a:pt x="476885" y="590671"/>
                      <a:pt x="395682" y="620533"/>
                      <a:pt x="315233" y="620345"/>
                    </a:cubicBezTo>
                    <a:close/>
                    <a:moveTo>
                      <a:pt x="315233" y="618367"/>
                    </a:moveTo>
                    <a:cubicBezTo>
                      <a:pt x="355269" y="618084"/>
                      <a:pt x="395305" y="609889"/>
                      <a:pt x="431574" y="593403"/>
                    </a:cubicBezTo>
                    <a:cubicBezTo>
                      <a:pt x="467936" y="577106"/>
                      <a:pt x="500719" y="553555"/>
                      <a:pt x="527567" y="524823"/>
                    </a:cubicBezTo>
                    <a:cubicBezTo>
                      <a:pt x="581168" y="467170"/>
                      <a:pt x="612067" y="390206"/>
                      <a:pt x="611408" y="312489"/>
                    </a:cubicBezTo>
                    <a:cubicBezTo>
                      <a:pt x="611408" y="234865"/>
                      <a:pt x="580415" y="157713"/>
                      <a:pt x="525494" y="102133"/>
                    </a:cubicBezTo>
                    <a:cubicBezTo>
                      <a:pt x="498081" y="74437"/>
                      <a:pt x="465487" y="51828"/>
                      <a:pt x="429501" y="36285"/>
                    </a:cubicBezTo>
                    <a:cubicBezTo>
                      <a:pt x="393516" y="20835"/>
                      <a:pt x="354610" y="11980"/>
                      <a:pt x="315138" y="11038"/>
                    </a:cubicBezTo>
                    <a:cubicBezTo>
                      <a:pt x="236102" y="8966"/>
                      <a:pt x="156123" y="40712"/>
                      <a:pt x="100449" y="97705"/>
                    </a:cubicBezTo>
                    <a:cubicBezTo>
                      <a:pt x="44304" y="154510"/>
                      <a:pt x="14818" y="234394"/>
                      <a:pt x="16608" y="312394"/>
                    </a:cubicBezTo>
                    <a:cubicBezTo>
                      <a:pt x="17738" y="390677"/>
                      <a:pt x="48731" y="467359"/>
                      <a:pt x="102616" y="525011"/>
                    </a:cubicBezTo>
                    <a:cubicBezTo>
                      <a:pt x="129558" y="553743"/>
                      <a:pt x="162435" y="577200"/>
                      <a:pt x="198703" y="593591"/>
                    </a:cubicBezTo>
                    <a:cubicBezTo>
                      <a:pt x="235066" y="609983"/>
                      <a:pt x="275196" y="618178"/>
                      <a:pt x="315233" y="618367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1" name="任意多边形 130" descr="cabd8c03-5d42-4991-885b-70a883ed3459"/>
              <p:cNvSpPr/>
              <p:nvPr/>
            </p:nvSpPr>
            <p:spPr>
              <a:xfrm>
                <a:off x="5750213" y="1502079"/>
                <a:ext cx="1057981" cy="1039628"/>
              </a:xfrm>
              <a:custGeom>
                <a:avLst/>
                <a:gdLst>
                  <a:gd name="connsiteX0" fmla="*/ 372574 w 742810"/>
                  <a:gd name="connsiteY0" fmla="*/ 729924 h 729924"/>
                  <a:gd name="connsiteX1" fmla="*/ 112102 w 742810"/>
                  <a:gd name="connsiteY1" fmla="*/ 627713 h 729924"/>
                  <a:gd name="connsiteX2" fmla="*/ 29391 w 742810"/>
                  <a:gd name="connsiteY2" fmla="*/ 509394 h 729924"/>
                  <a:gd name="connsiteX3" fmla="*/ 0 w 742810"/>
                  <a:gd name="connsiteY3" fmla="*/ 367241 h 729924"/>
                  <a:gd name="connsiteX4" fmla="*/ 28638 w 742810"/>
                  <a:gd name="connsiteY4" fmla="*/ 224806 h 729924"/>
                  <a:gd name="connsiteX5" fmla="*/ 110029 w 742810"/>
                  <a:gd name="connsiteY5" fmla="*/ 104791 h 729924"/>
                  <a:gd name="connsiteX6" fmla="*/ 231081 w 742810"/>
                  <a:gd name="connsiteY6" fmla="*/ 25754 h 729924"/>
                  <a:gd name="connsiteX7" fmla="*/ 372574 w 742810"/>
                  <a:gd name="connsiteY7" fmla="*/ 37 h 729924"/>
                  <a:gd name="connsiteX8" fmla="*/ 512372 w 742810"/>
                  <a:gd name="connsiteY8" fmla="*/ 29805 h 729924"/>
                  <a:gd name="connsiteX9" fmla="*/ 630691 w 742810"/>
                  <a:gd name="connsiteY9" fmla="*/ 109124 h 729924"/>
                  <a:gd name="connsiteX10" fmla="*/ 711989 w 742810"/>
                  <a:gd name="connsiteY10" fmla="*/ 226690 h 729924"/>
                  <a:gd name="connsiteX11" fmla="*/ 742793 w 742810"/>
                  <a:gd name="connsiteY11" fmla="*/ 367241 h 729924"/>
                  <a:gd name="connsiteX12" fmla="*/ 715003 w 742810"/>
                  <a:gd name="connsiteY12" fmla="*/ 509111 h 729924"/>
                  <a:gd name="connsiteX13" fmla="*/ 632858 w 742810"/>
                  <a:gd name="connsiteY13" fmla="*/ 627525 h 729924"/>
                  <a:gd name="connsiteX14" fmla="*/ 372574 w 742810"/>
                  <a:gd name="connsiteY14" fmla="*/ 729924 h 729924"/>
                  <a:gd name="connsiteX15" fmla="*/ 372574 w 742810"/>
                  <a:gd name="connsiteY15" fmla="*/ 727946 h 729924"/>
                  <a:gd name="connsiteX16" fmla="*/ 510017 w 742810"/>
                  <a:gd name="connsiteY16" fmla="*/ 698931 h 729924"/>
                  <a:gd name="connsiteX17" fmla="*/ 623908 w 742810"/>
                  <a:gd name="connsiteY17" fmla="*/ 618481 h 729924"/>
                  <a:gd name="connsiteX18" fmla="*/ 725931 w 742810"/>
                  <a:gd name="connsiteY18" fmla="*/ 367241 h 729924"/>
                  <a:gd name="connsiteX19" fmla="*/ 626075 w 742810"/>
                  <a:gd name="connsiteY19" fmla="*/ 113835 h 729924"/>
                  <a:gd name="connsiteX20" fmla="*/ 372668 w 742810"/>
                  <a:gd name="connsiteY20" fmla="*/ 11153 h 729924"/>
                  <a:gd name="connsiteX21" fmla="*/ 237298 w 742810"/>
                  <a:gd name="connsiteY21" fmla="*/ 40544 h 729924"/>
                  <a:gd name="connsiteX22" fmla="*/ 123595 w 742810"/>
                  <a:gd name="connsiteY22" fmla="*/ 118262 h 729924"/>
                  <a:gd name="connsiteX23" fmla="*/ 21761 w 742810"/>
                  <a:gd name="connsiteY23" fmla="*/ 367241 h 729924"/>
                  <a:gd name="connsiteX24" fmla="*/ 121616 w 742810"/>
                  <a:gd name="connsiteY24" fmla="*/ 618293 h 729924"/>
                  <a:gd name="connsiteX25" fmla="*/ 235320 w 742810"/>
                  <a:gd name="connsiteY25" fmla="*/ 698837 h 729924"/>
                  <a:gd name="connsiteX26" fmla="*/ 372574 w 742810"/>
                  <a:gd name="connsiteY26" fmla="*/ 727946 h 729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742810" h="729924">
                    <a:moveTo>
                      <a:pt x="372574" y="729924"/>
                    </a:moveTo>
                    <a:cubicBezTo>
                      <a:pt x="277711" y="730112"/>
                      <a:pt x="182283" y="694409"/>
                      <a:pt x="112102" y="627713"/>
                    </a:cubicBezTo>
                    <a:cubicBezTo>
                      <a:pt x="77058" y="594554"/>
                      <a:pt x="48421" y="554141"/>
                      <a:pt x="29391" y="509394"/>
                    </a:cubicBezTo>
                    <a:cubicBezTo>
                      <a:pt x="10080" y="464742"/>
                      <a:pt x="471" y="415944"/>
                      <a:pt x="0" y="367241"/>
                    </a:cubicBezTo>
                    <a:cubicBezTo>
                      <a:pt x="94" y="318538"/>
                      <a:pt x="9515" y="269647"/>
                      <a:pt x="28638" y="224806"/>
                    </a:cubicBezTo>
                    <a:cubicBezTo>
                      <a:pt x="47573" y="179871"/>
                      <a:pt x="75457" y="138893"/>
                      <a:pt x="110029" y="104791"/>
                    </a:cubicBezTo>
                    <a:cubicBezTo>
                      <a:pt x="144602" y="70595"/>
                      <a:pt x="186052" y="43653"/>
                      <a:pt x="231081" y="25754"/>
                    </a:cubicBezTo>
                    <a:cubicBezTo>
                      <a:pt x="276016" y="7573"/>
                      <a:pt x="324530" y="-623"/>
                      <a:pt x="372574" y="37"/>
                    </a:cubicBezTo>
                    <a:cubicBezTo>
                      <a:pt x="420712" y="790"/>
                      <a:pt x="468285" y="11530"/>
                      <a:pt x="512372" y="29805"/>
                    </a:cubicBezTo>
                    <a:cubicBezTo>
                      <a:pt x="556459" y="48363"/>
                      <a:pt x="596590" y="75682"/>
                      <a:pt x="630691" y="109124"/>
                    </a:cubicBezTo>
                    <a:cubicBezTo>
                      <a:pt x="664699" y="142661"/>
                      <a:pt x="692583" y="182603"/>
                      <a:pt x="711989" y="226690"/>
                    </a:cubicBezTo>
                    <a:cubicBezTo>
                      <a:pt x="731300" y="270683"/>
                      <a:pt x="741851" y="318821"/>
                      <a:pt x="742793" y="367241"/>
                    </a:cubicBezTo>
                    <a:cubicBezTo>
                      <a:pt x="743264" y="415662"/>
                      <a:pt x="734032" y="464459"/>
                      <a:pt x="715003" y="509111"/>
                    </a:cubicBezTo>
                    <a:cubicBezTo>
                      <a:pt x="696351" y="553952"/>
                      <a:pt x="667807" y="594460"/>
                      <a:pt x="632858" y="627525"/>
                    </a:cubicBezTo>
                    <a:cubicBezTo>
                      <a:pt x="562865" y="694315"/>
                      <a:pt x="467343" y="729924"/>
                      <a:pt x="372574" y="729924"/>
                    </a:cubicBezTo>
                    <a:close/>
                    <a:moveTo>
                      <a:pt x="372574" y="727946"/>
                    </a:moveTo>
                    <a:cubicBezTo>
                      <a:pt x="419770" y="727757"/>
                      <a:pt x="467060" y="718149"/>
                      <a:pt x="510017" y="698931"/>
                    </a:cubicBezTo>
                    <a:cubicBezTo>
                      <a:pt x="552973" y="679808"/>
                      <a:pt x="591879" y="652301"/>
                      <a:pt x="623908" y="618481"/>
                    </a:cubicBezTo>
                    <a:cubicBezTo>
                      <a:pt x="687967" y="550749"/>
                      <a:pt x="724800" y="459843"/>
                      <a:pt x="725931" y="367241"/>
                    </a:cubicBezTo>
                    <a:cubicBezTo>
                      <a:pt x="727815" y="274828"/>
                      <a:pt x="692394" y="180719"/>
                      <a:pt x="626075" y="113835"/>
                    </a:cubicBezTo>
                    <a:cubicBezTo>
                      <a:pt x="560227" y="46573"/>
                      <a:pt x="466024" y="8986"/>
                      <a:pt x="372668" y="11153"/>
                    </a:cubicBezTo>
                    <a:cubicBezTo>
                      <a:pt x="325943" y="12095"/>
                      <a:pt x="279878" y="22457"/>
                      <a:pt x="237298" y="40544"/>
                    </a:cubicBezTo>
                    <a:cubicBezTo>
                      <a:pt x="194718" y="58820"/>
                      <a:pt x="156095" y="85479"/>
                      <a:pt x="123595" y="118262"/>
                    </a:cubicBezTo>
                    <a:cubicBezTo>
                      <a:pt x="58500" y="183922"/>
                      <a:pt x="21667" y="275299"/>
                      <a:pt x="21761" y="367241"/>
                    </a:cubicBezTo>
                    <a:cubicBezTo>
                      <a:pt x="21102" y="459372"/>
                      <a:pt x="57841" y="550561"/>
                      <a:pt x="121616" y="618293"/>
                    </a:cubicBezTo>
                    <a:cubicBezTo>
                      <a:pt x="153551" y="652112"/>
                      <a:pt x="192363" y="679714"/>
                      <a:pt x="235320" y="698837"/>
                    </a:cubicBezTo>
                    <a:cubicBezTo>
                      <a:pt x="278182" y="717960"/>
                      <a:pt x="325284" y="727663"/>
                      <a:pt x="372574" y="727946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2" name="任意多边形 131" descr="2307f5ca-702f-4e44-9c95-7f8007e62f85"/>
              <p:cNvSpPr/>
              <p:nvPr/>
            </p:nvSpPr>
            <p:spPr>
              <a:xfrm rot="16997148">
                <a:off x="6015884" y="1760469"/>
                <a:ext cx="529695" cy="529695"/>
              </a:xfrm>
              <a:custGeom>
                <a:avLst/>
                <a:gdLst>
                  <a:gd name="connsiteX0" fmla="*/ 371901 w 371900"/>
                  <a:gd name="connsiteY0" fmla="*/ 185951 h 371900"/>
                  <a:gd name="connsiteX1" fmla="*/ 185951 w 371900"/>
                  <a:gd name="connsiteY1" fmla="*/ 371901 h 371900"/>
                  <a:gd name="connsiteX2" fmla="*/ 0 w 371900"/>
                  <a:gd name="connsiteY2" fmla="*/ 185951 h 371900"/>
                  <a:gd name="connsiteX3" fmla="*/ 185951 w 371900"/>
                  <a:gd name="connsiteY3" fmla="*/ 0 h 371900"/>
                  <a:gd name="connsiteX4" fmla="*/ 371901 w 371900"/>
                  <a:gd name="connsiteY4" fmla="*/ 185951 h 371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900" h="371900">
                    <a:moveTo>
                      <a:pt x="371901" y="185951"/>
                    </a:moveTo>
                    <a:cubicBezTo>
                      <a:pt x="371901" y="288648"/>
                      <a:pt x="288648" y="371901"/>
                      <a:pt x="185951" y="371901"/>
                    </a:cubicBezTo>
                    <a:cubicBezTo>
                      <a:pt x="83253" y="371901"/>
                      <a:pt x="0" y="288648"/>
                      <a:pt x="0" y="185951"/>
                    </a:cubicBezTo>
                    <a:cubicBezTo>
                      <a:pt x="0" y="83253"/>
                      <a:pt x="83253" y="0"/>
                      <a:pt x="185951" y="0"/>
                    </a:cubicBezTo>
                    <a:cubicBezTo>
                      <a:pt x="288648" y="0"/>
                      <a:pt x="371901" y="83253"/>
                      <a:pt x="371901" y="18595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3" name="任意多边形 132" descr="95dd6a28-a496-453f-8703-d55dfc4360e1"/>
              <p:cNvSpPr/>
              <p:nvPr/>
            </p:nvSpPr>
            <p:spPr>
              <a:xfrm>
                <a:off x="6000849" y="1752131"/>
                <a:ext cx="556788" cy="539341"/>
              </a:xfrm>
              <a:custGeom>
                <a:avLst/>
                <a:gdLst>
                  <a:gd name="connsiteX0" fmla="*/ 196602 w 390922"/>
                  <a:gd name="connsiteY0" fmla="*/ 378672 h 378672"/>
                  <a:gd name="connsiteX1" fmla="*/ 60479 w 390922"/>
                  <a:gd name="connsiteY1" fmla="*/ 327896 h 378672"/>
                  <a:gd name="connsiteX2" fmla="*/ 15920 w 390922"/>
                  <a:gd name="connsiteY2" fmla="*/ 266570 h 378672"/>
                  <a:gd name="connsiteX3" fmla="*/ 0 w 390922"/>
                  <a:gd name="connsiteY3" fmla="*/ 191679 h 378672"/>
                  <a:gd name="connsiteX4" fmla="*/ 15167 w 390922"/>
                  <a:gd name="connsiteY4" fmla="*/ 116504 h 378672"/>
                  <a:gd name="connsiteX5" fmla="*/ 58406 w 390922"/>
                  <a:gd name="connsiteY5" fmla="*/ 53482 h 378672"/>
                  <a:gd name="connsiteX6" fmla="*/ 196602 w 390922"/>
                  <a:gd name="connsiteY6" fmla="*/ 163 h 378672"/>
                  <a:gd name="connsiteX7" fmla="*/ 330371 w 390922"/>
                  <a:gd name="connsiteY7" fmla="*/ 57816 h 378672"/>
                  <a:gd name="connsiteX8" fmla="*/ 373516 w 390922"/>
                  <a:gd name="connsiteY8" fmla="*/ 118294 h 378672"/>
                  <a:gd name="connsiteX9" fmla="*/ 390849 w 390922"/>
                  <a:gd name="connsiteY9" fmla="*/ 191584 h 378672"/>
                  <a:gd name="connsiteX10" fmla="*/ 332538 w 390922"/>
                  <a:gd name="connsiteY10" fmla="*/ 327520 h 378672"/>
                  <a:gd name="connsiteX11" fmla="*/ 196602 w 390922"/>
                  <a:gd name="connsiteY11" fmla="*/ 378672 h 378672"/>
                  <a:gd name="connsiteX12" fmla="*/ 196602 w 390922"/>
                  <a:gd name="connsiteY12" fmla="*/ 376600 h 378672"/>
                  <a:gd name="connsiteX13" fmla="*/ 266784 w 390922"/>
                  <a:gd name="connsiteY13" fmla="*/ 361056 h 378672"/>
                  <a:gd name="connsiteX14" fmla="*/ 323683 w 390922"/>
                  <a:gd name="connsiteY14" fmla="*/ 318664 h 378672"/>
                  <a:gd name="connsiteX15" fmla="*/ 374270 w 390922"/>
                  <a:gd name="connsiteY15" fmla="*/ 191584 h 378672"/>
                  <a:gd name="connsiteX16" fmla="*/ 325849 w 390922"/>
                  <a:gd name="connsiteY16" fmla="*/ 62337 h 378672"/>
                  <a:gd name="connsiteX17" fmla="*/ 266501 w 390922"/>
                  <a:gd name="connsiteY17" fmla="*/ 22866 h 378672"/>
                  <a:gd name="connsiteX18" fmla="*/ 196602 w 390922"/>
                  <a:gd name="connsiteY18" fmla="*/ 10997 h 378672"/>
                  <a:gd name="connsiteX19" fmla="*/ 71783 w 390922"/>
                  <a:gd name="connsiteY19" fmla="*/ 66671 h 378672"/>
                  <a:gd name="connsiteX20" fmla="*/ 21290 w 390922"/>
                  <a:gd name="connsiteY20" fmla="*/ 191490 h 378672"/>
                  <a:gd name="connsiteX21" fmla="*/ 69710 w 390922"/>
                  <a:gd name="connsiteY21" fmla="*/ 318382 h 378672"/>
                  <a:gd name="connsiteX22" fmla="*/ 126421 w 390922"/>
                  <a:gd name="connsiteY22" fmla="*/ 360773 h 378672"/>
                  <a:gd name="connsiteX23" fmla="*/ 196602 w 390922"/>
                  <a:gd name="connsiteY23" fmla="*/ 376600 h 378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90922" h="378672">
                    <a:moveTo>
                      <a:pt x="196602" y="378672"/>
                    </a:moveTo>
                    <a:cubicBezTo>
                      <a:pt x="147805" y="378766"/>
                      <a:pt x="98160" y="361810"/>
                      <a:pt x="60479" y="327896"/>
                    </a:cubicBezTo>
                    <a:cubicBezTo>
                      <a:pt x="41732" y="311034"/>
                      <a:pt x="26189" y="290121"/>
                      <a:pt x="15920" y="266570"/>
                    </a:cubicBezTo>
                    <a:cubicBezTo>
                      <a:pt x="5464" y="243114"/>
                      <a:pt x="377" y="217396"/>
                      <a:pt x="0" y="191679"/>
                    </a:cubicBezTo>
                    <a:cubicBezTo>
                      <a:pt x="0" y="165961"/>
                      <a:pt x="4993" y="140149"/>
                      <a:pt x="15167" y="116504"/>
                    </a:cubicBezTo>
                    <a:cubicBezTo>
                      <a:pt x="25341" y="92859"/>
                      <a:pt x="40131" y="71381"/>
                      <a:pt x="58406" y="53482"/>
                    </a:cubicBezTo>
                    <a:cubicBezTo>
                      <a:pt x="94863" y="17497"/>
                      <a:pt x="146392" y="-2003"/>
                      <a:pt x="196602" y="163"/>
                    </a:cubicBezTo>
                    <a:cubicBezTo>
                      <a:pt x="246813" y="1859"/>
                      <a:pt x="294951" y="23243"/>
                      <a:pt x="330371" y="57816"/>
                    </a:cubicBezTo>
                    <a:cubicBezTo>
                      <a:pt x="348081" y="75055"/>
                      <a:pt x="362965" y="95497"/>
                      <a:pt x="373516" y="118294"/>
                    </a:cubicBezTo>
                    <a:cubicBezTo>
                      <a:pt x="383973" y="141091"/>
                      <a:pt x="390002" y="166150"/>
                      <a:pt x="390849" y="191584"/>
                    </a:cubicBezTo>
                    <a:cubicBezTo>
                      <a:pt x="392357" y="242548"/>
                      <a:pt x="370313" y="294078"/>
                      <a:pt x="332538" y="327520"/>
                    </a:cubicBezTo>
                    <a:cubicBezTo>
                      <a:pt x="294951" y="361621"/>
                      <a:pt x="245305" y="378484"/>
                      <a:pt x="196602" y="378672"/>
                    </a:cubicBezTo>
                    <a:close/>
                    <a:moveTo>
                      <a:pt x="196602" y="376600"/>
                    </a:moveTo>
                    <a:cubicBezTo>
                      <a:pt x="220812" y="376505"/>
                      <a:pt x="245023" y="371324"/>
                      <a:pt x="266784" y="361056"/>
                    </a:cubicBezTo>
                    <a:cubicBezTo>
                      <a:pt x="288639" y="350976"/>
                      <a:pt x="307856" y="336092"/>
                      <a:pt x="323683" y="318664"/>
                    </a:cubicBezTo>
                    <a:cubicBezTo>
                      <a:pt x="355052" y="283433"/>
                      <a:pt x="373045" y="238215"/>
                      <a:pt x="374270" y="191584"/>
                    </a:cubicBezTo>
                    <a:cubicBezTo>
                      <a:pt x="375965" y="145236"/>
                      <a:pt x="359480" y="96816"/>
                      <a:pt x="325849" y="62337"/>
                    </a:cubicBezTo>
                    <a:cubicBezTo>
                      <a:pt x="309081" y="45192"/>
                      <a:pt x="288733" y="31627"/>
                      <a:pt x="266501" y="22866"/>
                    </a:cubicBezTo>
                    <a:cubicBezTo>
                      <a:pt x="244269" y="13917"/>
                      <a:pt x="220247" y="10432"/>
                      <a:pt x="196602" y="10997"/>
                    </a:cubicBezTo>
                    <a:cubicBezTo>
                      <a:pt x="149218" y="12787"/>
                      <a:pt x="104000" y="33417"/>
                      <a:pt x="71783" y="66671"/>
                    </a:cubicBezTo>
                    <a:cubicBezTo>
                      <a:pt x="39377" y="99925"/>
                      <a:pt x="21478" y="145613"/>
                      <a:pt x="21290" y="191490"/>
                    </a:cubicBezTo>
                    <a:cubicBezTo>
                      <a:pt x="20819" y="237556"/>
                      <a:pt x="38623" y="283056"/>
                      <a:pt x="69710" y="318382"/>
                    </a:cubicBezTo>
                    <a:cubicBezTo>
                      <a:pt x="85442" y="335810"/>
                      <a:pt x="104660" y="350694"/>
                      <a:pt x="126421" y="360773"/>
                    </a:cubicBezTo>
                    <a:cubicBezTo>
                      <a:pt x="148182" y="371230"/>
                      <a:pt x="172392" y="376411"/>
                      <a:pt x="196602" y="37660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4" name="任意多边形 133" descr="54a59530-e014-4e9d-8f0f-d62a529bc508"/>
              <p:cNvSpPr/>
              <p:nvPr/>
            </p:nvSpPr>
            <p:spPr>
              <a:xfrm rot="16997148">
                <a:off x="6175409" y="1920009"/>
                <a:ext cx="210643" cy="210643"/>
              </a:xfrm>
              <a:custGeom>
                <a:avLst/>
                <a:gdLst>
                  <a:gd name="connsiteX0" fmla="*/ 147894 w 147893"/>
                  <a:gd name="connsiteY0" fmla="*/ 73947 h 147893"/>
                  <a:gd name="connsiteX1" fmla="*/ 73947 w 147893"/>
                  <a:gd name="connsiteY1" fmla="*/ 147894 h 147893"/>
                  <a:gd name="connsiteX2" fmla="*/ 0 w 147893"/>
                  <a:gd name="connsiteY2" fmla="*/ 73947 h 147893"/>
                  <a:gd name="connsiteX3" fmla="*/ 73947 w 147893"/>
                  <a:gd name="connsiteY3" fmla="*/ 0 h 147893"/>
                  <a:gd name="connsiteX4" fmla="*/ 147894 w 147893"/>
                  <a:gd name="connsiteY4" fmla="*/ 73947 h 147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7893" h="147893">
                    <a:moveTo>
                      <a:pt x="147894" y="73947"/>
                    </a:moveTo>
                    <a:cubicBezTo>
                      <a:pt x="147894" y="114787"/>
                      <a:pt x="114787" y="147894"/>
                      <a:pt x="73947" y="147894"/>
                    </a:cubicBezTo>
                    <a:cubicBezTo>
                      <a:pt x="33107" y="147894"/>
                      <a:pt x="0" y="114787"/>
                      <a:pt x="0" y="73947"/>
                    </a:cubicBezTo>
                    <a:cubicBezTo>
                      <a:pt x="0" y="33107"/>
                      <a:pt x="33107" y="0"/>
                      <a:pt x="73947" y="0"/>
                    </a:cubicBezTo>
                    <a:cubicBezTo>
                      <a:pt x="114787" y="0"/>
                      <a:pt x="147894" y="33107"/>
                      <a:pt x="147894" y="73947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3" name="组合 12" descr="556e86ec-c69a-4be7-ac17-f3ecc025339f"/>
            <p:cNvGrpSpPr/>
            <p:nvPr/>
          </p:nvGrpSpPr>
          <p:grpSpPr>
            <a:xfrm>
              <a:off x="5146204" y="0"/>
              <a:ext cx="7045797" cy="6858001"/>
              <a:chOff x="5146204" y="0"/>
              <a:chExt cx="7045797" cy="6858001"/>
            </a:xfrm>
          </p:grpSpPr>
          <p:sp>
            <p:nvSpPr>
              <p:cNvPr id="30" name="任意多边形 29" descr="1c262352-154e-4074-94ca-f604ed6037c5"/>
              <p:cNvSpPr/>
              <p:nvPr/>
            </p:nvSpPr>
            <p:spPr>
              <a:xfrm>
                <a:off x="8949308" y="0"/>
                <a:ext cx="3242692" cy="3675203"/>
              </a:xfrm>
              <a:custGeom>
                <a:avLst/>
                <a:gdLst>
                  <a:gd name="connsiteX0" fmla="*/ 430072 w 3242692"/>
                  <a:gd name="connsiteY0" fmla="*/ 0 h 3675203"/>
                  <a:gd name="connsiteX1" fmla="*/ 809650 w 3242692"/>
                  <a:gd name="connsiteY1" fmla="*/ 0 h 3675203"/>
                  <a:gd name="connsiteX2" fmla="*/ 784583 w 3242692"/>
                  <a:gd name="connsiteY2" fmla="*/ 52036 h 3675203"/>
                  <a:gd name="connsiteX3" fmla="*/ 614380 w 3242692"/>
                  <a:gd name="connsiteY3" fmla="*/ 895131 h 3675203"/>
                  <a:gd name="connsiteX4" fmla="*/ 2780341 w 3242692"/>
                  <a:gd name="connsiteY4" fmla="*/ 3061090 h 3675203"/>
                  <a:gd name="connsiteX5" fmla="*/ 3216837 w 3242692"/>
                  <a:gd name="connsiteY5" fmla="*/ 3017094 h 3675203"/>
                  <a:gd name="connsiteX6" fmla="*/ 3242692 w 3242692"/>
                  <a:gd name="connsiteY6" fmla="*/ 3010447 h 3675203"/>
                  <a:gd name="connsiteX7" fmla="*/ 3242692 w 3242692"/>
                  <a:gd name="connsiteY7" fmla="*/ 3366452 h 3675203"/>
                  <a:gd name="connsiteX8" fmla="*/ 3137007 w 3242692"/>
                  <a:gd name="connsiteY8" fmla="*/ 3385673 h 3675203"/>
                  <a:gd name="connsiteX9" fmla="*/ 2941216 w 3242692"/>
                  <a:gd name="connsiteY9" fmla="*/ 3405648 h 3675203"/>
                  <a:gd name="connsiteX10" fmla="*/ 2932359 w 3242692"/>
                  <a:gd name="connsiteY10" fmla="*/ 3675203 h 3675203"/>
                  <a:gd name="connsiteX11" fmla="*/ 2446384 w 3242692"/>
                  <a:gd name="connsiteY11" fmla="*/ 3659236 h 3675203"/>
                  <a:gd name="connsiteX12" fmla="*/ 2455238 w 3242692"/>
                  <a:gd name="connsiteY12" fmla="*/ 3389681 h 3675203"/>
                  <a:gd name="connsiteX13" fmla="*/ 2072711 w 3242692"/>
                  <a:gd name="connsiteY13" fmla="*/ 3309848 h 3675203"/>
                  <a:gd name="connsiteX14" fmla="*/ 1972349 w 3242692"/>
                  <a:gd name="connsiteY14" fmla="*/ 3559679 h 3675203"/>
                  <a:gd name="connsiteX15" fmla="*/ 1521124 w 3242692"/>
                  <a:gd name="connsiteY15" fmla="*/ 3378545 h 3675203"/>
                  <a:gd name="connsiteX16" fmla="*/ 1621486 w 3242692"/>
                  <a:gd name="connsiteY16" fmla="*/ 3128715 h 3675203"/>
                  <a:gd name="connsiteX17" fmla="*/ 1289808 w 3242692"/>
                  <a:gd name="connsiteY17" fmla="*/ 2921954 h 3675203"/>
                  <a:gd name="connsiteX18" fmla="*/ 1109747 w 3242692"/>
                  <a:gd name="connsiteY18" fmla="*/ 3122811 h 3675203"/>
                  <a:gd name="connsiteX19" fmla="*/ 747614 w 3242692"/>
                  <a:gd name="connsiteY19" fmla="*/ 2798245 h 3675203"/>
                  <a:gd name="connsiteX20" fmla="*/ 927809 w 3242692"/>
                  <a:gd name="connsiteY20" fmla="*/ 2597254 h 3675203"/>
                  <a:gd name="connsiteX21" fmla="*/ 686431 w 3242692"/>
                  <a:gd name="connsiteY21" fmla="*/ 2290130 h 3675203"/>
                  <a:gd name="connsiteX22" fmla="*/ 448542 w 3242692"/>
                  <a:gd name="connsiteY22" fmla="*/ 2417327 h 3675203"/>
                  <a:gd name="connsiteX23" fmla="*/ 219373 w 3242692"/>
                  <a:gd name="connsiteY23" fmla="*/ 1988509 h 3675203"/>
                  <a:gd name="connsiteX24" fmla="*/ 456860 w 3242692"/>
                  <a:gd name="connsiteY24" fmla="*/ 1861581 h 3675203"/>
                  <a:gd name="connsiteX25" fmla="*/ 335299 w 3242692"/>
                  <a:gd name="connsiteY25" fmla="*/ 1490055 h 3675203"/>
                  <a:gd name="connsiteX26" fmla="*/ 68697 w 3242692"/>
                  <a:gd name="connsiteY26" fmla="*/ 1528161 h 3675203"/>
                  <a:gd name="connsiteX27" fmla="*/ 0 w 3242692"/>
                  <a:gd name="connsiteY27" fmla="*/ 1046746 h 3675203"/>
                  <a:gd name="connsiteX28" fmla="*/ 267006 w 3242692"/>
                  <a:gd name="connsiteY28" fmla="*/ 1008642 h 3675203"/>
                  <a:gd name="connsiteX29" fmla="*/ 265932 w 3242692"/>
                  <a:gd name="connsiteY29" fmla="*/ 813150 h 3675203"/>
                  <a:gd name="connsiteX30" fmla="*/ 279752 w 3242692"/>
                  <a:gd name="connsiteY30" fmla="*/ 618063 h 3675203"/>
                  <a:gd name="connsiteX31" fmla="*/ 15832 w 3242692"/>
                  <a:gd name="connsiteY31" fmla="*/ 562515 h 3675203"/>
                  <a:gd name="connsiteX32" fmla="*/ 115926 w 3242692"/>
                  <a:gd name="connsiteY32" fmla="*/ 86601 h 3675203"/>
                  <a:gd name="connsiteX33" fmla="*/ 379442 w 3242692"/>
                  <a:gd name="connsiteY33" fmla="*/ 142015 h 3675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3242692" h="3675203">
                    <a:moveTo>
                      <a:pt x="430072" y="0"/>
                    </a:moveTo>
                    <a:lnTo>
                      <a:pt x="809650" y="0"/>
                    </a:lnTo>
                    <a:lnTo>
                      <a:pt x="784583" y="52036"/>
                    </a:lnTo>
                    <a:cubicBezTo>
                      <a:pt x="674984" y="311158"/>
                      <a:pt x="614380" y="596058"/>
                      <a:pt x="614380" y="895131"/>
                    </a:cubicBezTo>
                    <a:cubicBezTo>
                      <a:pt x="614380" y="2091420"/>
                      <a:pt x="1584186" y="3061090"/>
                      <a:pt x="2780341" y="3061090"/>
                    </a:cubicBezTo>
                    <a:cubicBezTo>
                      <a:pt x="2929860" y="3061090"/>
                      <a:pt x="3075843" y="3045941"/>
                      <a:pt x="3216837" y="3017094"/>
                    </a:cubicBezTo>
                    <a:lnTo>
                      <a:pt x="3242692" y="3010447"/>
                    </a:lnTo>
                    <a:lnTo>
                      <a:pt x="3242692" y="3366452"/>
                    </a:lnTo>
                    <a:lnTo>
                      <a:pt x="3137007" y="3385673"/>
                    </a:lnTo>
                    <a:cubicBezTo>
                      <a:pt x="3072469" y="3394814"/>
                      <a:pt x="3007161" y="3401489"/>
                      <a:pt x="2941216" y="3405648"/>
                    </a:cubicBezTo>
                    <a:lnTo>
                      <a:pt x="2932359" y="3675203"/>
                    </a:lnTo>
                    <a:lnTo>
                      <a:pt x="2446384" y="3659236"/>
                    </a:lnTo>
                    <a:lnTo>
                      <a:pt x="2455238" y="3389681"/>
                    </a:lnTo>
                    <a:cubicBezTo>
                      <a:pt x="2324286" y="3372776"/>
                      <a:pt x="2196418" y="3345941"/>
                      <a:pt x="2072711" y="3309848"/>
                    </a:cubicBezTo>
                    <a:lnTo>
                      <a:pt x="1972349" y="3559679"/>
                    </a:lnTo>
                    <a:lnTo>
                      <a:pt x="1521124" y="3378545"/>
                    </a:lnTo>
                    <a:lnTo>
                      <a:pt x="1621486" y="3128715"/>
                    </a:lnTo>
                    <a:cubicBezTo>
                      <a:pt x="1505158" y="3068336"/>
                      <a:pt x="1394464" y="2998968"/>
                      <a:pt x="1289808" y="2921954"/>
                    </a:cubicBezTo>
                    <a:lnTo>
                      <a:pt x="1109747" y="3122811"/>
                    </a:lnTo>
                    <a:lnTo>
                      <a:pt x="747614" y="2798245"/>
                    </a:lnTo>
                    <a:lnTo>
                      <a:pt x="927809" y="2597254"/>
                    </a:lnTo>
                    <a:cubicBezTo>
                      <a:pt x="839791" y="2501455"/>
                      <a:pt x="758885" y="2398811"/>
                      <a:pt x="686431" y="2290130"/>
                    </a:cubicBezTo>
                    <a:lnTo>
                      <a:pt x="448542" y="2417327"/>
                    </a:lnTo>
                    <a:lnTo>
                      <a:pt x="219373" y="1988509"/>
                    </a:lnTo>
                    <a:lnTo>
                      <a:pt x="456860" y="1861581"/>
                    </a:lnTo>
                    <a:cubicBezTo>
                      <a:pt x="407082" y="1742033"/>
                      <a:pt x="366293" y="1617923"/>
                      <a:pt x="335299" y="1490055"/>
                    </a:cubicBezTo>
                    <a:lnTo>
                      <a:pt x="68697" y="1528161"/>
                    </a:lnTo>
                    <a:lnTo>
                      <a:pt x="0" y="1046746"/>
                    </a:lnTo>
                    <a:lnTo>
                      <a:pt x="267006" y="1008642"/>
                    </a:lnTo>
                    <a:cubicBezTo>
                      <a:pt x="264187" y="944104"/>
                      <a:pt x="263785" y="878895"/>
                      <a:pt x="265932" y="813150"/>
                    </a:cubicBezTo>
                    <a:cubicBezTo>
                      <a:pt x="268078" y="747406"/>
                      <a:pt x="272640" y="682331"/>
                      <a:pt x="279752" y="618063"/>
                    </a:cubicBezTo>
                    <a:lnTo>
                      <a:pt x="15832" y="562515"/>
                    </a:lnTo>
                    <a:lnTo>
                      <a:pt x="115926" y="86601"/>
                    </a:lnTo>
                    <a:lnTo>
                      <a:pt x="379442" y="142015"/>
                    </a:lnTo>
                    <a:close/>
                  </a:path>
                </a:pathLst>
              </a:custGeom>
              <a:solidFill>
                <a:schemeClr val="accent2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" name="任意多边形 30" descr="7b2d654a-09b4-4a4d-9b7a-6ebaf33c3d70"/>
              <p:cNvSpPr/>
              <p:nvPr/>
            </p:nvSpPr>
            <p:spPr>
              <a:xfrm>
                <a:off x="8923414" y="0"/>
                <a:ext cx="3268587" cy="3714920"/>
              </a:xfrm>
              <a:custGeom>
                <a:avLst/>
                <a:gdLst>
                  <a:gd name="connsiteX0" fmla="*/ 441952 w 3268587"/>
                  <a:gd name="connsiteY0" fmla="*/ 0 h 3714920"/>
                  <a:gd name="connsiteX1" fmla="*/ 469552 w 3268587"/>
                  <a:gd name="connsiteY1" fmla="*/ 0 h 3714920"/>
                  <a:gd name="connsiteX2" fmla="*/ 417950 w 3268587"/>
                  <a:gd name="connsiteY2" fmla="*/ 145908 h 3714920"/>
                  <a:gd name="connsiteX3" fmla="*/ 414328 w 3268587"/>
                  <a:gd name="connsiteY3" fmla="*/ 157447 h 3714920"/>
                  <a:gd name="connsiteX4" fmla="*/ 402386 w 3268587"/>
                  <a:gd name="connsiteY4" fmla="*/ 155032 h 3714920"/>
                  <a:gd name="connsiteX5" fmla="*/ 153100 w 3268587"/>
                  <a:gd name="connsiteY5" fmla="*/ 103932 h 3714920"/>
                  <a:gd name="connsiteX6" fmla="*/ 156043 w 3268587"/>
                  <a:gd name="connsiteY6" fmla="*/ 89555 h 3714920"/>
                  <a:gd name="connsiteX7" fmla="*/ 138601 w 3268587"/>
                  <a:gd name="connsiteY7" fmla="*/ 100960 h 3714920"/>
                  <a:gd name="connsiteX8" fmla="*/ 153100 w 3268587"/>
                  <a:gd name="connsiteY8" fmla="*/ 103932 h 3714920"/>
                  <a:gd name="connsiteX9" fmla="*/ 61994 w 3268587"/>
                  <a:gd name="connsiteY9" fmla="*/ 548938 h 3714920"/>
                  <a:gd name="connsiteX10" fmla="*/ 45082 w 3268587"/>
                  <a:gd name="connsiteY10" fmla="*/ 545477 h 3714920"/>
                  <a:gd name="connsiteX11" fmla="*/ 58500 w 3268587"/>
                  <a:gd name="connsiteY11" fmla="*/ 566005 h 3714920"/>
                  <a:gd name="connsiteX12" fmla="*/ 61994 w 3268587"/>
                  <a:gd name="connsiteY12" fmla="*/ 548938 h 3714920"/>
                  <a:gd name="connsiteX13" fmla="*/ 309270 w 3268587"/>
                  <a:gd name="connsiteY13" fmla="*/ 599547 h 3714920"/>
                  <a:gd name="connsiteX14" fmla="*/ 325773 w 3268587"/>
                  <a:gd name="connsiteY14" fmla="*/ 602903 h 3714920"/>
                  <a:gd name="connsiteX15" fmla="*/ 324029 w 3268587"/>
                  <a:gd name="connsiteY15" fmla="*/ 619942 h 3714920"/>
                  <a:gd name="connsiteX16" fmla="*/ 313563 w 3268587"/>
                  <a:gd name="connsiteY16" fmla="*/ 1007569 h 3714920"/>
                  <a:gd name="connsiteX17" fmla="*/ 314503 w 3268587"/>
                  <a:gd name="connsiteY17" fmla="*/ 1026353 h 3714920"/>
                  <a:gd name="connsiteX18" fmla="*/ 295584 w 3268587"/>
                  <a:gd name="connsiteY18" fmla="*/ 1029170 h 3714920"/>
                  <a:gd name="connsiteX19" fmla="*/ 51352 w 3268587"/>
                  <a:gd name="connsiteY19" fmla="*/ 1065536 h 3714920"/>
                  <a:gd name="connsiteX20" fmla="*/ 48034 w 3268587"/>
                  <a:gd name="connsiteY20" fmla="*/ 1043259 h 3714920"/>
                  <a:gd name="connsiteX21" fmla="*/ 28848 w 3268587"/>
                  <a:gd name="connsiteY21" fmla="*/ 1068887 h 3714920"/>
                  <a:gd name="connsiteX22" fmla="*/ 51352 w 3268587"/>
                  <a:gd name="connsiteY22" fmla="*/ 1065536 h 3714920"/>
                  <a:gd name="connsiteX23" fmla="*/ 115887 w 3268587"/>
                  <a:gd name="connsiteY23" fmla="*/ 1498792 h 3714920"/>
                  <a:gd name="connsiteX24" fmla="*/ 90702 w 3268587"/>
                  <a:gd name="connsiteY24" fmla="*/ 1502535 h 3714920"/>
                  <a:gd name="connsiteX25" fmla="*/ 119682 w 3268587"/>
                  <a:gd name="connsiteY25" fmla="*/ 1524271 h 3714920"/>
                  <a:gd name="connsiteX26" fmla="*/ 115887 w 3268587"/>
                  <a:gd name="connsiteY26" fmla="*/ 1498792 h 3714920"/>
                  <a:gd name="connsiteX27" fmla="*/ 357035 w 3268587"/>
                  <a:gd name="connsiteY27" fmla="*/ 1462954 h 3714920"/>
                  <a:gd name="connsiteX28" fmla="*/ 381321 w 3268587"/>
                  <a:gd name="connsiteY28" fmla="*/ 1459331 h 3714920"/>
                  <a:gd name="connsiteX29" fmla="*/ 387225 w 3268587"/>
                  <a:gd name="connsiteY29" fmla="*/ 1483348 h 3714920"/>
                  <a:gd name="connsiteX30" fmla="*/ 508919 w 3268587"/>
                  <a:gd name="connsiteY30" fmla="*/ 1850177 h 3714920"/>
                  <a:gd name="connsiteX31" fmla="*/ 518982 w 3268587"/>
                  <a:gd name="connsiteY31" fmla="*/ 1874061 h 3714920"/>
                  <a:gd name="connsiteX32" fmla="*/ 495904 w 3268587"/>
                  <a:gd name="connsiteY32" fmla="*/ 1886538 h 3714920"/>
                  <a:gd name="connsiteX33" fmla="*/ 285290 w 3268587"/>
                  <a:gd name="connsiteY33" fmla="*/ 2000194 h 3714920"/>
                  <a:gd name="connsiteX34" fmla="*/ 271165 w 3268587"/>
                  <a:gd name="connsiteY34" fmla="*/ 1974020 h 3714920"/>
                  <a:gd name="connsiteX35" fmla="*/ 258954 w 3268587"/>
                  <a:gd name="connsiteY35" fmla="*/ 2014406 h 3714920"/>
                  <a:gd name="connsiteX36" fmla="*/ 285290 w 3268587"/>
                  <a:gd name="connsiteY36" fmla="*/ 2000194 h 3714920"/>
                  <a:gd name="connsiteX37" fmla="*/ 486958 w 3268587"/>
                  <a:gd name="connsiteY37" fmla="*/ 2373883 h 3714920"/>
                  <a:gd name="connsiteX38" fmla="*/ 459142 w 3268587"/>
                  <a:gd name="connsiteY38" fmla="*/ 2388885 h 3714920"/>
                  <a:gd name="connsiteX39" fmla="*/ 502077 w 3268587"/>
                  <a:gd name="connsiteY39" fmla="*/ 2401898 h 3714920"/>
                  <a:gd name="connsiteX40" fmla="*/ 486958 w 3268587"/>
                  <a:gd name="connsiteY40" fmla="*/ 2373883 h 3714920"/>
                  <a:gd name="connsiteX41" fmla="*/ 696493 w 3268587"/>
                  <a:gd name="connsiteY41" fmla="*/ 2260883 h 3714920"/>
                  <a:gd name="connsiteX42" fmla="*/ 722524 w 3268587"/>
                  <a:gd name="connsiteY42" fmla="*/ 2246794 h 3714920"/>
                  <a:gd name="connsiteX43" fmla="*/ 739161 w 3268587"/>
                  <a:gd name="connsiteY43" fmla="*/ 2271483 h 3714920"/>
                  <a:gd name="connsiteX44" fmla="*/ 978124 w 3268587"/>
                  <a:gd name="connsiteY44" fmla="*/ 2574043 h 3714920"/>
                  <a:gd name="connsiteX45" fmla="*/ 998786 w 3268587"/>
                  <a:gd name="connsiteY45" fmla="*/ 2596450 h 3714920"/>
                  <a:gd name="connsiteX46" fmla="*/ 978392 w 3268587"/>
                  <a:gd name="connsiteY46" fmla="*/ 2619260 h 3714920"/>
                  <a:gd name="connsiteX47" fmla="*/ 821411 w 3268587"/>
                  <a:gd name="connsiteY47" fmla="*/ 2795102 h 3714920"/>
                  <a:gd name="connsiteX48" fmla="*/ 795917 w 3268587"/>
                  <a:gd name="connsiteY48" fmla="*/ 2772352 h 3714920"/>
                  <a:gd name="connsiteX49" fmla="*/ 798600 w 3268587"/>
                  <a:gd name="connsiteY49" fmla="*/ 2820654 h 3714920"/>
                  <a:gd name="connsiteX50" fmla="*/ 821411 w 3268587"/>
                  <a:gd name="connsiteY50" fmla="*/ 2795102 h 3714920"/>
                  <a:gd name="connsiteX51" fmla="*/ 1132263 w 3268587"/>
                  <a:gd name="connsiteY51" fmla="*/ 3072500 h 3714920"/>
                  <a:gd name="connsiteX52" fmla="*/ 1108809 w 3268587"/>
                  <a:gd name="connsiteY52" fmla="*/ 3098795 h 3714920"/>
                  <a:gd name="connsiteX53" fmla="*/ 1158722 w 3268587"/>
                  <a:gd name="connsiteY53" fmla="*/ 3096112 h 3714920"/>
                  <a:gd name="connsiteX54" fmla="*/ 1132263 w 3268587"/>
                  <a:gd name="connsiteY54" fmla="*/ 3072500 h 3714920"/>
                  <a:gd name="connsiteX55" fmla="*/ 1288333 w 3268587"/>
                  <a:gd name="connsiteY55" fmla="*/ 2897535 h 3714920"/>
                  <a:gd name="connsiteX56" fmla="*/ 1310069 w 3268587"/>
                  <a:gd name="connsiteY56" fmla="*/ 2873251 h 3714920"/>
                  <a:gd name="connsiteX57" fmla="*/ 1336501 w 3268587"/>
                  <a:gd name="connsiteY57" fmla="*/ 2892571 h 3714920"/>
                  <a:gd name="connsiteX58" fmla="*/ 1663884 w 3268587"/>
                  <a:gd name="connsiteY58" fmla="*/ 3095575 h 3714920"/>
                  <a:gd name="connsiteX59" fmla="*/ 1693536 w 3268587"/>
                  <a:gd name="connsiteY59" fmla="*/ 3110870 h 3714920"/>
                  <a:gd name="connsiteX60" fmla="*/ 1681058 w 3268587"/>
                  <a:gd name="connsiteY60" fmla="*/ 3142000 h 3714920"/>
                  <a:gd name="connsiteX61" fmla="*/ 1595260 w 3268587"/>
                  <a:gd name="connsiteY61" fmla="*/ 3357244 h 3714920"/>
                  <a:gd name="connsiteX62" fmla="*/ 1560571 w 3268587"/>
                  <a:gd name="connsiteY62" fmla="*/ 3343394 h 3714920"/>
                  <a:gd name="connsiteX63" fmla="*/ 1581367 w 3268587"/>
                  <a:gd name="connsiteY63" fmla="*/ 3392099 h 3714920"/>
                  <a:gd name="connsiteX64" fmla="*/ 1595260 w 3268587"/>
                  <a:gd name="connsiteY64" fmla="*/ 3357244 h 3714920"/>
                  <a:gd name="connsiteX65" fmla="*/ 1976554 w 3268587"/>
                  <a:gd name="connsiteY65" fmla="*/ 3509490 h 3714920"/>
                  <a:gd name="connsiteX66" fmla="*/ 1962285 w 3268587"/>
                  <a:gd name="connsiteY66" fmla="*/ 3545057 h 3714920"/>
                  <a:gd name="connsiteX67" fmla="*/ 2012198 w 3268587"/>
                  <a:gd name="connsiteY67" fmla="*/ 3523722 h 3714920"/>
                  <a:gd name="connsiteX68" fmla="*/ 1976554 w 3268587"/>
                  <a:gd name="connsiteY68" fmla="*/ 3509490 h 3714920"/>
                  <a:gd name="connsiteX69" fmla="*/ 2062513 w 3268587"/>
                  <a:gd name="connsiteY69" fmla="*/ 3295225 h 3714920"/>
                  <a:gd name="connsiteX70" fmla="*/ 2075528 w 3268587"/>
                  <a:gd name="connsiteY70" fmla="*/ 3262889 h 3714920"/>
                  <a:gd name="connsiteX71" fmla="*/ 2109072 w 3268587"/>
                  <a:gd name="connsiteY71" fmla="*/ 3272684 h 3714920"/>
                  <a:gd name="connsiteX72" fmla="*/ 2485831 w 3268587"/>
                  <a:gd name="connsiteY72" fmla="*/ 3351176 h 3714920"/>
                  <a:gd name="connsiteX73" fmla="*/ 2520581 w 3268587"/>
                  <a:gd name="connsiteY73" fmla="*/ 3355603 h 3714920"/>
                  <a:gd name="connsiteX74" fmla="*/ 2519508 w 3268587"/>
                  <a:gd name="connsiteY74" fmla="*/ 3390622 h 3714920"/>
                  <a:gd name="connsiteX75" fmla="*/ 2512033 w 3268587"/>
                  <a:gd name="connsiteY75" fmla="*/ 3621635 h 3714920"/>
                  <a:gd name="connsiteX76" fmla="*/ 2473487 w 3268587"/>
                  <a:gd name="connsiteY76" fmla="*/ 3620326 h 3714920"/>
                  <a:gd name="connsiteX77" fmla="*/ 2510786 w 3268587"/>
                  <a:gd name="connsiteY77" fmla="*/ 3660177 h 3714920"/>
                  <a:gd name="connsiteX78" fmla="*/ 2512033 w 3268587"/>
                  <a:gd name="connsiteY78" fmla="*/ 3621635 h 3714920"/>
                  <a:gd name="connsiteX79" fmla="*/ 2921476 w 3268587"/>
                  <a:gd name="connsiteY79" fmla="*/ 3635541 h 3714920"/>
                  <a:gd name="connsiteX80" fmla="*/ 2920150 w 3268587"/>
                  <a:gd name="connsiteY80" fmla="*/ 3673594 h 3714920"/>
                  <a:gd name="connsiteX81" fmla="*/ 2959462 w 3268587"/>
                  <a:gd name="connsiteY81" fmla="*/ 3636831 h 3714920"/>
                  <a:gd name="connsiteX82" fmla="*/ 2921476 w 3268587"/>
                  <a:gd name="connsiteY82" fmla="*/ 3635541 h 3714920"/>
                  <a:gd name="connsiteX83" fmla="*/ 2929542 w 3268587"/>
                  <a:gd name="connsiteY83" fmla="*/ 3404040 h 3714920"/>
                  <a:gd name="connsiteX84" fmla="*/ 2930749 w 3268587"/>
                  <a:gd name="connsiteY84" fmla="*/ 3369826 h 3714920"/>
                  <a:gd name="connsiteX85" fmla="*/ 2964695 w 3268587"/>
                  <a:gd name="connsiteY85" fmla="*/ 3367813 h 3714920"/>
                  <a:gd name="connsiteX86" fmla="*/ 3156412 w 3268587"/>
                  <a:gd name="connsiteY86" fmla="*/ 3348693 h 3714920"/>
                  <a:gd name="connsiteX87" fmla="*/ 3268587 w 3268587"/>
                  <a:gd name="connsiteY87" fmla="*/ 3328570 h 3714920"/>
                  <a:gd name="connsiteX88" fmla="*/ 3268587 w 3268587"/>
                  <a:gd name="connsiteY88" fmla="*/ 3404422 h 3714920"/>
                  <a:gd name="connsiteX89" fmla="*/ 3167012 w 3268587"/>
                  <a:gd name="connsiteY89" fmla="*/ 3423025 h 3714920"/>
                  <a:gd name="connsiteX90" fmla="*/ 3003805 w 3268587"/>
                  <a:gd name="connsiteY90" fmla="*/ 3439947 h 3714920"/>
                  <a:gd name="connsiteX91" fmla="*/ 3004813 w 3268587"/>
                  <a:gd name="connsiteY91" fmla="*/ 3407260 h 3714920"/>
                  <a:gd name="connsiteX92" fmla="*/ 2969660 w 3268587"/>
                  <a:gd name="connsiteY92" fmla="*/ 3443487 h 3714920"/>
                  <a:gd name="connsiteX93" fmla="*/ 3003805 w 3268587"/>
                  <a:gd name="connsiteY93" fmla="*/ 3439947 h 3714920"/>
                  <a:gd name="connsiteX94" fmla="*/ 2996495 w 3268587"/>
                  <a:gd name="connsiteY94" fmla="*/ 3676948 h 3714920"/>
                  <a:gd name="connsiteX95" fmla="*/ 2995287 w 3268587"/>
                  <a:gd name="connsiteY95" fmla="*/ 3714920 h 3714920"/>
                  <a:gd name="connsiteX96" fmla="*/ 2957181 w 3268587"/>
                  <a:gd name="connsiteY96" fmla="*/ 3713712 h 3714920"/>
                  <a:gd name="connsiteX97" fmla="*/ 2471205 w 3268587"/>
                  <a:gd name="connsiteY97" fmla="*/ 3698416 h 3714920"/>
                  <a:gd name="connsiteX98" fmla="*/ 2432563 w 3268587"/>
                  <a:gd name="connsiteY98" fmla="*/ 3697209 h 3714920"/>
                  <a:gd name="connsiteX99" fmla="*/ 2433905 w 3268587"/>
                  <a:gd name="connsiteY99" fmla="*/ 3658566 h 3714920"/>
                  <a:gd name="connsiteX100" fmla="*/ 2441656 w 3268587"/>
                  <a:gd name="connsiteY100" fmla="*/ 3422612 h 3714920"/>
                  <a:gd name="connsiteX101" fmla="*/ 2476304 w 3268587"/>
                  <a:gd name="connsiteY101" fmla="*/ 3428460 h 3714920"/>
                  <a:gd name="connsiteX102" fmla="*/ 2442760 w 3268587"/>
                  <a:gd name="connsiteY102" fmla="*/ 3389012 h 3714920"/>
                  <a:gd name="connsiteX103" fmla="*/ 2441656 w 3268587"/>
                  <a:gd name="connsiteY103" fmla="*/ 3422612 h 3714920"/>
                  <a:gd name="connsiteX104" fmla="*/ 2280528 w 3268587"/>
                  <a:gd name="connsiteY104" fmla="*/ 3395419 h 3714920"/>
                  <a:gd name="connsiteX105" fmla="*/ 2121832 w 3268587"/>
                  <a:gd name="connsiteY105" fmla="*/ 3355770 h 3714920"/>
                  <a:gd name="connsiteX106" fmla="*/ 2134296 w 3268587"/>
                  <a:gd name="connsiteY106" fmla="*/ 3324744 h 3714920"/>
                  <a:gd name="connsiteX107" fmla="*/ 2087871 w 3268587"/>
                  <a:gd name="connsiteY107" fmla="*/ 3347285 h 3714920"/>
                  <a:gd name="connsiteX108" fmla="*/ 2121832 w 3268587"/>
                  <a:gd name="connsiteY108" fmla="*/ 3355770 h 3714920"/>
                  <a:gd name="connsiteX109" fmla="*/ 2033935 w 3268587"/>
                  <a:gd name="connsiteY109" fmla="*/ 3574574 h 3714920"/>
                  <a:gd name="connsiteX110" fmla="*/ 2019578 w 3268587"/>
                  <a:gd name="connsiteY110" fmla="*/ 3610264 h 3714920"/>
                  <a:gd name="connsiteX111" fmla="*/ 1984021 w 3268587"/>
                  <a:gd name="connsiteY111" fmla="*/ 3595908 h 3714920"/>
                  <a:gd name="connsiteX112" fmla="*/ 1533065 w 3268587"/>
                  <a:gd name="connsiteY112" fmla="*/ 3413835 h 3714920"/>
                  <a:gd name="connsiteX113" fmla="*/ 1498180 w 3268587"/>
                  <a:gd name="connsiteY113" fmla="*/ 3399746 h 3714920"/>
                  <a:gd name="connsiteX114" fmla="*/ 1512134 w 3268587"/>
                  <a:gd name="connsiteY114" fmla="*/ 3365130 h 3714920"/>
                  <a:gd name="connsiteX115" fmla="*/ 1601034 w 3268587"/>
                  <a:gd name="connsiteY115" fmla="*/ 3145125 h 3714920"/>
                  <a:gd name="connsiteX116" fmla="*/ 1630206 w 3268587"/>
                  <a:gd name="connsiteY116" fmla="*/ 3161857 h 3714920"/>
                  <a:gd name="connsiteX117" fmla="*/ 1613032 w 3268587"/>
                  <a:gd name="connsiteY117" fmla="*/ 3115434 h 3714920"/>
                  <a:gd name="connsiteX118" fmla="*/ 1601034 w 3268587"/>
                  <a:gd name="connsiteY118" fmla="*/ 3145125 h 3714920"/>
                  <a:gd name="connsiteX119" fmla="*/ 1458096 w 3268587"/>
                  <a:gd name="connsiteY119" fmla="*/ 3063139 h 3714920"/>
                  <a:gd name="connsiteX120" fmla="*/ 1321224 w 3268587"/>
                  <a:gd name="connsiteY120" fmla="*/ 2969752 h 3714920"/>
                  <a:gd name="connsiteX121" fmla="*/ 1342271 w 3268587"/>
                  <a:gd name="connsiteY121" fmla="*/ 2946374 h 3714920"/>
                  <a:gd name="connsiteX122" fmla="*/ 1294236 w 3268587"/>
                  <a:gd name="connsiteY122" fmla="*/ 2951339 h 3714920"/>
                  <a:gd name="connsiteX123" fmla="*/ 1321224 w 3268587"/>
                  <a:gd name="connsiteY123" fmla="*/ 2969752 h 3714920"/>
                  <a:gd name="connsiteX124" fmla="*/ 1161807 w 3268587"/>
                  <a:gd name="connsiteY124" fmla="*/ 3146829 h 3714920"/>
                  <a:gd name="connsiteX125" fmla="*/ 1138058 w 3268587"/>
                  <a:gd name="connsiteY125" fmla="*/ 3173127 h 3714920"/>
                  <a:gd name="connsiteX126" fmla="*/ 1111895 w 3268587"/>
                  <a:gd name="connsiteY126" fmla="*/ 3149513 h 3714920"/>
                  <a:gd name="connsiteX127" fmla="*/ 750565 w 3268587"/>
                  <a:gd name="connsiteY127" fmla="*/ 2824142 h 3714920"/>
                  <a:gd name="connsiteX128" fmla="*/ 725073 w 3268587"/>
                  <a:gd name="connsiteY128" fmla="*/ 2801198 h 3714920"/>
                  <a:gd name="connsiteX129" fmla="*/ 747882 w 3268587"/>
                  <a:gd name="connsiteY129" fmla="*/ 2775840 h 3714920"/>
                  <a:gd name="connsiteX130" fmla="*/ 909078 w 3268587"/>
                  <a:gd name="connsiteY130" fmla="*/ 2596933 h 3714920"/>
                  <a:gd name="connsiteX131" fmla="*/ 928883 w 3268587"/>
                  <a:gd name="connsiteY131" fmla="*/ 2620333 h 3714920"/>
                  <a:gd name="connsiteX132" fmla="*/ 928614 w 3268587"/>
                  <a:gd name="connsiteY132" fmla="*/ 2575251 h 3714920"/>
                  <a:gd name="connsiteX133" fmla="*/ 909078 w 3268587"/>
                  <a:gd name="connsiteY133" fmla="*/ 2596933 h 3714920"/>
                  <a:gd name="connsiteX134" fmla="*/ 800931 w 3268587"/>
                  <a:gd name="connsiteY134" fmla="*/ 2469154 h 3714920"/>
                  <a:gd name="connsiteX135" fmla="*/ 702328 w 3268587"/>
                  <a:gd name="connsiteY135" fmla="*/ 2332578 h 3714920"/>
                  <a:gd name="connsiteX136" fmla="*/ 727488 w 3268587"/>
                  <a:gd name="connsiteY136" fmla="*/ 2319248 h 3714920"/>
                  <a:gd name="connsiteX137" fmla="*/ 684955 w 3268587"/>
                  <a:gd name="connsiteY137" fmla="*/ 2308514 h 3714920"/>
                  <a:gd name="connsiteX138" fmla="*/ 702328 w 3268587"/>
                  <a:gd name="connsiteY138" fmla="*/ 2332578 h 3714920"/>
                  <a:gd name="connsiteX139" fmla="*/ 489196 w 3268587"/>
                  <a:gd name="connsiteY139" fmla="*/ 2445505 h 3714920"/>
                  <a:gd name="connsiteX140" fmla="*/ 461019 w 3268587"/>
                  <a:gd name="connsiteY140" fmla="*/ 2460398 h 3714920"/>
                  <a:gd name="connsiteX141" fmla="*/ 446260 w 3268587"/>
                  <a:gd name="connsiteY141" fmla="*/ 2432491 h 3714920"/>
                  <a:gd name="connsiteX142" fmla="*/ 218702 w 3268587"/>
                  <a:gd name="connsiteY142" fmla="*/ 2002732 h 3714920"/>
                  <a:gd name="connsiteX143" fmla="*/ 204748 w 3268587"/>
                  <a:gd name="connsiteY143" fmla="*/ 1976300 h 3714920"/>
                  <a:gd name="connsiteX144" fmla="*/ 230913 w 3268587"/>
                  <a:gd name="connsiteY144" fmla="*/ 1962482 h 3714920"/>
                  <a:gd name="connsiteX145" fmla="*/ 446871 w 3268587"/>
                  <a:gd name="connsiteY145" fmla="*/ 1848172 h 3714920"/>
                  <a:gd name="connsiteX146" fmla="*/ 455921 w 3268587"/>
                  <a:gd name="connsiteY146" fmla="*/ 1872853 h 3714920"/>
                  <a:gd name="connsiteX147" fmla="*/ 468937 w 3268587"/>
                  <a:gd name="connsiteY147" fmla="*/ 1836493 h 3714920"/>
                  <a:gd name="connsiteX148" fmla="*/ 446871 w 3268587"/>
                  <a:gd name="connsiteY148" fmla="*/ 1848172 h 3714920"/>
                  <a:gd name="connsiteX149" fmla="*/ 387811 w 3268587"/>
                  <a:gd name="connsiteY149" fmla="*/ 1687107 h 3714920"/>
                  <a:gd name="connsiteX150" fmla="*/ 341142 w 3268587"/>
                  <a:gd name="connsiteY150" fmla="*/ 1520379 h 3714920"/>
                  <a:gd name="connsiteX151" fmla="*/ 364684 w 3268587"/>
                  <a:gd name="connsiteY151" fmla="*/ 1517160 h 3714920"/>
                  <a:gd name="connsiteX152" fmla="*/ 334494 w 3268587"/>
                  <a:gd name="connsiteY152" fmla="*/ 1496631 h 3714920"/>
                  <a:gd name="connsiteX153" fmla="*/ 341142 w 3268587"/>
                  <a:gd name="connsiteY153" fmla="*/ 1520379 h 3714920"/>
                  <a:gd name="connsiteX154" fmla="*/ 97812 w 3268587"/>
                  <a:gd name="connsiteY154" fmla="*/ 1553655 h 3714920"/>
                  <a:gd name="connsiteX155" fmla="*/ 72319 w 3268587"/>
                  <a:gd name="connsiteY155" fmla="*/ 1557143 h 3714920"/>
                  <a:gd name="connsiteX156" fmla="*/ 68831 w 3268587"/>
                  <a:gd name="connsiteY156" fmla="*/ 1531918 h 3714920"/>
                  <a:gd name="connsiteX157" fmla="*/ 3086 w 3268587"/>
                  <a:gd name="connsiteY157" fmla="*/ 1050102 h 3714920"/>
                  <a:gd name="connsiteX158" fmla="*/ 0 w 3268587"/>
                  <a:gd name="connsiteY158" fmla="*/ 1027561 h 3714920"/>
                  <a:gd name="connsiteX159" fmla="*/ 22273 w 3268587"/>
                  <a:gd name="connsiteY159" fmla="*/ 1024474 h 3714920"/>
                  <a:gd name="connsiteX160" fmla="*/ 271574 w 3268587"/>
                  <a:gd name="connsiteY160" fmla="*/ 990434 h 3714920"/>
                  <a:gd name="connsiteX161" fmla="*/ 271566 w 3268587"/>
                  <a:gd name="connsiteY161" fmla="*/ 1009582 h 3714920"/>
                  <a:gd name="connsiteX162" fmla="*/ 289547 w 3268587"/>
                  <a:gd name="connsiteY162" fmla="*/ 987980 h 3714920"/>
                  <a:gd name="connsiteX163" fmla="*/ 271574 w 3268587"/>
                  <a:gd name="connsiteY163" fmla="*/ 990434 h 3714920"/>
                  <a:gd name="connsiteX164" fmla="*/ 271651 w 3268587"/>
                  <a:gd name="connsiteY164" fmla="*/ 812514 h 3714920"/>
                  <a:gd name="connsiteX165" fmla="*/ 285429 w 3268587"/>
                  <a:gd name="connsiteY165" fmla="*/ 632980 h 3714920"/>
                  <a:gd name="connsiteX166" fmla="*/ 301488 w 3268587"/>
                  <a:gd name="connsiteY166" fmla="*/ 636445 h 3714920"/>
                  <a:gd name="connsiteX167" fmla="*/ 286728 w 3268587"/>
                  <a:gd name="connsiteY167" fmla="*/ 616050 h 3714920"/>
                  <a:gd name="connsiteX168" fmla="*/ 285429 w 3268587"/>
                  <a:gd name="connsiteY168" fmla="*/ 632980 h 3714920"/>
                  <a:gd name="connsiteX169" fmla="*/ 37836 w 3268587"/>
                  <a:gd name="connsiteY169" fmla="*/ 579556 h 3714920"/>
                  <a:gd name="connsiteX170" fmla="*/ 20796 w 3268587"/>
                  <a:gd name="connsiteY170" fmla="*/ 575934 h 3714920"/>
                  <a:gd name="connsiteX171" fmla="*/ 24420 w 3268587"/>
                  <a:gd name="connsiteY171" fmla="*/ 559161 h 3714920"/>
                  <a:gd name="connsiteX172" fmla="*/ 127063 w 3268587"/>
                  <a:gd name="connsiteY172" fmla="*/ 83785 h 3714920"/>
                  <a:gd name="connsiteX173" fmla="*/ 130148 w 3268587"/>
                  <a:gd name="connsiteY173" fmla="*/ 69295 h 3714920"/>
                  <a:gd name="connsiteX174" fmla="*/ 144505 w 3268587"/>
                  <a:gd name="connsiteY174" fmla="*/ 72381 h 3714920"/>
                  <a:gd name="connsiteX175" fmla="*/ 396356 w 3268587"/>
                  <a:gd name="connsiteY175" fmla="*/ 126679 h 3714920"/>
                  <a:gd name="connsiteX176" fmla="*/ 392188 w 3268587"/>
                  <a:gd name="connsiteY176" fmla="*/ 138261 h 3714920"/>
                  <a:gd name="connsiteX177" fmla="*/ 407753 w 3268587"/>
                  <a:gd name="connsiteY177" fmla="*/ 129136 h 3714920"/>
                  <a:gd name="connsiteX178" fmla="*/ 396356 w 3268587"/>
                  <a:gd name="connsiteY178" fmla="*/ 126679 h 3714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</a:cxnLst>
                <a:rect l="l" t="t" r="r" b="b"/>
                <a:pathLst>
                  <a:path w="3268587" h="3714920">
                    <a:moveTo>
                      <a:pt x="441952" y="0"/>
                    </a:moveTo>
                    <a:lnTo>
                      <a:pt x="469552" y="0"/>
                    </a:lnTo>
                    <a:lnTo>
                      <a:pt x="417950" y="145908"/>
                    </a:lnTo>
                    <a:lnTo>
                      <a:pt x="414328" y="157447"/>
                    </a:lnTo>
                    <a:lnTo>
                      <a:pt x="402386" y="155032"/>
                    </a:lnTo>
                    <a:lnTo>
                      <a:pt x="153100" y="103932"/>
                    </a:lnTo>
                    <a:lnTo>
                      <a:pt x="156043" y="89555"/>
                    </a:lnTo>
                    <a:lnTo>
                      <a:pt x="138601" y="100960"/>
                    </a:lnTo>
                    <a:lnTo>
                      <a:pt x="153100" y="103932"/>
                    </a:lnTo>
                    <a:lnTo>
                      <a:pt x="61994" y="548938"/>
                    </a:lnTo>
                    <a:lnTo>
                      <a:pt x="45082" y="545477"/>
                    </a:lnTo>
                    <a:lnTo>
                      <a:pt x="58500" y="566005"/>
                    </a:lnTo>
                    <a:lnTo>
                      <a:pt x="61994" y="548938"/>
                    </a:lnTo>
                    <a:lnTo>
                      <a:pt x="309270" y="599547"/>
                    </a:lnTo>
                    <a:lnTo>
                      <a:pt x="325773" y="602903"/>
                    </a:lnTo>
                    <a:lnTo>
                      <a:pt x="324029" y="619942"/>
                    </a:lnTo>
                    <a:cubicBezTo>
                      <a:pt x="310612" y="748614"/>
                      <a:pt x="306988" y="878360"/>
                      <a:pt x="313563" y="1007569"/>
                    </a:cubicBezTo>
                    <a:lnTo>
                      <a:pt x="314503" y="1026353"/>
                    </a:lnTo>
                    <a:lnTo>
                      <a:pt x="295584" y="1029170"/>
                    </a:lnTo>
                    <a:lnTo>
                      <a:pt x="51352" y="1065536"/>
                    </a:lnTo>
                    <a:lnTo>
                      <a:pt x="48034" y="1043259"/>
                    </a:lnTo>
                    <a:lnTo>
                      <a:pt x="28848" y="1068887"/>
                    </a:lnTo>
                    <a:lnTo>
                      <a:pt x="51352" y="1065536"/>
                    </a:lnTo>
                    <a:lnTo>
                      <a:pt x="115887" y="1498792"/>
                    </a:lnTo>
                    <a:lnTo>
                      <a:pt x="90702" y="1502535"/>
                    </a:lnTo>
                    <a:lnTo>
                      <a:pt x="119682" y="1524271"/>
                    </a:lnTo>
                    <a:lnTo>
                      <a:pt x="115887" y="1498792"/>
                    </a:lnTo>
                    <a:lnTo>
                      <a:pt x="357035" y="1462954"/>
                    </a:lnTo>
                    <a:lnTo>
                      <a:pt x="381321" y="1459331"/>
                    </a:lnTo>
                    <a:lnTo>
                      <a:pt x="387225" y="1483348"/>
                    </a:lnTo>
                    <a:cubicBezTo>
                      <a:pt x="418219" y="1608665"/>
                      <a:pt x="458873" y="1731434"/>
                      <a:pt x="508919" y="1850177"/>
                    </a:cubicBezTo>
                    <a:lnTo>
                      <a:pt x="518982" y="1874061"/>
                    </a:lnTo>
                    <a:lnTo>
                      <a:pt x="495904" y="1886538"/>
                    </a:lnTo>
                    <a:lnTo>
                      <a:pt x="285290" y="2000194"/>
                    </a:lnTo>
                    <a:lnTo>
                      <a:pt x="271165" y="1974020"/>
                    </a:lnTo>
                    <a:lnTo>
                      <a:pt x="258954" y="2014406"/>
                    </a:lnTo>
                    <a:lnTo>
                      <a:pt x="285290" y="2000194"/>
                    </a:lnTo>
                    <a:lnTo>
                      <a:pt x="486958" y="2373883"/>
                    </a:lnTo>
                    <a:lnTo>
                      <a:pt x="459142" y="2388885"/>
                    </a:lnTo>
                    <a:lnTo>
                      <a:pt x="502077" y="2401898"/>
                    </a:lnTo>
                    <a:lnTo>
                      <a:pt x="486958" y="2373883"/>
                    </a:lnTo>
                    <a:lnTo>
                      <a:pt x="696493" y="2260883"/>
                    </a:lnTo>
                    <a:lnTo>
                      <a:pt x="722524" y="2246794"/>
                    </a:lnTo>
                    <a:lnTo>
                      <a:pt x="739161" y="2271483"/>
                    </a:lnTo>
                    <a:cubicBezTo>
                      <a:pt x="810810" y="2378285"/>
                      <a:pt x="890911" y="2479585"/>
                      <a:pt x="978124" y="2574043"/>
                    </a:cubicBezTo>
                    <a:lnTo>
                      <a:pt x="998786" y="2596450"/>
                    </a:lnTo>
                    <a:lnTo>
                      <a:pt x="978392" y="2619260"/>
                    </a:lnTo>
                    <a:lnTo>
                      <a:pt x="821411" y="2795102"/>
                    </a:lnTo>
                    <a:lnTo>
                      <a:pt x="795917" y="2772352"/>
                    </a:lnTo>
                    <a:lnTo>
                      <a:pt x="798600" y="2820654"/>
                    </a:lnTo>
                    <a:lnTo>
                      <a:pt x="821411" y="2795102"/>
                    </a:lnTo>
                    <a:lnTo>
                      <a:pt x="1132263" y="3072500"/>
                    </a:lnTo>
                    <a:lnTo>
                      <a:pt x="1108809" y="3098795"/>
                    </a:lnTo>
                    <a:lnTo>
                      <a:pt x="1158722" y="3096112"/>
                    </a:lnTo>
                    <a:lnTo>
                      <a:pt x="1132263" y="3072500"/>
                    </a:lnTo>
                    <a:lnTo>
                      <a:pt x="1288333" y="2897535"/>
                    </a:lnTo>
                    <a:lnTo>
                      <a:pt x="1310069" y="2873251"/>
                    </a:lnTo>
                    <a:lnTo>
                      <a:pt x="1336501" y="2892571"/>
                    </a:lnTo>
                    <a:cubicBezTo>
                      <a:pt x="1440217" y="2968647"/>
                      <a:pt x="1549702" y="3036539"/>
                      <a:pt x="1663884" y="3095575"/>
                    </a:cubicBezTo>
                    <a:lnTo>
                      <a:pt x="1693536" y="3110870"/>
                    </a:lnTo>
                    <a:lnTo>
                      <a:pt x="1681058" y="3142000"/>
                    </a:lnTo>
                    <a:lnTo>
                      <a:pt x="1595260" y="3357244"/>
                    </a:lnTo>
                    <a:lnTo>
                      <a:pt x="1560571" y="3343394"/>
                    </a:lnTo>
                    <a:lnTo>
                      <a:pt x="1581367" y="3392099"/>
                    </a:lnTo>
                    <a:lnTo>
                      <a:pt x="1595260" y="3357244"/>
                    </a:lnTo>
                    <a:lnTo>
                      <a:pt x="1976554" y="3509490"/>
                    </a:lnTo>
                    <a:lnTo>
                      <a:pt x="1962285" y="3545057"/>
                    </a:lnTo>
                    <a:lnTo>
                      <a:pt x="2012198" y="3523722"/>
                    </a:lnTo>
                    <a:lnTo>
                      <a:pt x="1976554" y="3509490"/>
                    </a:lnTo>
                    <a:lnTo>
                      <a:pt x="2062513" y="3295225"/>
                    </a:lnTo>
                    <a:lnTo>
                      <a:pt x="2075528" y="3262889"/>
                    </a:lnTo>
                    <a:lnTo>
                      <a:pt x="2109072" y="3272684"/>
                    </a:lnTo>
                    <a:cubicBezTo>
                      <a:pt x="2232242" y="3308642"/>
                      <a:pt x="2358365" y="3334806"/>
                      <a:pt x="2485831" y="3351176"/>
                    </a:cubicBezTo>
                    <a:lnTo>
                      <a:pt x="2520581" y="3355603"/>
                    </a:lnTo>
                    <a:lnTo>
                      <a:pt x="2519508" y="3390622"/>
                    </a:lnTo>
                    <a:lnTo>
                      <a:pt x="2512033" y="3621635"/>
                    </a:lnTo>
                    <a:lnTo>
                      <a:pt x="2473487" y="3620326"/>
                    </a:lnTo>
                    <a:lnTo>
                      <a:pt x="2510786" y="3660177"/>
                    </a:lnTo>
                    <a:lnTo>
                      <a:pt x="2512033" y="3621635"/>
                    </a:lnTo>
                    <a:lnTo>
                      <a:pt x="2921476" y="3635541"/>
                    </a:lnTo>
                    <a:lnTo>
                      <a:pt x="2920150" y="3673594"/>
                    </a:lnTo>
                    <a:lnTo>
                      <a:pt x="2959462" y="3636831"/>
                    </a:lnTo>
                    <a:lnTo>
                      <a:pt x="2921476" y="3635541"/>
                    </a:lnTo>
                    <a:lnTo>
                      <a:pt x="2929542" y="3404040"/>
                    </a:lnTo>
                    <a:lnTo>
                      <a:pt x="2930749" y="3369826"/>
                    </a:lnTo>
                    <a:lnTo>
                      <a:pt x="2964695" y="3367813"/>
                    </a:lnTo>
                    <a:cubicBezTo>
                      <a:pt x="3028830" y="3363922"/>
                      <a:pt x="3092797" y="3357548"/>
                      <a:pt x="3156412" y="3348693"/>
                    </a:cubicBezTo>
                    <a:lnTo>
                      <a:pt x="3268587" y="3328570"/>
                    </a:lnTo>
                    <a:lnTo>
                      <a:pt x="3268587" y="3404422"/>
                    </a:lnTo>
                    <a:lnTo>
                      <a:pt x="3167012" y="3423025"/>
                    </a:lnTo>
                    <a:lnTo>
                      <a:pt x="3003805" y="3439947"/>
                    </a:lnTo>
                    <a:lnTo>
                      <a:pt x="3004813" y="3407260"/>
                    </a:lnTo>
                    <a:lnTo>
                      <a:pt x="2969660" y="3443487"/>
                    </a:lnTo>
                    <a:lnTo>
                      <a:pt x="3003805" y="3439947"/>
                    </a:lnTo>
                    <a:lnTo>
                      <a:pt x="2996495" y="3676948"/>
                    </a:lnTo>
                    <a:lnTo>
                      <a:pt x="2995287" y="3714920"/>
                    </a:lnTo>
                    <a:lnTo>
                      <a:pt x="2957181" y="3713712"/>
                    </a:lnTo>
                    <a:lnTo>
                      <a:pt x="2471205" y="3698416"/>
                    </a:lnTo>
                    <a:lnTo>
                      <a:pt x="2432563" y="3697209"/>
                    </a:lnTo>
                    <a:lnTo>
                      <a:pt x="2433905" y="3658566"/>
                    </a:lnTo>
                    <a:lnTo>
                      <a:pt x="2441656" y="3422612"/>
                    </a:lnTo>
                    <a:lnTo>
                      <a:pt x="2476304" y="3428460"/>
                    </a:lnTo>
                    <a:lnTo>
                      <a:pt x="2442760" y="3389012"/>
                    </a:lnTo>
                    <a:lnTo>
                      <a:pt x="2441656" y="3422612"/>
                    </a:lnTo>
                    <a:lnTo>
                      <a:pt x="2280528" y="3395419"/>
                    </a:lnTo>
                    <a:lnTo>
                      <a:pt x="2121832" y="3355770"/>
                    </a:lnTo>
                    <a:lnTo>
                      <a:pt x="2134296" y="3324744"/>
                    </a:lnTo>
                    <a:lnTo>
                      <a:pt x="2087871" y="3347285"/>
                    </a:lnTo>
                    <a:lnTo>
                      <a:pt x="2121832" y="3355770"/>
                    </a:lnTo>
                    <a:lnTo>
                      <a:pt x="2033935" y="3574574"/>
                    </a:lnTo>
                    <a:lnTo>
                      <a:pt x="2019578" y="3610264"/>
                    </a:lnTo>
                    <a:lnTo>
                      <a:pt x="1984021" y="3595908"/>
                    </a:lnTo>
                    <a:lnTo>
                      <a:pt x="1533065" y="3413835"/>
                    </a:lnTo>
                    <a:lnTo>
                      <a:pt x="1498180" y="3399746"/>
                    </a:lnTo>
                    <a:lnTo>
                      <a:pt x="1512134" y="3365130"/>
                    </a:lnTo>
                    <a:lnTo>
                      <a:pt x="1601034" y="3145125"/>
                    </a:lnTo>
                    <a:lnTo>
                      <a:pt x="1630206" y="3161857"/>
                    </a:lnTo>
                    <a:lnTo>
                      <a:pt x="1613032" y="3115434"/>
                    </a:lnTo>
                    <a:lnTo>
                      <a:pt x="1601034" y="3145125"/>
                    </a:lnTo>
                    <a:lnTo>
                      <a:pt x="1458096" y="3063139"/>
                    </a:lnTo>
                    <a:lnTo>
                      <a:pt x="1321224" y="2969752"/>
                    </a:lnTo>
                    <a:lnTo>
                      <a:pt x="1342271" y="2946374"/>
                    </a:lnTo>
                    <a:lnTo>
                      <a:pt x="1294236" y="2951339"/>
                    </a:lnTo>
                    <a:lnTo>
                      <a:pt x="1321224" y="2969752"/>
                    </a:lnTo>
                    <a:lnTo>
                      <a:pt x="1161807" y="3146829"/>
                    </a:lnTo>
                    <a:lnTo>
                      <a:pt x="1138058" y="3173127"/>
                    </a:lnTo>
                    <a:lnTo>
                      <a:pt x="1111895" y="3149513"/>
                    </a:lnTo>
                    <a:lnTo>
                      <a:pt x="750565" y="2824142"/>
                    </a:lnTo>
                    <a:lnTo>
                      <a:pt x="725073" y="2801198"/>
                    </a:lnTo>
                    <a:lnTo>
                      <a:pt x="747882" y="2775840"/>
                    </a:lnTo>
                    <a:lnTo>
                      <a:pt x="909078" y="2596933"/>
                    </a:lnTo>
                    <a:lnTo>
                      <a:pt x="928883" y="2620333"/>
                    </a:lnTo>
                    <a:lnTo>
                      <a:pt x="928614" y="2575251"/>
                    </a:lnTo>
                    <a:lnTo>
                      <a:pt x="909078" y="2596933"/>
                    </a:lnTo>
                    <a:lnTo>
                      <a:pt x="800931" y="2469154"/>
                    </a:lnTo>
                    <a:lnTo>
                      <a:pt x="702328" y="2332578"/>
                    </a:lnTo>
                    <a:lnTo>
                      <a:pt x="727488" y="2319248"/>
                    </a:lnTo>
                    <a:lnTo>
                      <a:pt x="684955" y="2308514"/>
                    </a:lnTo>
                    <a:lnTo>
                      <a:pt x="702328" y="2332578"/>
                    </a:lnTo>
                    <a:lnTo>
                      <a:pt x="489196" y="2445505"/>
                    </a:lnTo>
                    <a:lnTo>
                      <a:pt x="461019" y="2460398"/>
                    </a:lnTo>
                    <a:lnTo>
                      <a:pt x="446260" y="2432491"/>
                    </a:lnTo>
                    <a:lnTo>
                      <a:pt x="218702" y="2002732"/>
                    </a:lnTo>
                    <a:lnTo>
                      <a:pt x="204748" y="1976300"/>
                    </a:lnTo>
                    <a:lnTo>
                      <a:pt x="230913" y="1962482"/>
                    </a:lnTo>
                    <a:lnTo>
                      <a:pt x="446871" y="1848172"/>
                    </a:lnTo>
                    <a:lnTo>
                      <a:pt x="455921" y="1872853"/>
                    </a:lnTo>
                    <a:lnTo>
                      <a:pt x="468937" y="1836493"/>
                    </a:lnTo>
                    <a:lnTo>
                      <a:pt x="446871" y="1848172"/>
                    </a:lnTo>
                    <a:lnTo>
                      <a:pt x="387811" y="1687107"/>
                    </a:lnTo>
                    <a:lnTo>
                      <a:pt x="341142" y="1520379"/>
                    </a:lnTo>
                    <a:lnTo>
                      <a:pt x="364684" y="1517160"/>
                    </a:lnTo>
                    <a:lnTo>
                      <a:pt x="334494" y="1496631"/>
                    </a:lnTo>
                    <a:lnTo>
                      <a:pt x="341142" y="1520379"/>
                    </a:lnTo>
                    <a:lnTo>
                      <a:pt x="97812" y="1553655"/>
                    </a:lnTo>
                    <a:lnTo>
                      <a:pt x="72319" y="1557143"/>
                    </a:lnTo>
                    <a:lnTo>
                      <a:pt x="68831" y="1531918"/>
                    </a:lnTo>
                    <a:lnTo>
                      <a:pt x="3086" y="1050102"/>
                    </a:lnTo>
                    <a:lnTo>
                      <a:pt x="0" y="1027561"/>
                    </a:lnTo>
                    <a:lnTo>
                      <a:pt x="22273" y="1024474"/>
                    </a:lnTo>
                    <a:lnTo>
                      <a:pt x="271574" y="990434"/>
                    </a:lnTo>
                    <a:lnTo>
                      <a:pt x="271566" y="1009582"/>
                    </a:lnTo>
                    <a:lnTo>
                      <a:pt x="289547" y="987980"/>
                    </a:lnTo>
                    <a:lnTo>
                      <a:pt x="271574" y="990434"/>
                    </a:lnTo>
                    <a:lnTo>
                      <a:pt x="271651" y="812514"/>
                    </a:lnTo>
                    <a:lnTo>
                      <a:pt x="285429" y="632980"/>
                    </a:lnTo>
                    <a:lnTo>
                      <a:pt x="301488" y="636445"/>
                    </a:lnTo>
                    <a:lnTo>
                      <a:pt x="286728" y="616050"/>
                    </a:lnTo>
                    <a:lnTo>
                      <a:pt x="285429" y="632980"/>
                    </a:lnTo>
                    <a:lnTo>
                      <a:pt x="37836" y="579556"/>
                    </a:lnTo>
                    <a:lnTo>
                      <a:pt x="20796" y="575934"/>
                    </a:lnTo>
                    <a:lnTo>
                      <a:pt x="24420" y="559161"/>
                    </a:lnTo>
                    <a:lnTo>
                      <a:pt x="127063" y="83785"/>
                    </a:lnTo>
                    <a:lnTo>
                      <a:pt x="130148" y="69295"/>
                    </a:lnTo>
                    <a:lnTo>
                      <a:pt x="144505" y="72381"/>
                    </a:lnTo>
                    <a:lnTo>
                      <a:pt x="396356" y="126679"/>
                    </a:lnTo>
                    <a:lnTo>
                      <a:pt x="392188" y="138261"/>
                    </a:lnTo>
                    <a:lnTo>
                      <a:pt x="407753" y="129136"/>
                    </a:lnTo>
                    <a:lnTo>
                      <a:pt x="396356" y="126679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" name="任意多边形 31" descr="7f1590ee-771a-440c-a2fa-72c3314aae6f"/>
              <p:cNvSpPr/>
              <p:nvPr/>
            </p:nvSpPr>
            <p:spPr>
              <a:xfrm>
                <a:off x="9533715" y="0"/>
                <a:ext cx="2658285" cy="3064720"/>
              </a:xfrm>
              <a:custGeom>
                <a:avLst/>
                <a:gdLst>
                  <a:gd name="connsiteX0" fmla="*/ 204766 w 2658285"/>
                  <a:gd name="connsiteY0" fmla="*/ 0 h 3064720"/>
                  <a:gd name="connsiteX1" fmla="*/ 247180 w 2658285"/>
                  <a:gd name="connsiteY1" fmla="*/ 0 h 3064720"/>
                  <a:gd name="connsiteX2" fmla="*/ 213388 w 2658285"/>
                  <a:gd name="connsiteY2" fmla="*/ 73721 h 3064720"/>
                  <a:gd name="connsiteX3" fmla="*/ 60298 w 2658285"/>
                  <a:gd name="connsiteY3" fmla="*/ 894996 h 3064720"/>
                  <a:gd name="connsiteX4" fmla="*/ 103367 w 2658285"/>
                  <a:gd name="connsiteY4" fmla="*/ 1311336 h 3064720"/>
                  <a:gd name="connsiteX5" fmla="*/ 224257 w 2658285"/>
                  <a:gd name="connsiteY5" fmla="*/ 1711710 h 3064720"/>
                  <a:gd name="connsiteX6" fmla="*/ 266252 w 2658285"/>
                  <a:gd name="connsiteY6" fmla="*/ 1807643 h 3064720"/>
                  <a:gd name="connsiteX7" fmla="*/ 312945 w 2658285"/>
                  <a:gd name="connsiteY7" fmla="*/ 1901430 h 3064720"/>
                  <a:gd name="connsiteX8" fmla="*/ 363796 w 2658285"/>
                  <a:gd name="connsiteY8" fmla="*/ 1993071 h 3064720"/>
                  <a:gd name="connsiteX9" fmla="*/ 419076 w 2658285"/>
                  <a:gd name="connsiteY9" fmla="*/ 2082296 h 3064720"/>
                  <a:gd name="connsiteX10" fmla="*/ 680715 w 2658285"/>
                  <a:gd name="connsiteY10" fmla="*/ 2410484 h 3064720"/>
                  <a:gd name="connsiteX11" fmla="*/ 1370902 w 2658285"/>
                  <a:gd name="connsiteY11" fmla="*/ 2887604 h 3064720"/>
                  <a:gd name="connsiteX12" fmla="*/ 1774630 w 2658285"/>
                  <a:gd name="connsiteY12" fmla="*/ 3014533 h 3064720"/>
                  <a:gd name="connsiteX13" fmla="*/ 2195934 w 2658285"/>
                  <a:gd name="connsiteY13" fmla="*/ 3057469 h 3064720"/>
                  <a:gd name="connsiteX14" fmla="*/ 2617507 w 2658285"/>
                  <a:gd name="connsiteY14" fmla="*/ 3014264 h 3064720"/>
                  <a:gd name="connsiteX15" fmla="*/ 2658285 w 2658285"/>
                  <a:gd name="connsiteY15" fmla="*/ 3003671 h 3064720"/>
                  <a:gd name="connsiteX16" fmla="*/ 2658285 w 2658285"/>
                  <a:gd name="connsiteY16" fmla="*/ 3015560 h 3064720"/>
                  <a:gd name="connsiteX17" fmla="*/ 2619603 w 2658285"/>
                  <a:gd name="connsiteY17" fmla="*/ 3024881 h 3064720"/>
                  <a:gd name="connsiteX18" fmla="*/ 2195934 w 2658285"/>
                  <a:gd name="connsiteY18" fmla="*/ 3064714 h 3064720"/>
                  <a:gd name="connsiteX19" fmla="*/ 1363389 w 2658285"/>
                  <a:gd name="connsiteY19" fmla="*/ 2905181 h 3064720"/>
                  <a:gd name="connsiteX20" fmla="*/ 648378 w 2658285"/>
                  <a:gd name="connsiteY20" fmla="*/ 2442685 h 3064720"/>
                  <a:gd name="connsiteX21" fmla="*/ 371176 w 2658285"/>
                  <a:gd name="connsiteY21" fmla="*/ 2114364 h 3064720"/>
                  <a:gd name="connsiteX22" fmla="*/ 312543 w 2658285"/>
                  <a:gd name="connsiteY22" fmla="*/ 2023931 h 3064720"/>
                  <a:gd name="connsiteX23" fmla="*/ 258471 w 2658285"/>
                  <a:gd name="connsiteY23" fmla="*/ 1930680 h 3064720"/>
                  <a:gd name="connsiteX24" fmla="*/ 209498 w 2658285"/>
                  <a:gd name="connsiteY24" fmla="*/ 1834612 h 3064720"/>
                  <a:gd name="connsiteX25" fmla="*/ 165355 w 2658285"/>
                  <a:gd name="connsiteY25" fmla="*/ 1736263 h 3064720"/>
                  <a:gd name="connsiteX26" fmla="*/ 53 w 2658285"/>
                  <a:gd name="connsiteY26" fmla="*/ 895130 h 3064720"/>
                  <a:gd name="connsiteX27" fmla="*/ 176222 w 2658285"/>
                  <a:gd name="connsiteY27" fmla="*/ 58426 h 3064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658285" h="3064720">
                    <a:moveTo>
                      <a:pt x="204766" y="0"/>
                    </a:moveTo>
                    <a:lnTo>
                      <a:pt x="247180" y="0"/>
                    </a:lnTo>
                    <a:lnTo>
                      <a:pt x="213388" y="73721"/>
                    </a:lnTo>
                    <a:cubicBezTo>
                      <a:pt x="108734" y="334554"/>
                      <a:pt x="57479" y="615244"/>
                      <a:pt x="60298" y="894996"/>
                    </a:cubicBezTo>
                    <a:cubicBezTo>
                      <a:pt x="61236" y="1034939"/>
                      <a:pt x="76262" y="1174344"/>
                      <a:pt x="103367" y="1311336"/>
                    </a:cubicBezTo>
                    <a:cubicBezTo>
                      <a:pt x="130738" y="1448326"/>
                      <a:pt x="171660" y="1582367"/>
                      <a:pt x="224257" y="1711710"/>
                    </a:cubicBezTo>
                    <a:cubicBezTo>
                      <a:pt x="237137" y="1744179"/>
                      <a:pt x="252432" y="1775575"/>
                      <a:pt x="266252" y="1807643"/>
                    </a:cubicBezTo>
                    <a:cubicBezTo>
                      <a:pt x="280743" y="1839442"/>
                      <a:pt x="297515" y="1870168"/>
                      <a:pt x="312945" y="1901430"/>
                    </a:cubicBezTo>
                    <a:cubicBezTo>
                      <a:pt x="329047" y="1932424"/>
                      <a:pt x="346891" y="1962480"/>
                      <a:pt x="363796" y="1993071"/>
                    </a:cubicBezTo>
                    <a:cubicBezTo>
                      <a:pt x="381508" y="2023260"/>
                      <a:pt x="400694" y="2052510"/>
                      <a:pt x="419076" y="2082296"/>
                    </a:cubicBezTo>
                    <a:cubicBezTo>
                      <a:pt x="495958" y="2199161"/>
                      <a:pt x="583037" y="2309585"/>
                      <a:pt x="680715" y="2410484"/>
                    </a:cubicBezTo>
                    <a:cubicBezTo>
                      <a:pt x="875936" y="2612147"/>
                      <a:pt x="1111679" y="2775571"/>
                      <a:pt x="1370902" y="2887604"/>
                    </a:cubicBezTo>
                    <a:cubicBezTo>
                      <a:pt x="1500379" y="2944092"/>
                      <a:pt x="1636163" y="2985686"/>
                      <a:pt x="1774630" y="3014533"/>
                    </a:cubicBezTo>
                    <a:cubicBezTo>
                      <a:pt x="1912828" y="3043112"/>
                      <a:pt x="2054381" y="3056932"/>
                      <a:pt x="2195934" y="3057469"/>
                    </a:cubicBezTo>
                    <a:cubicBezTo>
                      <a:pt x="2337487" y="3056664"/>
                      <a:pt x="2478905" y="3042709"/>
                      <a:pt x="2617507" y="3014264"/>
                    </a:cubicBezTo>
                    <a:lnTo>
                      <a:pt x="2658285" y="3003671"/>
                    </a:lnTo>
                    <a:lnTo>
                      <a:pt x="2658285" y="3015560"/>
                    </a:lnTo>
                    <a:lnTo>
                      <a:pt x="2619603" y="3024881"/>
                    </a:lnTo>
                    <a:cubicBezTo>
                      <a:pt x="2479979" y="3051598"/>
                      <a:pt x="2337957" y="3065049"/>
                      <a:pt x="2195934" y="3064714"/>
                    </a:cubicBezTo>
                    <a:cubicBezTo>
                      <a:pt x="1911889" y="3064982"/>
                      <a:pt x="1627979" y="3010373"/>
                      <a:pt x="1363389" y="2905181"/>
                    </a:cubicBezTo>
                    <a:cubicBezTo>
                      <a:pt x="1098529" y="2800258"/>
                      <a:pt x="854200" y="2642067"/>
                      <a:pt x="648378" y="2442685"/>
                    </a:cubicBezTo>
                    <a:cubicBezTo>
                      <a:pt x="545602" y="2342861"/>
                      <a:pt x="451949" y="2233242"/>
                      <a:pt x="371176" y="2114364"/>
                    </a:cubicBezTo>
                    <a:cubicBezTo>
                      <a:pt x="351721" y="2084175"/>
                      <a:pt x="331327" y="2054522"/>
                      <a:pt x="312543" y="2023931"/>
                    </a:cubicBezTo>
                    <a:cubicBezTo>
                      <a:pt x="294563" y="1992803"/>
                      <a:pt x="275510" y="1962346"/>
                      <a:pt x="258471" y="1930680"/>
                    </a:cubicBezTo>
                    <a:cubicBezTo>
                      <a:pt x="242236" y="1898613"/>
                      <a:pt x="224794" y="1867082"/>
                      <a:pt x="209498" y="1834612"/>
                    </a:cubicBezTo>
                    <a:cubicBezTo>
                      <a:pt x="194872" y="1801740"/>
                      <a:pt x="178906" y="1769538"/>
                      <a:pt x="165355" y="1736263"/>
                    </a:cubicBezTo>
                    <a:cubicBezTo>
                      <a:pt x="53588" y="1471002"/>
                      <a:pt x="-1960" y="1182530"/>
                      <a:pt x="53" y="895130"/>
                    </a:cubicBezTo>
                    <a:cubicBezTo>
                      <a:pt x="3005" y="607731"/>
                      <a:pt x="63249" y="321405"/>
                      <a:pt x="176222" y="58426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" name="任意多边形 32" descr="2dd31adb-7a73-46df-8dce-cd4c9549f189"/>
              <p:cNvSpPr/>
              <p:nvPr/>
            </p:nvSpPr>
            <p:spPr>
              <a:xfrm>
                <a:off x="9967954" y="0"/>
                <a:ext cx="2224047" cy="2656828"/>
              </a:xfrm>
              <a:custGeom>
                <a:avLst/>
                <a:gdLst>
                  <a:gd name="connsiteX0" fmla="*/ 1761696 w 2224047"/>
                  <a:gd name="connsiteY0" fmla="*/ 2420145 h 2656828"/>
                  <a:gd name="connsiteX1" fmla="*/ 1692195 w 2224047"/>
                  <a:gd name="connsiteY1" fmla="*/ 2489647 h 2656828"/>
                  <a:gd name="connsiteX2" fmla="*/ 1761696 w 2224047"/>
                  <a:gd name="connsiteY2" fmla="*/ 2559149 h 2656828"/>
                  <a:gd name="connsiteX3" fmla="*/ 1831199 w 2224047"/>
                  <a:gd name="connsiteY3" fmla="*/ 2489647 h 2656828"/>
                  <a:gd name="connsiteX4" fmla="*/ 1761696 w 2224047"/>
                  <a:gd name="connsiteY4" fmla="*/ 2420145 h 2656828"/>
                  <a:gd name="connsiteX5" fmla="*/ 638397 w 2224047"/>
                  <a:gd name="connsiteY5" fmla="*/ 1954899 h 2656828"/>
                  <a:gd name="connsiteX6" fmla="*/ 589290 w 2224047"/>
                  <a:gd name="connsiteY6" fmla="*/ 1975226 h 2656828"/>
                  <a:gd name="connsiteX7" fmla="*/ 589290 w 2224047"/>
                  <a:gd name="connsiteY7" fmla="*/ 2073442 h 2656828"/>
                  <a:gd name="connsiteX8" fmla="*/ 687505 w 2224047"/>
                  <a:gd name="connsiteY8" fmla="*/ 2073442 h 2656828"/>
                  <a:gd name="connsiteX9" fmla="*/ 687505 w 2224047"/>
                  <a:gd name="connsiteY9" fmla="*/ 1975226 h 2656828"/>
                  <a:gd name="connsiteX10" fmla="*/ 638397 w 2224047"/>
                  <a:gd name="connsiteY10" fmla="*/ 1954899 h 2656828"/>
                  <a:gd name="connsiteX11" fmla="*/ 173083 w 2224047"/>
                  <a:gd name="connsiteY11" fmla="*/ 831533 h 2656828"/>
                  <a:gd name="connsiteX12" fmla="*/ 103582 w 2224047"/>
                  <a:gd name="connsiteY12" fmla="*/ 901034 h 2656828"/>
                  <a:gd name="connsiteX13" fmla="*/ 173083 w 2224047"/>
                  <a:gd name="connsiteY13" fmla="*/ 970537 h 2656828"/>
                  <a:gd name="connsiteX14" fmla="*/ 242585 w 2224047"/>
                  <a:gd name="connsiteY14" fmla="*/ 901034 h 2656828"/>
                  <a:gd name="connsiteX15" fmla="*/ 173083 w 2224047"/>
                  <a:gd name="connsiteY15" fmla="*/ 831533 h 2656828"/>
                  <a:gd name="connsiteX16" fmla="*/ 246287 w 2224047"/>
                  <a:gd name="connsiteY16" fmla="*/ 0 h 2656828"/>
                  <a:gd name="connsiteX17" fmla="*/ 647627 w 2224047"/>
                  <a:gd name="connsiteY17" fmla="*/ 0 h 2656828"/>
                  <a:gd name="connsiteX18" fmla="*/ 576002 w 2224047"/>
                  <a:gd name="connsiteY18" fmla="*/ 95785 h 2656828"/>
                  <a:gd name="connsiteX19" fmla="*/ 331811 w 2224047"/>
                  <a:gd name="connsiteY19" fmla="*/ 895265 h 2656828"/>
                  <a:gd name="connsiteX20" fmla="*/ 1761696 w 2224047"/>
                  <a:gd name="connsiteY20" fmla="*/ 2325151 h 2656828"/>
                  <a:gd name="connsiteX21" fmla="*/ 2186866 w 2224047"/>
                  <a:gd name="connsiteY21" fmla="*/ 2260869 h 2656828"/>
                  <a:gd name="connsiteX22" fmla="*/ 2224047 w 2224047"/>
                  <a:gd name="connsiteY22" fmla="*/ 2247261 h 2656828"/>
                  <a:gd name="connsiteX23" fmla="*/ 2224047 w 2224047"/>
                  <a:gd name="connsiteY23" fmla="*/ 2593446 h 2656828"/>
                  <a:gd name="connsiteX24" fmla="*/ 2116759 w 2224047"/>
                  <a:gd name="connsiteY24" fmla="*/ 2621034 h 2656828"/>
                  <a:gd name="connsiteX25" fmla="*/ 1761696 w 2224047"/>
                  <a:gd name="connsiteY25" fmla="*/ 2656828 h 2656828"/>
                  <a:gd name="connsiteX26" fmla="*/ 0 w 2224047"/>
                  <a:gd name="connsiteY26" fmla="*/ 895130 h 2656828"/>
                  <a:gd name="connsiteX27" fmla="*/ 212614 w 2224047"/>
                  <a:gd name="connsiteY27" fmla="*/ 55431 h 265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224047" h="2656828">
                    <a:moveTo>
                      <a:pt x="1761696" y="2420145"/>
                    </a:moveTo>
                    <a:cubicBezTo>
                      <a:pt x="1723323" y="2420145"/>
                      <a:pt x="1692195" y="2451273"/>
                      <a:pt x="1692195" y="2489647"/>
                    </a:cubicBezTo>
                    <a:cubicBezTo>
                      <a:pt x="1692195" y="2528020"/>
                      <a:pt x="1723323" y="2559149"/>
                      <a:pt x="1761696" y="2559149"/>
                    </a:cubicBezTo>
                    <a:cubicBezTo>
                      <a:pt x="1800071" y="2559149"/>
                      <a:pt x="1831065" y="2528020"/>
                      <a:pt x="1831199" y="2489647"/>
                    </a:cubicBezTo>
                    <a:cubicBezTo>
                      <a:pt x="1831199" y="2451273"/>
                      <a:pt x="1800071" y="2420145"/>
                      <a:pt x="1761696" y="2420145"/>
                    </a:cubicBezTo>
                    <a:close/>
                    <a:moveTo>
                      <a:pt x="638397" y="1954899"/>
                    </a:moveTo>
                    <a:cubicBezTo>
                      <a:pt x="620619" y="1954899"/>
                      <a:pt x="602841" y="1961675"/>
                      <a:pt x="589290" y="1975226"/>
                    </a:cubicBezTo>
                    <a:cubicBezTo>
                      <a:pt x="562187" y="2002329"/>
                      <a:pt x="562187" y="2046339"/>
                      <a:pt x="589290" y="2073442"/>
                    </a:cubicBezTo>
                    <a:cubicBezTo>
                      <a:pt x="616393" y="2100545"/>
                      <a:pt x="660402" y="2100545"/>
                      <a:pt x="687505" y="2073442"/>
                    </a:cubicBezTo>
                    <a:cubicBezTo>
                      <a:pt x="714608" y="2046339"/>
                      <a:pt x="714608" y="2002329"/>
                      <a:pt x="687505" y="1975226"/>
                    </a:cubicBezTo>
                    <a:cubicBezTo>
                      <a:pt x="673953" y="1961675"/>
                      <a:pt x="656175" y="1954899"/>
                      <a:pt x="638397" y="1954899"/>
                    </a:cubicBezTo>
                    <a:close/>
                    <a:moveTo>
                      <a:pt x="173083" y="831533"/>
                    </a:moveTo>
                    <a:cubicBezTo>
                      <a:pt x="134710" y="831533"/>
                      <a:pt x="103582" y="862661"/>
                      <a:pt x="103582" y="901034"/>
                    </a:cubicBezTo>
                    <a:cubicBezTo>
                      <a:pt x="103582" y="939407"/>
                      <a:pt x="134710" y="970537"/>
                      <a:pt x="173083" y="970537"/>
                    </a:cubicBezTo>
                    <a:cubicBezTo>
                      <a:pt x="211457" y="970537"/>
                      <a:pt x="242585" y="939407"/>
                      <a:pt x="242585" y="901034"/>
                    </a:cubicBezTo>
                    <a:cubicBezTo>
                      <a:pt x="242585" y="862661"/>
                      <a:pt x="211457" y="831533"/>
                      <a:pt x="173083" y="831533"/>
                    </a:cubicBezTo>
                    <a:close/>
                    <a:moveTo>
                      <a:pt x="246287" y="0"/>
                    </a:moveTo>
                    <a:lnTo>
                      <a:pt x="647627" y="0"/>
                    </a:lnTo>
                    <a:lnTo>
                      <a:pt x="576002" y="95785"/>
                    </a:lnTo>
                    <a:cubicBezTo>
                      <a:pt x="421831" y="323995"/>
                      <a:pt x="331811" y="599111"/>
                      <a:pt x="331811" y="895265"/>
                    </a:cubicBezTo>
                    <a:cubicBezTo>
                      <a:pt x="331811" y="1685009"/>
                      <a:pt x="971952" y="2325151"/>
                      <a:pt x="1761696" y="2325151"/>
                    </a:cubicBezTo>
                    <a:cubicBezTo>
                      <a:pt x="1909748" y="2325151"/>
                      <a:pt x="2052550" y="2302646"/>
                      <a:pt x="2186866" y="2260869"/>
                    </a:cubicBezTo>
                    <a:lnTo>
                      <a:pt x="2224047" y="2247261"/>
                    </a:lnTo>
                    <a:lnTo>
                      <a:pt x="2224047" y="2593446"/>
                    </a:lnTo>
                    <a:lnTo>
                      <a:pt x="2116759" y="2621034"/>
                    </a:lnTo>
                    <a:cubicBezTo>
                      <a:pt x="2002072" y="2644503"/>
                      <a:pt x="1883324" y="2656828"/>
                      <a:pt x="1761696" y="2656828"/>
                    </a:cubicBezTo>
                    <a:cubicBezTo>
                      <a:pt x="788805" y="2656828"/>
                      <a:pt x="0" y="1868156"/>
                      <a:pt x="0" y="895130"/>
                    </a:cubicBezTo>
                    <a:cubicBezTo>
                      <a:pt x="0" y="591102"/>
                      <a:pt x="77019" y="305050"/>
                      <a:pt x="212614" y="5543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" name="任意多边形 33" descr="5f86d8a0-4640-4909-8183-42d6e1c70fa4"/>
              <p:cNvSpPr/>
              <p:nvPr/>
            </p:nvSpPr>
            <p:spPr>
              <a:xfrm>
                <a:off x="9949570" y="0"/>
                <a:ext cx="2242430" cy="2669357"/>
              </a:xfrm>
              <a:custGeom>
                <a:avLst/>
                <a:gdLst>
                  <a:gd name="connsiteX0" fmla="*/ 243706 w 2242430"/>
                  <a:gd name="connsiteY0" fmla="*/ 0 h 2669357"/>
                  <a:gd name="connsiteX1" fmla="*/ 286499 w 2242430"/>
                  <a:gd name="connsiteY1" fmla="*/ 0 h 2669357"/>
                  <a:gd name="connsiteX2" fmla="*/ 243094 w 2242430"/>
                  <a:gd name="connsiteY2" fmla="*/ 73510 h 2669357"/>
                  <a:gd name="connsiteX3" fmla="*/ 170535 w 2242430"/>
                  <a:gd name="connsiteY3" fmla="*/ 228289 h 2669357"/>
                  <a:gd name="connsiteX4" fmla="*/ 71381 w 2242430"/>
                  <a:gd name="connsiteY4" fmla="*/ 555001 h 2669357"/>
                  <a:gd name="connsiteX5" fmla="*/ 37033 w 2242430"/>
                  <a:gd name="connsiteY5" fmla="*/ 894997 h 2669357"/>
                  <a:gd name="connsiteX6" fmla="*/ 163961 w 2242430"/>
                  <a:gd name="connsiteY6" fmla="*/ 1564523 h 2669357"/>
                  <a:gd name="connsiteX7" fmla="*/ 323090 w 2242430"/>
                  <a:gd name="connsiteY7" fmla="*/ 1868694 h 2669357"/>
                  <a:gd name="connsiteX8" fmla="*/ 540049 w 2242430"/>
                  <a:gd name="connsiteY8" fmla="*/ 2135296 h 2669357"/>
                  <a:gd name="connsiteX9" fmla="*/ 805444 w 2242430"/>
                  <a:gd name="connsiteY9" fmla="*/ 2354132 h 2669357"/>
                  <a:gd name="connsiteX10" fmla="*/ 1109078 w 2242430"/>
                  <a:gd name="connsiteY10" fmla="*/ 2515544 h 2669357"/>
                  <a:gd name="connsiteX11" fmla="*/ 1780347 w 2242430"/>
                  <a:gd name="connsiteY11" fmla="*/ 2644484 h 2669357"/>
                  <a:gd name="connsiteX12" fmla="*/ 2121081 w 2242430"/>
                  <a:gd name="connsiteY12" fmla="*/ 2607955 h 2669357"/>
                  <a:gd name="connsiteX13" fmla="*/ 2242430 w 2242430"/>
                  <a:gd name="connsiteY13" fmla="*/ 2576587 h 2669357"/>
                  <a:gd name="connsiteX14" fmla="*/ 2242430 w 2242430"/>
                  <a:gd name="connsiteY14" fmla="*/ 2610472 h 2669357"/>
                  <a:gd name="connsiteX15" fmla="*/ 2126934 w 2242430"/>
                  <a:gd name="connsiteY15" fmla="*/ 2638295 h 2669357"/>
                  <a:gd name="connsiteX16" fmla="*/ 1780213 w 2242430"/>
                  <a:gd name="connsiteY16" fmla="*/ 2669306 h 2669357"/>
                  <a:gd name="connsiteX17" fmla="*/ 1434582 w 2242430"/>
                  <a:gd name="connsiteY17" fmla="*/ 2632676 h 2669357"/>
                  <a:gd name="connsiteX18" fmla="*/ 1102906 w 2242430"/>
                  <a:gd name="connsiteY18" fmla="*/ 2530302 h 2669357"/>
                  <a:gd name="connsiteX19" fmla="*/ 528912 w 2242430"/>
                  <a:gd name="connsiteY19" fmla="*/ 2146433 h 2669357"/>
                  <a:gd name="connsiteX20" fmla="*/ 307661 w 2242430"/>
                  <a:gd name="connsiteY20" fmla="*/ 1879160 h 2669357"/>
                  <a:gd name="connsiteX21" fmla="*/ 140883 w 2242430"/>
                  <a:gd name="connsiteY21" fmla="*/ 1574317 h 2669357"/>
                  <a:gd name="connsiteX22" fmla="*/ 1 w 2242430"/>
                  <a:gd name="connsiteY22" fmla="*/ 895266 h 2669357"/>
                  <a:gd name="connsiteX23" fmla="*/ 134308 w 2242430"/>
                  <a:gd name="connsiteY23" fmla="*/ 213531 h 2669357"/>
                  <a:gd name="connsiteX24" fmla="*/ 209653 w 2242430"/>
                  <a:gd name="connsiteY24" fmla="*/ 55826 h 2669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242430" h="2669357">
                    <a:moveTo>
                      <a:pt x="243706" y="0"/>
                    </a:moveTo>
                    <a:lnTo>
                      <a:pt x="286499" y="0"/>
                    </a:lnTo>
                    <a:lnTo>
                      <a:pt x="243094" y="73510"/>
                    </a:lnTo>
                    <a:cubicBezTo>
                      <a:pt x="216465" y="123928"/>
                      <a:pt x="192238" y="175593"/>
                      <a:pt x="170535" y="228289"/>
                    </a:cubicBezTo>
                    <a:cubicBezTo>
                      <a:pt x="127466" y="333884"/>
                      <a:pt x="93922" y="443236"/>
                      <a:pt x="71381" y="555001"/>
                    </a:cubicBezTo>
                    <a:cubicBezTo>
                      <a:pt x="48841" y="666769"/>
                      <a:pt x="37435" y="780815"/>
                      <a:pt x="37033" y="894997"/>
                    </a:cubicBezTo>
                    <a:cubicBezTo>
                      <a:pt x="35558" y="1123226"/>
                      <a:pt x="77956" y="1352126"/>
                      <a:pt x="163961" y="1564523"/>
                    </a:cubicBezTo>
                    <a:cubicBezTo>
                      <a:pt x="206762" y="1670654"/>
                      <a:pt x="260163" y="1772759"/>
                      <a:pt x="323090" y="1868694"/>
                    </a:cubicBezTo>
                    <a:cubicBezTo>
                      <a:pt x="386286" y="1964493"/>
                      <a:pt x="459277" y="2053718"/>
                      <a:pt x="540049" y="2135296"/>
                    </a:cubicBezTo>
                    <a:cubicBezTo>
                      <a:pt x="621090" y="2216605"/>
                      <a:pt x="709644" y="2290669"/>
                      <a:pt x="805444" y="2354132"/>
                    </a:cubicBezTo>
                    <a:cubicBezTo>
                      <a:pt x="901109" y="2417732"/>
                      <a:pt x="1002948" y="2471937"/>
                      <a:pt x="1109078" y="2515544"/>
                    </a:cubicBezTo>
                    <a:cubicBezTo>
                      <a:pt x="1321207" y="2603561"/>
                      <a:pt x="1551447" y="2645826"/>
                      <a:pt x="1780347" y="2644484"/>
                    </a:cubicBezTo>
                    <a:cubicBezTo>
                      <a:pt x="1894931" y="2643544"/>
                      <a:pt x="2009180" y="2631167"/>
                      <a:pt x="2121081" y="2607955"/>
                    </a:cubicBezTo>
                    <a:lnTo>
                      <a:pt x="2242430" y="2576587"/>
                    </a:lnTo>
                    <a:lnTo>
                      <a:pt x="2242430" y="2610472"/>
                    </a:lnTo>
                    <a:lnTo>
                      <a:pt x="2126934" y="2638295"/>
                    </a:lnTo>
                    <a:cubicBezTo>
                      <a:pt x="2012635" y="2659880"/>
                      <a:pt x="1896274" y="2670178"/>
                      <a:pt x="1780213" y="2669306"/>
                    </a:cubicBezTo>
                    <a:cubicBezTo>
                      <a:pt x="1664153" y="2668232"/>
                      <a:pt x="1548228" y="2656157"/>
                      <a:pt x="1434582" y="2632676"/>
                    </a:cubicBezTo>
                    <a:cubicBezTo>
                      <a:pt x="1321073" y="2609061"/>
                      <a:pt x="1209843" y="2574849"/>
                      <a:pt x="1102906" y="2530302"/>
                    </a:cubicBezTo>
                    <a:cubicBezTo>
                      <a:pt x="889034" y="2440943"/>
                      <a:pt x="693812" y="2309051"/>
                      <a:pt x="528912" y="2146433"/>
                    </a:cubicBezTo>
                    <a:cubicBezTo>
                      <a:pt x="446664" y="2064855"/>
                      <a:pt x="372735" y="1974959"/>
                      <a:pt x="307661" y="1879160"/>
                    </a:cubicBezTo>
                    <a:cubicBezTo>
                      <a:pt x="242318" y="1783359"/>
                      <a:pt x="186368" y="1681118"/>
                      <a:pt x="140883" y="1574317"/>
                    </a:cubicBezTo>
                    <a:cubicBezTo>
                      <a:pt x="49779" y="1360579"/>
                      <a:pt x="1611" y="1128325"/>
                      <a:pt x="1" y="895266"/>
                    </a:cubicBezTo>
                    <a:cubicBezTo>
                      <a:pt x="-268" y="662341"/>
                      <a:pt x="43742" y="428611"/>
                      <a:pt x="134308" y="213531"/>
                    </a:cubicBezTo>
                    <a:cubicBezTo>
                      <a:pt x="156682" y="159693"/>
                      <a:pt x="181864" y="107047"/>
                      <a:pt x="209653" y="55826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" name="任意多边形 34" descr="515ee974-ef7d-490b-b04f-7d6d8d37dc8c"/>
              <p:cNvSpPr/>
              <p:nvPr/>
            </p:nvSpPr>
            <p:spPr>
              <a:xfrm>
                <a:off x="10052413" y="818057"/>
                <a:ext cx="181925" cy="154760"/>
              </a:xfrm>
              <a:custGeom>
                <a:avLst/>
                <a:gdLst>
                  <a:gd name="connsiteX0" fmla="*/ 62223 w 127730"/>
                  <a:gd name="connsiteY0" fmla="*/ 108658 h 108657"/>
                  <a:gd name="connsiteX1" fmla="*/ 42063 w 127730"/>
                  <a:gd name="connsiteY1" fmla="*/ 107056 h 108657"/>
                  <a:gd name="connsiteX2" fmla="*/ 20679 w 127730"/>
                  <a:gd name="connsiteY2" fmla="*/ 99897 h 108657"/>
                  <a:gd name="connsiteX3" fmla="*/ 4288 w 127730"/>
                  <a:gd name="connsiteY3" fmla="*/ 82375 h 108657"/>
                  <a:gd name="connsiteX4" fmla="*/ 331 w 127730"/>
                  <a:gd name="connsiteY4" fmla="*/ 58353 h 108657"/>
                  <a:gd name="connsiteX5" fmla="*/ 9187 w 127730"/>
                  <a:gd name="connsiteY5" fmla="*/ 36404 h 108657"/>
                  <a:gd name="connsiteX6" fmla="*/ 24165 w 127730"/>
                  <a:gd name="connsiteY6" fmla="*/ 20295 h 108657"/>
                  <a:gd name="connsiteX7" fmla="*/ 62223 w 127730"/>
                  <a:gd name="connsiteY7" fmla="*/ 983 h 108657"/>
                  <a:gd name="connsiteX8" fmla="*/ 85680 w 127730"/>
                  <a:gd name="connsiteY8" fmla="*/ 1643 h 108657"/>
                  <a:gd name="connsiteX9" fmla="*/ 107158 w 127730"/>
                  <a:gd name="connsiteY9" fmla="*/ 13324 h 108657"/>
                  <a:gd name="connsiteX10" fmla="*/ 127695 w 127730"/>
                  <a:gd name="connsiteY10" fmla="*/ 58353 h 108657"/>
                  <a:gd name="connsiteX11" fmla="*/ 121288 w 127730"/>
                  <a:gd name="connsiteY11" fmla="*/ 82846 h 108657"/>
                  <a:gd name="connsiteX12" fmla="*/ 104049 w 127730"/>
                  <a:gd name="connsiteY12" fmla="*/ 100179 h 108657"/>
                  <a:gd name="connsiteX13" fmla="*/ 82477 w 127730"/>
                  <a:gd name="connsiteY13" fmla="*/ 107245 h 108657"/>
                  <a:gd name="connsiteX14" fmla="*/ 62223 w 127730"/>
                  <a:gd name="connsiteY14" fmla="*/ 108658 h 108657"/>
                  <a:gd name="connsiteX15" fmla="*/ 62223 w 127730"/>
                  <a:gd name="connsiteY15" fmla="*/ 105455 h 108657"/>
                  <a:gd name="connsiteX16" fmla="*/ 79274 w 127730"/>
                  <a:gd name="connsiteY16" fmla="*/ 99426 h 108657"/>
                  <a:gd name="connsiteX17" fmla="*/ 89354 w 127730"/>
                  <a:gd name="connsiteY17" fmla="*/ 85389 h 108657"/>
                  <a:gd name="connsiteX18" fmla="*/ 93216 w 127730"/>
                  <a:gd name="connsiteY18" fmla="*/ 71165 h 108657"/>
                  <a:gd name="connsiteX19" fmla="*/ 94252 w 127730"/>
                  <a:gd name="connsiteY19" fmla="*/ 58353 h 108657"/>
                  <a:gd name="connsiteX20" fmla="*/ 86245 w 127730"/>
                  <a:gd name="connsiteY20" fmla="*/ 34331 h 108657"/>
                  <a:gd name="connsiteX21" fmla="*/ 62223 w 127730"/>
                  <a:gd name="connsiteY21" fmla="*/ 18128 h 108657"/>
                  <a:gd name="connsiteX22" fmla="*/ 31324 w 127730"/>
                  <a:gd name="connsiteY22" fmla="*/ 27360 h 108657"/>
                  <a:gd name="connsiteX23" fmla="*/ 25201 w 127730"/>
                  <a:gd name="connsiteY23" fmla="*/ 42904 h 108657"/>
                  <a:gd name="connsiteX24" fmla="*/ 26614 w 127730"/>
                  <a:gd name="connsiteY24" fmla="*/ 58259 h 108657"/>
                  <a:gd name="connsiteX25" fmla="*/ 34904 w 127730"/>
                  <a:gd name="connsiteY25" fmla="*/ 85672 h 108657"/>
                  <a:gd name="connsiteX26" fmla="*/ 45172 w 127730"/>
                  <a:gd name="connsiteY26" fmla="*/ 99614 h 108657"/>
                  <a:gd name="connsiteX27" fmla="*/ 62223 w 127730"/>
                  <a:gd name="connsiteY27" fmla="*/ 105455 h 108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27730" h="108657">
                    <a:moveTo>
                      <a:pt x="62223" y="108658"/>
                    </a:moveTo>
                    <a:cubicBezTo>
                      <a:pt x="55629" y="108564"/>
                      <a:pt x="49035" y="108187"/>
                      <a:pt x="42063" y="107056"/>
                    </a:cubicBezTo>
                    <a:cubicBezTo>
                      <a:pt x="35093" y="105926"/>
                      <a:pt x="27556" y="103948"/>
                      <a:pt x="20679" y="99897"/>
                    </a:cubicBezTo>
                    <a:cubicBezTo>
                      <a:pt x="13897" y="95846"/>
                      <a:pt x="7868" y="89817"/>
                      <a:pt x="4288" y="82375"/>
                    </a:cubicBezTo>
                    <a:cubicBezTo>
                      <a:pt x="708" y="74933"/>
                      <a:pt x="-705" y="66455"/>
                      <a:pt x="331" y="58353"/>
                    </a:cubicBezTo>
                    <a:cubicBezTo>
                      <a:pt x="1462" y="50252"/>
                      <a:pt x="4665" y="42621"/>
                      <a:pt x="9187" y="36404"/>
                    </a:cubicBezTo>
                    <a:cubicBezTo>
                      <a:pt x="13614" y="30092"/>
                      <a:pt x="18890" y="24911"/>
                      <a:pt x="24165" y="20295"/>
                    </a:cubicBezTo>
                    <a:cubicBezTo>
                      <a:pt x="34810" y="11252"/>
                      <a:pt x="47151" y="3998"/>
                      <a:pt x="62223" y="983"/>
                    </a:cubicBezTo>
                    <a:cubicBezTo>
                      <a:pt x="69665" y="-335"/>
                      <a:pt x="77861" y="-524"/>
                      <a:pt x="85680" y="1643"/>
                    </a:cubicBezTo>
                    <a:cubicBezTo>
                      <a:pt x="93593" y="3621"/>
                      <a:pt x="100847" y="7954"/>
                      <a:pt x="107158" y="13324"/>
                    </a:cubicBezTo>
                    <a:cubicBezTo>
                      <a:pt x="119781" y="24063"/>
                      <a:pt x="128354" y="41020"/>
                      <a:pt x="127695" y="58353"/>
                    </a:cubicBezTo>
                    <a:cubicBezTo>
                      <a:pt x="127412" y="66926"/>
                      <a:pt x="125245" y="75404"/>
                      <a:pt x="121288" y="82846"/>
                    </a:cubicBezTo>
                    <a:cubicBezTo>
                      <a:pt x="117332" y="90288"/>
                      <a:pt x="111020" y="96223"/>
                      <a:pt x="104049" y="100179"/>
                    </a:cubicBezTo>
                    <a:cubicBezTo>
                      <a:pt x="97078" y="104230"/>
                      <a:pt x="89448" y="106208"/>
                      <a:pt x="82477" y="107245"/>
                    </a:cubicBezTo>
                    <a:cubicBezTo>
                      <a:pt x="75506" y="108375"/>
                      <a:pt x="68817" y="108658"/>
                      <a:pt x="62223" y="108658"/>
                    </a:cubicBezTo>
                    <a:close/>
                    <a:moveTo>
                      <a:pt x="62223" y="105455"/>
                    </a:moveTo>
                    <a:cubicBezTo>
                      <a:pt x="68441" y="105361"/>
                      <a:pt x="74564" y="103194"/>
                      <a:pt x="79274" y="99426"/>
                    </a:cubicBezTo>
                    <a:cubicBezTo>
                      <a:pt x="84078" y="95658"/>
                      <a:pt x="87281" y="90382"/>
                      <a:pt x="89354" y="85389"/>
                    </a:cubicBezTo>
                    <a:cubicBezTo>
                      <a:pt x="91426" y="80303"/>
                      <a:pt x="92368" y="75498"/>
                      <a:pt x="93216" y="71165"/>
                    </a:cubicBezTo>
                    <a:cubicBezTo>
                      <a:pt x="94064" y="66831"/>
                      <a:pt x="94440" y="62592"/>
                      <a:pt x="94252" y="58353"/>
                    </a:cubicBezTo>
                    <a:cubicBezTo>
                      <a:pt x="93687" y="50063"/>
                      <a:pt x="91709" y="41679"/>
                      <a:pt x="86245" y="34331"/>
                    </a:cubicBezTo>
                    <a:cubicBezTo>
                      <a:pt x="80593" y="27549"/>
                      <a:pt x="72868" y="21237"/>
                      <a:pt x="62223" y="18128"/>
                    </a:cubicBezTo>
                    <a:cubicBezTo>
                      <a:pt x="51766" y="15020"/>
                      <a:pt x="38672" y="18317"/>
                      <a:pt x="31324" y="27360"/>
                    </a:cubicBezTo>
                    <a:cubicBezTo>
                      <a:pt x="27556" y="31788"/>
                      <a:pt x="25672" y="37440"/>
                      <a:pt x="25201" y="42904"/>
                    </a:cubicBezTo>
                    <a:cubicBezTo>
                      <a:pt x="24730" y="48368"/>
                      <a:pt x="25484" y="53549"/>
                      <a:pt x="26614" y="58259"/>
                    </a:cubicBezTo>
                    <a:cubicBezTo>
                      <a:pt x="28875" y="67585"/>
                      <a:pt x="30853" y="75404"/>
                      <a:pt x="34904" y="85672"/>
                    </a:cubicBezTo>
                    <a:cubicBezTo>
                      <a:pt x="37071" y="90665"/>
                      <a:pt x="40368" y="95846"/>
                      <a:pt x="45172" y="99614"/>
                    </a:cubicBezTo>
                    <a:cubicBezTo>
                      <a:pt x="49882" y="103476"/>
                      <a:pt x="56006" y="105549"/>
                      <a:pt x="62223" y="105455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" name="任意多边形 35" descr="23569eeb-bb0d-4dc0-bd2f-ca0883b8e9ee"/>
              <p:cNvSpPr/>
              <p:nvPr/>
            </p:nvSpPr>
            <p:spPr>
              <a:xfrm>
                <a:off x="10529109" y="1933615"/>
                <a:ext cx="163850" cy="176426"/>
              </a:xfrm>
              <a:custGeom>
                <a:avLst/>
                <a:gdLst>
                  <a:gd name="connsiteX0" fmla="*/ 89839 w 115039"/>
                  <a:gd name="connsiteY0" fmla="*/ 99304 h 123869"/>
                  <a:gd name="connsiteX1" fmla="*/ 74390 w 115039"/>
                  <a:gd name="connsiteY1" fmla="*/ 112398 h 123869"/>
                  <a:gd name="connsiteX2" fmla="*/ 54230 w 115039"/>
                  <a:gd name="connsiteY2" fmla="*/ 122478 h 123869"/>
                  <a:gd name="connsiteX3" fmla="*/ 30209 w 115039"/>
                  <a:gd name="connsiteY3" fmla="*/ 121630 h 123869"/>
                  <a:gd name="connsiteX4" fmla="*/ 10426 w 115039"/>
                  <a:gd name="connsiteY4" fmla="*/ 107500 h 123869"/>
                  <a:gd name="connsiteX5" fmla="*/ 1100 w 115039"/>
                  <a:gd name="connsiteY5" fmla="*/ 85739 h 123869"/>
                  <a:gd name="connsiteX6" fmla="*/ 346 w 115039"/>
                  <a:gd name="connsiteY6" fmla="*/ 63789 h 123869"/>
                  <a:gd name="connsiteX7" fmla="*/ 13629 w 115039"/>
                  <a:gd name="connsiteY7" fmla="*/ 23188 h 123869"/>
                  <a:gd name="connsiteX8" fmla="*/ 30680 w 115039"/>
                  <a:gd name="connsiteY8" fmla="*/ 7079 h 123869"/>
                  <a:gd name="connsiteX9" fmla="*/ 54136 w 115039"/>
                  <a:gd name="connsiteY9" fmla="*/ 202 h 123869"/>
                  <a:gd name="connsiteX10" fmla="*/ 100484 w 115039"/>
                  <a:gd name="connsiteY10" fmla="*/ 17441 h 123869"/>
                  <a:gd name="connsiteX11" fmla="*/ 113296 w 115039"/>
                  <a:gd name="connsiteY11" fmla="*/ 39297 h 123869"/>
                  <a:gd name="connsiteX12" fmla="*/ 113390 w 115039"/>
                  <a:gd name="connsiteY12" fmla="*/ 63789 h 123869"/>
                  <a:gd name="connsiteX13" fmla="*/ 103122 w 115039"/>
                  <a:gd name="connsiteY13" fmla="*/ 84043 h 123869"/>
                  <a:gd name="connsiteX14" fmla="*/ 89839 w 115039"/>
                  <a:gd name="connsiteY14" fmla="*/ 99304 h 123869"/>
                  <a:gd name="connsiteX15" fmla="*/ 87579 w 115039"/>
                  <a:gd name="connsiteY15" fmla="*/ 97043 h 123869"/>
                  <a:gd name="connsiteX16" fmla="*/ 95303 w 115039"/>
                  <a:gd name="connsiteY16" fmla="*/ 80746 h 123869"/>
                  <a:gd name="connsiteX17" fmla="*/ 92477 w 115039"/>
                  <a:gd name="connsiteY17" fmla="*/ 63695 h 123869"/>
                  <a:gd name="connsiteX18" fmla="*/ 85129 w 115039"/>
                  <a:gd name="connsiteY18" fmla="*/ 50883 h 123869"/>
                  <a:gd name="connsiteX19" fmla="*/ 76745 w 115039"/>
                  <a:gd name="connsiteY19" fmla="*/ 41086 h 123869"/>
                  <a:gd name="connsiteX20" fmla="*/ 54136 w 115039"/>
                  <a:gd name="connsiteY20" fmla="*/ 29782 h 123869"/>
                  <a:gd name="connsiteX21" fmla="*/ 25687 w 115039"/>
                  <a:gd name="connsiteY21" fmla="*/ 35340 h 123869"/>
                  <a:gd name="connsiteX22" fmla="*/ 10426 w 115039"/>
                  <a:gd name="connsiteY22" fmla="*/ 63789 h 123869"/>
                  <a:gd name="connsiteX23" fmla="*/ 17114 w 115039"/>
                  <a:gd name="connsiteY23" fmla="*/ 79144 h 123869"/>
                  <a:gd name="connsiteX24" fmla="*/ 28984 w 115039"/>
                  <a:gd name="connsiteY24" fmla="*/ 89036 h 123869"/>
                  <a:gd name="connsiteX25" fmla="*/ 54230 w 115039"/>
                  <a:gd name="connsiteY25" fmla="*/ 102601 h 123869"/>
                  <a:gd name="connsiteX26" fmla="*/ 71376 w 115039"/>
                  <a:gd name="connsiteY26" fmla="*/ 105239 h 123869"/>
                  <a:gd name="connsiteX27" fmla="*/ 87579 w 115039"/>
                  <a:gd name="connsiteY27" fmla="*/ 97043 h 123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15039" h="123869">
                    <a:moveTo>
                      <a:pt x="89839" y="99304"/>
                    </a:moveTo>
                    <a:cubicBezTo>
                      <a:pt x="85129" y="103920"/>
                      <a:pt x="80136" y="108253"/>
                      <a:pt x="74390" y="112398"/>
                    </a:cubicBezTo>
                    <a:cubicBezTo>
                      <a:pt x="68644" y="116543"/>
                      <a:pt x="61955" y="120500"/>
                      <a:pt x="54230" y="122478"/>
                    </a:cubicBezTo>
                    <a:cubicBezTo>
                      <a:pt x="46600" y="124456"/>
                      <a:pt x="38027" y="124456"/>
                      <a:pt x="30209" y="121630"/>
                    </a:cubicBezTo>
                    <a:cubicBezTo>
                      <a:pt x="22390" y="118898"/>
                      <a:pt x="15419" y="113905"/>
                      <a:pt x="10426" y="107500"/>
                    </a:cubicBezTo>
                    <a:cubicBezTo>
                      <a:pt x="5433" y="101000"/>
                      <a:pt x="2419" y="93275"/>
                      <a:pt x="1100" y="85739"/>
                    </a:cubicBezTo>
                    <a:cubicBezTo>
                      <a:pt x="-313" y="78108"/>
                      <a:pt x="-125" y="70760"/>
                      <a:pt x="346" y="63789"/>
                    </a:cubicBezTo>
                    <a:cubicBezTo>
                      <a:pt x="1477" y="49847"/>
                      <a:pt x="5056" y="35999"/>
                      <a:pt x="13629" y="23188"/>
                    </a:cubicBezTo>
                    <a:cubicBezTo>
                      <a:pt x="17962" y="16970"/>
                      <a:pt x="23614" y="11036"/>
                      <a:pt x="30680" y="7079"/>
                    </a:cubicBezTo>
                    <a:cubicBezTo>
                      <a:pt x="37651" y="2934"/>
                      <a:pt x="45847" y="767"/>
                      <a:pt x="54136" y="202"/>
                    </a:cubicBezTo>
                    <a:cubicBezTo>
                      <a:pt x="70716" y="-1211"/>
                      <a:pt x="88709" y="4818"/>
                      <a:pt x="100484" y="17441"/>
                    </a:cubicBezTo>
                    <a:cubicBezTo>
                      <a:pt x="106325" y="23659"/>
                      <a:pt x="110847" y="31195"/>
                      <a:pt x="113296" y="39297"/>
                    </a:cubicBezTo>
                    <a:cubicBezTo>
                      <a:pt x="115745" y="47398"/>
                      <a:pt x="115463" y="56065"/>
                      <a:pt x="113390" y="63789"/>
                    </a:cubicBezTo>
                    <a:cubicBezTo>
                      <a:pt x="111318" y="71608"/>
                      <a:pt x="107361" y="78297"/>
                      <a:pt x="103122" y="84043"/>
                    </a:cubicBezTo>
                    <a:cubicBezTo>
                      <a:pt x="98977" y="89789"/>
                      <a:pt x="94549" y="94688"/>
                      <a:pt x="89839" y="99304"/>
                    </a:cubicBezTo>
                    <a:close/>
                    <a:moveTo>
                      <a:pt x="87579" y="97043"/>
                    </a:moveTo>
                    <a:cubicBezTo>
                      <a:pt x="91912" y="92616"/>
                      <a:pt x="94644" y="86775"/>
                      <a:pt x="95303" y="80746"/>
                    </a:cubicBezTo>
                    <a:cubicBezTo>
                      <a:pt x="96057" y="74717"/>
                      <a:pt x="94549" y="68688"/>
                      <a:pt x="92477" y="63695"/>
                    </a:cubicBezTo>
                    <a:cubicBezTo>
                      <a:pt x="90405" y="58608"/>
                      <a:pt x="87579" y="54557"/>
                      <a:pt x="85129" y="50883"/>
                    </a:cubicBezTo>
                    <a:cubicBezTo>
                      <a:pt x="82680" y="47210"/>
                      <a:pt x="79948" y="43912"/>
                      <a:pt x="76745" y="41086"/>
                    </a:cubicBezTo>
                    <a:cubicBezTo>
                      <a:pt x="70528" y="35622"/>
                      <a:pt x="63180" y="31101"/>
                      <a:pt x="54136" y="29782"/>
                    </a:cubicBezTo>
                    <a:cubicBezTo>
                      <a:pt x="45281" y="29028"/>
                      <a:pt x="35484" y="29970"/>
                      <a:pt x="25687" y="35340"/>
                    </a:cubicBezTo>
                    <a:cubicBezTo>
                      <a:pt x="16078" y="40521"/>
                      <a:pt x="9107" y="52108"/>
                      <a:pt x="10426" y="63789"/>
                    </a:cubicBezTo>
                    <a:cubicBezTo>
                      <a:pt x="10897" y="69536"/>
                      <a:pt x="13535" y="74905"/>
                      <a:pt x="17114" y="79144"/>
                    </a:cubicBezTo>
                    <a:cubicBezTo>
                      <a:pt x="20694" y="83384"/>
                      <a:pt x="24839" y="86492"/>
                      <a:pt x="28984" y="89036"/>
                    </a:cubicBezTo>
                    <a:cubicBezTo>
                      <a:pt x="37180" y="94029"/>
                      <a:pt x="44057" y="98174"/>
                      <a:pt x="54230" y="102601"/>
                    </a:cubicBezTo>
                    <a:cubicBezTo>
                      <a:pt x="59318" y="104579"/>
                      <a:pt x="65346" y="105992"/>
                      <a:pt x="71376" y="105239"/>
                    </a:cubicBezTo>
                    <a:cubicBezTo>
                      <a:pt x="77404" y="104391"/>
                      <a:pt x="83245" y="101565"/>
                      <a:pt x="87579" y="97043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" name="任意多边形 36" descr="cbd9eb44-7185-4f67-8f2c-63220732288d"/>
              <p:cNvSpPr/>
              <p:nvPr/>
            </p:nvSpPr>
            <p:spPr>
              <a:xfrm>
                <a:off x="11641025" y="2406536"/>
                <a:ext cx="181925" cy="154784"/>
              </a:xfrm>
              <a:custGeom>
                <a:avLst/>
                <a:gdLst>
                  <a:gd name="connsiteX0" fmla="*/ 62223 w 127730"/>
                  <a:gd name="connsiteY0" fmla="*/ 108658 h 108674"/>
                  <a:gd name="connsiteX1" fmla="*/ 42064 w 127730"/>
                  <a:gd name="connsiteY1" fmla="*/ 107056 h 108674"/>
                  <a:gd name="connsiteX2" fmla="*/ 20679 w 127730"/>
                  <a:gd name="connsiteY2" fmla="*/ 99897 h 108674"/>
                  <a:gd name="connsiteX3" fmla="*/ 4288 w 127730"/>
                  <a:gd name="connsiteY3" fmla="*/ 82375 h 108674"/>
                  <a:gd name="connsiteX4" fmla="*/ 331 w 127730"/>
                  <a:gd name="connsiteY4" fmla="*/ 58353 h 108674"/>
                  <a:gd name="connsiteX5" fmla="*/ 9187 w 127730"/>
                  <a:gd name="connsiteY5" fmla="*/ 36404 h 108674"/>
                  <a:gd name="connsiteX6" fmla="*/ 24165 w 127730"/>
                  <a:gd name="connsiteY6" fmla="*/ 20295 h 108674"/>
                  <a:gd name="connsiteX7" fmla="*/ 62223 w 127730"/>
                  <a:gd name="connsiteY7" fmla="*/ 983 h 108674"/>
                  <a:gd name="connsiteX8" fmla="*/ 85680 w 127730"/>
                  <a:gd name="connsiteY8" fmla="*/ 1643 h 108674"/>
                  <a:gd name="connsiteX9" fmla="*/ 107158 w 127730"/>
                  <a:gd name="connsiteY9" fmla="*/ 13324 h 108674"/>
                  <a:gd name="connsiteX10" fmla="*/ 127695 w 127730"/>
                  <a:gd name="connsiteY10" fmla="*/ 58353 h 108674"/>
                  <a:gd name="connsiteX11" fmla="*/ 121288 w 127730"/>
                  <a:gd name="connsiteY11" fmla="*/ 82846 h 108674"/>
                  <a:gd name="connsiteX12" fmla="*/ 104049 w 127730"/>
                  <a:gd name="connsiteY12" fmla="*/ 100179 h 108674"/>
                  <a:gd name="connsiteX13" fmla="*/ 82477 w 127730"/>
                  <a:gd name="connsiteY13" fmla="*/ 107245 h 108674"/>
                  <a:gd name="connsiteX14" fmla="*/ 62223 w 127730"/>
                  <a:gd name="connsiteY14" fmla="*/ 108658 h 108674"/>
                  <a:gd name="connsiteX15" fmla="*/ 62223 w 127730"/>
                  <a:gd name="connsiteY15" fmla="*/ 105549 h 108674"/>
                  <a:gd name="connsiteX16" fmla="*/ 79274 w 127730"/>
                  <a:gd name="connsiteY16" fmla="*/ 99520 h 108674"/>
                  <a:gd name="connsiteX17" fmla="*/ 89354 w 127730"/>
                  <a:gd name="connsiteY17" fmla="*/ 85484 h 108674"/>
                  <a:gd name="connsiteX18" fmla="*/ 93216 w 127730"/>
                  <a:gd name="connsiteY18" fmla="*/ 71165 h 108674"/>
                  <a:gd name="connsiteX19" fmla="*/ 94252 w 127730"/>
                  <a:gd name="connsiteY19" fmla="*/ 58353 h 108674"/>
                  <a:gd name="connsiteX20" fmla="*/ 86245 w 127730"/>
                  <a:gd name="connsiteY20" fmla="*/ 34331 h 108674"/>
                  <a:gd name="connsiteX21" fmla="*/ 62223 w 127730"/>
                  <a:gd name="connsiteY21" fmla="*/ 18129 h 108674"/>
                  <a:gd name="connsiteX22" fmla="*/ 31324 w 127730"/>
                  <a:gd name="connsiteY22" fmla="*/ 27360 h 108674"/>
                  <a:gd name="connsiteX23" fmla="*/ 25201 w 127730"/>
                  <a:gd name="connsiteY23" fmla="*/ 42904 h 108674"/>
                  <a:gd name="connsiteX24" fmla="*/ 26614 w 127730"/>
                  <a:gd name="connsiteY24" fmla="*/ 58259 h 108674"/>
                  <a:gd name="connsiteX25" fmla="*/ 34904 w 127730"/>
                  <a:gd name="connsiteY25" fmla="*/ 85672 h 108674"/>
                  <a:gd name="connsiteX26" fmla="*/ 45172 w 127730"/>
                  <a:gd name="connsiteY26" fmla="*/ 99614 h 108674"/>
                  <a:gd name="connsiteX27" fmla="*/ 62223 w 127730"/>
                  <a:gd name="connsiteY27" fmla="*/ 105549 h 108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27730" h="108674">
                    <a:moveTo>
                      <a:pt x="62223" y="108658"/>
                    </a:moveTo>
                    <a:cubicBezTo>
                      <a:pt x="55629" y="108563"/>
                      <a:pt x="49035" y="108187"/>
                      <a:pt x="42064" y="107056"/>
                    </a:cubicBezTo>
                    <a:cubicBezTo>
                      <a:pt x="35093" y="105926"/>
                      <a:pt x="27556" y="103948"/>
                      <a:pt x="20679" y="99897"/>
                    </a:cubicBezTo>
                    <a:cubicBezTo>
                      <a:pt x="13897" y="95846"/>
                      <a:pt x="7868" y="89817"/>
                      <a:pt x="4288" y="82375"/>
                    </a:cubicBezTo>
                    <a:cubicBezTo>
                      <a:pt x="708" y="74933"/>
                      <a:pt x="-705" y="66455"/>
                      <a:pt x="331" y="58353"/>
                    </a:cubicBezTo>
                    <a:cubicBezTo>
                      <a:pt x="1462" y="50252"/>
                      <a:pt x="4665" y="42621"/>
                      <a:pt x="9187" y="36404"/>
                    </a:cubicBezTo>
                    <a:cubicBezTo>
                      <a:pt x="13614" y="30092"/>
                      <a:pt x="18890" y="24911"/>
                      <a:pt x="24165" y="20295"/>
                    </a:cubicBezTo>
                    <a:cubicBezTo>
                      <a:pt x="34810" y="11252"/>
                      <a:pt x="47151" y="3998"/>
                      <a:pt x="62223" y="983"/>
                    </a:cubicBezTo>
                    <a:cubicBezTo>
                      <a:pt x="69665" y="-336"/>
                      <a:pt x="77861" y="-524"/>
                      <a:pt x="85680" y="1643"/>
                    </a:cubicBezTo>
                    <a:cubicBezTo>
                      <a:pt x="93593" y="3621"/>
                      <a:pt x="100847" y="7954"/>
                      <a:pt x="107158" y="13324"/>
                    </a:cubicBezTo>
                    <a:cubicBezTo>
                      <a:pt x="119781" y="24063"/>
                      <a:pt x="128354" y="41020"/>
                      <a:pt x="127695" y="58353"/>
                    </a:cubicBezTo>
                    <a:cubicBezTo>
                      <a:pt x="127412" y="66926"/>
                      <a:pt x="125245" y="75404"/>
                      <a:pt x="121288" y="82846"/>
                    </a:cubicBezTo>
                    <a:cubicBezTo>
                      <a:pt x="117332" y="90288"/>
                      <a:pt x="111020" y="96223"/>
                      <a:pt x="104049" y="100179"/>
                    </a:cubicBezTo>
                    <a:cubicBezTo>
                      <a:pt x="97078" y="104230"/>
                      <a:pt x="89448" y="106208"/>
                      <a:pt x="82477" y="107245"/>
                    </a:cubicBezTo>
                    <a:cubicBezTo>
                      <a:pt x="75412" y="108469"/>
                      <a:pt x="68817" y="108752"/>
                      <a:pt x="62223" y="108658"/>
                    </a:cubicBezTo>
                    <a:close/>
                    <a:moveTo>
                      <a:pt x="62223" y="105549"/>
                    </a:moveTo>
                    <a:cubicBezTo>
                      <a:pt x="68441" y="105455"/>
                      <a:pt x="74564" y="103288"/>
                      <a:pt x="79274" y="99520"/>
                    </a:cubicBezTo>
                    <a:cubicBezTo>
                      <a:pt x="84078" y="95752"/>
                      <a:pt x="87281" y="90477"/>
                      <a:pt x="89354" y="85484"/>
                    </a:cubicBezTo>
                    <a:cubicBezTo>
                      <a:pt x="91426" y="80397"/>
                      <a:pt x="92368" y="75592"/>
                      <a:pt x="93216" y="71165"/>
                    </a:cubicBezTo>
                    <a:cubicBezTo>
                      <a:pt x="94064" y="66831"/>
                      <a:pt x="94441" y="62592"/>
                      <a:pt x="94252" y="58353"/>
                    </a:cubicBezTo>
                    <a:cubicBezTo>
                      <a:pt x="93687" y="50063"/>
                      <a:pt x="91709" y="41679"/>
                      <a:pt x="86245" y="34331"/>
                    </a:cubicBezTo>
                    <a:cubicBezTo>
                      <a:pt x="80593" y="27549"/>
                      <a:pt x="72868" y="21237"/>
                      <a:pt x="62223" y="18129"/>
                    </a:cubicBezTo>
                    <a:cubicBezTo>
                      <a:pt x="51767" y="15020"/>
                      <a:pt x="38672" y="18317"/>
                      <a:pt x="31324" y="27360"/>
                    </a:cubicBezTo>
                    <a:cubicBezTo>
                      <a:pt x="27556" y="31788"/>
                      <a:pt x="25672" y="37440"/>
                      <a:pt x="25201" y="42904"/>
                    </a:cubicBezTo>
                    <a:cubicBezTo>
                      <a:pt x="24730" y="48368"/>
                      <a:pt x="25484" y="53549"/>
                      <a:pt x="26614" y="58259"/>
                    </a:cubicBezTo>
                    <a:cubicBezTo>
                      <a:pt x="28875" y="67585"/>
                      <a:pt x="30854" y="75404"/>
                      <a:pt x="34904" y="85672"/>
                    </a:cubicBezTo>
                    <a:cubicBezTo>
                      <a:pt x="37071" y="90665"/>
                      <a:pt x="40368" y="95846"/>
                      <a:pt x="45172" y="99614"/>
                    </a:cubicBezTo>
                    <a:cubicBezTo>
                      <a:pt x="49788" y="103477"/>
                      <a:pt x="56006" y="105643"/>
                      <a:pt x="62223" y="105549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 37" descr="a2590a8f-1fe3-4c1f-9025-61f48fcbc2b5"/>
              <p:cNvSpPr/>
              <p:nvPr/>
            </p:nvSpPr>
            <p:spPr>
              <a:xfrm>
                <a:off x="10281213" y="1"/>
                <a:ext cx="1910787" cy="2327301"/>
              </a:xfrm>
              <a:custGeom>
                <a:avLst/>
                <a:gdLst>
                  <a:gd name="connsiteX0" fmla="*/ 323828 w 1910787"/>
                  <a:gd name="connsiteY0" fmla="*/ 0 h 2327301"/>
                  <a:gd name="connsiteX1" fmla="*/ 344627 w 1910787"/>
                  <a:gd name="connsiteY1" fmla="*/ 0 h 2327301"/>
                  <a:gd name="connsiteX2" fmla="*/ 267040 w 1910787"/>
                  <a:gd name="connsiteY2" fmla="*/ 105924 h 2327301"/>
                  <a:gd name="connsiteX3" fmla="*/ 138637 w 1910787"/>
                  <a:gd name="connsiteY3" fmla="*/ 352669 h 2327301"/>
                  <a:gd name="connsiteX4" fmla="*/ 37067 w 1910787"/>
                  <a:gd name="connsiteY4" fmla="*/ 895132 h 2327301"/>
                  <a:gd name="connsiteX5" fmla="*/ 145345 w 1910787"/>
                  <a:gd name="connsiteY5" fmla="*/ 1434910 h 2327301"/>
                  <a:gd name="connsiteX6" fmla="*/ 447235 w 1910787"/>
                  <a:gd name="connsiteY6" fmla="*/ 1896334 h 2327301"/>
                  <a:gd name="connsiteX7" fmla="*/ 903425 w 1910787"/>
                  <a:gd name="connsiteY7" fmla="*/ 2210970 h 2327301"/>
                  <a:gd name="connsiteX8" fmla="*/ 1170028 w 1910787"/>
                  <a:gd name="connsiteY8" fmla="*/ 2294694 h 2327301"/>
                  <a:gd name="connsiteX9" fmla="*/ 1448436 w 1910787"/>
                  <a:gd name="connsiteY9" fmla="*/ 2322871 h 2327301"/>
                  <a:gd name="connsiteX10" fmla="*/ 1726848 w 1910787"/>
                  <a:gd name="connsiteY10" fmla="*/ 2294426 h 2327301"/>
                  <a:gd name="connsiteX11" fmla="*/ 1862295 w 1910787"/>
                  <a:gd name="connsiteY11" fmla="*/ 2259356 h 2327301"/>
                  <a:gd name="connsiteX12" fmla="*/ 1910787 w 1910787"/>
                  <a:gd name="connsiteY12" fmla="*/ 2241349 h 2327301"/>
                  <a:gd name="connsiteX13" fmla="*/ 1910787 w 1910787"/>
                  <a:gd name="connsiteY13" fmla="*/ 2252170 h 2327301"/>
                  <a:gd name="connsiteX14" fmla="*/ 1864857 w 1910787"/>
                  <a:gd name="connsiteY14" fmla="*/ 2267977 h 2327301"/>
                  <a:gd name="connsiteX15" fmla="*/ 1448436 w 1910787"/>
                  <a:gd name="connsiteY15" fmla="*/ 2327298 h 2327301"/>
                  <a:gd name="connsiteX16" fmla="*/ 898997 w 1910787"/>
                  <a:gd name="connsiteY16" fmla="*/ 2221838 h 2327301"/>
                  <a:gd name="connsiteX17" fmla="*/ 427511 w 1910787"/>
                  <a:gd name="connsiteY17" fmla="*/ 1916191 h 2327301"/>
                  <a:gd name="connsiteX18" fmla="*/ 109118 w 1910787"/>
                  <a:gd name="connsiteY18" fmla="*/ 1449938 h 2327301"/>
                  <a:gd name="connsiteX19" fmla="*/ 36 w 1910787"/>
                  <a:gd name="connsiteY19" fmla="*/ 895132 h 2327301"/>
                  <a:gd name="connsiteX20" fmla="*/ 115827 w 1910787"/>
                  <a:gd name="connsiteY20" fmla="*/ 343141 h 2327301"/>
                  <a:gd name="connsiteX21" fmla="*/ 252013 w 1910787"/>
                  <a:gd name="connsiteY21" fmla="*/ 95592 h 2327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910787" h="2327301">
                    <a:moveTo>
                      <a:pt x="323828" y="0"/>
                    </a:moveTo>
                    <a:lnTo>
                      <a:pt x="344627" y="0"/>
                    </a:lnTo>
                    <a:lnTo>
                      <a:pt x="267040" y="105924"/>
                    </a:lnTo>
                    <a:cubicBezTo>
                      <a:pt x="216188" y="183878"/>
                      <a:pt x="173119" y="266663"/>
                      <a:pt x="138637" y="352669"/>
                    </a:cubicBezTo>
                    <a:cubicBezTo>
                      <a:pt x="69403" y="524947"/>
                      <a:pt x="35323" y="710375"/>
                      <a:pt x="37067" y="895132"/>
                    </a:cubicBezTo>
                    <a:cubicBezTo>
                      <a:pt x="38409" y="1080023"/>
                      <a:pt x="75307" y="1263973"/>
                      <a:pt x="145345" y="1434910"/>
                    </a:cubicBezTo>
                    <a:cubicBezTo>
                      <a:pt x="215651" y="1605579"/>
                      <a:pt x="318161" y="1763099"/>
                      <a:pt x="447235" y="1896334"/>
                    </a:cubicBezTo>
                    <a:cubicBezTo>
                      <a:pt x="576310" y="2029433"/>
                      <a:pt x="732219" y="2137175"/>
                      <a:pt x="903425" y="2210970"/>
                    </a:cubicBezTo>
                    <a:cubicBezTo>
                      <a:pt x="988893" y="2248137"/>
                      <a:pt x="1078655" y="2275641"/>
                      <a:pt x="1170028" y="2294694"/>
                    </a:cubicBezTo>
                    <a:cubicBezTo>
                      <a:pt x="1261533" y="2313343"/>
                      <a:pt x="1354918" y="2322467"/>
                      <a:pt x="1448436" y="2322871"/>
                    </a:cubicBezTo>
                    <a:cubicBezTo>
                      <a:pt x="1541822" y="2322334"/>
                      <a:pt x="1635341" y="2313210"/>
                      <a:pt x="1726848" y="2294426"/>
                    </a:cubicBezTo>
                    <a:cubicBezTo>
                      <a:pt x="1772533" y="2284900"/>
                      <a:pt x="1817783" y="2273260"/>
                      <a:pt x="1862295" y="2259356"/>
                    </a:cubicBezTo>
                    <a:lnTo>
                      <a:pt x="1910787" y="2241349"/>
                    </a:lnTo>
                    <a:lnTo>
                      <a:pt x="1910787" y="2252170"/>
                    </a:lnTo>
                    <a:lnTo>
                      <a:pt x="1864857" y="2267977"/>
                    </a:lnTo>
                    <a:cubicBezTo>
                      <a:pt x="1729597" y="2307449"/>
                      <a:pt x="1589016" y="2327600"/>
                      <a:pt x="1448436" y="2327298"/>
                    </a:cubicBezTo>
                    <a:cubicBezTo>
                      <a:pt x="1260862" y="2327433"/>
                      <a:pt x="1073556" y="2291339"/>
                      <a:pt x="898997" y="2221838"/>
                    </a:cubicBezTo>
                    <a:cubicBezTo>
                      <a:pt x="724303" y="2152471"/>
                      <a:pt x="563161" y="2047949"/>
                      <a:pt x="427511" y="1916191"/>
                    </a:cubicBezTo>
                    <a:cubicBezTo>
                      <a:pt x="291862" y="1784700"/>
                      <a:pt x="182109" y="1625169"/>
                      <a:pt x="109118" y="1449938"/>
                    </a:cubicBezTo>
                    <a:cubicBezTo>
                      <a:pt x="35456" y="1274976"/>
                      <a:pt x="-1306" y="1084718"/>
                      <a:pt x="36" y="895132"/>
                    </a:cubicBezTo>
                    <a:cubicBezTo>
                      <a:pt x="1914" y="705544"/>
                      <a:pt x="41360" y="516628"/>
                      <a:pt x="115827" y="343141"/>
                    </a:cubicBezTo>
                    <a:cubicBezTo>
                      <a:pt x="152994" y="256332"/>
                      <a:pt x="198612" y="173278"/>
                      <a:pt x="252013" y="95592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 38" descr="e308347b-42fb-40bf-ba18-cf38862c9d05"/>
              <p:cNvSpPr/>
              <p:nvPr/>
            </p:nvSpPr>
            <p:spPr>
              <a:xfrm>
                <a:off x="5179185" y="3040010"/>
                <a:ext cx="4500282" cy="3817990"/>
              </a:xfrm>
              <a:custGeom>
                <a:avLst/>
                <a:gdLst>
                  <a:gd name="connsiteX0" fmla="*/ 2361720 w 4723573"/>
                  <a:gd name="connsiteY0" fmla="*/ 1217087 h 4007426"/>
                  <a:gd name="connsiteX1" fmla="*/ 1217087 w 4723573"/>
                  <a:gd name="connsiteY1" fmla="*/ 2361854 h 4007426"/>
                  <a:gd name="connsiteX2" fmla="*/ 2361720 w 4723573"/>
                  <a:gd name="connsiteY2" fmla="*/ 3506487 h 4007426"/>
                  <a:gd name="connsiteX3" fmla="*/ 3506487 w 4723573"/>
                  <a:gd name="connsiteY3" fmla="*/ 2361854 h 4007426"/>
                  <a:gd name="connsiteX4" fmla="*/ 2361720 w 4723573"/>
                  <a:gd name="connsiteY4" fmla="*/ 1217087 h 4007426"/>
                  <a:gd name="connsiteX5" fmla="*/ 2559357 w 4723573"/>
                  <a:gd name="connsiteY5" fmla="*/ 0 h 4007426"/>
                  <a:gd name="connsiteX6" fmla="*/ 3336757 w 4723573"/>
                  <a:gd name="connsiteY6" fmla="*/ 201663 h 4007426"/>
                  <a:gd name="connsiteX7" fmla="*/ 3237470 w 4723573"/>
                  <a:gd name="connsiteY7" fmla="*/ 584460 h 4007426"/>
                  <a:gd name="connsiteX8" fmla="*/ 3436448 w 4723573"/>
                  <a:gd name="connsiteY8" fmla="*/ 697164 h 4007426"/>
                  <a:gd name="connsiteX9" fmla="*/ 3713784 w 4723573"/>
                  <a:gd name="connsiteY9" fmla="*/ 415266 h 4007426"/>
                  <a:gd name="connsiteX10" fmla="*/ 4286303 w 4723573"/>
                  <a:gd name="connsiteY10" fmla="*/ 978527 h 4007426"/>
                  <a:gd name="connsiteX11" fmla="*/ 4008564 w 4723573"/>
                  <a:gd name="connsiteY11" fmla="*/ 1260827 h 4007426"/>
                  <a:gd name="connsiteX12" fmla="*/ 4124356 w 4723573"/>
                  <a:gd name="connsiteY12" fmla="*/ 1457660 h 4007426"/>
                  <a:gd name="connsiteX13" fmla="*/ 4505945 w 4723573"/>
                  <a:gd name="connsiteY13" fmla="*/ 1352066 h 4007426"/>
                  <a:gd name="connsiteX14" fmla="*/ 4720085 w 4723573"/>
                  <a:gd name="connsiteY14" fmla="*/ 2126111 h 4007426"/>
                  <a:gd name="connsiteX15" fmla="*/ 4339033 w 4723573"/>
                  <a:gd name="connsiteY15" fmla="*/ 2231571 h 4007426"/>
                  <a:gd name="connsiteX16" fmla="*/ 4340777 w 4723573"/>
                  <a:gd name="connsiteY16" fmla="*/ 2460203 h 4007426"/>
                  <a:gd name="connsiteX17" fmla="*/ 4723573 w 4723573"/>
                  <a:gd name="connsiteY17" fmla="*/ 2559491 h 4007426"/>
                  <a:gd name="connsiteX18" fmla="*/ 4521911 w 4723573"/>
                  <a:gd name="connsiteY18" fmla="*/ 3336892 h 4007426"/>
                  <a:gd name="connsiteX19" fmla="*/ 4139249 w 4723573"/>
                  <a:gd name="connsiteY19" fmla="*/ 3237470 h 4007426"/>
                  <a:gd name="connsiteX20" fmla="*/ 4026543 w 4723573"/>
                  <a:gd name="connsiteY20" fmla="*/ 3436448 h 4007426"/>
                  <a:gd name="connsiteX21" fmla="*/ 4308441 w 4723573"/>
                  <a:gd name="connsiteY21" fmla="*/ 3713784 h 4007426"/>
                  <a:gd name="connsiteX22" fmla="*/ 4019548 w 4723573"/>
                  <a:gd name="connsiteY22" fmla="*/ 4007426 h 4007426"/>
                  <a:gd name="connsiteX23" fmla="*/ 703963 w 4723573"/>
                  <a:gd name="connsiteY23" fmla="*/ 4007426 h 4007426"/>
                  <a:gd name="connsiteX24" fmla="*/ 437272 w 4723573"/>
                  <a:gd name="connsiteY24" fmla="*/ 3745048 h 4007426"/>
                  <a:gd name="connsiteX25" fmla="*/ 715010 w 4723573"/>
                  <a:gd name="connsiteY25" fmla="*/ 3462880 h 4007426"/>
                  <a:gd name="connsiteX26" fmla="*/ 599219 w 4723573"/>
                  <a:gd name="connsiteY26" fmla="*/ 3266049 h 4007426"/>
                  <a:gd name="connsiteX27" fmla="*/ 217630 w 4723573"/>
                  <a:gd name="connsiteY27" fmla="*/ 3371643 h 4007426"/>
                  <a:gd name="connsiteX28" fmla="*/ 3488 w 4723573"/>
                  <a:gd name="connsiteY28" fmla="*/ 2597597 h 4007426"/>
                  <a:gd name="connsiteX29" fmla="*/ 384542 w 4723573"/>
                  <a:gd name="connsiteY29" fmla="*/ 2492136 h 4007426"/>
                  <a:gd name="connsiteX30" fmla="*/ 382797 w 4723573"/>
                  <a:gd name="connsiteY30" fmla="*/ 2263505 h 4007426"/>
                  <a:gd name="connsiteX31" fmla="*/ 0 w 4723573"/>
                  <a:gd name="connsiteY31" fmla="*/ 2164216 h 4007426"/>
                  <a:gd name="connsiteX32" fmla="*/ 201528 w 4723573"/>
                  <a:gd name="connsiteY32" fmla="*/ 1386816 h 4007426"/>
                  <a:gd name="connsiteX33" fmla="*/ 584325 w 4723573"/>
                  <a:gd name="connsiteY33" fmla="*/ 1486105 h 4007426"/>
                  <a:gd name="connsiteX34" fmla="*/ 697031 w 4723573"/>
                  <a:gd name="connsiteY34" fmla="*/ 1287125 h 4007426"/>
                  <a:gd name="connsiteX35" fmla="*/ 415133 w 4723573"/>
                  <a:gd name="connsiteY35" fmla="*/ 1009789 h 4007426"/>
                  <a:gd name="connsiteX36" fmla="*/ 978393 w 4723573"/>
                  <a:gd name="connsiteY36" fmla="*/ 437272 h 4007426"/>
                  <a:gd name="connsiteX37" fmla="*/ 1260693 w 4723573"/>
                  <a:gd name="connsiteY37" fmla="*/ 715009 h 4007426"/>
                  <a:gd name="connsiteX38" fmla="*/ 1457526 w 4723573"/>
                  <a:gd name="connsiteY38" fmla="*/ 599219 h 4007426"/>
                  <a:gd name="connsiteX39" fmla="*/ 1351930 w 4723573"/>
                  <a:gd name="connsiteY39" fmla="*/ 217630 h 4007426"/>
                  <a:gd name="connsiteX40" fmla="*/ 2125977 w 4723573"/>
                  <a:gd name="connsiteY40" fmla="*/ 3488 h 4007426"/>
                  <a:gd name="connsiteX41" fmla="*/ 2231437 w 4723573"/>
                  <a:gd name="connsiteY41" fmla="*/ 384542 h 4007426"/>
                  <a:gd name="connsiteX42" fmla="*/ 2460069 w 4723573"/>
                  <a:gd name="connsiteY42" fmla="*/ 382797 h 4007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4723573" h="4007426">
                    <a:moveTo>
                      <a:pt x="2361720" y="1217087"/>
                    </a:moveTo>
                    <a:cubicBezTo>
                      <a:pt x="1729629" y="1217087"/>
                      <a:pt x="1217087" y="1729629"/>
                      <a:pt x="1217087" y="2361854"/>
                    </a:cubicBezTo>
                    <a:cubicBezTo>
                      <a:pt x="1217087" y="2993944"/>
                      <a:pt x="1729495" y="3506487"/>
                      <a:pt x="2361720" y="3506487"/>
                    </a:cubicBezTo>
                    <a:cubicBezTo>
                      <a:pt x="2993945" y="3506487"/>
                      <a:pt x="3506487" y="2994079"/>
                      <a:pt x="3506487" y="2361854"/>
                    </a:cubicBezTo>
                    <a:cubicBezTo>
                      <a:pt x="3506487" y="1729629"/>
                      <a:pt x="2993945" y="1217087"/>
                      <a:pt x="2361720" y="1217087"/>
                    </a:cubicBezTo>
                    <a:close/>
                    <a:moveTo>
                      <a:pt x="2559357" y="0"/>
                    </a:moveTo>
                    <a:lnTo>
                      <a:pt x="3336757" y="201663"/>
                    </a:lnTo>
                    <a:lnTo>
                      <a:pt x="3237470" y="584460"/>
                    </a:lnTo>
                    <a:cubicBezTo>
                      <a:pt x="3306434" y="618405"/>
                      <a:pt x="3372851" y="656108"/>
                      <a:pt x="3436448" y="697164"/>
                    </a:cubicBezTo>
                    <a:lnTo>
                      <a:pt x="3713784" y="415266"/>
                    </a:lnTo>
                    <a:lnTo>
                      <a:pt x="4286303" y="978527"/>
                    </a:lnTo>
                    <a:lnTo>
                      <a:pt x="4008564" y="1260827"/>
                    </a:lnTo>
                    <a:cubicBezTo>
                      <a:pt x="4050962" y="1324157"/>
                      <a:pt x="4089605" y="1389902"/>
                      <a:pt x="4124356" y="1457660"/>
                    </a:cubicBezTo>
                    <a:lnTo>
                      <a:pt x="4505945" y="1352066"/>
                    </a:lnTo>
                    <a:lnTo>
                      <a:pt x="4720085" y="2126111"/>
                    </a:lnTo>
                    <a:lnTo>
                      <a:pt x="4339033" y="2231571"/>
                    </a:lnTo>
                    <a:cubicBezTo>
                      <a:pt x="4343997" y="2307111"/>
                      <a:pt x="4344667" y="2383455"/>
                      <a:pt x="4340777" y="2460203"/>
                    </a:cubicBezTo>
                    <a:lnTo>
                      <a:pt x="4723573" y="2559491"/>
                    </a:lnTo>
                    <a:lnTo>
                      <a:pt x="4521911" y="3336892"/>
                    </a:lnTo>
                    <a:lnTo>
                      <a:pt x="4139249" y="3237470"/>
                    </a:lnTo>
                    <a:cubicBezTo>
                      <a:pt x="4105303" y="3306434"/>
                      <a:pt x="4067599" y="3372851"/>
                      <a:pt x="4026543" y="3436448"/>
                    </a:cubicBezTo>
                    <a:lnTo>
                      <a:pt x="4308441" y="3713784"/>
                    </a:lnTo>
                    <a:lnTo>
                      <a:pt x="4019548" y="4007426"/>
                    </a:lnTo>
                    <a:lnTo>
                      <a:pt x="703963" y="4007426"/>
                    </a:lnTo>
                    <a:lnTo>
                      <a:pt x="437272" y="3745048"/>
                    </a:lnTo>
                    <a:lnTo>
                      <a:pt x="715010" y="3462880"/>
                    </a:lnTo>
                    <a:cubicBezTo>
                      <a:pt x="672611" y="3399551"/>
                      <a:pt x="633970" y="3333805"/>
                      <a:pt x="599219" y="3266049"/>
                    </a:cubicBezTo>
                    <a:lnTo>
                      <a:pt x="217630" y="3371643"/>
                    </a:lnTo>
                    <a:lnTo>
                      <a:pt x="3488" y="2597597"/>
                    </a:lnTo>
                    <a:lnTo>
                      <a:pt x="384542" y="2492136"/>
                    </a:lnTo>
                    <a:cubicBezTo>
                      <a:pt x="379576" y="2416597"/>
                      <a:pt x="378906" y="2340252"/>
                      <a:pt x="382797" y="2263505"/>
                    </a:cubicBezTo>
                    <a:lnTo>
                      <a:pt x="0" y="2164216"/>
                    </a:lnTo>
                    <a:lnTo>
                      <a:pt x="201528" y="1386816"/>
                    </a:lnTo>
                    <a:lnTo>
                      <a:pt x="584325" y="1486105"/>
                    </a:lnTo>
                    <a:cubicBezTo>
                      <a:pt x="618271" y="1417139"/>
                      <a:pt x="655974" y="1350724"/>
                      <a:pt x="697031" y="1287125"/>
                    </a:cubicBezTo>
                    <a:lnTo>
                      <a:pt x="415133" y="1009789"/>
                    </a:lnTo>
                    <a:lnTo>
                      <a:pt x="978393" y="437272"/>
                    </a:lnTo>
                    <a:lnTo>
                      <a:pt x="1260693" y="715009"/>
                    </a:lnTo>
                    <a:cubicBezTo>
                      <a:pt x="1324023" y="672611"/>
                      <a:pt x="1389768" y="633970"/>
                      <a:pt x="1457526" y="599219"/>
                    </a:cubicBezTo>
                    <a:lnTo>
                      <a:pt x="1351930" y="217630"/>
                    </a:lnTo>
                    <a:lnTo>
                      <a:pt x="2125977" y="3488"/>
                    </a:lnTo>
                    <a:lnTo>
                      <a:pt x="2231437" y="384542"/>
                    </a:lnTo>
                    <a:cubicBezTo>
                      <a:pt x="2306978" y="379577"/>
                      <a:pt x="2383321" y="378906"/>
                      <a:pt x="2460069" y="38279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 39" descr="b64c76ba-009d-4af2-8fed-e952650ba3ff"/>
              <p:cNvSpPr/>
              <p:nvPr/>
            </p:nvSpPr>
            <p:spPr>
              <a:xfrm>
                <a:off x="5146204" y="3011059"/>
                <a:ext cx="4555378" cy="3846240"/>
              </a:xfrm>
              <a:custGeom>
                <a:avLst/>
                <a:gdLst>
                  <a:gd name="connsiteX0" fmla="*/ 1315973 w 4781403"/>
                  <a:gd name="connsiteY0" fmla="*/ 4006685 h 4037078"/>
                  <a:gd name="connsiteX1" fmla="*/ 1342271 w 4781403"/>
                  <a:gd name="connsiteY1" fmla="*/ 4023725 h 4037078"/>
                  <a:gd name="connsiteX2" fmla="*/ 1365862 w 4781403"/>
                  <a:gd name="connsiteY2" fmla="*/ 4037078 h 4037078"/>
                  <a:gd name="connsiteX3" fmla="*/ 1286116 w 4781403"/>
                  <a:gd name="connsiteY3" fmla="*/ 4037078 h 4037078"/>
                  <a:gd name="connsiteX4" fmla="*/ 1293969 w 4781403"/>
                  <a:gd name="connsiteY4" fmla="*/ 4029092 h 4037078"/>
                  <a:gd name="connsiteX5" fmla="*/ 3500583 w 4781403"/>
                  <a:gd name="connsiteY5" fmla="*/ 4006283 h 4037078"/>
                  <a:gd name="connsiteX6" fmla="*/ 3514806 w 4781403"/>
                  <a:gd name="connsiteY6" fmla="*/ 4020505 h 4037078"/>
                  <a:gd name="connsiteX7" fmla="*/ 3531387 w 4781403"/>
                  <a:gd name="connsiteY7" fmla="*/ 4037078 h 4037078"/>
                  <a:gd name="connsiteX8" fmla="*/ 3449588 w 4781403"/>
                  <a:gd name="connsiteY8" fmla="*/ 4037078 h 4037078"/>
                  <a:gd name="connsiteX9" fmla="*/ 3483409 w 4781403"/>
                  <a:gd name="connsiteY9" fmla="*/ 4017553 h 4037078"/>
                  <a:gd name="connsiteX10" fmla="*/ 2575994 w 4781403"/>
                  <a:gd name="connsiteY10" fmla="*/ 0 h 4037078"/>
                  <a:gd name="connsiteX11" fmla="*/ 2599743 w 4781403"/>
                  <a:gd name="connsiteY11" fmla="*/ 6038 h 4037078"/>
                  <a:gd name="connsiteX12" fmla="*/ 3378619 w 4781403"/>
                  <a:gd name="connsiteY12" fmla="*/ 202199 h 4037078"/>
                  <a:gd name="connsiteX13" fmla="*/ 3407601 w 4781403"/>
                  <a:gd name="connsiteY13" fmla="*/ 209444 h 4037078"/>
                  <a:gd name="connsiteX14" fmla="*/ 3400087 w 4781403"/>
                  <a:gd name="connsiteY14" fmla="*/ 238829 h 4037078"/>
                  <a:gd name="connsiteX15" fmla="*/ 3308423 w 4781403"/>
                  <a:gd name="connsiteY15" fmla="*/ 598434 h 4037078"/>
                  <a:gd name="connsiteX16" fmla="*/ 3285772 w 4781403"/>
                  <a:gd name="connsiteY16" fmla="*/ 585666 h 4037078"/>
                  <a:gd name="connsiteX17" fmla="*/ 3302409 w 4781403"/>
                  <a:gd name="connsiteY17" fmla="*/ 622027 h 4037078"/>
                  <a:gd name="connsiteX18" fmla="*/ 3308423 w 4781403"/>
                  <a:gd name="connsiteY18" fmla="*/ 598434 h 4037078"/>
                  <a:gd name="connsiteX19" fmla="*/ 3464998 w 4781403"/>
                  <a:gd name="connsiteY19" fmla="*/ 686690 h 4037078"/>
                  <a:gd name="connsiteX20" fmla="*/ 3447853 w 4781403"/>
                  <a:gd name="connsiteY20" fmla="*/ 704142 h 4037078"/>
                  <a:gd name="connsiteX21" fmla="*/ 3488105 w 4781403"/>
                  <a:gd name="connsiteY21" fmla="*/ 699714 h 4037078"/>
                  <a:gd name="connsiteX22" fmla="*/ 3464998 w 4781403"/>
                  <a:gd name="connsiteY22" fmla="*/ 686690 h 4037078"/>
                  <a:gd name="connsiteX23" fmla="*/ 3724921 w 4781403"/>
                  <a:gd name="connsiteY23" fmla="*/ 422110 h 4037078"/>
                  <a:gd name="connsiteX24" fmla="*/ 3747731 w 4781403"/>
                  <a:gd name="connsiteY24" fmla="*/ 398898 h 4037078"/>
                  <a:gd name="connsiteX25" fmla="*/ 3770809 w 4781403"/>
                  <a:gd name="connsiteY25" fmla="*/ 421707 h 4037078"/>
                  <a:gd name="connsiteX26" fmla="*/ 4342387 w 4781403"/>
                  <a:gd name="connsiteY26" fmla="*/ 985906 h 4037078"/>
                  <a:gd name="connsiteX27" fmla="*/ 4364525 w 4781403"/>
                  <a:gd name="connsiteY27" fmla="*/ 1007776 h 4037078"/>
                  <a:gd name="connsiteX28" fmla="*/ 4342655 w 4781403"/>
                  <a:gd name="connsiteY28" fmla="*/ 1029916 h 4037078"/>
                  <a:gd name="connsiteX29" fmla="*/ 4080405 w 4781403"/>
                  <a:gd name="connsiteY29" fmla="*/ 1295072 h 4037078"/>
                  <a:gd name="connsiteX30" fmla="*/ 4067869 w 4781403"/>
                  <a:gd name="connsiteY30" fmla="*/ 1273574 h 4037078"/>
                  <a:gd name="connsiteX31" fmla="*/ 4064245 w 4781403"/>
                  <a:gd name="connsiteY31" fmla="*/ 1311411 h 4037078"/>
                  <a:gd name="connsiteX32" fmla="*/ 4080405 w 4781403"/>
                  <a:gd name="connsiteY32" fmla="*/ 1295072 h 4037078"/>
                  <a:gd name="connsiteX33" fmla="*/ 4172559 w 4781403"/>
                  <a:gd name="connsiteY33" fmla="*/ 1453112 h 4037078"/>
                  <a:gd name="connsiteX34" fmla="*/ 4150922 w 4781403"/>
                  <a:gd name="connsiteY34" fmla="*/ 1459002 h 4037078"/>
                  <a:gd name="connsiteX35" fmla="*/ 4184600 w 4781403"/>
                  <a:gd name="connsiteY35" fmla="*/ 1473760 h 4037078"/>
                  <a:gd name="connsiteX36" fmla="*/ 4172559 w 4781403"/>
                  <a:gd name="connsiteY36" fmla="*/ 1453112 h 4037078"/>
                  <a:gd name="connsiteX37" fmla="*/ 4532913 w 4781403"/>
                  <a:gd name="connsiteY37" fmla="*/ 1355017 h 4037078"/>
                  <a:gd name="connsiteX38" fmla="*/ 4559614 w 4781403"/>
                  <a:gd name="connsiteY38" fmla="*/ 1347771 h 4037078"/>
                  <a:gd name="connsiteX39" fmla="*/ 4566725 w 4781403"/>
                  <a:gd name="connsiteY39" fmla="*/ 1374203 h 4037078"/>
                  <a:gd name="connsiteX40" fmla="*/ 4775633 w 4781403"/>
                  <a:gd name="connsiteY40" fmla="*/ 2149725 h 4037078"/>
                  <a:gd name="connsiteX41" fmla="*/ 4781403 w 4781403"/>
                  <a:gd name="connsiteY41" fmla="*/ 2171328 h 4037078"/>
                  <a:gd name="connsiteX42" fmla="*/ 4760069 w 4781403"/>
                  <a:gd name="connsiteY42" fmla="*/ 2177097 h 4037078"/>
                  <a:gd name="connsiteX43" fmla="*/ 4392444 w 4781403"/>
                  <a:gd name="connsiteY43" fmla="*/ 2275913 h 4037078"/>
                  <a:gd name="connsiteX44" fmla="*/ 4392435 w 4781403"/>
                  <a:gd name="connsiteY44" fmla="*/ 2259748 h 4037078"/>
                  <a:gd name="connsiteX45" fmla="*/ 4378211 w 4781403"/>
                  <a:gd name="connsiteY45" fmla="*/ 2279739 h 4037078"/>
                  <a:gd name="connsiteX46" fmla="*/ 4392444 w 4781403"/>
                  <a:gd name="connsiteY46" fmla="*/ 2275913 h 4037078"/>
                  <a:gd name="connsiteX47" fmla="*/ 4392560 w 4781403"/>
                  <a:gd name="connsiteY47" fmla="*/ 2476005 h 4037078"/>
                  <a:gd name="connsiteX48" fmla="*/ 4379285 w 4781403"/>
                  <a:gd name="connsiteY48" fmla="*/ 2472412 h 4037078"/>
                  <a:gd name="connsiteX49" fmla="*/ 4392568 w 4781403"/>
                  <a:gd name="connsiteY49" fmla="*/ 2490527 h 4037078"/>
                  <a:gd name="connsiteX50" fmla="*/ 4392560 w 4781403"/>
                  <a:gd name="connsiteY50" fmla="*/ 2476005 h 4037078"/>
                  <a:gd name="connsiteX51" fmla="*/ 4761008 w 4781403"/>
                  <a:gd name="connsiteY51" fmla="*/ 2575725 h 4037078"/>
                  <a:gd name="connsiteX52" fmla="*/ 4774291 w 4781403"/>
                  <a:gd name="connsiteY52" fmla="*/ 2579349 h 4037078"/>
                  <a:gd name="connsiteX53" fmla="*/ 4770669 w 4781403"/>
                  <a:gd name="connsiteY53" fmla="*/ 2592364 h 4037078"/>
                  <a:gd name="connsiteX54" fmla="*/ 4558139 w 4781403"/>
                  <a:gd name="connsiteY54" fmla="*/ 3369630 h 4037078"/>
                  <a:gd name="connsiteX55" fmla="*/ 4177729 w 4781403"/>
                  <a:gd name="connsiteY55" fmla="*/ 3277133 h 4037078"/>
                  <a:gd name="connsiteX56" fmla="*/ 4181110 w 4781403"/>
                  <a:gd name="connsiteY56" fmla="*/ 3271012 h 4037078"/>
                  <a:gd name="connsiteX57" fmla="*/ 4171317 w 4781403"/>
                  <a:gd name="connsiteY57" fmla="*/ 3275574 h 4037078"/>
                  <a:gd name="connsiteX58" fmla="*/ 4177729 w 4781403"/>
                  <a:gd name="connsiteY58" fmla="*/ 3277133 h 4037078"/>
                  <a:gd name="connsiteX59" fmla="*/ 4074485 w 4781403"/>
                  <a:gd name="connsiteY59" fmla="*/ 3464046 h 4037078"/>
                  <a:gd name="connsiteX60" fmla="*/ 4068539 w 4781403"/>
                  <a:gd name="connsiteY60" fmla="*/ 3458318 h 4037078"/>
                  <a:gd name="connsiteX61" fmla="*/ 4070015 w 4781403"/>
                  <a:gd name="connsiteY61" fmla="*/ 3472138 h 4037078"/>
                  <a:gd name="connsiteX62" fmla="*/ 4074485 w 4781403"/>
                  <a:gd name="connsiteY62" fmla="*/ 3464046 h 4037078"/>
                  <a:gd name="connsiteX63" fmla="*/ 4353389 w 4781403"/>
                  <a:gd name="connsiteY63" fmla="*/ 3732703 h 4037078"/>
                  <a:gd name="connsiteX64" fmla="*/ 4364257 w 4781403"/>
                  <a:gd name="connsiteY64" fmla="*/ 3743169 h 4037078"/>
                  <a:gd name="connsiteX65" fmla="*/ 4353524 w 4781403"/>
                  <a:gd name="connsiteY65" fmla="*/ 3754306 h 4037078"/>
                  <a:gd name="connsiteX66" fmla="*/ 4079823 w 4781403"/>
                  <a:gd name="connsiteY66" fmla="*/ 4037078 h 4037078"/>
                  <a:gd name="connsiteX67" fmla="*/ 4027608 w 4781403"/>
                  <a:gd name="connsiteY67" fmla="*/ 4037078 h 4037078"/>
                  <a:gd name="connsiteX68" fmla="*/ 4321214 w 4781403"/>
                  <a:gd name="connsiteY68" fmla="*/ 3743542 h 4037078"/>
                  <a:gd name="connsiteX69" fmla="*/ 4332055 w 4781403"/>
                  <a:gd name="connsiteY69" fmla="*/ 3754440 h 4037078"/>
                  <a:gd name="connsiteX70" fmla="*/ 4331921 w 4781403"/>
                  <a:gd name="connsiteY70" fmla="*/ 3732837 h 4037078"/>
                  <a:gd name="connsiteX71" fmla="*/ 4321214 w 4781403"/>
                  <a:gd name="connsiteY71" fmla="*/ 3743542 h 4037078"/>
                  <a:gd name="connsiteX72" fmla="*/ 4053244 w 4781403"/>
                  <a:gd name="connsiteY72" fmla="*/ 3474151 h 4037078"/>
                  <a:gd name="connsiteX73" fmla="*/ 4046803 w 4781403"/>
                  <a:gd name="connsiteY73" fmla="*/ 3467710 h 4037078"/>
                  <a:gd name="connsiteX74" fmla="*/ 4051633 w 4781403"/>
                  <a:gd name="connsiteY74" fmla="*/ 3460331 h 4037078"/>
                  <a:gd name="connsiteX75" fmla="*/ 4165815 w 4781403"/>
                  <a:gd name="connsiteY75" fmla="*/ 3263633 h 4037078"/>
                  <a:gd name="connsiteX76" fmla="*/ 4169035 w 4781403"/>
                  <a:gd name="connsiteY76" fmla="*/ 3257328 h 4037078"/>
                  <a:gd name="connsiteX77" fmla="*/ 4175609 w 4781403"/>
                  <a:gd name="connsiteY77" fmla="*/ 3259205 h 4037078"/>
                  <a:gd name="connsiteX78" fmla="*/ 4554381 w 4781403"/>
                  <a:gd name="connsiteY78" fmla="*/ 3363458 h 4037078"/>
                  <a:gd name="connsiteX79" fmla="*/ 4741362 w 4781403"/>
                  <a:gd name="connsiteY79" fmla="*/ 2599183 h 4037078"/>
                  <a:gd name="connsiteX80" fmla="*/ 4754433 w 4781403"/>
                  <a:gd name="connsiteY80" fmla="*/ 2602426 h 4037078"/>
                  <a:gd name="connsiteX81" fmla="*/ 4744639 w 4781403"/>
                  <a:gd name="connsiteY81" fmla="*/ 2585789 h 4037078"/>
                  <a:gd name="connsiteX82" fmla="*/ 4741362 w 4781403"/>
                  <a:gd name="connsiteY82" fmla="*/ 2599183 h 4037078"/>
                  <a:gd name="connsiteX83" fmla="*/ 4370563 w 4781403"/>
                  <a:gd name="connsiteY83" fmla="*/ 2507164 h 4037078"/>
                  <a:gd name="connsiteX84" fmla="*/ 4356609 w 4781403"/>
                  <a:gd name="connsiteY84" fmla="*/ 2503674 h 4037078"/>
                  <a:gd name="connsiteX85" fmla="*/ 4357280 w 4781403"/>
                  <a:gd name="connsiteY85" fmla="*/ 2489051 h 4037078"/>
                  <a:gd name="connsiteX86" fmla="*/ 4353925 w 4781403"/>
                  <a:gd name="connsiteY86" fmla="*/ 2262565 h 4037078"/>
                  <a:gd name="connsiteX87" fmla="*/ 4352853 w 4781403"/>
                  <a:gd name="connsiteY87" fmla="*/ 2247000 h 4037078"/>
                  <a:gd name="connsiteX88" fmla="*/ 4368149 w 4781403"/>
                  <a:gd name="connsiteY88" fmla="*/ 2242708 h 4037078"/>
                  <a:gd name="connsiteX89" fmla="*/ 4727065 w 4781403"/>
                  <a:gd name="connsiteY89" fmla="*/ 2140667 h 4037078"/>
                  <a:gd name="connsiteX90" fmla="*/ 4733101 w 4781403"/>
                  <a:gd name="connsiteY90" fmla="*/ 2161936 h 4037078"/>
                  <a:gd name="connsiteX91" fmla="*/ 4748529 w 4781403"/>
                  <a:gd name="connsiteY91" fmla="*/ 2134565 h 4037078"/>
                  <a:gd name="connsiteX92" fmla="*/ 4727065 w 4781403"/>
                  <a:gd name="connsiteY92" fmla="*/ 2140667 h 4037078"/>
                  <a:gd name="connsiteX93" fmla="*/ 4521400 w 4781403"/>
                  <a:gd name="connsiteY93" fmla="*/ 1415931 h 4037078"/>
                  <a:gd name="connsiteX94" fmla="*/ 4547673 w 4781403"/>
                  <a:gd name="connsiteY94" fmla="*/ 1408552 h 4037078"/>
                  <a:gd name="connsiteX95" fmla="*/ 4513861 w 4781403"/>
                  <a:gd name="connsiteY95" fmla="*/ 1389365 h 4037078"/>
                  <a:gd name="connsiteX96" fmla="*/ 4521400 w 4781403"/>
                  <a:gd name="connsiteY96" fmla="*/ 1415931 h 4037078"/>
                  <a:gd name="connsiteX97" fmla="*/ 4166485 w 4781403"/>
                  <a:gd name="connsiteY97" fmla="*/ 1515622 h 4037078"/>
                  <a:gd name="connsiteX98" fmla="*/ 4143811 w 4781403"/>
                  <a:gd name="connsiteY98" fmla="*/ 1522062 h 4037078"/>
                  <a:gd name="connsiteX99" fmla="*/ 4132808 w 4781403"/>
                  <a:gd name="connsiteY99" fmla="*/ 1500863 h 4037078"/>
                  <a:gd name="connsiteX100" fmla="*/ 4017956 w 4781403"/>
                  <a:gd name="connsiteY100" fmla="*/ 1307385 h 4037078"/>
                  <a:gd name="connsiteX101" fmla="*/ 4004269 w 4781403"/>
                  <a:gd name="connsiteY101" fmla="*/ 1287125 h 4037078"/>
                  <a:gd name="connsiteX102" fmla="*/ 4021444 w 4781403"/>
                  <a:gd name="connsiteY102" fmla="*/ 1269549 h 4037078"/>
                  <a:gd name="connsiteX103" fmla="*/ 4276600 w 4781403"/>
                  <a:gd name="connsiteY103" fmla="*/ 1008831 h 4037078"/>
                  <a:gd name="connsiteX104" fmla="*/ 4298781 w 4781403"/>
                  <a:gd name="connsiteY104" fmla="*/ 1030586 h 4037078"/>
                  <a:gd name="connsiteX105" fmla="*/ 4298378 w 4781403"/>
                  <a:gd name="connsiteY105" fmla="*/ 986577 h 4037078"/>
                  <a:gd name="connsiteX106" fmla="*/ 4276600 w 4781403"/>
                  <a:gd name="connsiteY106" fmla="*/ 1008831 h 4037078"/>
                  <a:gd name="connsiteX107" fmla="*/ 3748588 w 4781403"/>
                  <a:gd name="connsiteY107" fmla="*/ 490950 h 4037078"/>
                  <a:gd name="connsiteX108" fmla="*/ 3771345 w 4781403"/>
                  <a:gd name="connsiteY108" fmla="*/ 467863 h 4037078"/>
                  <a:gd name="connsiteX109" fmla="*/ 3725458 w 4781403"/>
                  <a:gd name="connsiteY109" fmla="*/ 468264 h 4037078"/>
                  <a:gd name="connsiteX110" fmla="*/ 3748588 w 4781403"/>
                  <a:gd name="connsiteY110" fmla="*/ 490950 h 4037078"/>
                  <a:gd name="connsiteX111" fmla="*/ 3493741 w 4781403"/>
                  <a:gd name="connsiteY111" fmla="*/ 749493 h 4037078"/>
                  <a:gd name="connsiteX112" fmla="*/ 3475359 w 4781403"/>
                  <a:gd name="connsiteY112" fmla="*/ 768143 h 4037078"/>
                  <a:gd name="connsiteX113" fmla="*/ 3453489 w 4781403"/>
                  <a:gd name="connsiteY113" fmla="*/ 753920 h 4037078"/>
                  <a:gd name="connsiteX114" fmla="*/ 3257999 w 4781403"/>
                  <a:gd name="connsiteY114" fmla="*/ 642691 h 4037078"/>
                  <a:gd name="connsiteX115" fmla="*/ 3234785 w 4781403"/>
                  <a:gd name="connsiteY115" fmla="*/ 631151 h 4037078"/>
                  <a:gd name="connsiteX116" fmla="*/ 3241360 w 4781403"/>
                  <a:gd name="connsiteY116" fmla="*/ 606330 h 4037078"/>
                  <a:gd name="connsiteX117" fmla="*/ 3334527 w 4781403"/>
                  <a:gd name="connsiteY117" fmla="*/ 252769 h 4037078"/>
                  <a:gd name="connsiteX118" fmla="*/ 3363727 w 4781403"/>
                  <a:gd name="connsiteY118" fmla="*/ 260565 h 4037078"/>
                  <a:gd name="connsiteX119" fmla="*/ 3342125 w 4781403"/>
                  <a:gd name="connsiteY119" fmla="*/ 223935 h 4037078"/>
                  <a:gd name="connsiteX120" fmla="*/ 3334527 w 4781403"/>
                  <a:gd name="connsiteY120" fmla="*/ 252769 h 4037078"/>
                  <a:gd name="connsiteX121" fmla="*/ 2611127 w 4781403"/>
                  <a:gd name="connsiteY121" fmla="*/ 59629 h 4037078"/>
                  <a:gd name="connsiteX122" fmla="*/ 2617454 w 4781403"/>
                  <a:gd name="connsiteY122" fmla="*/ 35958 h 4037078"/>
                  <a:gd name="connsiteX123" fmla="*/ 2587802 w 4781403"/>
                  <a:gd name="connsiteY123" fmla="*/ 53401 h 4037078"/>
                  <a:gd name="connsiteX124" fmla="*/ 2611127 w 4781403"/>
                  <a:gd name="connsiteY124" fmla="*/ 59629 h 4037078"/>
                  <a:gd name="connsiteX125" fmla="*/ 2515348 w 4781403"/>
                  <a:gd name="connsiteY125" fmla="*/ 417950 h 4037078"/>
                  <a:gd name="connsiteX126" fmla="*/ 2510786 w 4781403"/>
                  <a:gd name="connsiteY126" fmla="*/ 434990 h 4037078"/>
                  <a:gd name="connsiteX127" fmla="*/ 2493478 w 4781403"/>
                  <a:gd name="connsiteY127" fmla="*/ 433916 h 4037078"/>
                  <a:gd name="connsiteX128" fmla="*/ 2267261 w 4781403"/>
                  <a:gd name="connsiteY128" fmla="*/ 433916 h 4037078"/>
                  <a:gd name="connsiteX129" fmla="*/ 2251161 w 4781403"/>
                  <a:gd name="connsiteY129" fmla="*/ 434856 h 4037078"/>
                  <a:gd name="connsiteX130" fmla="*/ 2247002 w 4781403"/>
                  <a:gd name="connsiteY130" fmla="*/ 419561 h 4037078"/>
                  <a:gd name="connsiteX131" fmla="*/ 2148756 w 4781403"/>
                  <a:gd name="connsiteY131" fmla="*/ 53584 h 4037078"/>
                  <a:gd name="connsiteX132" fmla="*/ 2164887 w 4781403"/>
                  <a:gd name="connsiteY132" fmla="*/ 49241 h 4037078"/>
                  <a:gd name="connsiteX133" fmla="*/ 2144493 w 4781403"/>
                  <a:gd name="connsiteY133" fmla="*/ 37703 h 4037078"/>
                  <a:gd name="connsiteX134" fmla="*/ 2148756 w 4781403"/>
                  <a:gd name="connsiteY134" fmla="*/ 53584 h 4037078"/>
                  <a:gd name="connsiteX135" fmla="*/ 1777127 w 4781403"/>
                  <a:gd name="connsiteY135" fmla="*/ 153629 h 4037078"/>
                  <a:gd name="connsiteX136" fmla="*/ 1401145 w 4781403"/>
                  <a:gd name="connsiteY136" fmla="*/ 255696 h 4037078"/>
                  <a:gd name="connsiteX137" fmla="*/ 1397952 w 4781403"/>
                  <a:gd name="connsiteY137" fmla="*/ 244062 h 4037078"/>
                  <a:gd name="connsiteX138" fmla="*/ 1389634 w 4781403"/>
                  <a:gd name="connsiteY138" fmla="*/ 258821 h 4037078"/>
                  <a:gd name="connsiteX139" fmla="*/ 1401145 w 4781403"/>
                  <a:gd name="connsiteY139" fmla="*/ 255696 h 4037078"/>
                  <a:gd name="connsiteX140" fmla="*/ 1502742 w 4781403"/>
                  <a:gd name="connsiteY140" fmla="*/ 625918 h 4037078"/>
                  <a:gd name="connsiteX141" fmla="*/ 1505158 w 4781403"/>
                  <a:gd name="connsiteY141" fmla="*/ 634775 h 4037078"/>
                  <a:gd name="connsiteX142" fmla="*/ 1496972 w 4781403"/>
                  <a:gd name="connsiteY142" fmla="*/ 638934 h 4037078"/>
                  <a:gd name="connsiteX143" fmla="*/ 1301079 w 4781403"/>
                  <a:gd name="connsiteY143" fmla="*/ 753786 h 4037078"/>
                  <a:gd name="connsiteX144" fmla="*/ 1293699 w 4781403"/>
                  <a:gd name="connsiteY144" fmla="*/ 758751 h 4037078"/>
                  <a:gd name="connsiteX145" fmla="*/ 1287394 w 4781403"/>
                  <a:gd name="connsiteY145" fmla="*/ 752578 h 4037078"/>
                  <a:gd name="connsiteX146" fmla="*/ 1013031 w 4781403"/>
                  <a:gd name="connsiteY146" fmla="*/ 482908 h 4037078"/>
                  <a:gd name="connsiteX147" fmla="*/ 1020926 w 4781403"/>
                  <a:gd name="connsiteY147" fmla="*/ 474839 h 4037078"/>
                  <a:gd name="connsiteX148" fmla="*/ 1004959 w 4781403"/>
                  <a:gd name="connsiteY148" fmla="*/ 474975 h 4037078"/>
                  <a:gd name="connsiteX149" fmla="*/ 1013031 w 4781403"/>
                  <a:gd name="connsiteY149" fmla="*/ 482908 h 4037078"/>
                  <a:gd name="connsiteX150" fmla="*/ 468766 w 4781403"/>
                  <a:gd name="connsiteY150" fmla="*/ 1039135 h 4037078"/>
                  <a:gd name="connsiteX151" fmla="*/ 459142 w 4781403"/>
                  <a:gd name="connsiteY151" fmla="*/ 1029780 h 4037078"/>
                  <a:gd name="connsiteX152" fmla="*/ 459276 w 4781403"/>
                  <a:gd name="connsiteY152" fmla="*/ 1048833 h 4037078"/>
                  <a:gd name="connsiteX153" fmla="*/ 468766 w 4781403"/>
                  <a:gd name="connsiteY153" fmla="*/ 1039135 h 4037078"/>
                  <a:gd name="connsiteX154" fmla="*/ 742649 w 4781403"/>
                  <a:gd name="connsiteY154" fmla="*/ 1305373 h 4037078"/>
                  <a:gd name="connsiteX155" fmla="*/ 751907 w 4781403"/>
                  <a:gd name="connsiteY155" fmla="*/ 1314362 h 4037078"/>
                  <a:gd name="connsiteX156" fmla="*/ 744931 w 4781403"/>
                  <a:gd name="connsiteY156" fmla="*/ 1325364 h 4037078"/>
                  <a:gd name="connsiteX157" fmla="*/ 634505 w 4781403"/>
                  <a:gd name="connsiteY157" fmla="*/ 1523270 h 4037078"/>
                  <a:gd name="connsiteX158" fmla="*/ 628468 w 4781403"/>
                  <a:gd name="connsiteY158" fmla="*/ 1535882 h 4037078"/>
                  <a:gd name="connsiteX159" fmla="*/ 614648 w 4781403"/>
                  <a:gd name="connsiteY159" fmla="*/ 1532394 h 4037078"/>
                  <a:gd name="connsiteX160" fmla="*/ 250518 w 4781403"/>
                  <a:gd name="connsiteY160" fmla="*/ 1440406 h 4037078"/>
                  <a:gd name="connsiteX161" fmla="*/ 255332 w 4781403"/>
                  <a:gd name="connsiteY161" fmla="*/ 1421298 h 4037078"/>
                  <a:gd name="connsiteX162" fmla="*/ 231181 w 4781403"/>
                  <a:gd name="connsiteY162" fmla="*/ 1435521 h 4037078"/>
                  <a:gd name="connsiteX163" fmla="*/ 250518 w 4781403"/>
                  <a:gd name="connsiteY163" fmla="*/ 1440406 h 4037078"/>
                  <a:gd name="connsiteX164" fmla="*/ 65316 w 4781403"/>
                  <a:gd name="connsiteY164" fmla="*/ 2175388 h 4037078"/>
                  <a:gd name="connsiteX165" fmla="*/ 40790 w 4781403"/>
                  <a:gd name="connsiteY165" fmla="*/ 2169181 h 4037078"/>
                  <a:gd name="connsiteX166" fmla="*/ 59036 w 4781403"/>
                  <a:gd name="connsiteY166" fmla="*/ 2200309 h 4037078"/>
                  <a:gd name="connsiteX167" fmla="*/ 65316 w 4781403"/>
                  <a:gd name="connsiteY167" fmla="*/ 2175388 h 4037078"/>
                  <a:gd name="connsiteX168" fmla="*/ 424123 w 4781403"/>
                  <a:gd name="connsiteY168" fmla="*/ 2266189 h 4037078"/>
                  <a:gd name="connsiteX169" fmla="*/ 445993 w 4781403"/>
                  <a:gd name="connsiteY169" fmla="*/ 2271689 h 4037078"/>
                  <a:gd name="connsiteX170" fmla="*/ 444919 w 4781403"/>
                  <a:gd name="connsiteY170" fmla="*/ 2294499 h 4037078"/>
                  <a:gd name="connsiteX171" fmla="*/ 447737 w 4781403"/>
                  <a:gd name="connsiteY171" fmla="*/ 2519776 h 4037078"/>
                  <a:gd name="connsiteX172" fmla="*/ 449347 w 4781403"/>
                  <a:gd name="connsiteY172" fmla="*/ 2543122 h 4037078"/>
                  <a:gd name="connsiteX173" fmla="*/ 426537 w 4781403"/>
                  <a:gd name="connsiteY173" fmla="*/ 2549562 h 4037078"/>
                  <a:gd name="connsiteX174" fmla="*/ 75623 w 4781403"/>
                  <a:gd name="connsiteY174" fmla="*/ 2648393 h 4037078"/>
                  <a:gd name="connsiteX175" fmla="*/ 67355 w 4781403"/>
                  <a:gd name="connsiteY175" fmla="*/ 2618930 h 4037078"/>
                  <a:gd name="connsiteX176" fmla="*/ 45888 w 4781403"/>
                  <a:gd name="connsiteY176" fmla="*/ 2656768 h 4037078"/>
                  <a:gd name="connsiteX177" fmla="*/ 75623 w 4781403"/>
                  <a:gd name="connsiteY177" fmla="*/ 2648393 h 4037078"/>
                  <a:gd name="connsiteX178" fmla="*/ 275191 w 4781403"/>
                  <a:gd name="connsiteY178" fmla="*/ 3359656 h 4037078"/>
                  <a:gd name="connsiteX179" fmla="*/ 242854 w 4781403"/>
                  <a:gd name="connsiteY179" fmla="*/ 3368690 h 4037078"/>
                  <a:gd name="connsiteX180" fmla="*/ 284314 w 4781403"/>
                  <a:gd name="connsiteY180" fmla="*/ 3392171 h 4037078"/>
                  <a:gd name="connsiteX181" fmla="*/ 275191 w 4781403"/>
                  <a:gd name="connsiteY181" fmla="*/ 3359656 h 4037078"/>
                  <a:gd name="connsiteX182" fmla="*/ 624175 w 4781403"/>
                  <a:gd name="connsiteY182" fmla="*/ 3262157 h 4037078"/>
                  <a:gd name="connsiteX183" fmla="*/ 651278 w 4781403"/>
                  <a:gd name="connsiteY183" fmla="*/ 3254509 h 4037078"/>
                  <a:gd name="connsiteX184" fmla="*/ 664293 w 4781403"/>
                  <a:gd name="connsiteY184" fmla="*/ 3279735 h 4037078"/>
                  <a:gd name="connsiteX185" fmla="*/ 778609 w 4781403"/>
                  <a:gd name="connsiteY185" fmla="*/ 3472809 h 4037078"/>
                  <a:gd name="connsiteX186" fmla="*/ 794575 w 4781403"/>
                  <a:gd name="connsiteY186" fmla="*/ 3496558 h 4037078"/>
                  <a:gd name="connsiteX187" fmla="*/ 774448 w 4781403"/>
                  <a:gd name="connsiteY187" fmla="*/ 3517220 h 4037078"/>
                  <a:gd name="connsiteX188" fmla="*/ 523067 w 4781403"/>
                  <a:gd name="connsiteY188" fmla="*/ 3774084 h 4037078"/>
                  <a:gd name="connsiteX189" fmla="*/ 497112 w 4781403"/>
                  <a:gd name="connsiteY189" fmla="*/ 3748670 h 4037078"/>
                  <a:gd name="connsiteX190" fmla="*/ 497515 w 4781403"/>
                  <a:gd name="connsiteY190" fmla="*/ 3800192 h 4037078"/>
                  <a:gd name="connsiteX191" fmla="*/ 523067 w 4781403"/>
                  <a:gd name="connsiteY191" fmla="*/ 3774084 h 4037078"/>
                  <a:gd name="connsiteX192" fmla="*/ 791650 w 4781403"/>
                  <a:gd name="connsiteY192" fmla="*/ 4037078 h 4037078"/>
                  <a:gd name="connsiteX193" fmla="*/ 685249 w 4781403"/>
                  <a:gd name="connsiteY193" fmla="*/ 4037078 h 4037078"/>
                  <a:gd name="connsiteX194" fmla="*/ 446261 w 4781403"/>
                  <a:gd name="connsiteY194" fmla="*/ 3800729 h 4037078"/>
                  <a:gd name="connsiteX195" fmla="*/ 420365 w 4781403"/>
                  <a:gd name="connsiteY195" fmla="*/ 3775102 h 4037078"/>
                  <a:gd name="connsiteX196" fmla="*/ 445859 w 4781403"/>
                  <a:gd name="connsiteY196" fmla="*/ 3749341 h 4037078"/>
                  <a:gd name="connsiteX197" fmla="*/ 705336 w 4781403"/>
                  <a:gd name="connsiteY197" fmla="*/ 3486987 h 4037078"/>
                  <a:gd name="connsiteX198" fmla="*/ 720109 w 4781403"/>
                  <a:gd name="connsiteY198" fmla="*/ 3512257 h 4037078"/>
                  <a:gd name="connsiteX199" fmla="*/ 724267 w 4781403"/>
                  <a:gd name="connsiteY199" fmla="*/ 3467846 h 4037078"/>
                  <a:gd name="connsiteX200" fmla="*/ 705336 w 4781403"/>
                  <a:gd name="connsiteY200" fmla="*/ 3486987 h 4037078"/>
                  <a:gd name="connsiteX201" fmla="*/ 617234 w 4781403"/>
                  <a:gd name="connsiteY201" fmla="*/ 3336286 h 4037078"/>
                  <a:gd name="connsiteX202" fmla="*/ 642959 w 4781403"/>
                  <a:gd name="connsiteY202" fmla="*/ 3329245 h 4037078"/>
                  <a:gd name="connsiteX203" fmla="*/ 602841 w 4781403"/>
                  <a:gd name="connsiteY203" fmla="*/ 3311667 h 4037078"/>
                  <a:gd name="connsiteX204" fmla="*/ 617234 w 4781403"/>
                  <a:gd name="connsiteY204" fmla="*/ 3336286 h 4037078"/>
                  <a:gd name="connsiteX205" fmla="*/ 261102 w 4781403"/>
                  <a:gd name="connsiteY205" fmla="*/ 3433765 h 4037078"/>
                  <a:gd name="connsiteX206" fmla="*/ 228497 w 4781403"/>
                  <a:gd name="connsiteY206" fmla="*/ 3442620 h 4037078"/>
                  <a:gd name="connsiteX207" fmla="*/ 219643 w 4781403"/>
                  <a:gd name="connsiteY207" fmla="*/ 3410284 h 4037078"/>
                  <a:gd name="connsiteX208" fmla="*/ 8184 w 4781403"/>
                  <a:gd name="connsiteY208" fmla="*/ 2635433 h 4037078"/>
                  <a:gd name="connsiteX209" fmla="*/ 0 w 4781403"/>
                  <a:gd name="connsiteY209" fmla="*/ 2605513 h 4037078"/>
                  <a:gd name="connsiteX210" fmla="*/ 29653 w 4781403"/>
                  <a:gd name="connsiteY210" fmla="*/ 2597463 h 4037078"/>
                  <a:gd name="connsiteX211" fmla="*/ 389959 w 4781403"/>
                  <a:gd name="connsiteY211" fmla="*/ 2499658 h 4037078"/>
                  <a:gd name="connsiteX212" fmla="*/ 390042 w 4781403"/>
                  <a:gd name="connsiteY212" fmla="*/ 2523667 h 4037078"/>
                  <a:gd name="connsiteX213" fmla="*/ 411241 w 4781403"/>
                  <a:gd name="connsiteY213" fmla="*/ 2493881 h 4037078"/>
                  <a:gd name="connsiteX214" fmla="*/ 389959 w 4781403"/>
                  <a:gd name="connsiteY214" fmla="*/ 2499658 h 4037078"/>
                  <a:gd name="connsiteX215" fmla="*/ 389316 w 4781403"/>
                  <a:gd name="connsiteY215" fmla="*/ 2314487 h 4037078"/>
                  <a:gd name="connsiteX216" fmla="*/ 410034 w 4781403"/>
                  <a:gd name="connsiteY216" fmla="*/ 2319991 h 4037078"/>
                  <a:gd name="connsiteX217" fmla="*/ 389237 w 4781403"/>
                  <a:gd name="connsiteY217" fmla="*/ 2291681 h 4037078"/>
                  <a:gd name="connsiteX218" fmla="*/ 389316 w 4781403"/>
                  <a:gd name="connsiteY218" fmla="*/ 2314487 h 4037078"/>
                  <a:gd name="connsiteX219" fmla="*/ 27774 w 4781403"/>
                  <a:gd name="connsiteY219" fmla="*/ 2218423 h 4037078"/>
                  <a:gd name="connsiteX220" fmla="*/ 2952 w 4781403"/>
                  <a:gd name="connsiteY220" fmla="*/ 2211847 h 4037078"/>
                  <a:gd name="connsiteX221" fmla="*/ 9526 w 4781403"/>
                  <a:gd name="connsiteY221" fmla="*/ 2187428 h 4037078"/>
                  <a:gd name="connsiteX222" fmla="*/ 216690 w 4781403"/>
                  <a:gd name="connsiteY222" fmla="*/ 1411504 h 4037078"/>
                  <a:gd name="connsiteX223" fmla="*/ 221789 w 4781403"/>
                  <a:gd name="connsiteY223" fmla="*/ 1392318 h 4037078"/>
                  <a:gd name="connsiteX224" fmla="*/ 240708 w 4781403"/>
                  <a:gd name="connsiteY224" fmla="*/ 1397415 h 4037078"/>
                  <a:gd name="connsiteX225" fmla="*/ 610155 w 4781403"/>
                  <a:gd name="connsiteY225" fmla="*/ 1495746 h 4037078"/>
                  <a:gd name="connsiteX226" fmla="*/ 602976 w 4781403"/>
                  <a:gd name="connsiteY226" fmla="*/ 1508243 h 4037078"/>
                  <a:gd name="connsiteX227" fmla="*/ 622833 w 4781403"/>
                  <a:gd name="connsiteY227" fmla="*/ 1499120 h 4037078"/>
                  <a:gd name="connsiteX228" fmla="*/ 610155 w 4781403"/>
                  <a:gd name="connsiteY228" fmla="*/ 1495746 h 4037078"/>
                  <a:gd name="connsiteX229" fmla="*/ 711305 w 4781403"/>
                  <a:gd name="connsiteY229" fmla="*/ 1319680 h 4037078"/>
                  <a:gd name="connsiteX230" fmla="*/ 719975 w 4781403"/>
                  <a:gd name="connsiteY230" fmla="*/ 1328317 h 4037078"/>
                  <a:gd name="connsiteX231" fmla="*/ 717828 w 4781403"/>
                  <a:gd name="connsiteY231" fmla="*/ 1308324 h 4037078"/>
                  <a:gd name="connsiteX232" fmla="*/ 711305 w 4781403"/>
                  <a:gd name="connsiteY232" fmla="*/ 1319680 h 4037078"/>
                  <a:gd name="connsiteX233" fmla="*/ 439820 w 4781403"/>
                  <a:gd name="connsiteY233" fmla="*/ 1049236 h 4037078"/>
                  <a:gd name="connsiteX234" fmla="*/ 430294 w 4781403"/>
                  <a:gd name="connsiteY234" fmla="*/ 1039709 h 4037078"/>
                  <a:gd name="connsiteX235" fmla="*/ 439686 w 4781403"/>
                  <a:gd name="connsiteY235" fmla="*/ 1030183 h 4037078"/>
                  <a:gd name="connsiteX236" fmla="*/ 1004556 w 4781403"/>
                  <a:gd name="connsiteY236" fmla="*/ 459276 h 4037078"/>
                  <a:gd name="connsiteX237" fmla="*/ 1012472 w 4781403"/>
                  <a:gd name="connsiteY237" fmla="*/ 451226 h 4037078"/>
                  <a:gd name="connsiteX238" fmla="*/ 1020522 w 4781403"/>
                  <a:gd name="connsiteY238" fmla="*/ 459142 h 4037078"/>
                  <a:gd name="connsiteX239" fmla="*/ 1296579 w 4781403"/>
                  <a:gd name="connsiteY239" fmla="*/ 731257 h 4037078"/>
                  <a:gd name="connsiteX240" fmla="*/ 1288870 w 4781403"/>
                  <a:gd name="connsiteY240" fmla="*/ 735807 h 4037078"/>
                  <a:gd name="connsiteX241" fmla="*/ 1302556 w 4781403"/>
                  <a:gd name="connsiteY241" fmla="*/ 737149 h 4037078"/>
                  <a:gd name="connsiteX242" fmla="*/ 1296579 w 4781403"/>
                  <a:gd name="connsiteY242" fmla="*/ 731257 h 4037078"/>
                  <a:gd name="connsiteX243" fmla="*/ 1478688 w 4781403"/>
                  <a:gd name="connsiteY243" fmla="*/ 623771 h 4037078"/>
                  <a:gd name="connsiteX244" fmla="*/ 1481006 w 4781403"/>
                  <a:gd name="connsiteY244" fmla="*/ 632091 h 4037078"/>
                  <a:gd name="connsiteX245" fmla="*/ 1486642 w 4781403"/>
                  <a:gd name="connsiteY245" fmla="*/ 619076 h 4037078"/>
                  <a:gd name="connsiteX246" fmla="*/ 1478688 w 4781403"/>
                  <a:gd name="connsiteY246" fmla="*/ 623771 h 4037078"/>
                  <a:gd name="connsiteX247" fmla="*/ 1374740 w 4781403"/>
                  <a:gd name="connsiteY247" fmla="*/ 250637 h 4037078"/>
                  <a:gd name="connsiteX248" fmla="*/ 1371520 w 4781403"/>
                  <a:gd name="connsiteY248" fmla="*/ 239097 h 4037078"/>
                  <a:gd name="connsiteX249" fmla="*/ 1383060 w 4781403"/>
                  <a:gd name="connsiteY249" fmla="*/ 235877 h 4037078"/>
                  <a:gd name="connsiteX250" fmla="*/ 1769612 w 4781403"/>
                  <a:gd name="connsiteY250" fmla="*/ 127063 h 4037078"/>
                  <a:gd name="connsiteX251" fmla="*/ 2155898 w 4781403"/>
                  <a:gd name="connsiteY251" fmla="*/ 17308 h 4037078"/>
                  <a:gd name="connsiteX252" fmla="*/ 2171731 w 4781403"/>
                  <a:gd name="connsiteY252" fmla="*/ 12746 h 4037078"/>
                  <a:gd name="connsiteX253" fmla="*/ 2176293 w 4781403"/>
                  <a:gd name="connsiteY253" fmla="*/ 28848 h 4037078"/>
                  <a:gd name="connsiteX254" fmla="*/ 2280540 w 4781403"/>
                  <a:gd name="connsiteY254" fmla="*/ 394486 h 4037078"/>
                  <a:gd name="connsiteX255" fmla="*/ 2264444 w 4781403"/>
                  <a:gd name="connsiteY255" fmla="*/ 394738 h 4037078"/>
                  <a:gd name="connsiteX256" fmla="*/ 2284705 w 4781403"/>
                  <a:gd name="connsiteY256" fmla="*/ 409095 h 4037078"/>
                  <a:gd name="connsiteX257" fmla="*/ 2280540 w 4781403"/>
                  <a:gd name="connsiteY257" fmla="*/ 394486 h 4037078"/>
                  <a:gd name="connsiteX258" fmla="*/ 2477694 w 4781403"/>
                  <a:gd name="connsiteY258" fmla="*/ 391395 h 4037078"/>
                  <a:gd name="connsiteX259" fmla="*/ 2473754 w 4781403"/>
                  <a:gd name="connsiteY259" fmla="*/ 407083 h 4037078"/>
                  <a:gd name="connsiteX260" fmla="*/ 2495490 w 4781403"/>
                  <a:gd name="connsiteY260" fmla="*/ 391116 h 4037078"/>
                  <a:gd name="connsiteX261" fmla="*/ 2477694 w 4781403"/>
                  <a:gd name="connsiteY261" fmla="*/ 391395 h 4037078"/>
                  <a:gd name="connsiteX262" fmla="*/ 2570091 w 4781403"/>
                  <a:gd name="connsiteY262" fmla="*/ 23481 h 403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</a:cxnLst>
                <a:rect l="l" t="t" r="r" b="b"/>
                <a:pathLst>
                  <a:path w="4781403" h="4037078">
                    <a:moveTo>
                      <a:pt x="1315973" y="4006685"/>
                    </a:moveTo>
                    <a:lnTo>
                      <a:pt x="1342271" y="4023725"/>
                    </a:lnTo>
                    <a:lnTo>
                      <a:pt x="1365862" y="4037078"/>
                    </a:lnTo>
                    <a:lnTo>
                      <a:pt x="1286116" y="4037078"/>
                    </a:lnTo>
                    <a:lnTo>
                      <a:pt x="1293969" y="4029092"/>
                    </a:lnTo>
                    <a:close/>
                    <a:moveTo>
                      <a:pt x="3500583" y="4006283"/>
                    </a:moveTo>
                    <a:lnTo>
                      <a:pt x="3514806" y="4020505"/>
                    </a:lnTo>
                    <a:lnTo>
                      <a:pt x="3531387" y="4037078"/>
                    </a:lnTo>
                    <a:lnTo>
                      <a:pt x="3449588" y="4037078"/>
                    </a:lnTo>
                    <a:lnTo>
                      <a:pt x="3483409" y="4017553"/>
                    </a:lnTo>
                    <a:close/>
                    <a:moveTo>
                      <a:pt x="2575994" y="0"/>
                    </a:moveTo>
                    <a:lnTo>
                      <a:pt x="2599743" y="6038"/>
                    </a:lnTo>
                    <a:lnTo>
                      <a:pt x="3378619" y="202199"/>
                    </a:lnTo>
                    <a:lnTo>
                      <a:pt x="3407601" y="209444"/>
                    </a:lnTo>
                    <a:lnTo>
                      <a:pt x="3400087" y="238829"/>
                    </a:lnTo>
                    <a:lnTo>
                      <a:pt x="3308423" y="598434"/>
                    </a:lnTo>
                    <a:lnTo>
                      <a:pt x="3285772" y="585666"/>
                    </a:lnTo>
                    <a:lnTo>
                      <a:pt x="3302409" y="622027"/>
                    </a:lnTo>
                    <a:lnTo>
                      <a:pt x="3308423" y="598434"/>
                    </a:lnTo>
                    <a:lnTo>
                      <a:pt x="3464998" y="686690"/>
                    </a:lnTo>
                    <a:lnTo>
                      <a:pt x="3447853" y="704142"/>
                    </a:lnTo>
                    <a:lnTo>
                      <a:pt x="3488105" y="699714"/>
                    </a:lnTo>
                    <a:lnTo>
                      <a:pt x="3464998" y="686690"/>
                    </a:lnTo>
                    <a:lnTo>
                      <a:pt x="3724921" y="422110"/>
                    </a:lnTo>
                    <a:lnTo>
                      <a:pt x="3747731" y="398898"/>
                    </a:lnTo>
                    <a:lnTo>
                      <a:pt x="3770809" y="421707"/>
                    </a:lnTo>
                    <a:lnTo>
                      <a:pt x="4342387" y="985906"/>
                    </a:lnTo>
                    <a:lnTo>
                      <a:pt x="4364525" y="1007776"/>
                    </a:lnTo>
                    <a:lnTo>
                      <a:pt x="4342655" y="1029916"/>
                    </a:lnTo>
                    <a:lnTo>
                      <a:pt x="4080405" y="1295072"/>
                    </a:lnTo>
                    <a:lnTo>
                      <a:pt x="4067869" y="1273574"/>
                    </a:lnTo>
                    <a:lnTo>
                      <a:pt x="4064245" y="1311411"/>
                    </a:lnTo>
                    <a:lnTo>
                      <a:pt x="4080405" y="1295072"/>
                    </a:lnTo>
                    <a:lnTo>
                      <a:pt x="4172559" y="1453112"/>
                    </a:lnTo>
                    <a:lnTo>
                      <a:pt x="4150922" y="1459002"/>
                    </a:lnTo>
                    <a:lnTo>
                      <a:pt x="4184600" y="1473760"/>
                    </a:lnTo>
                    <a:lnTo>
                      <a:pt x="4172559" y="1453112"/>
                    </a:lnTo>
                    <a:lnTo>
                      <a:pt x="4532913" y="1355017"/>
                    </a:lnTo>
                    <a:lnTo>
                      <a:pt x="4559614" y="1347771"/>
                    </a:lnTo>
                    <a:lnTo>
                      <a:pt x="4566725" y="1374203"/>
                    </a:lnTo>
                    <a:lnTo>
                      <a:pt x="4775633" y="2149725"/>
                    </a:lnTo>
                    <a:lnTo>
                      <a:pt x="4781403" y="2171328"/>
                    </a:lnTo>
                    <a:lnTo>
                      <a:pt x="4760069" y="2177097"/>
                    </a:lnTo>
                    <a:lnTo>
                      <a:pt x="4392444" y="2275913"/>
                    </a:lnTo>
                    <a:lnTo>
                      <a:pt x="4392435" y="2259748"/>
                    </a:lnTo>
                    <a:lnTo>
                      <a:pt x="4378211" y="2279739"/>
                    </a:lnTo>
                    <a:lnTo>
                      <a:pt x="4392444" y="2275913"/>
                    </a:lnTo>
                    <a:lnTo>
                      <a:pt x="4392560" y="2476005"/>
                    </a:lnTo>
                    <a:lnTo>
                      <a:pt x="4379285" y="2472412"/>
                    </a:lnTo>
                    <a:lnTo>
                      <a:pt x="4392568" y="2490527"/>
                    </a:lnTo>
                    <a:lnTo>
                      <a:pt x="4392560" y="2476005"/>
                    </a:lnTo>
                    <a:lnTo>
                      <a:pt x="4761008" y="2575725"/>
                    </a:lnTo>
                    <a:lnTo>
                      <a:pt x="4774291" y="2579349"/>
                    </a:lnTo>
                    <a:lnTo>
                      <a:pt x="4770669" y="2592364"/>
                    </a:lnTo>
                    <a:lnTo>
                      <a:pt x="4558139" y="3369630"/>
                    </a:lnTo>
                    <a:lnTo>
                      <a:pt x="4177729" y="3277133"/>
                    </a:lnTo>
                    <a:lnTo>
                      <a:pt x="4181110" y="3271012"/>
                    </a:lnTo>
                    <a:lnTo>
                      <a:pt x="4171317" y="3275574"/>
                    </a:lnTo>
                    <a:lnTo>
                      <a:pt x="4177729" y="3277133"/>
                    </a:lnTo>
                    <a:lnTo>
                      <a:pt x="4074485" y="3464046"/>
                    </a:lnTo>
                    <a:lnTo>
                      <a:pt x="4068539" y="3458318"/>
                    </a:lnTo>
                    <a:lnTo>
                      <a:pt x="4070015" y="3472138"/>
                    </a:lnTo>
                    <a:lnTo>
                      <a:pt x="4074485" y="3464046"/>
                    </a:lnTo>
                    <a:lnTo>
                      <a:pt x="4353389" y="3732703"/>
                    </a:lnTo>
                    <a:lnTo>
                      <a:pt x="4364257" y="3743169"/>
                    </a:lnTo>
                    <a:lnTo>
                      <a:pt x="4353524" y="3754306"/>
                    </a:lnTo>
                    <a:lnTo>
                      <a:pt x="4079823" y="4037078"/>
                    </a:lnTo>
                    <a:lnTo>
                      <a:pt x="4027608" y="4037078"/>
                    </a:lnTo>
                    <a:lnTo>
                      <a:pt x="4321214" y="3743542"/>
                    </a:lnTo>
                    <a:lnTo>
                      <a:pt x="4332055" y="3754440"/>
                    </a:lnTo>
                    <a:lnTo>
                      <a:pt x="4331921" y="3732837"/>
                    </a:lnTo>
                    <a:lnTo>
                      <a:pt x="4321214" y="3743542"/>
                    </a:lnTo>
                    <a:lnTo>
                      <a:pt x="4053244" y="3474151"/>
                    </a:lnTo>
                    <a:lnTo>
                      <a:pt x="4046803" y="3467710"/>
                    </a:lnTo>
                    <a:lnTo>
                      <a:pt x="4051633" y="3460331"/>
                    </a:lnTo>
                    <a:cubicBezTo>
                      <a:pt x="4093496" y="3397001"/>
                      <a:pt x="4131600" y="3331391"/>
                      <a:pt x="4165815" y="3263633"/>
                    </a:cubicBezTo>
                    <a:lnTo>
                      <a:pt x="4169035" y="3257328"/>
                    </a:lnTo>
                    <a:lnTo>
                      <a:pt x="4175609" y="3259205"/>
                    </a:lnTo>
                    <a:lnTo>
                      <a:pt x="4554381" y="3363458"/>
                    </a:lnTo>
                    <a:lnTo>
                      <a:pt x="4741362" y="2599183"/>
                    </a:lnTo>
                    <a:lnTo>
                      <a:pt x="4754433" y="2602426"/>
                    </a:lnTo>
                    <a:lnTo>
                      <a:pt x="4744639" y="2585789"/>
                    </a:lnTo>
                    <a:lnTo>
                      <a:pt x="4741362" y="2599183"/>
                    </a:lnTo>
                    <a:lnTo>
                      <a:pt x="4370563" y="2507164"/>
                    </a:lnTo>
                    <a:lnTo>
                      <a:pt x="4356609" y="2503674"/>
                    </a:lnTo>
                    <a:lnTo>
                      <a:pt x="4357280" y="2489051"/>
                    </a:lnTo>
                    <a:cubicBezTo>
                      <a:pt x="4360500" y="2413511"/>
                      <a:pt x="4359427" y="2337972"/>
                      <a:pt x="4353925" y="2262565"/>
                    </a:cubicBezTo>
                    <a:lnTo>
                      <a:pt x="4352853" y="2247000"/>
                    </a:lnTo>
                    <a:lnTo>
                      <a:pt x="4368149" y="2242708"/>
                    </a:lnTo>
                    <a:lnTo>
                      <a:pt x="4727065" y="2140667"/>
                    </a:lnTo>
                    <a:lnTo>
                      <a:pt x="4733101" y="2161936"/>
                    </a:lnTo>
                    <a:lnTo>
                      <a:pt x="4748529" y="2134565"/>
                    </a:lnTo>
                    <a:lnTo>
                      <a:pt x="4727065" y="2140667"/>
                    </a:lnTo>
                    <a:lnTo>
                      <a:pt x="4521400" y="1415931"/>
                    </a:lnTo>
                    <a:lnTo>
                      <a:pt x="4547673" y="1408552"/>
                    </a:lnTo>
                    <a:lnTo>
                      <a:pt x="4513861" y="1389365"/>
                    </a:lnTo>
                    <a:lnTo>
                      <a:pt x="4521400" y="1415931"/>
                    </a:lnTo>
                    <a:lnTo>
                      <a:pt x="4166485" y="1515622"/>
                    </a:lnTo>
                    <a:lnTo>
                      <a:pt x="4143811" y="1522062"/>
                    </a:lnTo>
                    <a:lnTo>
                      <a:pt x="4132808" y="1500863"/>
                    </a:lnTo>
                    <a:cubicBezTo>
                      <a:pt x="4098192" y="1434179"/>
                      <a:pt x="4059953" y="1369641"/>
                      <a:pt x="4017956" y="1307385"/>
                    </a:cubicBezTo>
                    <a:lnTo>
                      <a:pt x="4004269" y="1287125"/>
                    </a:lnTo>
                    <a:lnTo>
                      <a:pt x="4021444" y="1269549"/>
                    </a:lnTo>
                    <a:lnTo>
                      <a:pt x="4276600" y="1008831"/>
                    </a:lnTo>
                    <a:lnTo>
                      <a:pt x="4298781" y="1030586"/>
                    </a:lnTo>
                    <a:lnTo>
                      <a:pt x="4298378" y="986577"/>
                    </a:lnTo>
                    <a:lnTo>
                      <a:pt x="4276600" y="1008831"/>
                    </a:lnTo>
                    <a:lnTo>
                      <a:pt x="3748588" y="490950"/>
                    </a:lnTo>
                    <a:lnTo>
                      <a:pt x="3771345" y="467863"/>
                    </a:lnTo>
                    <a:lnTo>
                      <a:pt x="3725458" y="468264"/>
                    </a:lnTo>
                    <a:lnTo>
                      <a:pt x="3748588" y="490950"/>
                    </a:lnTo>
                    <a:lnTo>
                      <a:pt x="3493741" y="749493"/>
                    </a:lnTo>
                    <a:lnTo>
                      <a:pt x="3475359" y="768143"/>
                    </a:lnTo>
                    <a:lnTo>
                      <a:pt x="3453489" y="753920"/>
                    </a:lnTo>
                    <a:cubicBezTo>
                      <a:pt x="3390427" y="713131"/>
                      <a:pt x="3325084" y="676099"/>
                      <a:pt x="3257999" y="642691"/>
                    </a:cubicBezTo>
                    <a:lnTo>
                      <a:pt x="3234785" y="631151"/>
                    </a:lnTo>
                    <a:lnTo>
                      <a:pt x="3241360" y="606330"/>
                    </a:lnTo>
                    <a:lnTo>
                      <a:pt x="3334527" y="252769"/>
                    </a:lnTo>
                    <a:lnTo>
                      <a:pt x="3363727" y="260565"/>
                    </a:lnTo>
                    <a:lnTo>
                      <a:pt x="3342125" y="223935"/>
                    </a:lnTo>
                    <a:lnTo>
                      <a:pt x="3334527" y="252769"/>
                    </a:lnTo>
                    <a:lnTo>
                      <a:pt x="2611127" y="59629"/>
                    </a:lnTo>
                    <a:lnTo>
                      <a:pt x="2617454" y="35958"/>
                    </a:lnTo>
                    <a:lnTo>
                      <a:pt x="2587802" y="53401"/>
                    </a:lnTo>
                    <a:lnTo>
                      <a:pt x="2611127" y="59629"/>
                    </a:lnTo>
                    <a:lnTo>
                      <a:pt x="2515348" y="417950"/>
                    </a:lnTo>
                    <a:lnTo>
                      <a:pt x="2510786" y="434990"/>
                    </a:lnTo>
                    <a:lnTo>
                      <a:pt x="2493478" y="433916"/>
                    </a:lnTo>
                    <a:cubicBezTo>
                      <a:pt x="2418207" y="429490"/>
                      <a:pt x="2342668" y="429623"/>
                      <a:pt x="2267261" y="433916"/>
                    </a:cubicBezTo>
                    <a:lnTo>
                      <a:pt x="2251161" y="434856"/>
                    </a:lnTo>
                    <a:lnTo>
                      <a:pt x="2247002" y="419561"/>
                    </a:lnTo>
                    <a:lnTo>
                      <a:pt x="2148756" y="53584"/>
                    </a:lnTo>
                    <a:lnTo>
                      <a:pt x="2164887" y="49241"/>
                    </a:lnTo>
                    <a:lnTo>
                      <a:pt x="2144493" y="37703"/>
                    </a:lnTo>
                    <a:lnTo>
                      <a:pt x="2148756" y="53584"/>
                    </a:lnTo>
                    <a:lnTo>
                      <a:pt x="1777127" y="153629"/>
                    </a:lnTo>
                    <a:lnTo>
                      <a:pt x="1401145" y="255696"/>
                    </a:lnTo>
                    <a:lnTo>
                      <a:pt x="1397952" y="244062"/>
                    </a:lnTo>
                    <a:lnTo>
                      <a:pt x="1389634" y="258821"/>
                    </a:lnTo>
                    <a:lnTo>
                      <a:pt x="1401145" y="255696"/>
                    </a:lnTo>
                    <a:lnTo>
                      <a:pt x="1502742" y="625918"/>
                    </a:lnTo>
                    <a:lnTo>
                      <a:pt x="1505158" y="634775"/>
                    </a:lnTo>
                    <a:lnTo>
                      <a:pt x="1496972" y="638934"/>
                    </a:lnTo>
                    <a:cubicBezTo>
                      <a:pt x="1429483" y="673416"/>
                      <a:pt x="1364141" y="711789"/>
                      <a:pt x="1301079" y="753786"/>
                    </a:cubicBezTo>
                    <a:lnTo>
                      <a:pt x="1293699" y="758751"/>
                    </a:lnTo>
                    <a:lnTo>
                      <a:pt x="1287394" y="752578"/>
                    </a:lnTo>
                    <a:lnTo>
                      <a:pt x="1013031" y="482908"/>
                    </a:lnTo>
                    <a:lnTo>
                      <a:pt x="1020926" y="474839"/>
                    </a:lnTo>
                    <a:lnTo>
                      <a:pt x="1004959" y="474975"/>
                    </a:lnTo>
                    <a:lnTo>
                      <a:pt x="1013031" y="482908"/>
                    </a:lnTo>
                    <a:lnTo>
                      <a:pt x="468766" y="1039135"/>
                    </a:lnTo>
                    <a:lnTo>
                      <a:pt x="459142" y="1029780"/>
                    </a:lnTo>
                    <a:lnTo>
                      <a:pt x="459276" y="1048833"/>
                    </a:lnTo>
                    <a:lnTo>
                      <a:pt x="468766" y="1039135"/>
                    </a:lnTo>
                    <a:lnTo>
                      <a:pt x="742649" y="1305373"/>
                    </a:lnTo>
                    <a:lnTo>
                      <a:pt x="751907" y="1314362"/>
                    </a:lnTo>
                    <a:lnTo>
                      <a:pt x="744931" y="1325364"/>
                    </a:lnTo>
                    <a:cubicBezTo>
                      <a:pt x="704276" y="1389231"/>
                      <a:pt x="667378" y="1455244"/>
                      <a:pt x="634505" y="1523270"/>
                    </a:cubicBezTo>
                    <a:lnTo>
                      <a:pt x="628468" y="1535882"/>
                    </a:lnTo>
                    <a:lnTo>
                      <a:pt x="614648" y="1532394"/>
                    </a:lnTo>
                    <a:lnTo>
                      <a:pt x="250518" y="1440406"/>
                    </a:lnTo>
                    <a:lnTo>
                      <a:pt x="255332" y="1421298"/>
                    </a:lnTo>
                    <a:lnTo>
                      <a:pt x="231181" y="1435521"/>
                    </a:lnTo>
                    <a:lnTo>
                      <a:pt x="250518" y="1440406"/>
                    </a:lnTo>
                    <a:lnTo>
                      <a:pt x="65316" y="2175388"/>
                    </a:lnTo>
                    <a:lnTo>
                      <a:pt x="40790" y="2169181"/>
                    </a:lnTo>
                    <a:lnTo>
                      <a:pt x="59036" y="2200309"/>
                    </a:lnTo>
                    <a:lnTo>
                      <a:pt x="65316" y="2175388"/>
                    </a:lnTo>
                    <a:lnTo>
                      <a:pt x="424123" y="2266189"/>
                    </a:lnTo>
                    <a:lnTo>
                      <a:pt x="445993" y="2271689"/>
                    </a:lnTo>
                    <a:lnTo>
                      <a:pt x="444919" y="2294499"/>
                    </a:lnTo>
                    <a:cubicBezTo>
                      <a:pt x="441431" y="2369635"/>
                      <a:pt x="442503" y="2444774"/>
                      <a:pt x="447737" y="2519776"/>
                    </a:cubicBezTo>
                    <a:lnTo>
                      <a:pt x="449347" y="2543122"/>
                    </a:lnTo>
                    <a:lnTo>
                      <a:pt x="426537" y="2549562"/>
                    </a:lnTo>
                    <a:lnTo>
                      <a:pt x="75623" y="2648393"/>
                    </a:lnTo>
                    <a:lnTo>
                      <a:pt x="67355" y="2618930"/>
                    </a:lnTo>
                    <a:lnTo>
                      <a:pt x="45888" y="2656768"/>
                    </a:lnTo>
                    <a:lnTo>
                      <a:pt x="75623" y="2648393"/>
                    </a:lnTo>
                    <a:lnTo>
                      <a:pt x="275191" y="3359656"/>
                    </a:lnTo>
                    <a:lnTo>
                      <a:pt x="242854" y="3368690"/>
                    </a:lnTo>
                    <a:lnTo>
                      <a:pt x="284314" y="3392171"/>
                    </a:lnTo>
                    <a:lnTo>
                      <a:pt x="275191" y="3359656"/>
                    </a:lnTo>
                    <a:lnTo>
                      <a:pt x="624175" y="3262157"/>
                    </a:lnTo>
                    <a:lnTo>
                      <a:pt x="651278" y="3254509"/>
                    </a:lnTo>
                    <a:lnTo>
                      <a:pt x="664293" y="3279735"/>
                    </a:lnTo>
                    <a:cubicBezTo>
                      <a:pt x="698642" y="3346149"/>
                      <a:pt x="736881" y="3410687"/>
                      <a:pt x="778609" y="3472809"/>
                    </a:cubicBezTo>
                    <a:lnTo>
                      <a:pt x="794575" y="3496558"/>
                    </a:lnTo>
                    <a:lnTo>
                      <a:pt x="774448" y="3517220"/>
                    </a:lnTo>
                    <a:lnTo>
                      <a:pt x="523067" y="3774084"/>
                    </a:lnTo>
                    <a:lnTo>
                      <a:pt x="497112" y="3748670"/>
                    </a:lnTo>
                    <a:lnTo>
                      <a:pt x="497515" y="3800192"/>
                    </a:lnTo>
                    <a:lnTo>
                      <a:pt x="523067" y="3774084"/>
                    </a:lnTo>
                    <a:lnTo>
                      <a:pt x="791650" y="4037078"/>
                    </a:lnTo>
                    <a:lnTo>
                      <a:pt x="685249" y="4037078"/>
                    </a:lnTo>
                    <a:lnTo>
                      <a:pt x="446261" y="3800729"/>
                    </a:lnTo>
                    <a:lnTo>
                      <a:pt x="420365" y="3775102"/>
                    </a:lnTo>
                    <a:lnTo>
                      <a:pt x="445859" y="3749341"/>
                    </a:lnTo>
                    <a:lnTo>
                      <a:pt x="705336" y="3486987"/>
                    </a:lnTo>
                    <a:lnTo>
                      <a:pt x="720109" y="3512257"/>
                    </a:lnTo>
                    <a:lnTo>
                      <a:pt x="724267" y="3467846"/>
                    </a:lnTo>
                    <a:lnTo>
                      <a:pt x="705336" y="3486987"/>
                    </a:lnTo>
                    <a:lnTo>
                      <a:pt x="617234" y="3336286"/>
                    </a:lnTo>
                    <a:lnTo>
                      <a:pt x="642959" y="3329245"/>
                    </a:lnTo>
                    <a:lnTo>
                      <a:pt x="602841" y="3311667"/>
                    </a:lnTo>
                    <a:lnTo>
                      <a:pt x="617234" y="3336286"/>
                    </a:lnTo>
                    <a:lnTo>
                      <a:pt x="261102" y="3433765"/>
                    </a:lnTo>
                    <a:lnTo>
                      <a:pt x="228497" y="3442620"/>
                    </a:lnTo>
                    <a:lnTo>
                      <a:pt x="219643" y="3410284"/>
                    </a:lnTo>
                    <a:lnTo>
                      <a:pt x="8184" y="2635433"/>
                    </a:lnTo>
                    <a:lnTo>
                      <a:pt x="0" y="2605513"/>
                    </a:lnTo>
                    <a:lnTo>
                      <a:pt x="29653" y="2597463"/>
                    </a:lnTo>
                    <a:lnTo>
                      <a:pt x="389959" y="2499658"/>
                    </a:lnTo>
                    <a:lnTo>
                      <a:pt x="390042" y="2523667"/>
                    </a:lnTo>
                    <a:lnTo>
                      <a:pt x="411241" y="2493881"/>
                    </a:lnTo>
                    <a:lnTo>
                      <a:pt x="389959" y="2499658"/>
                    </a:lnTo>
                    <a:lnTo>
                      <a:pt x="389316" y="2314487"/>
                    </a:lnTo>
                    <a:lnTo>
                      <a:pt x="410034" y="2319991"/>
                    </a:lnTo>
                    <a:lnTo>
                      <a:pt x="389237" y="2291681"/>
                    </a:lnTo>
                    <a:lnTo>
                      <a:pt x="389316" y="2314487"/>
                    </a:lnTo>
                    <a:lnTo>
                      <a:pt x="27774" y="2218423"/>
                    </a:lnTo>
                    <a:lnTo>
                      <a:pt x="2952" y="2211847"/>
                    </a:lnTo>
                    <a:lnTo>
                      <a:pt x="9526" y="2187428"/>
                    </a:lnTo>
                    <a:lnTo>
                      <a:pt x="216690" y="1411504"/>
                    </a:lnTo>
                    <a:lnTo>
                      <a:pt x="221789" y="1392318"/>
                    </a:lnTo>
                    <a:lnTo>
                      <a:pt x="240708" y="1397415"/>
                    </a:lnTo>
                    <a:lnTo>
                      <a:pt x="610155" y="1495746"/>
                    </a:lnTo>
                    <a:lnTo>
                      <a:pt x="602976" y="1508243"/>
                    </a:lnTo>
                    <a:lnTo>
                      <a:pt x="622833" y="1499120"/>
                    </a:lnTo>
                    <a:lnTo>
                      <a:pt x="610155" y="1495746"/>
                    </a:lnTo>
                    <a:lnTo>
                      <a:pt x="711305" y="1319680"/>
                    </a:lnTo>
                    <a:lnTo>
                      <a:pt x="719975" y="1328317"/>
                    </a:lnTo>
                    <a:lnTo>
                      <a:pt x="717828" y="1308324"/>
                    </a:lnTo>
                    <a:lnTo>
                      <a:pt x="711305" y="1319680"/>
                    </a:lnTo>
                    <a:lnTo>
                      <a:pt x="439820" y="1049236"/>
                    </a:lnTo>
                    <a:lnTo>
                      <a:pt x="430294" y="1039709"/>
                    </a:lnTo>
                    <a:lnTo>
                      <a:pt x="439686" y="1030183"/>
                    </a:lnTo>
                    <a:lnTo>
                      <a:pt x="1004556" y="459276"/>
                    </a:lnTo>
                    <a:lnTo>
                      <a:pt x="1012472" y="451226"/>
                    </a:lnTo>
                    <a:lnTo>
                      <a:pt x="1020522" y="459142"/>
                    </a:lnTo>
                    <a:lnTo>
                      <a:pt x="1296579" y="731257"/>
                    </a:lnTo>
                    <a:lnTo>
                      <a:pt x="1288870" y="735807"/>
                    </a:lnTo>
                    <a:lnTo>
                      <a:pt x="1302556" y="737149"/>
                    </a:lnTo>
                    <a:lnTo>
                      <a:pt x="1296579" y="731257"/>
                    </a:lnTo>
                    <a:lnTo>
                      <a:pt x="1478688" y="623771"/>
                    </a:lnTo>
                    <a:lnTo>
                      <a:pt x="1481006" y="632091"/>
                    </a:lnTo>
                    <a:lnTo>
                      <a:pt x="1486642" y="619076"/>
                    </a:lnTo>
                    <a:lnTo>
                      <a:pt x="1478688" y="623771"/>
                    </a:lnTo>
                    <a:lnTo>
                      <a:pt x="1374740" y="250637"/>
                    </a:lnTo>
                    <a:lnTo>
                      <a:pt x="1371520" y="239097"/>
                    </a:lnTo>
                    <a:lnTo>
                      <a:pt x="1383060" y="235877"/>
                    </a:lnTo>
                    <a:lnTo>
                      <a:pt x="1769612" y="127063"/>
                    </a:lnTo>
                    <a:lnTo>
                      <a:pt x="2155898" y="17308"/>
                    </a:lnTo>
                    <a:lnTo>
                      <a:pt x="2171731" y="12746"/>
                    </a:lnTo>
                    <a:lnTo>
                      <a:pt x="2176293" y="28848"/>
                    </a:lnTo>
                    <a:lnTo>
                      <a:pt x="2280540" y="394486"/>
                    </a:lnTo>
                    <a:lnTo>
                      <a:pt x="2264444" y="394738"/>
                    </a:lnTo>
                    <a:lnTo>
                      <a:pt x="2284705" y="409095"/>
                    </a:lnTo>
                    <a:lnTo>
                      <a:pt x="2280540" y="394486"/>
                    </a:lnTo>
                    <a:lnTo>
                      <a:pt x="2477694" y="391395"/>
                    </a:lnTo>
                    <a:lnTo>
                      <a:pt x="2473754" y="407083"/>
                    </a:lnTo>
                    <a:lnTo>
                      <a:pt x="2495490" y="391116"/>
                    </a:lnTo>
                    <a:lnTo>
                      <a:pt x="2477694" y="391395"/>
                    </a:lnTo>
                    <a:lnTo>
                      <a:pt x="2570091" y="23481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 40" descr="23461274-d1db-454f-a283-0b1cb1164897"/>
              <p:cNvSpPr/>
              <p:nvPr/>
            </p:nvSpPr>
            <p:spPr>
              <a:xfrm>
                <a:off x="6254340" y="4047712"/>
                <a:ext cx="2357925" cy="2312999"/>
              </a:xfrm>
              <a:custGeom>
                <a:avLst/>
                <a:gdLst>
                  <a:gd name="connsiteX0" fmla="*/ 824912 w 1655502"/>
                  <a:gd name="connsiteY0" fmla="*/ 1623940 h 1623960"/>
                  <a:gd name="connsiteX1" fmla="*/ 667404 w 1655502"/>
                  <a:gd name="connsiteY1" fmla="*/ 1609433 h 1623960"/>
                  <a:gd name="connsiteX2" fmla="*/ 514795 w 1655502"/>
                  <a:gd name="connsiteY2" fmla="*/ 1566382 h 1623960"/>
                  <a:gd name="connsiteX3" fmla="*/ 245185 w 1655502"/>
                  <a:gd name="connsiteY3" fmla="*/ 1397475 h 1623960"/>
                  <a:gd name="connsiteX4" fmla="*/ 139960 w 1655502"/>
                  <a:gd name="connsiteY4" fmla="*/ 1275482 h 1623960"/>
                  <a:gd name="connsiteX5" fmla="*/ 117634 w 1655502"/>
                  <a:gd name="connsiteY5" fmla="*/ 1241758 h 1623960"/>
                  <a:gd name="connsiteX6" fmla="*/ 97003 w 1655502"/>
                  <a:gd name="connsiteY6" fmla="*/ 1206902 h 1623960"/>
                  <a:gd name="connsiteX7" fmla="*/ 78445 w 1655502"/>
                  <a:gd name="connsiteY7" fmla="*/ 1170822 h 1623960"/>
                  <a:gd name="connsiteX8" fmla="*/ 61677 w 1655502"/>
                  <a:gd name="connsiteY8" fmla="*/ 1133895 h 1623960"/>
                  <a:gd name="connsiteX9" fmla="*/ 68 w 1655502"/>
                  <a:gd name="connsiteY9" fmla="*/ 817748 h 1623960"/>
                  <a:gd name="connsiteX10" fmla="*/ 69213 w 1655502"/>
                  <a:gd name="connsiteY10" fmla="*/ 504711 h 1623960"/>
                  <a:gd name="connsiteX11" fmla="*/ 147967 w 1655502"/>
                  <a:gd name="connsiteY11" fmla="*/ 365384 h 1623960"/>
                  <a:gd name="connsiteX12" fmla="*/ 250743 w 1655502"/>
                  <a:gd name="connsiteY12" fmla="*/ 243579 h 1623960"/>
                  <a:gd name="connsiteX13" fmla="*/ 513947 w 1655502"/>
                  <a:gd name="connsiteY13" fmla="*/ 67137 h 1623960"/>
                  <a:gd name="connsiteX14" fmla="*/ 665897 w 1655502"/>
                  <a:gd name="connsiteY14" fmla="*/ 18716 h 1623960"/>
                  <a:gd name="connsiteX15" fmla="*/ 824818 w 1655502"/>
                  <a:gd name="connsiteY15" fmla="*/ 158 h 1623960"/>
                  <a:gd name="connsiteX16" fmla="*/ 1140211 w 1655502"/>
                  <a:gd name="connsiteY16" fmla="*/ 56303 h 1623960"/>
                  <a:gd name="connsiteX17" fmla="*/ 1410009 w 1655502"/>
                  <a:gd name="connsiteY17" fmla="*/ 232558 h 1623960"/>
                  <a:gd name="connsiteX18" fmla="*/ 1591821 w 1655502"/>
                  <a:gd name="connsiteY18" fmla="*/ 500001 h 1623960"/>
                  <a:gd name="connsiteX19" fmla="*/ 1655503 w 1655502"/>
                  <a:gd name="connsiteY19" fmla="*/ 817748 h 1623960"/>
                  <a:gd name="connsiteX20" fmla="*/ 1589938 w 1655502"/>
                  <a:gd name="connsiteY20" fmla="*/ 1134648 h 1623960"/>
                  <a:gd name="connsiteX21" fmla="*/ 1404922 w 1655502"/>
                  <a:gd name="connsiteY21" fmla="*/ 1397758 h 1623960"/>
                  <a:gd name="connsiteX22" fmla="*/ 1135030 w 1655502"/>
                  <a:gd name="connsiteY22" fmla="*/ 1566665 h 1623960"/>
                  <a:gd name="connsiteX23" fmla="*/ 982326 w 1655502"/>
                  <a:gd name="connsiteY23" fmla="*/ 1609621 h 1623960"/>
                  <a:gd name="connsiteX24" fmla="*/ 824912 w 1655502"/>
                  <a:gd name="connsiteY24" fmla="*/ 1623940 h 1623960"/>
                  <a:gd name="connsiteX25" fmla="*/ 824912 w 1655502"/>
                  <a:gd name="connsiteY25" fmla="*/ 1618853 h 1623960"/>
                  <a:gd name="connsiteX26" fmla="*/ 981007 w 1655502"/>
                  <a:gd name="connsiteY26" fmla="*/ 1602274 h 1623960"/>
                  <a:gd name="connsiteX27" fmla="*/ 1129848 w 1655502"/>
                  <a:gd name="connsiteY27" fmla="*/ 1553853 h 1623960"/>
                  <a:gd name="connsiteX28" fmla="*/ 1381371 w 1655502"/>
                  <a:gd name="connsiteY28" fmla="*/ 1374113 h 1623960"/>
                  <a:gd name="connsiteX29" fmla="*/ 1601524 w 1655502"/>
                  <a:gd name="connsiteY29" fmla="*/ 817654 h 1623960"/>
                  <a:gd name="connsiteX30" fmla="*/ 1586640 w 1655502"/>
                  <a:gd name="connsiteY30" fmla="*/ 666081 h 1623960"/>
                  <a:gd name="connsiteX31" fmla="*/ 1543024 w 1655502"/>
                  <a:gd name="connsiteY31" fmla="*/ 520160 h 1623960"/>
                  <a:gd name="connsiteX32" fmla="*/ 1376284 w 1655502"/>
                  <a:gd name="connsiteY32" fmla="*/ 266188 h 1623960"/>
                  <a:gd name="connsiteX33" fmla="*/ 824818 w 1655502"/>
                  <a:gd name="connsiteY33" fmla="*/ 27854 h 1623960"/>
                  <a:gd name="connsiteX34" fmla="*/ 520542 w 1655502"/>
                  <a:gd name="connsiteY34" fmla="*/ 83057 h 1623960"/>
                  <a:gd name="connsiteX35" fmla="*/ 262330 w 1655502"/>
                  <a:gd name="connsiteY35" fmla="*/ 255261 h 1623960"/>
                  <a:gd name="connsiteX36" fmla="*/ 165207 w 1655502"/>
                  <a:gd name="connsiteY36" fmla="*/ 377065 h 1623960"/>
                  <a:gd name="connsiteX37" fmla="*/ 95214 w 1655502"/>
                  <a:gd name="connsiteY37" fmla="*/ 515544 h 1623960"/>
                  <a:gd name="connsiteX38" fmla="*/ 42177 w 1655502"/>
                  <a:gd name="connsiteY38" fmla="*/ 817748 h 1623960"/>
                  <a:gd name="connsiteX39" fmla="*/ 58663 w 1655502"/>
                  <a:gd name="connsiteY39" fmla="*/ 970169 h 1623960"/>
                  <a:gd name="connsiteX40" fmla="*/ 102750 w 1655502"/>
                  <a:gd name="connsiteY40" fmla="*/ 1116750 h 1623960"/>
                  <a:gd name="connsiteX41" fmla="*/ 118011 w 1655502"/>
                  <a:gd name="connsiteY41" fmla="*/ 1151982 h 1623960"/>
                  <a:gd name="connsiteX42" fmla="*/ 134967 w 1655502"/>
                  <a:gd name="connsiteY42" fmla="*/ 1186366 h 1623960"/>
                  <a:gd name="connsiteX43" fmla="*/ 153243 w 1655502"/>
                  <a:gd name="connsiteY43" fmla="*/ 1220185 h 1623960"/>
                  <a:gd name="connsiteX44" fmla="*/ 173214 w 1655502"/>
                  <a:gd name="connsiteY44" fmla="*/ 1253062 h 1623960"/>
                  <a:gd name="connsiteX45" fmla="*/ 267888 w 1655502"/>
                  <a:gd name="connsiteY45" fmla="*/ 1374678 h 1623960"/>
                  <a:gd name="connsiteX46" fmla="*/ 519694 w 1655502"/>
                  <a:gd name="connsiteY46" fmla="*/ 1554418 h 1623960"/>
                  <a:gd name="connsiteX47" fmla="*/ 668629 w 1655502"/>
                  <a:gd name="connsiteY47" fmla="*/ 1602745 h 1623960"/>
                  <a:gd name="connsiteX48" fmla="*/ 824912 w 1655502"/>
                  <a:gd name="connsiteY48" fmla="*/ 1618853 h 1623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1655502" h="1623960">
                    <a:moveTo>
                      <a:pt x="824912" y="1623940"/>
                    </a:moveTo>
                    <a:cubicBezTo>
                      <a:pt x="772158" y="1624223"/>
                      <a:pt x="719310" y="1619042"/>
                      <a:pt x="667404" y="1609433"/>
                    </a:cubicBezTo>
                    <a:cubicBezTo>
                      <a:pt x="615404" y="1600107"/>
                      <a:pt x="564440" y="1585129"/>
                      <a:pt x="514795" y="1566382"/>
                    </a:cubicBezTo>
                    <a:cubicBezTo>
                      <a:pt x="415882" y="1528136"/>
                      <a:pt x="323374" y="1471237"/>
                      <a:pt x="245185" y="1397475"/>
                    </a:cubicBezTo>
                    <a:cubicBezTo>
                      <a:pt x="206279" y="1360548"/>
                      <a:pt x="170576" y="1319852"/>
                      <a:pt x="139960" y="1275482"/>
                    </a:cubicBezTo>
                    <a:cubicBezTo>
                      <a:pt x="132518" y="1264272"/>
                      <a:pt x="124793" y="1253156"/>
                      <a:pt x="117634" y="1241758"/>
                    </a:cubicBezTo>
                    <a:cubicBezTo>
                      <a:pt x="110757" y="1230171"/>
                      <a:pt x="103503" y="1218772"/>
                      <a:pt x="97003" y="1206902"/>
                    </a:cubicBezTo>
                    <a:cubicBezTo>
                      <a:pt x="90880" y="1194844"/>
                      <a:pt x="84286" y="1183069"/>
                      <a:pt x="78445" y="1170822"/>
                    </a:cubicBezTo>
                    <a:cubicBezTo>
                      <a:pt x="72887" y="1158482"/>
                      <a:pt x="66858" y="1146424"/>
                      <a:pt x="61677" y="1133895"/>
                    </a:cubicBezTo>
                    <a:cubicBezTo>
                      <a:pt x="19192" y="1034416"/>
                      <a:pt x="-1345" y="925611"/>
                      <a:pt x="68" y="817748"/>
                    </a:cubicBezTo>
                    <a:cubicBezTo>
                      <a:pt x="2141" y="709791"/>
                      <a:pt x="25880" y="602682"/>
                      <a:pt x="69213" y="504711"/>
                    </a:cubicBezTo>
                    <a:cubicBezTo>
                      <a:pt x="90880" y="455725"/>
                      <a:pt x="117257" y="409000"/>
                      <a:pt x="147967" y="365384"/>
                    </a:cubicBezTo>
                    <a:cubicBezTo>
                      <a:pt x="178395" y="321580"/>
                      <a:pt x="212874" y="280790"/>
                      <a:pt x="250743" y="243579"/>
                    </a:cubicBezTo>
                    <a:cubicBezTo>
                      <a:pt x="326389" y="168970"/>
                      <a:pt x="416164" y="108869"/>
                      <a:pt x="513947" y="67137"/>
                    </a:cubicBezTo>
                    <a:cubicBezTo>
                      <a:pt x="562933" y="46412"/>
                      <a:pt x="613803" y="30209"/>
                      <a:pt x="665897" y="18716"/>
                    </a:cubicBezTo>
                    <a:cubicBezTo>
                      <a:pt x="717992" y="7412"/>
                      <a:pt x="771311" y="1194"/>
                      <a:pt x="824818" y="158"/>
                    </a:cubicBezTo>
                    <a:cubicBezTo>
                      <a:pt x="931739" y="-1914"/>
                      <a:pt x="1039884" y="16361"/>
                      <a:pt x="1140211" y="56303"/>
                    </a:cubicBezTo>
                    <a:cubicBezTo>
                      <a:pt x="1240632" y="95963"/>
                      <a:pt x="1332857" y="156535"/>
                      <a:pt x="1410009" y="232558"/>
                    </a:cubicBezTo>
                    <a:cubicBezTo>
                      <a:pt x="1487162" y="308580"/>
                      <a:pt x="1549524" y="399863"/>
                      <a:pt x="1591821" y="500001"/>
                    </a:cubicBezTo>
                    <a:cubicBezTo>
                      <a:pt x="1634401" y="600045"/>
                      <a:pt x="1655503" y="709038"/>
                      <a:pt x="1655503" y="817748"/>
                    </a:cubicBezTo>
                    <a:cubicBezTo>
                      <a:pt x="1654561" y="926365"/>
                      <a:pt x="1633177" y="1035170"/>
                      <a:pt x="1589938" y="1134648"/>
                    </a:cubicBezTo>
                    <a:cubicBezTo>
                      <a:pt x="1547358" y="1234409"/>
                      <a:pt x="1483205" y="1324374"/>
                      <a:pt x="1404922" y="1397758"/>
                    </a:cubicBezTo>
                    <a:cubicBezTo>
                      <a:pt x="1326639" y="1471520"/>
                      <a:pt x="1234037" y="1528418"/>
                      <a:pt x="1135030" y="1566665"/>
                    </a:cubicBezTo>
                    <a:cubicBezTo>
                      <a:pt x="1085385" y="1585505"/>
                      <a:pt x="1034421" y="1600390"/>
                      <a:pt x="982326" y="1609621"/>
                    </a:cubicBezTo>
                    <a:cubicBezTo>
                      <a:pt x="930514" y="1619325"/>
                      <a:pt x="877666" y="1624317"/>
                      <a:pt x="824912" y="1623940"/>
                    </a:cubicBezTo>
                    <a:close/>
                    <a:moveTo>
                      <a:pt x="824912" y="1618853"/>
                    </a:moveTo>
                    <a:cubicBezTo>
                      <a:pt x="877384" y="1618382"/>
                      <a:pt x="929761" y="1613107"/>
                      <a:pt x="981007" y="1602274"/>
                    </a:cubicBezTo>
                    <a:cubicBezTo>
                      <a:pt x="1032160" y="1591064"/>
                      <a:pt x="1082276" y="1575331"/>
                      <a:pt x="1129848" y="1553853"/>
                    </a:cubicBezTo>
                    <a:cubicBezTo>
                      <a:pt x="1225276" y="1511556"/>
                      <a:pt x="1310907" y="1449193"/>
                      <a:pt x="1381371" y="1374113"/>
                    </a:cubicBezTo>
                    <a:cubicBezTo>
                      <a:pt x="1522111" y="1223388"/>
                      <a:pt x="1603314" y="1021510"/>
                      <a:pt x="1601524" y="817654"/>
                    </a:cubicBezTo>
                    <a:cubicBezTo>
                      <a:pt x="1601242" y="766785"/>
                      <a:pt x="1596532" y="715915"/>
                      <a:pt x="1586640" y="666081"/>
                    </a:cubicBezTo>
                    <a:cubicBezTo>
                      <a:pt x="1576749" y="616248"/>
                      <a:pt x="1561959" y="567356"/>
                      <a:pt x="1543024" y="520160"/>
                    </a:cubicBezTo>
                    <a:cubicBezTo>
                      <a:pt x="1504872" y="425863"/>
                      <a:pt x="1447879" y="339007"/>
                      <a:pt x="1376284" y="266188"/>
                    </a:cubicBezTo>
                    <a:cubicBezTo>
                      <a:pt x="1233190" y="120361"/>
                      <a:pt x="1032160" y="31905"/>
                      <a:pt x="824818" y="27854"/>
                    </a:cubicBezTo>
                    <a:cubicBezTo>
                      <a:pt x="721477" y="26158"/>
                      <a:pt x="617006" y="43680"/>
                      <a:pt x="520542" y="83057"/>
                    </a:cubicBezTo>
                    <a:cubicBezTo>
                      <a:pt x="423889" y="121869"/>
                      <a:pt x="335432" y="181028"/>
                      <a:pt x="262330" y="255261"/>
                    </a:cubicBezTo>
                    <a:cubicBezTo>
                      <a:pt x="225874" y="292471"/>
                      <a:pt x="193279" y="333355"/>
                      <a:pt x="165207" y="377065"/>
                    </a:cubicBezTo>
                    <a:cubicBezTo>
                      <a:pt x="137322" y="420870"/>
                      <a:pt x="113866" y="467406"/>
                      <a:pt x="95214" y="515544"/>
                    </a:cubicBezTo>
                    <a:cubicBezTo>
                      <a:pt x="57721" y="611914"/>
                      <a:pt x="40199" y="715255"/>
                      <a:pt x="42177" y="817748"/>
                    </a:cubicBezTo>
                    <a:cubicBezTo>
                      <a:pt x="42837" y="868995"/>
                      <a:pt x="48771" y="920053"/>
                      <a:pt x="58663" y="970169"/>
                    </a:cubicBezTo>
                    <a:cubicBezTo>
                      <a:pt x="68742" y="1020285"/>
                      <a:pt x="83815" y="1069271"/>
                      <a:pt x="102750" y="1116750"/>
                    </a:cubicBezTo>
                    <a:cubicBezTo>
                      <a:pt x="107460" y="1128619"/>
                      <a:pt x="112924" y="1140206"/>
                      <a:pt x="118011" y="1151982"/>
                    </a:cubicBezTo>
                    <a:cubicBezTo>
                      <a:pt x="123286" y="1163663"/>
                      <a:pt x="129315" y="1174873"/>
                      <a:pt x="134967" y="1186366"/>
                    </a:cubicBezTo>
                    <a:cubicBezTo>
                      <a:pt x="140714" y="1197765"/>
                      <a:pt x="147214" y="1208881"/>
                      <a:pt x="153243" y="1220185"/>
                    </a:cubicBezTo>
                    <a:cubicBezTo>
                      <a:pt x="159649" y="1231301"/>
                      <a:pt x="166526" y="1242040"/>
                      <a:pt x="173214" y="1253062"/>
                    </a:cubicBezTo>
                    <a:cubicBezTo>
                      <a:pt x="201004" y="1296113"/>
                      <a:pt x="232374" y="1337186"/>
                      <a:pt x="267888" y="1374678"/>
                    </a:cubicBezTo>
                    <a:cubicBezTo>
                      <a:pt x="338541" y="1449759"/>
                      <a:pt x="424077" y="1512215"/>
                      <a:pt x="519694" y="1554418"/>
                    </a:cubicBezTo>
                    <a:cubicBezTo>
                      <a:pt x="567266" y="1575896"/>
                      <a:pt x="617477" y="1591534"/>
                      <a:pt x="668629" y="1602745"/>
                    </a:cubicBezTo>
                    <a:cubicBezTo>
                      <a:pt x="720064" y="1613390"/>
                      <a:pt x="772441" y="1618476"/>
                      <a:pt x="824912" y="1618853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" name="任意多边形 41" descr="4a441f88-5218-4408-987a-66870af16d5b"/>
              <p:cNvSpPr/>
              <p:nvPr/>
            </p:nvSpPr>
            <p:spPr>
              <a:xfrm>
                <a:off x="5838364" y="3621534"/>
                <a:ext cx="3181787" cy="3181787"/>
              </a:xfrm>
              <a:custGeom>
                <a:avLst/>
                <a:gdLst>
                  <a:gd name="connsiteX0" fmla="*/ 1116969 w 2233937"/>
                  <a:gd name="connsiteY0" fmla="*/ 0 h 2233937"/>
                  <a:gd name="connsiteX1" fmla="*/ 0 w 2233937"/>
                  <a:gd name="connsiteY1" fmla="*/ 1116969 h 2233937"/>
                  <a:gd name="connsiteX2" fmla="*/ 1116969 w 2233937"/>
                  <a:gd name="connsiteY2" fmla="*/ 2233937 h 2233937"/>
                  <a:gd name="connsiteX3" fmla="*/ 2233937 w 2233937"/>
                  <a:gd name="connsiteY3" fmla="*/ 1116969 h 2233937"/>
                  <a:gd name="connsiteX4" fmla="*/ 1116969 w 2233937"/>
                  <a:gd name="connsiteY4" fmla="*/ 0 h 2233937"/>
                  <a:gd name="connsiteX5" fmla="*/ 1116969 w 2233937"/>
                  <a:gd name="connsiteY5" fmla="*/ 2128900 h 2233937"/>
                  <a:gd name="connsiteX6" fmla="*/ 105037 w 2233937"/>
                  <a:gd name="connsiteY6" fmla="*/ 1116969 h 2233937"/>
                  <a:gd name="connsiteX7" fmla="*/ 1116969 w 2233937"/>
                  <a:gd name="connsiteY7" fmla="*/ 105037 h 2233937"/>
                  <a:gd name="connsiteX8" fmla="*/ 2128901 w 2233937"/>
                  <a:gd name="connsiteY8" fmla="*/ 1116969 h 2233937"/>
                  <a:gd name="connsiteX9" fmla="*/ 1116969 w 2233937"/>
                  <a:gd name="connsiteY9" fmla="*/ 2128900 h 2233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33937" h="2233937">
                    <a:moveTo>
                      <a:pt x="1116969" y="0"/>
                    </a:moveTo>
                    <a:cubicBezTo>
                      <a:pt x="500125" y="0"/>
                      <a:pt x="0" y="500031"/>
                      <a:pt x="0" y="1116969"/>
                    </a:cubicBezTo>
                    <a:cubicBezTo>
                      <a:pt x="0" y="1733812"/>
                      <a:pt x="500031" y="2233937"/>
                      <a:pt x="1116969" y="2233937"/>
                    </a:cubicBezTo>
                    <a:cubicBezTo>
                      <a:pt x="1733812" y="2233937"/>
                      <a:pt x="2233937" y="1733906"/>
                      <a:pt x="2233937" y="1116969"/>
                    </a:cubicBezTo>
                    <a:cubicBezTo>
                      <a:pt x="2233937" y="500126"/>
                      <a:pt x="1733812" y="0"/>
                      <a:pt x="1116969" y="0"/>
                    </a:cubicBezTo>
                    <a:close/>
                    <a:moveTo>
                      <a:pt x="1116969" y="2128900"/>
                    </a:moveTo>
                    <a:cubicBezTo>
                      <a:pt x="558060" y="2128900"/>
                      <a:pt x="105037" y="1675877"/>
                      <a:pt x="105037" y="1116969"/>
                    </a:cubicBezTo>
                    <a:cubicBezTo>
                      <a:pt x="105037" y="558061"/>
                      <a:pt x="558060" y="105037"/>
                      <a:pt x="1116969" y="105037"/>
                    </a:cubicBezTo>
                    <a:cubicBezTo>
                      <a:pt x="1675877" y="105037"/>
                      <a:pt x="2128901" y="558061"/>
                      <a:pt x="2128901" y="1116969"/>
                    </a:cubicBezTo>
                    <a:cubicBezTo>
                      <a:pt x="2128901" y="1675783"/>
                      <a:pt x="1675877" y="2128900"/>
                      <a:pt x="1116969" y="2128900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多边形 42" descr="dc057419-f391-4142-8652-b6eb77a8d5a8"/>
              <p:cNvSpPr/>
              <p:nvPr/>
            </p:nvSpPr>
            <p:spPr>
              <a:xfrm>
                <a:off x="5821861" y="3619520"/>
                <a:ext cx="3219088" cy="3194717"/>
              </a:xfrm>
              <a:custGeom>
                <a:avLst/>
                <a:gdLst>
                  <a:gd name="connsiteX0" fmla="*/ 1128557 w 2260126"/>
                  <a:gd name="connsiteY0" fmla="*/ 2827 h 2243015"/>
                  <a:gd name="connsiteX1" fmla="*/ 911041 w 2260126"/>
                  <a:gd name="connsiteY1" fmla="*/ 24682 h 2243015"/>
                  <a:gd name="connsiteX2" fmla="*/ 702569 w 2260126"/>
                  <a:gd name="connsiteY2" fmla="*/ 89683 h 2243015"/>
                  <a:gd name="connsiteX3" fmla="*/ 345068 w 2260126"/>
                  <a:gd name="connsiteY3" fmla="*/ 334800 h 2243015"/>
                  <a:gd name="connsiteX4" fmla="*/ 108052 w 2260126"/>
                  <a:gd name="connsiteY4" fmla="*/ 695598 h 2243015"/>
                  <a:gd name="connsiteX5" fmla="*/ 45219 w 2260126"/>
                  <a:gd name="connsiteY5" fmla="*/ 902751 h 2243015"/>
                  <a:gd name="connsiteX6" fmla="*/ 23363 w 2260126"/>
                  <a:gd name="connsiteY6" fmla="*/ 1118288 h 2243015"/>
                  <a:gd name="connsiteX7" fmla="*/ 103813 w 2260126"/>
                  <a:gd name="connsiteY7" fmla="*/ 1542768 h 2243015"/>
                  <a:gd name="connsiteX8" fmla="*/ 204705 w 2260126"/>
                  <a:gd name="connsiteY8" fmla="*/ 1735603 h 2243015"/>
                  <a:gd name="connsiteX9" fmla="*/ 342242 w 2260126"/>
                  <a:gd name="connsiteY9" fmla="*/ 1904603 h 2243015"/>
                  <a:gd name="connsiteX10" fmla="*/ 510489 w 2260126"/>
                  <a:gd name="connsiteY10" fmla="*/ 2043365 h 2243015"/>
                  <a:gd name="connsiteX11" fmla="*/ 703040 w 2260126"/>
                  <a:gd name="connsiteY11" fmla="*/ 2145669 h 2243015"/>
                  <a:gd name="connsiteX12" fmla="*/ 1128651 w 2260126"/>
                  <a:gd name="connsiteY12" fmla="*/ 2227438 h 2243015"/>
                  <a:gd name="connsiteX13" fmla="*/ 1551812 w 2260126"/>
                  <a:gd name="connsiteY13" fmla="*/ 2139923 h 2243015"/>
                  <a:gd name="connsiteX14" fmla="*/ 1909031 w 2260126"/>
                  <a:gd name="connsiteY14" fmla="*/ 1898669 h 2243015"/>
                  <a:gd name="connsiteX15" fmla="*/ 2147083 w 2260126"/>
                  <a:gd name="connsiteY15" fmla="*/ 1540131 h 2243015"/>
                  <a:gd name="connsiteX16" fmla="*/ 2231018 w 2260126"/>
                  <a:gd name="connsiteY16" fmla="*/ 1118288 h 2243015"/>
                  <a:gd name="connsiteX17" fmla="*/ 2210199 w 2260126"/>
                  <a:gd name="connsiteY17" fmla="*/ 903128 h 2243015"/>
                  <a:gd name="connsiteX18" fmla="*/ 2148307 w 2260126"/>
                  <a:gd name="connsiteY18" fmla="*/ 695975 h 2243015"/>
                  <a:gd name="connsiteX19" fmla="*/ 1911951 w 2260126"/>
                  <a:gd name="connsiteY19" fmla="*/ 335082 h 2243015"/>
                  <a:gd name="connsiteX20" fmla="*/ 1554732 w 2260126"/>
                  <a:gd name="connsiteY20" fmla="*/ 89871 h 2243015"/>
                  <a:gd name="connsiteX21" fmla="*/ 1346260 w 2260126"/>
                  <a:gd name="connsiteY21" fmla="*/ 24776 h 2243015"/>
                  <a:gd name="connsiteX22" fmla="*/ 1128557 w 2260126"/>
                  <a:gd name="connsiteY22" fmla="*/ 2827 h 2243015"/>
                  <a:gd name="connsiteX23" fmla="*/ 1128557 w 2260126"/>
                  <a:gd name="connsiteY23" fmla="*/ 1 h 2243015"/>
                  <a:gd name="connsiteX24" fmla="*/ 1557558 w 2260126"/>
                  <a:gd name="connsiteY24" fmla="*/ 82711 h 2243015"/>
                  <a:gd name="connsiteX25" fmla="*/ 1924951 w 2260126"/>
                  <a:gd name="connsiteY25" fmla="*/ 321988 h 2243015"/>
                  <a:gd name="connsiteX26" fmla="*/ 2173083 w 2260126"/>
                  <a:gd name="connsiteY26" fmla="*/ 685707 h 2243015"/>
                  <a:gd name="connsiteX27" fmla="*/ 2260127 w 2260126"/>
                  <a:gd name="connsiteY27" fmla="*/ 1118288 h 2243015"/>
                  <a:gd name="connsiteX28" fmla="*/ 2174213 w 2260126"/>
                  <a:gd name="connsiteY28" fmla="*/ 1551435 h 2243015"/>
                  <a:gd name="connsiteX29" fmla="*/ 1927777 w 2260126"/>
                  <a:gd name="connsiteY29" fmla="*/ 1917509 h 2243015"/>
                  <a:gd name="connsiteX30" fmla="*/ 1560384 w 2260126"/>
                  <a:gd name="connsiteY30" fmla="*/ 2160742 h 2243015"/>
                  <a:gd name="connsiteX31" fmla="*/ 1128651 w 2260126"/>
                  <a:gd name="connsiteY31" fmla="*/ 2242982 h 2243015"/>
                  <a:gd name="connsiteX32" fmla="*/ 909534 w 2260126"/>
                  <a:gd name="connsiteY32" fmla="*/ 2219807 h 2243015"/>
                  <a:gd name="connsiteX33" fmla="*/ 699272 w 2260126"/>
                  <a:gd name="connsiteY33" fmla="*/ 2154902 h 2243015"/>
                  <a:gd name="connsiteX34" fmla="*/ 335365 w 2260126"/>
                  <a:gd name="connsiteY34" fmla="*/ 1911574 h 2243015"/>
                  <a:gd name="connsiteX35" fmla="*/ 195096 w 2260126"/>
                  <a:gd name="connsiteY35" fmla="*/ 1742103 h 2243015"/>
                  <a:gd name="connsiteX36" fmla="*/ 89306 w 2260126"/>
                  <a:gd name="connsiteY36" fmla="*/ 1548797 h 2243015"/>
                  <a:gd name="connsiteX37" fmla="*/ 1 w 2260126"/>
                  <a:gd name="connsiteY37" fmla="*/ 1118288 h 2243015"/>
                  <a:gd name="connsiteX38" fmla="*/ 85161 w 2260126"/>
                  <a:gd name="connsiteY38" fmla="*/ 686084 h 2243015"/>
                  <a:gd name="connsiteX39" fmla="*/ 332633 w 2260126"/>
                  <a:gd name="connsiteY39" fmla="*/ 322271 h 2243015"/>
                  <a:gd name="connsiteX40" fmla="*/ 699837 w 2260126"/>
                  <a:gd name="connsiteY40" fmla="*/ 82900 h 2243015"/>
                  <a:gd name="connsiteX41" fmla="*/ 1128557 w 2260126"/>
                  <a:gd name="connsiteY41" fmla="*/ 1 h 2243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2260126" h="2243015">
                    <a:moveTo>
                      <a:pt x="1128557" y="2827"/>
                    </a:moveTo>
                    <a:cubicBezTo>
                      <a:pt x="1055549" y="3110"/>
                      <a:pt x="982541" y="10175"/>
                      <a:pt x="911041" y="24682"/>
                    </a:cubicBezTo>
                    <a:cubicBezTo>
                      <a:pt x="839541" y="39378"/>
                      <a:pt x="769454" y="60856"/>
                      <a:pt x="702569" y="89683"/>
                    </a:cubicBezTo>
                    <a:cubicBezTo>
                      <a:pt x="568518" y="146958"/>
                      <a:pt x="446430" y="230893"/>
                      <a:pt x="345068" y="334800"/>
                    </a:cubicBezTo>
                    <a:cubicBezTo>
                      <a:pt x="243799" y="438706"/>
                      <a:pt x="163161" y="561924"/>
                      <a:pt x="108052" y="695598"/>
                    </a:cubicBezTo>
                    <a:cubicBezTo>
                      <a:pt x="80733" y="762482"/>
                      <a:pt x="59443" y="831910"/>
                      <a:pt x="45219" y="902751"/>
                    </a:cubicBezTo>
                    <a:cubicBezTo>
                      <a:pt x="30994" y="973592"/>
                      <a:pt x="23740" y="1045940"/>
                      <a:pt x="23363" y="1118288"/>
                    </a:cubicBezTo>
                    <a:cubicBezTo>
                      <a:pt x="22421" y="1262985"/>
                      <a:pt x="49269" y="1408152"/>
                      <a:pt x="103813" y="1542768"/>
                    </a:cubicBezTo>
                    <a:cubicBezTo>
                      <a:pt x="130944" y="1610124"/>
                      <a:pt x="164857" y="1674747"/>
                      <a:pt x="204705" y="1735603"/>
                    </a:cubicBezTo>
                    <a:cubicBezTo>
                      <a:pt x="244741" y="1796364"/>
                      <a:pt x="291089" y="1852886"/>
                      <a:pt x="342242" y="1904603"/>
                    </a:cubicBezTo>
                    <a:cubicBezTo>
                      <a:pt x="393582" y="1956132"/>
                      <a:pt x="449728" y="2003140"/>
                      <a:pt x="510489" y="2043365"/>
                    </a:cubicBezTo>
                    <a:cubicBezTo>
                      <a:pt x="571156" y="2083684"/>
                      <a:pt x="635685" y="2118068"/>
                      <a:pt x="703040" y="2145669"/>
                    </a:cubicBezTo>
                    <a:cubicBezTo>
                      <a:pt x="837563" y="2201532"/>
                      <a:pt x="983483" y="2228286"/>
                      <a:pt x="1128651" y="2227438"/>
                    </a:cubicBezTo>
                    <a:cubicBezTo>
                      <a:pt x="1273912" y="2226214"/>
                      <a:pt x="1418420" y="2196069"/>
                      <a:pt x="1551812" y="2139923"/>
                    </a:cubicBezTo>
                    <a:cubicBezTo>
                      <a:pt x="1685204" y="2083778"/>
                      <a:pt x="1807103" y="2001068"/>
                      <a:pt x="1909031" y="1898669"/>
                    </a:cubicBezTo>
                    <a:cubicBezTo>
                      <a:pt x="2010865" y="1796175"/>
                      <a:pt x="2092351" y="1673617"/>
                      <a:pt x="2147083" y="1540131"/>
                    </a:cubicBezTo>
                    <a:cubicBezTo>
                      <a:pt x="2201909" y="1406645"/>
                      <a:pt x="2230924" y="1262702"/>
                      <a:pt x="2231018" y="1118288"/>
                    </a:cubicBezTo>
                    <a:cubicBezTo>
                      <a:pt x="2231018" y="1046129"/>
                      <a:pt x="2224141" y="973969"/>
                      <a:pt x="2210199" y="903128"/>
                    </a:cubicBezTo>
                    <a:cubicBezTo>
                      <a:pt x="2196257" y="832287"/>
                      <a:pt x="2175250" y="762954"/>
                      <a:pt x="2148307" y="695975"/>
                    </a:cubicBezTo>
                    <a:cubicBezTo>
                      <a:pt x="2094140" y="562018"/>
                      <a:pt x="2012843" y="439177"/>
                      <a:pt x="1911951" y="335082"/>
                    </a:cubicBezTo>
                    <a:cubicBezTo>
                      <a:pt x="1810777" y="231176"/>
                      <a:pt x="1688689" y="147241"/>
                      <a:pt x="1554732" y="89871"/>
                    </a:cubicBezTo>
                    <a:cubicBezTo>
                      <a:pt x="1487848" y="61045"/>
                      <a:pt x="1417761" y="39566"/>
                      <a:pt x="1346260" y="24776"/>
                    </a:cubicBezTo>
                    <a:cubicBezTo>
                      <a:pt x="1274572" y="10363"/>
                      <a:pt x="1201564" y="3204"/>
                      <a:pt x="1128557" y="2827"/>
                    </a:cubicBezTo>
                    <a:close/>
                    <a:moveTo>
                      <a:pt x="1128557" y="1"/>
                    </a:moveTo>
                    <a:cubicBezTo>
                      <a:pt x="1274948" y="-187"/>
                      <a:pt x="1421340" y="27979"/>
                      <a:pt x="1557558" y="82711"/>
                    </a:cubicBezTo>
                    <a:cubicBezTo>
                      <a:pt x="1693776" y="137255"/>
                      <a:pt x="1819349" y="219118"/>
                      <a:pt x="1924951" y="321988"/>
                    </a:cubicBezTo>
                    <a:cubicBezTo>
                      <a:pt x="2030836" y="424670"/>
                      <a:pt x="2115336" y="549489"/>
                      <a:pt x="2173083" y="685707"/>
                    </a:cubicBezTo>
                    <a:cubicBezTo>
                      <a:pt x="2231112" y="821925"/>
                      <a:pt x="2259656" y="970295"/>
                      <a:pt x="2260127" y="1118288"/>
                    </a:cubicBezTo>
                    <a:cubicBezTo>
                      <a:pt x="2260127" y="1266282"/>
                      <a:pt x="2231677" y="1414746"/>
                      <a:pt x="2174213" y="1551435"/>
                    </a:cubicBezTo>
                    <a:cubicBezTo>
                      <a:pt x="2117126" y="1688124"/>
                      <a:pt x="2032720" y="1813226"/>
                      <a:pt x="1927777" y="1917509"/>
                    </a:cubicBezTo>
                    <a:cubicBezTo>
                      <a:pt x="1822929" y="2021887"/>
                      <a:pt x="1697168" y="2105068"/>
                      <a:pt x="1560384" y="2160742"/>
                    </a:cubicBezTo>
                    <a:cubicBezTo>
                      <a:pt x="1423696" y="2216887"/>
                      <a:pt x="1275796" y="2244112"/>
                      <a:pt x="1128651" y="2242982"/>
                    </a:cubicBezTo>
                    <a:cubicBezTo>
                      <a:pt x="1055078" y="2242322"/>
                      <a:pt x="981505" y="2234597"/>
                      <a:pt x="909534" y="2219807"/>
                    </a:cubicBezTo>
                    <a:cubicBezTo>
                      <a:pt x="837563" y="2204829"/>
                      <a:pt x="767099" y="2183163"/>
                      <a:pt x="699272" y="2154902"/>
                    </a:cubicBezTo>
                    <a:cubicBezTo>
                      <a:pt x="563714" y="2098285"/>
                      <a:pt x="439836" y="2014633"/>
                      <a:pt x="335365" y="1911574"/>
                    </a:cubicBezTo>
                    <a:cubicBezTo>
                      <a:pt x="283270" y="1859857"/>
                      <a:pt x="236357" y="1802864"/>
                      <a:pt x="195096" y="1742103"/>
                    </a:cubicBezTo>
                    <a:cubicBezTo>
                      <a:pt x="153647" y="1681436"/>
                      <a:pt x="118132" y="1616624"/>
                      <a:pt x="89306" y="1548797"/>
                    </a:cubicBezTo>
                    <a:cubicBezTo>
                      <a:pt x="31559" y="1413333"/>
                      <a:pt x="1037" y="1266093"/>
                      <a:pt x="1" y="1118288"/>
                    </a:cubicBezTo>
                    <a:cubicBezTo>
                      <a:pt x="-187" y="970672"/>
                      <a:pt x="27697" y="822396"/>
                      <a:pt x="85161" y="686084"/>
                    </a:cubicBezTo>
                    <a:cubicBezTo>
                      <a:pt x="141871" y="549489"/>
                      <a:pt x="227125" y="425140"/>
                      <a:pt x="332633" y="322271"/>
                    </a:cubicBezTo>
                    <a:cubicBezTo>
                      <a:pt x="438141" y="219306"/>
                      <a:pt x="563619" y="137444"/>
                      <a:pt x="699837" y="82900"/>
                    </a:cubicBezTo>
                    <a:cubicBezTo>
                      <a:pt x="835773" y="28262"/>
                      <a:pt x="982165" y="-93"/>
                      <a:pt x="1128557" y="1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 43" descr="06845666-fcbc-494b-aa22-1e948236dc1c"/>
              <p:cNvSpPr/>
              <p:nvPr/>
            </p:nvSpPr>
            <p:spPr>
              <a:xfrm>
                <a:off x="5971329" y="3760081"/>
                <a:ext cx="2920150" cy="2895649"/>
              </a:xfrm>
              <a:custGeom>
                <a:avLst/>
                <a:gdLst>
                  <a:gd name="connsiteX0" fmla="*/ 1023614 w 2050241"/>
                  <a:gd name="connsiteY0" fmla="*/ 2033039 h 2033039"/>
                  <a:gd name="connsiteX1" fmla="*/ 634931 w 2050241"/>
                  <a:gd name="connsiteY1" fmla="*/ 1958147 h 2033039"/>
                  <a:gd name="connsiteX2" fmla="*/ 301828 w 2050241"/>
                  <a:gd name="connsiteY2" fmla="*/ 1741574 h 2033039"/>
                  <a:gd name="connsiteX3" fmla="*/ 77154 w 2050241"/>
                  <a:gd name="connsiteY3" fmla="*/ 1411768 h 2033039"/>
                  <a:gd name="connsiteX4" fmla="*/ 1 w 2050241"/>
                  <a:gd name="connsiteY4" fmla="*/ 1019694 h 2033039"/>
                  <a:gd name="connsiteX5" fmla="*/ 81393 w 2050241"/>
                  <a:gd name="connsiteY5" fmla="*/ 629409 h 2033039"/>
                  <a:gd name="connsiteX6" fmla="*/ 177480 w 2050241"/>
                  <a:gd name="connsiteY6" fmla="*/ 454286 h 2033039"/>
                  <a:gd name="connsiteX7" fmla="*/ 304749 w 2050241"/>
                  <a:gd name="connsiteY7" fmla="*/ 300734 h 2033039"/>
                  <a:gd name="connsiteX8" fmla="*/ 634555 w 2050241"/>
                  <a:gd name="connsiteY8" fmla="*/ 80110 h 2033039"/>
                  <a:gd name="connsiteX9" fmla="*/ 825128 w 2050241"/>
                  <a:gd name="connsiteY9" fmla="*/ 21233 h 2033039"/>
                  <a:gd name="connsiteX10" fmla="*/ 1023708 w 2050241"/>
                  <a:gd name="connsiteY10" fmla="*/ 37 h 2033039"/>
                  <a:gd name="connsiteX11" fmla="*/ 1415312 w 2050241"/>
                  <a:gd name="connsiteY11" fmla="*/ 74364 h 2033039"/>
                  <a:gd name="connsiteX12" fmla="*/ 1748697 w 2050241"/>
                  <a:gd name="connsiteY12" fmla="*/ 294799 h 2033039"/>
                  <a:gd name="connsiteX13" fmla="*/ 1972336 w 2050241"/>
                  <a:gd name="connsiteY13" fmla="*/ 626772 h 2033039"/>
                  <a:gd name="connsiteX14" fmla="*/ 2050242 w 2050241"/>
                  <a:gd name="connsiteY14" fmla="*/ 1019694 h 2033039"/>
                  <a:gd name="connsiteX15" fmla="*/ 1971205 w 2050241"/>
                  <a:gd name="connsiteY15" fmla="*/ 1412145 h 2033039"/>
                  <a:gd name="connsiteX16" fmla="*/ 1745871 w 2050241"/>
                  <a:gd name="connsiteY16" fmla="*/ 1741857 h 2033039"/>
                  <a:gd name="connsiteX17" fmla="*/ 1412580 w 2050241"/>
                  <a:gd name="connsiteY17" fmla="*/ 1958335 h 2033039"/>
                  <a:gd name="connsiteX18" fmla="*/ 1023614 w 2050241"/>
                  <a:gd name="connsiteY18" fmla="*/ 2033039 h 2033039"/>
                  <a:gd name="connsiteX19" fmla="*/ 1023614 w 2050241"/>
                  <a:gd name="connsiteY19" fmla="*/ 2030213 h 2033039"/>
                  <a:gd name="connsiteX20" fmla="*/ 1409377 w 2050241"/>
                  <a:gd name="connsiteY20" fmla="*/ 1951082 h 2033039"/>
                  <a:gd name="connsiteX21" fmla="*/ 1732588 w 2050241"/>
                  <a:gd name="connsiteY21" fmla="*/ 1728668 h 2033039"/>
                  <a:gd name="connsiteX22" fmla="*/ 1946241 w 2050241"/>
                  <a:gd name="connsiteY22" fmla="*/ 1401877 h 2033039"/>
                  <a:gd name="connsiteX23" fmla="*/ 2002198 w 2050241"/>
                  <a:gd name="connsiteY23" fmla="*/ 1214412 h 2033039"/>
                  <a:gd name="connsiteX24" fmla="*/ 2021039 w 2050241"/>
                  <a:gd name="connsiteY24" fmla="*/ 1019788 h 2033039"/>
                  <a:gd name="connsiteX25" fmla="*/ 1945111 w 2050241"/>
                  <a:gd name="connsiteY25" fmla="*/ 638170 h 2033039"/>
                  <a:gd name="connsiteX26" fmla="*/ 1729856 w 2050241"/>
                  <a:gd name="connsiteY26" fmla="*/ 313640 h 2033039"/>
                  <a:gd name="connsiteX27" fmla="*/ 1406739 w 2050241"/>
                  <a:gd name="connsiteY27" fmla="*/ 95088 h 2033039"/>
                  <a:gd name="connsiteX28" fmla="*/ 1023708 w 2050241"/>
                  <a:gd name="connsiteY28" fmla="*/ 15581 h 2033039"/>
                  <a:gd name="connsiteX29" fmla="*/ 638323 w 2050241"/>
                  <a:gd name="connsiteY29" fmla="*/ 89342 h 2033039"/>
                  <a:gd name="connsiteX30" fmla="*/ 463952 w 2050241"/>
                  <a:gd name="connsiteY30" fmla="*/ 181944 h 2033039"/>
                  <a:gd name="connsiteX31" fmla="*/ 311626 w 2050241"/>
                  <a:gd name="connsiteY31" fmla="*/ 307611 h 2033039"/>
                  <a:gd name="connsiteX32" fmla="*/ 187089 w 2050241"/>
                  <a:gd name="connsiteY32" fmla="*/ 460691 h 2033039"/>
                  <a:gd name="connsiteX33" fmla="*/ 95900 w 2050241"/>
                  <a:gd name="connsiteY33" fmla="*/ 635344 h 2033039"/>
                  <a:gd name="connsiteX34" fmla="*/ 23458 w 2050241"/>
                  <a:gd name="connsiteY34" fmla="*/ 1019599 h 2033039"/>
                  <a:gd name="connsiteX35" fmla="*/ 43240 w 2050241"/>
                  <a:gd name="connsiteY35" fmla="*/ 1214600 h 2033039"/>
                  <a:gd name="connsiteX36" fmla="*/ 100139 w 2050241"/>
                  <a:gd name="connsiteY36" fmla="*/ 1402065 h 2033039"/>
                  <a:gd name="connsiteX37" fmla="*/ 314358 w 2050241"/>
                  <a:gd name="connsiteY37" fmla="*/ 1728762 h 2033039"/>
                  <a:gd name="connsiteX38" fmla="*/ 637757 w 2050241"/>
                  <a:gd name="connsiteY38" fmla="*/ 1951082 h 2033039"/>
                  <a:gd name="connsiteX39" fmla="*/ 826541 w 2050241"/>
                  <a:gd name="connsiteY39" fmla="*/ 2010147 h 2033039"/>
                  <a:gd name="connsiteX40" fmla="*/ 1023614 w 2050241"/>
                  <a:gd name="connsiteY40" fmla="*/ 2030213 h 2033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2050241" h="2033039">
                    <a:moveTo>
                      <a:pt x="1023614" y="2033039"/>
                    </a:moveTo>
                    <a:cubicBezTo>
                      <a:pt x="890976" y="2033133"/>
                      <a:pt x="758338" y="2007509"/>
                      <a:pt x="634931" y="1958147"/>
                    </a:cubicBezTo>
                    <a:cubicBezTo>
                      <a:pt x="511431" y="1908879"/>
                      <a:pt x="397633" y="1834741"/>
                      <a:pt x="301828" y="1741574"/>
                    </a:cubicBezTo>
                    <a:cubicBezTo>
                      <a:pt x="206024" y="1648406"/>
                      <a:pt x="128683" y="1535645"/>
                      <a:pt x="77154" y="1411768"/>
                    </a:cubicBezTo>
                    <a:cubicBezTo>
                      <a:pt x="25059" y="1288079"/>
                      <a:pt x="-187" y="1153651"/>
                      <a:pt x="1" y="1019694"/>
                    </a:cubicBezTo>
                    <a:cubicBezTo>
                      <a:pt x="1037" y="885737"/>
                      <a:pt x="28921" y="752156"/>
                      <a:pt x="81393" y="629409"/>
                    </a:cubicBezTo>
                    <a:cubicBezTo>
                      <a:pt x="107581" y="567989"/>
                      <a:pt x="139799" y="509300"/>
                      <a:pt x="177480" y="454286"/>
                    </a:cubicBezTo>
                    <a:cubicBezTo>
                      <a:pt x="214879" y="399177"/>
                      <a:pt x="257459" y="347553"/>
                      <a:pt x="304749" y="300734"/>
                    </a:cubicBezTo>
                    <a:cubicBezTo>
                      <a:pt x="399517" y="207285"/>
                      <a:pt x="511713" y="131545"/>
                      <a:pt x="634555" y="80110"/>
                    </a:cubicBezTo>
                    <a:cubicBezTo>
                      <a:pt x="695975" y="54487"/>
                      <a:pt x="759939" y="34798"/>
                      <a:pt x="825128" y="21233"/>
                    </a:cubicBezTo>
                    <a:cubicBezTo>
                      <a:pt x="890411" y="7762"/>
                      <a:pt x="957012" y="697"/>
                      <a:pt x="1023708" y="37"/>
                    </a:cubicBezTo>
                    <a:cubicBezTo>
                      <a:pt x="1157100" y="-1093"/>
                      <a:pt x="1291246" y="23494"/>
                      <a:pt x="1415312" y="74364"/>
                    </a:cubicBezTo>
                    <a:cubicBezTo>
                      <a:pt x="1539377" y="124762"/>
                      <a:pt x="1653552" y="200125"/>
                      <a:pt x="1748697" y="294799"/>
                    </a:cubicBezTo>
                    <a:cubicBezTo>
                      <a:pt x="1843937" y="389379"/>
                      <a:pt x="1920524" y="502800"/>
                      <a:pt x="1972336" y="626772"/>
                    </a:cubicBezTo>
                    <a:cubicBezTo>
                      <a:pt x="2024524" y="750743"/>
                      <a:pt x="2050242" y="885454"/>
                      <a:pt x="2050242" y="1019694"/>
                    </a:cubicBezTo>
                    <a:cubicBezTo>
                      <a:pt x="2049771" y="1153933"/>
                      <a:pt x="2023959" y="1288550"/>
                      <a:pt x="1971205" y="1412145"/>
                    </a:cubicBezTo>
                    <a:cubicBezTo>
                      <a:pt x="1918828" y="1535645"/>
                      <a:pt x="1842052" y="1648784"/>
                      <a:pt x="1745871" y="1741857"/>
                    </a:cubicBezTo>
                    <a:cubicBezTo>
                      <a:pt x="1649972" y="1835023"/>
                      <a:pt x="1536080" y="1909067"/>
                      <a:pt x="1412580" y="1958335"/>
                    </a:cubicBezTo>
                    <a:cubicBezTo>
                      <a:pt x="1288985" y="2007698"/>
                      <a:pt x="1156347" y="2033227"/>
                      <a:pt x="1023614" y="2033039"/>
                    </a:cubicBezTo>
                    <a:close/>
                    <a:moveTo>
                      <a:pt x="1023614" y="2030213"/>
                    </a:moveTo>
                    <a:cubicBezTo>
                      <a:pt x="1155876" y="2029930"/>
                      <a:pt x="1288137" y="2003364"/>
                      <a:pt x="1409377" y="1951082"/>
                    </a:cubicBezTo>
                    <a:cubicBezTo>
                      <a:pt x="1530616" y="1899082"/>
                      <a:pt x="1641117" y="1822871"/>
                      <a:pt x="1732588" y="1728668"/>
                    </a:cubicBezTo>
                    <a:cubicBezTo>
                      <a:pt x="1823777" y="1634276"/>
                      <a:pt x="1897256" y="1523116"/>
                      <a:pt x="1946241" y="1401877"/>
                    </a:cubicBezTo>
                    <a:cubicBezTo>
                      <a:pt x="1970546" y="1341210"/>
                      <a:pt x="1989575" y="1278470"/>
                      <a:pt x="2002198" y="1214412"/>
                    </a:cubicBezTo>
                    <a:cubicBezTo>
                      <a:pt x="2014821" y="1150354"/>
                      <a:pt x="2021039" y="1085071"/>
                      <a:pt x="2021039" y="1019788"/>
                    </a:cubicBezTo>
                    <a:cubicBezTo>
                      <a:pt x="2020945" y="889128"/>
                      <a:pt x="1994568" y="758845"/>
                      <a:pt x="1945111" y="638170"/>
                    </a:cubicBezTo>
                    <a:cubicBezTo>
                      <a:pt x="1895654" y="517402"/>
                      <a:pt x="1821987" y="406430"/>
                      <a:pt x="1729856" y="313640"/>
                    </a:cubicBezTo>
                    <a:cubicBezTo>
                      <a:pt x="1637631" y="220944"/>
                      <a:pt x="1527413" y="146052"/>
                      <a:pt x="1406739" y="95088"/>
                    </a:cubicBezTo>
                    <a:cubicBezTo>
                      <a:pt x="1286065" y="44219"/>
                      <a:pt x="1155310" y="16711"/>
                      <a:pt x="1023708" y="15581"/>
                    </a:cubicBezTo>
                    <a:cubicBezTo>
                      <a:pt x="892295" y="14733"/>
                      <a:pt x="760128" y="38755"/>
                      <a:pt x="638323" y="89342"/>
                    </a:cubicBezTo>
                    <a:cubicBezTo>
                      <a:pt x="577373" y="114400"/>
                      <a:pt x="518873" y="145487"/>
                      <a:pt x="463952" y="181944"/>
                    </a:cubicBezTo>
                    <a:cubicBezTo>
                      <a:pt x="408938" y="218400"/>
                      <a:pt x="358162" y="260981"/>
                      <a:pt x="311626" y="307611"/>
                    </a:cubicBezTo>
                    <a:cubicBezTo>
                      <a:pt x="265278" y="354430"/>
                      <a:pt x="223357" y="405771"/>
                      <a:pt x="187089" y="460691"/>
                    </a:cubicBezTo>
                    <a:cubicBezTo>
                      <a:pt x="151009" y="515800"/>
                      <a:pt x="120487" y="574395"/>
                      <a:pt x="95900" y="635344"/>
                    </a:cubicBezTo>
                    <a:cubicBezTo>
                      <a:pt x="46632" y="757243"/>
                      <a:pt x="22421" y="888657"/>
                      <a:pt x="23458" y="1019599"/>
                    </a:cubicBezTo>
                    <a:cubicBezTo>
                      <a:pt x="23740" y="1085071"/>
                      <a:pt x="30335" y="1150542"/>
                      <a:pt x="43240" y="1214600"/>
                    </a:cubicBezTo>
                    <a:cubicBezTo>
                      <a:pt x="56146" y="1278753"/>
                      <a:pt x="75458" y="1341492"/>
                      <a:pt x="100139" y="1402065"/>
                    </a:cubicBezTo>
                    <a:cubicBezTo>
                      <a:pt x="149973" y="1523022"/>
                      <a:pt x="222792" y="1634559"/>
                      <a:pt x="314358" y="1728762"/>
                    </a:cubicBezTo>
                    <a:cubicBezTo>
                      <a:pt x="405923" y="1822871"/>
                      <a:pt x="516424" y="1899082"/>
                      <a:pt x="637757" y="1951082"/>
                    </a:cubicBezTo>
                    <a:cubicBezTo>
                      <a:pt x="698330" y="1977270"/>
                      <a:pt x="761823" y="1996676"/>
                      <a:pt x="826541" y="2010147"/>
                    </a:cubicBezTo>
                    <a:cubicBezTo>
                      <a:pt x="891353" y="2023524"/>
                      <a:pt x="957483" y="2029930"/>
                      <a:pt x="1023614" y="2030213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 44" descr="9a80d59c-8d15-4629-b489-130b114b9f02"/>
              <p:cNvSpPr/>
              <p:nvPr/>
            </p:nvSpPr>
            <p:spPr>
              <a:xfrm rot="18900000">
                <a:off x="6889436" y="4672619"/>
                <a:ext cx="1079548" cy="1079548"/>
              </a:xfrm>
              <a:custGeom>
                <a:avLst/>
                <a:gdLst>
                  <a:gd name="connsiteX0" fmla="*/ 757952 w 757952"/>
                  <a:gd name="connsiteY0" fmla="*/ 378976 h 757952"/>
                  <a:gd name="connsiteX1" fmla="*/ 378976 w 757952"/>
                  <a:gd name="connsiteY1" fmla="*/ 757952 h 757952"/>
                  <a:gd name="connsiteX2" fmla="*/ 0 w 757952"/>
                  <a:gd name="connsiteY2" fmla="*/ 378976 h 757952"/>
                  <a:gd name="connsiteX3" fmla="*/ 378976 w 757952"/>
                  <a:gd name="connsiteY3" fmla="*/ 0 h 757952"/>
                  <a:gd name="connsiteX4" fmla="*/ 757952 w 757952"/>
                  <a:gd name="connsiteY4" fmla="*/ 378976 h 757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7952" h="757952">
                    <a:moveTo>
                      <a:pt x="757952" y="378976"/>
                    </a:moveTo>
                    <a:cubicBezTo>
                      <a:pt x="757952" y="588279"/>
                      <a:pt x="588279" y="757952"/>
                      <a:pt x="378976" y="757952"/>
                    </a:cubicBezTo>
                    <a:cubicBezTo>
                      <a:pt x="169673" y="757952"/>
                      <a:pt x="0" y="588279"/>
                      <a:pt x="0" y="378976"/>
                    </a:cubicBezTo>
                    <a:cubicBezTo>
                      <a:pt x="0" y="169673"/>
                      <a:pt x="169673" y="0"/>
                      <a:pt x="378976" y="0"/>
                    </a:cubicBezTo>
                    <a:cubicBezTo>
                      <a:pt x="588279" y="0"/>
                      <a:pt x="757952" y="169673"/>
                      <a:pt x="757952" y="37897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任意多边形 45" descr="8956979a-0536-496d-9b0c-b8ab0af0bc21"/>
              <p:cNvSpPr/>
              <p:nvPr/>
            </p:nvSpPr>
            <p:spPr>
              <a:xfrm>
                <a:off x="6875224" y="4663173"/>
                <a:ext cx="1112062" cy="1090777"/>
              </a:xfrm>
              <a:custGeom>
                <a:avLst/>
                <a:gdLst>
                  <a:gd name="connsiteX0" fmla="*/ 388989 w 780780"/>
                  <a:gd name="connsiteY0" fmla="*/ 765836 h 765836"/>
                  <a:gd name="connsiteX1" fmla="*/ 242785 w 780780"/>
                  <a:gd name="connsiteY1" fmla="*/ 738612 h 765836"/>
                  <a:gd name="connsiteX2" fmla="*/ 115705 w 780780"/>
                  <a:gd name="connsiteY2" fmla="*/ 658916 h 765836"/>
                  <a:gd name="connsiteX3" fmla="*/ 29132 w 780780"/>
                  <a:gd name="connsiteY3" fmla="*/ 534661 h 765836"/>
                  <a:gd name="connsiteX4" fmla="*/ 24 w 780780"/>
                  <a:gd name="connsiteY4" fmla="*/ 385632 h 765836"/>
                  <a:gd name="connsiteX5" fmla="*/ 32712 w 780780"/>
                  <a:gd name="connsiteY5" fmla="*/ 238015 h 765836"/>
                  <a:gd name="connsiteX6" fmla="*/ 118249 w 780780"/>
                  <a:gd name="connsiteY6" fmla="*/ 114892 h 765836"/>
                  <a:gd name="connsiteX7" fmla="*/ 242314 w 780780"/>
                  <a:gd name="connsiteY7" fmla="*/ 31616 h 765836"/>
                  <a:gd name="connsiteX8" fmla="*/ 388989 w 780780"/>
                  <a:gd name="connsiteY8" fmla="*/ 58 h 765836"/>
                  <a:gd name="connsiteX9" fmla="*/ 537642 w 780780"/>
                  <a:gd name="connsiteY9" fmla="*/ 26717 h 765836"/>
                  <a:gd name="connsiteX10" fmla="*/ 664910 w 780780"/>
                  <a:gd name="connsiteY10" fmla="*/ 109616 h 765836"/>
                  <a:gd name="connsiteX11" fmla="*/ 750636 w 780780"/>
                  <a:gd name="connsiteY11" fmla="*/ 235755 h 765836"/>
                  <a:gd name="connsiteX12" fmla="*/ 780781 w 780780"/>
                  <a:gd name="connsiteY12" fmla="*/ 385537 h 765836"/>
                  <a:gd name="connsiteX13" fmla="*/ 749788 w 780780"/>
                  <a:gd name="connsiteY13" fmla="*/ 534944 h 765836"/>
                  <a:gd name="connsiteX14" fmla="*/ 662555 w 780780"/>
                  <a:gd name="connsiteY14" fmla="*/ 659010 h 765836"/>
                  <a:gd name="connsiteX15" fmla="*/ 535287 w 780780"/>
                  <a:gd name="connsiteY15" fmla="*/ 738612 h 765836"/>
                  <a:gd name="connsiteX16" fmla="*/ 388989 w 780780"/>
                  <a:gd name="connsiteY16" fmla="*/ 765836 h 765836"/>
                  <a:gd name="connsiteX17" fmla="*/ 388989 w 780780"/>
                  <a:gd name="connsiteY17" fmla="*/ 763387 h 765836"/>
                  <a:gd name="connsiteX18" fmla="*/ 532743 w 780780"/>
                  <a:gd name="connsiteY18" fmla="*/ 732677 h 765836"/>
                  <a:gd name="connsiteX19" fmla="*/ 651439 w 780780"/>
                  <a:gd name="connsiteY19" fmla="*/ 648082 h 765836"/>
                  <a:gd name="connsiteX20" fmla="*/ 755252 w 780780"/>
                  <a:gd name="connsiteY20" fmla="*/ 385632 h 765836"/>
                  <a:gd name="connsiteX21" fmla="*/ 649084 w 780780"/>
                  <a:gd name="connsiteY21" fmla="*/ 125631 h 765836"/>
                  <a:gd name="connsiteX22" fmla="*/ 530482 w 780780"/>
                  <a:gd name="connsiteY22" fmla="*/ 44333 h 765836"/>
                  <a:gd name="connsiteX23" fmla="*/ 389083 w 780780"/>
                  <a:gd name="connsiteY23" fmla="*/ 13246 h 765836"/>
                  <a:gd name="connsiteX24" fmla="*/ 123807 w 780780"/>
                  <a:gd name="connsiteY24" fmla="*/ 120449 h 765836"/>
                  <a:gd name="connsiteX25" fmla="*/ 19995 w 780780"/>
                  <a:gd name="connsiteY25" fmla="*/ 385726 h 765836"/>
                  <a:gd name="connsiteX26" fmla="*/ 126350 w 780780"/>
                  <a:gd name="connsiteY26" fmla="*/ 648365 h 765836"/>
                  <a:gd name="connsiteX27" fmla="*/ 245235 w 780780"/>
                  <a:gd name="connsiteY27" fmla="*/ 732959 h 765836"/>
                  <a:gd name="connsiteX28" fmla="*/ 388989 w 780780"/>
                  <a:gd name="connsiteY28" fmla="*/ 763387 h 765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0780" h="765836">
                    <a:moveTo>
                      <a:pt x="388989" y="765836"/>
                    </a:moveTo>
                    <a:cubicBezTo>
                      <a:pt x="339155" y="765836"/>
                      <a:pt x="289510" y="756510"/>
                      <a:pt x="242785" y="738612"/>
                    </a:cubicBezTo>
                    <a:cubicBezTo>
                      <a:pt x="196061" y="720807"/>
                      <a:pt x="152633" y="693582"/>
                      <a:pt x="115705" y="658916"/>
                    </a:cubicBezTo>
                    <a:cubicBezTo>
                      <a:pt x="78872" y="624249"/>
                      <a:pt x="48821" y="581763"/>
                      <a:pt x="29132" y="534661"/>
                    </a:cubicBezTo>
                    <a:cubicBezTo>
                      <a:pt x="9067" y="487748"/>
                      <a:pt x="-542" y="436502"/>
                      <a:pt x="24" y="385632"/>
                    </a:cubicBezTo>
                    <a:cubicBezTo>
                      <a:pt x="1060" y="334762"/>
                      <a:pt x="12270" y="284269"/>
                      <a:pt x="32712" y="238015"/>
                    </a:cubicBezTo>
                    <a:cubicBezTo>
                      <a:pt x="53154" y="191855"/>
                      <a:pt x="82546" y="150029"/>
                      <a:pt x="118249" y="114892"/>
                    </a:cubicBezTo>
                    <a:cubicBezTo>
                      <a:pt x="154046" y="79848"/>
                      <a:pt x="196155" y="51116"/>
                      <a:pt x="242314" y="31616"/>
                    </a:cubicBezTo>
                    <a:cubicBezTo>
                      <a:pt x="288568" y="12304"/>
                      <a:pt x="338402" y="905"/>
                      <a:pt x="388989" y="58"/>
                    </a:cubicBezTo>
                    <a:cubicBezTo>
                      <a:pt x="439388" y="-790"/>
                      <a:pt x="490446" y="7688"/>
                      <a:pt x="537642" y="26717"/>
                    </a:cubicBezTo>
                    <a:cubicBezTo>
                      <a:pt x="584932" y="45464"/>
                      <a:pt x="628548" y="73725"/>
                      <a:pt x="664910" y="109616"/>
                    </a:cubicBezTo>
                    <a:cubicBezTo>
                      <a:pt x="701273" y="145508"/>
                      <a:pt x="730664" y="188559"/>
                      <a:pt x="750636" y="235755"/>
                    </a:cubicBezTo>
                    <a:cubicBezTo>
                      <a:pt x="770701" y="282950"/>
                      <a:pt x="780686" y="334291"/>
                      <a:pt x="780781" y="385537"/>
                    </a:cubicBezTo>
                    <a:cubicBezTo>
                      <a:pt x="780310" y="436784"/>
                      <a:pt x="770136" y="488031"/>
                      <a:pt x="749788" y="534944"/>
                    </a:cubicBezTo>
                    <a:cubicBezTo>
                      <a:pt x="729722" y="581952"/>
                      <a:pt x="699483" y="624437"/>
                      <a:pt x="662555" y="659010"/>
                    </a:cubicBezTo>
                    <a:cubicBezTo>
                      <a:pt x="625534" y="693582"/>
                      <a:pt x="582106" y="720902"/>
                      <a:pt x="535287" y="738612"/>
                    </a:cubicBezTo>
                    <a:cubicBezTo>
                      <a:pt x="488562" y="756604"/>
                      <a:pt x="438823" y="765930"/>
                      <a:pt x="388989" y="765836"/>
                    </a:cubicBezTo>
                    <a:close/>
                    <a:moveTo>
                      <a:pt x="388989" y="763387"/>
                    </a:moveTo>
                    <a:cubicBezTo>
                      <a:pt x="438446" y="763104"/>
                      <a:pt x="487903" y="752930"/>
                      <a:pt x="532743" y="732677"/>
                    </a:cubicBezTo>
                    <a:cubicBezTo>
                      <a:pt x="577584" y="712517"/>
                      <a:pt x="618186" y="683597"/>
                      <a:pt x="651439" y="648082"/>
                    </a:cubicBezTo>
                    <a:cubicBezTo>
                      <a:pt x="717759" y="576959"/>
                      <a:pt x="756005" y="481814"/>
                      <a:pt x="755252" y="385632"/>
                    </a:cubicBezTo>
                    <a:cubicBezTo>
                      <a:pt x="755252" y="289639"/>
                      <a:pt x="716911" y="194211"/>
                      <a:pt x="649084" y="125631"/>
                    </a:cubicBezTo>
                    <a:cubicBezTo>
                      <a:pt x="615265" y="91435"/>
                      <a:pt x="574852" y="63457"/>
                      <a:pt x="530482" y="44333"/>
                    </a:cubicBezTo>
                    <a:cubicBezTo>
                      <a:pt x="486018" y="25304"/>
                      <a:pt x="437881" y="14282"/>
                      <a:pt x="389083" y="13246"/>
                    </a:cubicBezTo>
                    <a:cubicBezTo>
                      <a:pt x="291489" y="10797"/>
                      <a:pt x="192669" y="49985"/>
                      <a:pt x="123807" y="120449"/>
                    </a:cubicBezTo>
                    <a:cubicBezTo>
                      <a:pt x="54473" y="190631"/>
                      <a:pt x="17922" y="289168"/>
                      <a:pt x="19995" y="385726"/>
                    </a:cubicBezTo>
                    <a:cubicBezTo>
                      <a:pt x="21314" y="482473"/>
                      <a:pt x="59654" y="577336"/>
                      <a:pt x="126350" y="648365"/>
                    </a:cubicBezTo>
                    <a:cubicBezTo>
                      <a:pt x="159698" y="683785"/>
                      <a:pt x="200300" y="712800"/>
                      <a:pt x="245235" y="732959"/>
                    </a:cubicBezTo>
                    <a:cubicBezTo>
                      <a:pt x="290076" y="753119"/>
                      <a:pt x="339532" y="763199"/>
                      <a:pt x="388989" y="763387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" name="任意多边形 46" descr="00b06fa8-f053-4393-9735-414d6c82eb17"/>
              <p:cNvSpPr/>
              <p:nvPr/>
            </p:nvSpPr>
            <p:spPr>
              <a:xfrm rot="18900000">
                <a:off x="6615064" y="3038965"/>
                <a:ext cx="5559286" cy="402516"/>
              </a:xfrm>
              <a:custGeom>
                <a:avLst/>
                <a:gdLst>
                  <a:gd name="connsiteX0" fmla="*/ 0 w 3903182"/>
                  <a:gd name="connsiteY0" fmla="*/ 0 h 282607"/>
                  <a:gd name="connsiteX1" fmla="*/ 3903182 w 3903182"/>
                  <a:gd name="connsiteY1" fmla="*/ 0 h 282607"/>
                  <a:gd name="connsiteX2" fmla="*/ 3903182 w 3903182"/>
                  <a:gd name="connsiteY2" fmla="*/ 282607 h 282607"/>
                  <a:gd name="connsiteX3" fmla="*/ 0 w 3903182"/>
                  <a:gd name="connsiteY3" fmla="*/ 282607 h 282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03182" h="282607">
                    <a:moveTo>
                      <a:pt x="0" y="0"/>
                    </a:moveTo>
                    <a:lnTo>
                      <a:pt x="3903182" y="0"/>
                    </a:lnTo>
                    <a:lnTo>
                      <a:pt x="3903182" y="282607"/>
                    </a:lnTo>
                    <a:lnTo>
                      <a:pt x="0" y="282607"/>
                    </a:lnTo>
                    <a:close/>
                  </a:path>
                </a:pathLst>
              </a:custGeom>
              <a:solidFill>
                <a:schemeClr val="accent2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任意多边形 47" descr="de839632-fc39-413e-9f60-0a9b4ec72a38"/>
              <p:cNvSpPr/>
              <p:nvPr/>
            </p:nvSpPr>
            <p:spPr>
              <a:xfrm>
                <a:off x="7268653" y="1104308"/>
                <a:ext cx="4269397" cy="4247391"/>
              </a:xfrm>
              <a:custGeom>
                <a:avLst/>
                <a:gdLst>
                  <a:gd name="connsiteX0" fmla="*/ 212711 w 2997549"/>
                  <a:gd name="connsiteY0" fmla="*/ 2982100 h 2982099"/>
                  <a:gd name="connsiteX1" fmla="*/ 110406 w 2997549"/>
                  <a:gd name="connsiteY1" fmla="*/ 2885353 h 2982099"/>
                  <a:gd name="connsiteX2" fmla="*/ 6406 w 2997549"/>
                  <a:gd name="connsiteY2" fmla="*/ 2786157 h 2982099"/>
                  <a:gd name="connsiteX3" fmla="*/ 0 w 2997549"/>
                  <a:gd name="connsiteY3" fmla="*/ 2780033 h 2982099"/>
                  <a:gd name="connsiteX4" fmla="*/ 6406 w 2997549"/>
                  <a:gd name="connsiteY4" fmla="*/ 2773345 h 2982099"/>
                  <a:gd name="connsiteX5" fmla="*/ 687778 w 2997549"/>
                  <a:gd name="connsiteY5" fmla="*/ 2074733 h 2982099"/>
                  <a:gd name="connsiteX6" fmla="*/ 1379136 w 2997549"/>
                  <a:gd name="connsiteY6" fmla="*/ 1386013 h 2982099"/>
                  <a:gd name="connsiteX7" fmla="*/ 1728913 w 2997549"/>
                  <a:gd name="connsiteY7" fmla="*/ 1045751 h 2982099"/>
                  <a:gd name="connsiteX8" fmla="*/ 2077183 w 2997549"/>
                  <a:gd name="connsiteY8" fmla="*/ 703981 h 2982099"/>
                  <a:gd name="connsiteX9" fmla="*/ 2249763 w 2997549"/>
                  <a:gd name="connsiteY9" fmla="*/ 531589 h 2982099"/>
                  <a:gd name="connsiteX10" fmla="*/ 2421590 w 2997549"/>
                  <a:gd name="connsiteY10" fmla="*/ 358349 h 2982099"/>
                  <a:gd name="connsiteX11" fmla="*/ 2762983 w 2997549"/>
                  <a:gd name="connsiteY11" fmla="*/ 9797 h 2982099"/>
                  <a:gd name="connsiteX12" fmla="*/ 2772592 w 2997549"/>
                  <a:gd name="connsiteY12" fmla="*/ 0 h 2982099"/>
                  <a:gd name="connsiteX13" fmla="*/ 2782671 w 2997549"/>
                  <a:gd name="connsiteY13" fmla="*/ 9797 h 2982099"/>
                  <a:gd name="connsiteX14" fmla="*/ 2985114 w 2997549"/>
                  <a:gd name="connsiteY14" fmla="*/ 207059 h 2982099"/>
                  <a:gd name="connsiteX15" fmla="*/ 2997549 w 2997549"/>
                  <a:gd name="connsiteY15" fmla="*/ 219117 h 2982099"/>
                  <a:gd name="connsiteX16" fmla="*/ 2985114 w 2997549"/>
                  <a:gd name="connsiteY16" fmla="*/ 231834 h 2982099"/>
                  <a:gd name="connsiteX17" fmla="*/ 2641932 w 2997549"/>
                  <a:gd name="connsiteY17" fmla="*/ 581517 h 2982099"/>
                  <a:gd name="connsiteX18" fmla="*/ 2296677 w 2997549"/>
                  <a:gd name="connsiteY18" fmla="*/ 929975 h 2982099"/>
                  <a:gd name="connsiteX19" fmla="*/ 1602869 w 2997549"/>
                  <a:gd name="connsiteY19" fmla="*/ 1623877 h 2982099"/>
                  <a:gd name="connsiteX20" fmla="*/ 1428782 w 2997549"/>
                  <a:gd name="connsiteY20" fmla="*/ 1795986 h 2982099"/>
                  <a:gd name="connsiteX21" fmla="*/ 1254505 w 2997549"/>
                  <a:gd name="connsiteY21" fmla="*/ 1966965 h 2982099"/>
                  <a:gd name="connsiteX22" fmla="*/ 906424 w 2997549"/>
                  <a:gd name="connsiteY22" fmla="*/ 2308263 h 2982099"/>
                  <a:gd name="connsiteX23" fmla="*/ 559002 w 2997549"/>
                  <a:gd name="connsiteY23" fmla="*/ 2646642 h 2982099"/>
                  <a:gd name="connsiteX24" fmla="*/ 212711 w 2997549"/>
                  <a:gd name="connsiteY24" fmla="*/ 2982100 h 2982099"/>
                  <a:gd name="connsiteX25" fmla="*/ 212711 w 2997549"/>
                  <a:gd name="connsiteY25" fmla="*/ 2977013 h 2982099"/>
                  <a:gd name="connsiteX26" fmla="*/ 556553 w 2997549"/>
                  <a:gd name="connsiteY26" fmla="*/ 2622243 h 2982099"/>
                  <a:gd name="connsiteX27" fmla="*/ 899076 w 2997549"/>
                  <a:gd name="connsiteY27" fmla="*/ 2270676 h 2982099"/>
                  <a:gd name="connsiteX28" fmla="*/ 1240940 w 2997549"/>
                  <a:gd name="connsiteY28" fmla="*/ 1922030 h 2982099"/>
                  <a:gd name="connsiteX29" fmla="*/ 1411636 w 2997549"/>
                  <a:gd name="connsiteY29" fmla="*/ 1748036 h 2982099"/>
                  <a:gd name="connsiteX30" fmla="*/ 1582521 w 2997549"/>
                  <a:gd name="connsiteY30" fmla="*/ 1575079 h 2982099"/>
                  <a:gd name="connsiteX31" fmla="*/ 2268698 w 2997549"/>
                  <a:gd name="connsiteY31" fmla="*/ 888996 h 2982099"/>
                  <a:gd name="connsiteX32" fmla="*/ 2613482 w 2997549"/>
                  <a:gd name="connsiteY32" fmla="*/ 547510 h 2982099"/>
                  <a:gd name="connsiteX33" fmla="*/ 2960245 w 2997549"/>
                  <a:gd name="connsiteY33" fmla="*/ 207153 h 2982099"/>
                  <a:gd name="connsiteX34" fmla="*/ 2960245 w 2997549"/>
                  <a:gd name="connsiteY34" fmla="*/ 232023 h 2982099"/>
                  <a:gd name="connsiteX35" fmla="*/ 2762983 w 2997549"/>
                  <a:gd name="connsiteY35" fmla="*/ 29580 h 2982099"/>
                  <a:gd name="connsiteX36" fmla="*/ 2782671 w 2997549"/>
                  <a:gd name="connsiteY36" fmla="*/ 29580 h 2982099"/>
                  <a:gd name="connsiteX37" fmla="*/ 2434119 w 2997549"/>
                  <a:gd name="connsiteY37" fmla="*/ 370973 h 2982099"/>
                  <a:gd name="connsiteX38" fmla="*/ 2260879 w 2997549"/>
                  <a:gd name="connsiteY38" fmla="*/ 542799 h 2982099"/>
                  <a:gd name="connsiteX39" fmla="*/ 2088487 w 2997549"/>
                  <a:gd name="connsiteY39" fmla="*/ 715380 h 2982099"/>
                  <a:gd name="connsiteX40" fmla="*/ 1746718 w 2997549"/>
                  <a:gd name="connsiteY40" fmla="*/ 1063650 h 2982099"/>
                  <a:gd name="connsiteX41" fmla="*/ 1406455 w 2997549"/>
                  <a:gd name="connsiteY41" fmla="*/ 1413426 h 2982099"/>
                  <a:gd name="connsiteX42" fmla="*/ 717735 w 2997549"/>
                  <a:gd name="connsiteY42" fmla="*/ 2104784 h 2982099"/>
                  <a:gd name="connsiteX43" fmla="*/ 19123 w 2997549"/>
                  <a:gd name="connsiteY43" fmla="*/ 2786157 h 2982099"/>
                  <a:gd name="connsiteX44" fmla="*/ 19123 w 2997549"/>
                  <a:gd name="connsiteY44" fmla="*/ 2773345 h 2982099"/>
                  <a:gd name="connsiteX45" fmla="*/ 212711 w 2997549"/>
                  <a:gd name="connsiteY45" fmla="*/ 2977013 h 2982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2997549" h="2982099">
                    <a:moveTo>
                      <a:pt x="212711" y="2982100"/>
                    </a:moveTo>
                    <a:lnTo>
                      <a:pt x="110406" y="2885353"/>
                    </a:lnTo>
                    <a:lnTo>
                      <a:pt x="6406" y="2786157"/>
                    </a:lnTo>
                    <a:lnTo>
                      <a:pt x="0" y="2780033"/>
                    </a:lnTo>
                    <a:lnTo>
                      <a:pt x="6406" y="2773345"/>
                    </a:lnTo>
                    <a:cubicBezTo>
                      <a:pt x="231552" y="2538496"/>
                      <a:pt x="459335" y="2306285"/>
                      <a:pt x="687778" y="2074733"/>
                    </a:cubicBezTo>
                    <a:cubicBezTo>
                      <a:pt x="916692" y="1843653"/>
                      <a:pt x="1145701" y="1612666"/>
                      <a:pt x="1379136" y="1386013"/>
                    </a:cubicBezTo>
                    <a:lnTo>
                      <a:pt x="1728913" y="1045751"/>
                    </a:lnTo>
                    <a:cubicBezTo>
                      <a:pt x="1845631" y="932518"/>
                      <a:pt x="1961972" y="818815"/>
                      <a:pt x="2077183" y="703981"/>
                    </a:cubicBezTo>
                    <a:cubicBezTo>
                      <a:pt x="2134929" y="646706"/>
                      <a:pt x="2192582" y="589336"/>
                      <a:pt x="2249763" y="531589"/>
                    </a:cubicBezTo>
                    <a:cubicBezTo>
                      <a:pt x="2307227" y="474031"/>
                      <a:pt x="2364503" y="416379"/>
                      <a:pt x="2421590" y="358349"/>
                    </a:cubicBezTo>
                    <a:cubicBezTo>
                      <a:pt x="2535953" y="242762"/>
                      <a:pt x="2649185" y="125950"/>
                      <a:pt x="2762983" y="9797"/>
                    </a:cubicBezTo>
                    <a:lnTo>
                      <a:pt x="2772592" y="0"/>
                    </a:lnTo>
                    <a:lnTo>
                      <a:pt x="2782671" y="9797"/>
                    </a:lnTo>
                    <a:lnTo>
                      <a:pt x="2985114" y="207059"/>
                    </a:lnTo>
                    <a:lnTo>
                      <a:pt x="2997549" y="219117"/>
                    </a:lnTo>
                    <a:lnTo>
                      <a:pt x="2985114" y="231834"/>
                    </a:lnTo>
                    <a:cubicBezTo>
                      <a:pt x="2871411" y="348835"/>
                      <a:pt x="2756389" y="464799"/>
                      <a:pt x="2641932" y="581517"/>
                    </a:cubicBezTo>
                    <a:lnTo>
                      <a:pt x="2296677" y="929975"/>
                    </a:lnTo>
                    <a:cubicBezTo>
                      <a:pt x="2066349" y="1162375"/>
                      <a:pt x="1835175" y="1394586"/>
                      <a:pt x="1602869" y="1623877"/>
                    </a:cubicBezTo>
                    <a:lnTo>
                      <a:pt x="1428782" y="1795986"/>
                    </a:lnTo>
                    <a:lnTo>
                      <a:pt x="1254505" y="1966965"/>
                    </a:lnTo>
                    <a:lnTo>
                      <a:pt x="906424" y="2308263"/>
                    </a:lnTo>
                    <a:lnTo>
                      <a:pt x="559002" y="2646642"/>
                    </a:lnTo>
                    <a:lnTo>
                      <a:pt x="212711" y="2982100"/>
                    </a:lnTo>
                    <a:close/>
                    <a:moveTo>
                      <a:pt x="212711" y="2977013"/>
                    </a:moveTo>
                    <a:lnTo>
                      <a:pt x="556553" y="2622243"/>
                    </a:lnTo>
                    <a:lnTo>
                      <a:pt x="899076" y="2270676"/>
                    </a:lnTo>
                    <a:lnTo>
                      <a:pt x="1240940" y="1922030"/>
                    </a:lnTo>
                    <a:lnTo>
                      <a:pt x="1411636" y="1748036"/>
                    </a:lnTo>
                    <a:lnTo>
                      <a:pt x="1582521" y="1575079"/>
                    </a:lnTo>
                    <a:cubicBezTo>
                      <a:pt x="1810211" y="1344281"/>
                      <a:pt x="2038936" y="1116592"/>
                      <a:pt x="2268698" y="888996"/>
                    </a:cubicBezTo>
                    <a:lnTo>
                      <a:pt x="2613482" y="547510"/>
                    </a:lnTo>
                    <a:cubicBezTo>
                      <a:pt x="2728975" y="434183"/>
                      <a:pt x="2843998" y="320197"/>
                      <a:pt x="2960245" y="207153"/>
                    </a:cubicBezTo>
                    <a:lnTo>
                      <a:pt x="2960245" y="232023"/>
                    </a:lnTo>
                    <a:lnTo>
                      <a:pt x="2762983" y="29580"/>
                    </a:lnTo>
                    <a:lnTo>
                      <a:pt x="2782671" y="29580"/>
                    </a:lnTo>
                    <a:cubicBezTo>
                      <a:pt x="2666519" y="143472"/>
                      <a:pt x="2549707" y="256610"/>
                      <a:pt x="2434119" y="370973"/>
                    </a:cubicBezTo>
                    <a:cubicBezTo>
                      <a:pt x="2376184" y="428060"/>
                      <a:pt x="2318438" y="485335"/>
                      <a:pt x="2260879" y="542799"/>
                    </a:cubicBezTo>
                    <a:cubicBezTo>
                      <a:pt x="2203133" y="600075"/>
                      <a:pt x="2145763" y="657728"/>
                      <a:pt x="2088487" y="715380"/>
                    </a:cubicBezTo>
                    <a:cubicBezTo>
                      <a:pt x="1973748" y="830591"/>
                      <a:pt x="1860044" y="946931"/>
                      <a:pt x="1746718" y="1063650"/>
                    </a:cubicBezTo>
                    <a:lnTo>
                      <a:pt x="1406455" y="1413426"/>
                    </a:lnTo>
                    <a:cubicBezTo>
                      <a:pt x="1179896" y="1646862"/>
                      <a:pt x="948816" y="1875776"/>
                      <a:pt x="717735" y="2104784"/>
                    </a:cubicBezTo>
                    <a:cubicBezTo>
                      <a:pt x="486183" y="2333227"/>
                      <a:pt x="253972" y="2561011"/>
                      <a:pt x="19123" y="2786157"/>
                    </a:cubicBezTo>
                    <a:lnTo>
                      <a:pt x="19123" y="2773345"/>
                    </a:lnTo>
                    <a:lnTo>
                      <a:pt x="212711" y="2977013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" name="任意多边形 48" descr="a393e5ff-066a-409c-80c1-9ec9575dcc31"/>
              <p:cNvSpPr/>
              <p:nvPr/>
            </p:nvSpPr>
            <p:spPr>
              <a:xfrm>
                <a:off x="9234679" y="563052"/>
                <a:ext cx="2834295" cy="2837077"/>
              </a:xfrm>
              <a:custGeom>
                <a:avLst/>
                <a:gdLst>
                  <a:gd name="connsiteX0" fmla="*/ 1531757 w 1989962"/>
                  <a:gd name="connsiteY0" fmla="*/ 0 h 1991916"/>
                  <a:gd name="connsiteX1" fmla="*/ 47961 w 1989962"/>
                  <a:gd name="connsiteY1" fmla="*/ 1485680 h 1991916"/>
                  <a:gd name="connsiteX2" fmla="*/ 48055 w 1989962"/>
                  <a:gd name="connsiteY2" fmla="*/ 1717515 h 1991916"/>
                  <a:gd name="connsiteX3" fmla="*/ 274426 w 1989962"/>
                  <a:gd name="connsiteY3" fmla="*/ 1943885 h 1991916"/>
                  <a:gd name="connsiteX4" fmla="*/ 506355 w 1989962"/>
                  <a:gd name="connsiteY4" fmla="*/ 1943791 h 1991916"/>
                  <a:gd name="connsiteX5" fmla="*/ 1989962 w 1989962"/>
                  <a:gd name="connsiteY5" fmla="*/ 458299 h 1991916"/>
                  <a:gd name="connsiteX6" fmla="*/ 1531757 w 1989962"/>
                  <a:gd name="connsiteY6" fmla="*/ 0 h 1991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89962" h="1991916">
                    <a:moveTo>
                      <a:pt x="1531757" y="0"/>
                    </a:moveTo>
                    <a:lnTo>
                      <a:pt x="47961" y="1485680"/>
                    </a:lnTo>
                    <a:cubicBezTo>
                      <a:pt x="-16003" y="1549739"/>
                      <a:pt x="-16003" y="1653456"/>
                      <a:pt x="48055" y="1717515"/>
                    </a:cubicBezTo>
                    <a:lnTo>
                      <a:pt x="274426" y="1943885"/>
                    </a:lnTo>
                    <a:cubicBezTo>
                      <a:pt x="338484" y="2007943"/>
                      <a:pt x="442391" y="2007943"/>
                      <a:pt x="506355" y="1943791"/>
                    </a:cubicBezTo>
                    <a:lnTo>
                      <a:pt x="1989962" y="458299"/>
                    </a:lnTo>
                    <a:lnTo>
                      <a:pt x="153175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" name="任意多边形 49" descr="b63c8045-a2ff-4867-9f25-b3c7bc8c3314"/>
              <p:cNvSpPr/>
              <p:nvPr/>
            </p:nvSpPr>
            <p:spPr>
              <a:xfrm>
                <a:off x="9223920" y="559429"/>
                <a:ext cx="2883561" cy="2859268"/>
              </a:xfrm>
              <a:custGeom>
                <a:avLst/>
                <a:gdLst>
                  <a:gd name="connsiteX0" fmla="*/ 1539311 w 2024552"/>
                  <a:gd name="connsiteY0" fmla="*/ 5087 h 2007496"/>
                  <a:gd name="connsiteX1" fmla="*/ 660206 w 2024552"/>
                  <a:gd name="connsiteY1" fmla="*/ 913113 h 2007496"/>
                  <a:gd name="connsiteX2" fmla="*/ 437792 w 2024552"/>
                  <a:gd name="connsiteY2" fmla="*/ 1130816 h 2007496"/>
                  <a:gd name="connsiteX3" fmla="*/ 212928 w 2024552"/>
                  <a:gd name="connsiteY3" fmla="*/ 1347296 h 2007496"/>
                  <a:gd name="connsiteX4" fmla="*/ 156501 w 2024552"/>
                  <a:gd name="connsiteY4" fmla="*/ 1401557 h 2007496"/>
                  <a:gd name="connsiteX5" fmla="*/ 100450 w 2024552"/>
                  <a:gd name="connsiteY5" fmla="*/ 1456289 h 2007496"/>
                  <a:gd name="connsiteX6" fmla="*/ 72377 w 2024552"/>
                  <a:gd name="connsiteY6" fmla="*/ 1483702 h 2007496"/>
                  <a:gd name="connsiteX7" fmla="*/ 46565 w 2024552"/>
                  <a:gd name="connsiteY7" fmla="*/ 1511586 h 2007496"/>
                  <a:gd name="connsiteX8" fmla="*/ 17551 w 2024552"/>
                  <a:gd name="connsiteY8" fmla="*/ 1579695 h 2007496"/>
                  <a:gd name="connsiteX9" fmla="*/ 23391 w 2024552"/>
                  <a:gd name="connsiteY9" fmla="*/ 1653645 h 2007496"/>
                  <a:gd name="connsiteX10" fmla="*/ 63145 w 2024552"/>
                  <a:gd name="connsiteY10" fmla="*/ 1716478 h 2007496"/>
                  <a:gd name="connsiteX11" fmla="*/ 175153 w 2024552"/>
                  <a:gd name="connsiteY11" fmla="*/ 1826979 h 2007496"/>
                  <a:gd name="connsiteX12" fmla="*/ 287914 w 2024552"/>
                  <a:gd name="connsiteY12" fmla="*/ 1936631 h 2007496"/>
                  <a:gd name="connsiteX13" fmla="*/ 421494 w 2024552"/>
                  <a:gd name="connsiteY13" fmla="*/ 1978646 h 2007496"/>
                  <a:gd name="connsiteX14" fmla="*/ 486306 w 2024552"/>
                  <a:gd name="connsiteY14" fmla="*/ 1949820 h 2007496"/>
                  <a:gd name="connsiteX15" fmla="*/ 499683 w 2024552"/>
                  <a:gd name="connsiteY15" fmla="*/ 1938139 h 2007496"/>
                  <a:gd name="connsiteX16" fmla="*/ 513154 w 2024552"/>
                  <a:gd name="connsiteY16" fmla="*/ 1924479 h 2007496"/>
                  <a:gd name="connsiteX17" fmla="*/ 540379 w 2024552"/>
                  <a:gd name="connsiteY17" fmla="*/ 1896124 h 2007496"/>
                  <a:gd name="connsiteX18" fmla="*/ 649561 w 2024552"/>
                  <a:gd name="connsiteY18" fmla="*/ 1782798 h 2007496"/>
                  <a:gd name="connsiteX19" fmla="*/ 1090055 w 2024552"/>
                  <a:gd name="connsiteY19" fmla="*/ 1333353 h 2007496"/>
                  <a:gd name="connsiteX20" fmla="*/ 1984045 w 2024552"/>
                  <a:gd name="connsiteY20" fmla="*/ 447372 h 2007496"/>
                  <a:gd name="connsiteX21" fmla="*/ 1984045 w 2024552"/>
                  <a:gd name="connsiteY21" fmla="*/ 474219 h 2007496"/>
                  <a:gd name="connsiteX22" fmla="*/ 1763703 w 2024552"/>
                  <a:gd name="connsiteY22" fmla="*/ 242856 h 2007496"/>
                  <a:gd name="connsiteX23" fmla="*/ 1539311 w 2024552"/>
                  <a:gd name="connsiteY23" fmla="*/ 5087 h 2007496"/>
                  <a:gd name="connsiteX24" fmla="*/ 1539311 w 2024552"/>
                  <a:gd name="connsiteY24" fmla="*/ 0 h 2007496"/>
                  <a:gd name="connsiteX25" fmla="*/ 1773124 w 2024552"/>
                  <a:gd name="connsiteY25" fmla="*/ 220436 h 2007496"/>
                  <a:gd name="connsiteX26" fmla="*/ 2010987 w 2024552"/>
                  <a:gd name="connsiteY26" fmla="*/ 447372 h 2007496"/>
                  <a:gd name="connsiteX27" fmla="*/ 2024552 w 2024552"/>
                  <a:gd name="connsiteY27" fmla="*/ 460277 h 2007496"/>
                  <a:gd name="connsiteX28" fmla="*/ 2011081 w 2024552"/>
                  <a:gd name="connsiteY28" fmla="*/ 474219 h 2007496"/>
                  <a:gd name="connsiteX29" fmla="*/ 1126230 w 2024552"/>
                  <a:gd name="connsiteY29" fmla="*/ 1369245 h 2007496"/>
                  <a:gd name="connsiteX30" fmla="*/ 677351 w 2024552"/>
                  <a:gd name="connsiteY30" fmla="*/ 1810305 h 2007496"/>
                  <a:gd name="connsiteX31" fmla="*/ 564118 w 2024552"/>
                  <a:gd name="connsiteY31" fmla="*/ 1919581 h 2007496"/>
                  <a:gd name="connsiteX32" fmla="*/ 535763 w 2024552"/>
                  <a:gd name="connsiteY32" fmla="*/ 1946900 h 2007496"/>
                  <a:gd name="connsiteX33" fmla="*/ 521162 w 2024552"/>
                  <a:gd name="connsiteY33" fmla="*/ 1960653 h 2007496"/>
                  <a:gd name="connsiteX34" fmla="*/ 504488 w 2024552"/>
                  <a:gd name="connsiteY34" fmla="*/ 1974124 h 2007496"/>
                  <a:gd name="connsiteX35" fmla="*/ 425828 w 2024552"/>
                  <a:gd name="connsiteY35" fmla="*/ 2005588 h 2007496"/>
                  <a:gd name="connsiteX36" fmla="*/ 272276 w 2024552"/>
                  <a:gd name="connsiteY36" fmla="*/ 1952081 h 2007496"/>
                  <a:gd name="connsiteX37" fmla="*/ 162624 w 2024552"/>
                  <a:gd name="connsiteY37" fmla="*/ 1839320 h 2007496"/>
                  <a:gd name="connsiteX38" fmla="*/ 52123 w 2024552"/>
                  <a:gd name="connsiteY38" fmla="*/ 1727312 h 2007496"/>
                  <a:gd name="connsiteX39" fmla="*/ 2101 w 2024552"/>
                  <a:gd name="connsiteY39" fmla="*/ 1576869 h 2007496"/>
                  <a:gd name="connsiteX40" fmla="*/ 33471 w 2024552"/>
                  <a:gd name="connsiteY40" fmla="*/ 1501412 h 2007496"/>
                  <a:gd name="connsiteX41" fmla="*/ 60319 w 2024552"/>
                  <a:gd name="connsiteY41" fmla="*/ 1471079 h 2007496"/>
                  <a:gd name="connsiteX42" fmla="*/ 87827 w 2024552"/>
                  <a:gd name="connsiteY42" fmla="*/ 1442818 h 2007496"/>
                  <a:gd name="connsiteX43" fmla="*/ 142935 w 2024552"/>
                  <a:gd name="connsiteY43" fmla="*/ 1386296 h 2007496"/>
                  <a:gd name="connsiteX44" fmla="*/ 197668 w 2024552"/>
                  <a:gd name="connsiteY44" fmla="*/ 1329208 h 2007496"/>
                  <a:gd name="connsiteX45" fmla="*/ 417444 w 2024552"/>
                  <a:gd name="connsiteY45" fmla="*/ 1100389 h 2007496"/>
                  <a:gd name="connsiteX46" fmla="*/ 639764 w 2024552"/>
                  <a:gd name="connsiteY46" fmla="*/ 872794 h 2007496"/>
                  <a:gd name="connsiteX47" fmla="*/ 1539311 w 2024552"/>
                  <a:gd name="connsiteY47" fmla="*/ 0 h 200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024552" h="2007496">
                    <a:moveTo>
                      <a:pt x="1539311" y="5087"/>
                    </a:moveTo>
                    <a:cubicBezTo>
                      <a:pt x="1243324" y="318313"/>
                      <a:pt x="953743" y="618256"/>
                      <a:pt x="660206" y="913113"/>
                    </a:cubicBezTo>
                    <a:cubicBezTo>
                      <a:pt x="586727" y="986591"/>
                      <a:pt x="512589" y="1058939"/>
                      <a:pt x="437792" y="1130816"/>
                    </a:cubicBezTo>
                    <a:lnTo>
                      <a:pt x="212928" y="1347296"/>
                    </a:lnTo>
                    <a:lnTo>
                      <a:pt x="156501" y="1401557"/>
                    </a:lnTo>
                    <a:lnTo>
                      <a:pt x="100450" y="1456289"/>
                    </a:lnTo>
                    <a:lnTo>
                      <a:pt x="72377" y="1483702"/>
                    </a:lnTo>
                    <a:cubicBezTo>
                      <a:pt x="62957" y="1493028"/>
                      <a:pt x="53819" y="1501506"/>
                      <a:pt x="46565" y="1511586"/>
                    </a:cubicBezTo>
                    <a:cubicBezTo>
                      <a:pt x="31681" y="1531463"/>
                      <a:pt x="21319" y="1554920"/>
                      <a:pt x="17551" y="1579695"/>
                    </a:cubicBezTo>
                    <a:cubicBezTo>
                      <a:pt x="13689" y="1604282"/>
                      <a:pt x="15102" y="1630000"/>
                      <a:pt x="23391" y="1653645"/>
                    </a:cubicBezTo>
                    <a:cubicBezTo>
                      <a:pt x="31493" y="1677290"/>
                      <a:pt x="44870" y="1698956"/>
                      <a:pt x="63145" y="1716478"/>
                    </a:cubicBezTo>
                    <a:cubicBezTo>
                      <a:pt x="100261" y="1753500"/>
                      <a:pt x="137660" y="1790334"/>
                      <a:pt x="175153" y="1826979"/>
                    </a:cubicBezTo>
                    <a:cubicBezTo>
                      <a:pt x="212458" y="1863812"/>
                      <a:pt x="250233" y="1900269"/>
                      <a:pt x="287914" y="1936631"/>
                    </a:cubicBezTo>
                    <a:cubicBezTo>
                      <a:pt x="322864" y="1971581"/>
                      <a:pt x="374016" y="1987595"/>
                      <a:pt x="421494" y="1978646"/>
                    </a:cubicBezTo>
                    <a:cubicBezTo>
                      <a:pt x="445234" y="1974690"/>
                      <a:pt x="467560" y="1964422"/>
                      <a:pt x="486306" y="1949820"/>
                    </a:cubicBezTo>
                    <a:cubicBezTo>
                      <a:pt x="491205" y="1946429"/>
                      <a:pt x="495444" y="1942189"/>
                      <a:pt x="499683" y="1938139"/>
                    </a:cubicBezTo>
                    <a:cubicBezTo>
                      <a:pt x="503922" y="1934371"/>
                      <a:pt x="508727" y="1928907"/>
                      <a:pt x="513154" y="1924479"/>
                    </a:cubicBezTo>
                    <a:lnTo>
                      <a:pt x="540379" y="1896124"/>
                    </a:lnTo>
                    <a:lnTo>
                      <a:pt x="649561" y="1782798"/>
                    </a:lnTo>
                    <a:cubicBezTo>
                      <a:pt x="795387" y="1631978"/>
                      <a:pt x="943004" y="1482948"/>
                      <a:pt x="1090055" y="1333353"/>
                    </a:cubicBezTo>
                    <a:cubicBezTo>
                      <a:pt x="1383875" y="1033881"/>
                      <a:pt x="1682783" y="739402"/>
                      <a:pt x="1984045" y="447372"/>
                    </a:cubicBezTo>
                    <a:lnTo>
                      <a:pt x="1984045" y="474219"/>
                    </a:lnTo>
                    <a:lnTo>
                      <a:pt x="1763703" y="242856"/>
                    </a:lnTo>
                    <a:lnTo>
                      <a:pt x="1539311" y="5087"/>
                    </a:lnTo>
                    <a:close/>
                    <a:moveTo>
                      <a:pt x="1539311" y="0"/>
                    </a:moveTo>
                    <a:lnTo>
                      <a:pt x="1773124" y="220436"/>
                    </a:lnTo>
                    <a:lnTo>
                      <a:pt x="2010987" y="447372"/>
                    </a:lnTo>
                    <a:lnTo>
                      <a:pt x="2024552" y="460277"/>
                    </a:lnTo>
                    <a:lnTo>
                      <a:pt x="2011081" y="474219"/>
                    </a:lnTo>
                    <a:cubicBezTo>
                      <a:pt x="1719428" y="775858"/>
                      <a:pt x="1425419" y="1075142"/>
                      <a:pt x="1126230" y="1369245"/>
                    </a:cubicBezTo>
                    <a:cubicBezTo>
                      <a:pt x="976823" y="1516485"/>
                      <a:pt x="827982" y="1664384"/>
                      <a:pt x="677351" y="1810305"/>
                    </a:cubicBezTo>
                    <a:lnTo>
                      <a:pt x="564118" y="1919581"/>
                    </a:lnTo>
                    <a:lnTo>
                      <a:pt x="535763" y="1946900"/>
                    </a:lnTo>
                    <a:cubicBezTo>
                      <a:pt x="530865" y="1951515"/>
                      <a:pt x="526814" y="1955849"/>
                      <a:pt x="521162" y="1960653"/>
                    </a:cubicBezTo>
                    <a:cubicBezTo>
                      <a:pt x="515792" y="1965363"/>
                      <a:pt x="510422" y="1970168"/>
                      <a:pt x="504488" y="1974124"/>
                    </a:cubicBezTo>
                    <a:cubicBezTo>
                      <a:pt x="481220" y="1990798"/>
                      <a:pt x="453995" y="2001914"/>
                      <a:pt x="425828" y="2005588"/>
                    </a:cubicBezTo>
                    <a:cubicBezTo>
                      <a:pt x="369494" y="2014255"/>
                      <a:pt x="310240" y="1992871"/>
                      <a:pt x="272276" y="1952081"/>
                    </a:cubicBezTo>
                    <a:cubicBezTo>
                      <a:pt x="235820" y="1914399"/>
                      <a:pt x="199457" y="1876624"/>
                      <a:pt x="162624" y="1839320"/>
                    </a:cubicBezTo>
                    <a:cubicBezTo>
                      <a:pt x="125979" y="1801827"/>
                      <a:pt x="89145" y="1764428"/>
                      <a:pt x="52123" y="1727312"/>
                    </a:cubicBezTo>
                    <a:cubicBezTo>
                      <a:pt x="12841" y="1689159"/>
                      <a:pt x="-6754" y="1631224"/>
                      <a:pt x="2101" y="1576869"/>
                    </a:cubicBezTo>
                    <a:cubicBezTo>
                      <a:pt x="5964" y="1549644"/>
                      <a:pt x="17174" y="1523550"/>
                      <a:pt x="33471" y="1501412"/>
                    </a:cubicBezTo>
                    <a:cubicBezTo>
                      <a:pt x="41478" y="1490202"/>
                      <a:pt x="51370" y="1480311"/>
                      <a:pt x="60319" y="1471079"/>
                    </a:cubicBezTo>
                    <a:lnTo>
                      <a:pt x="87827" y="1442818"/>
                    </a:lnTo>
                    <a:lnTo>
                      <a:pt x="142935" y="1386296"/>
                    </a:lnTo>
                    <a:lnTo>
                      <a:pt x="197668" y="1329208"/>
                    </a:lnTo>
                    <a:lnTo>
                      <a:pt x="417444" y="1100389"/>
                    </a:lnTo>
                    <a:cubicBezTo>
                      <a:pt x="490828" y="1023802"/>
                      <a:pt x="564966" y="947779"/>
                      <a:pt x="639764" y="872794"/>
                    </a:cubicBezTo>
                    <a:cubicBezTo>
                      <a:pt x="939047" y="574169"/>
                      <a:pt x="1242382" y="280443"/>
                      <a:pt x="1539311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" name="任意多边形 50" descr="14984dd2-2bf3-4d50-b1aa-61c81fea0d4b"/>
              <p:cNvSpPr/>
              <p:nvPr/>
            </p:nvSpPr>
            <p:spPr>
              <a:xfrm rot="18900000">
                <a:off x="7215204" y="4998389"/>
                <a:ext cx="428008" cy="428008"/>
              </a:xfrm>
              <a:custGeom>
                <a:avLst/>
                <a:gdLst>
                  <a:gd name="connsiteX0" fmla="*/ 300506 w 300505"/>
                  <a:gd name="connsiteY0" fmla="*/ 150253 h 300505"/>
                  <a:gd name="connsiteX1" fmla="*/ 150253 w 300505"/>
                  <a:gd name="connsiteY1" fmla="*/ 300506 h 300505"/>
                  <a:gd name="connsiteX2" fmla="*/ 0 w 300505"/>
                  <a:gd name="connsiteY2" fmla="*/ 150253 h 300505"/>
                  <a:gd name="connsiteX3" fmla="*/ 150253 w 300505"/>
                  <a:gd name="connsiteY3" fmla="*/ 0 h 300505"/>
                  <a:gd name="connsiteX4" fmla="*/ 300506 w 300505"/>
                  <a:gd name="connsiteY4" fmla="*/ 150253 h 300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505" h="300505">
                    <a:moveTo>
                      <a:pt x="300506" y="150253"/>
                    </a:moveTo>
                    <a:cubicBezTo>
                      <a:pt x="300506" y="233235"/>
                      <a:pt x="233235" y="300506"/>
                      <a:pt x="150253" y="300506"/>
                    </a:cubicBezTo>
                    <a:cubicBezTo>
                      <a:pt x="67270" y="300506"/>
                      <a:pt x="0" y="233235"/>
                      <a:pt x="0" y="150253"/>
                    </a:cubicBezTo>
                    <a:cubicBezTo>
                      <a:pt x="0" y="67270"/>
                      <a:pt x="67270" y="0"/>
                      <a:pt x="150253" y="0"/>
                    </a:cubicBezTo>
                    <a:cubicBezTo>
                      <a:pt x="233235" y="0"/>
                      <a:pt x="300506" y="67270"/>
                      <a:pt x="300506" y="15025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" name="任意多边形 51" descr="47ac8ae2-e03e-4321-81c7-e7526cee0a16"/>
              <p:cNvSpPr/>
              <p:nvPr/>
            </p:nvSpPr>
            <p:spPr>
              <a:xfrm>
                <a:off x="7198348" y="4987053"/>
                <a:ext cx="466383" cy="441394"/>
              </a:xfrm>
              <a:custGeom>
                <a:avLst/>
                <a:gdLst>
                  <a:gd name="connsiteX0" fmla="*/ 162122 w 327448"/>
                  <a:gd name="connsiteY0" fmla="*/ 309904 h 309903"/>
                  <a:gd name="connsiteX1" fmla="*/ 49549 w 327448"/>
                  <a:gd name="connsiteY1" fmla="*/ 270809 h 309903"/>
                  <a:gd name="connsiteX2" fmla="*/ 11773 w 327448"/>
                  <a:gd name="connsiteY2" fmla="*/ 220505 h 309903"/>
                  <a:gd name="connsiteX3" fmla="*/ 92 w 327448"/>
                  <a:gd name="connsiteY3" fmla="*/ 158236 h 309903"/>
                  <a:gd name="connsiteX4" fmla="*/ 16107 w 327448"/>
                  <a:gd name="connsiteY4" fmla="*/ 97758 h 309903"/>
                  <a:gd name="connsiteX5" fmla="*/ 52658 w 327448"/>
                  <a:gd name="connsiteY5" fmla="*/ 48772 h 309903"/>
                  <a:gd name="connsiteX6" fmla="*/ 162122 w 327448"/>
                  <a:gd name="connsiteY6" fmla="*/ 257 h 309903"/>
                  <a:gd name="connsiteX7" fmla="*/ 223919 w 327448"/>
                  <a:gd name="connsiteY7" fmla="*/ 8924 h 309903"/>
                  <a:gd name="connsiteX8" fmla="*/ 277804 w 327448"/>
                  <a:gd name="connsiteY8" fmla="*/ 42555 h 309903"/>
                  <a:gd name="connsiteX9" fmla="*/ 314543 w 327448"/>
                  <a:gd name="connsiteY9" fmla="*/ 95120 h 309903"/>
                  <a:gd name="connsiteX10" fmla="*/ 327449 w 327448"/>
                  <a:gd name="connsiteY10" fmla="*/ 158236 h 309903"/>
                  <a:gd name="connsiteX11" fmla="*/ 313507 w 327448"/>
                  <a:gd name="connsiteY11" fmla="*/ 220976 h 309903"/>
                  <a:gd name="connsiteX12" fmla="*/ 274977 w 327448"/>
                  <a:gd name="connsiteY12" fmla="*/ 271092 h 309903"/>
                  <a:gd name="connsiteX13" fmla="*/ 162122 w 327448"/>
                  <a:gd name="connsiteY13" fmla="*/ 309904 h 309903"/>
                  <a:gd name="connsiteX14" fmla="*/ 162122 w 327448"/>
                  <a:gd name="connsiteY14" fmla="*/ 307077 h 309903"/>
                  <a:gd name="connsiteX15" fmla="*/ 218173 w 327448"/>
                  <a:gd name="connsiteY15" fmla="*/ 293512 h 309903"/>
                  <a:gd name="connsiteX16" fmla="*/ 261789 w 327448"/>
                  <a:gd name="connsiteY16" fmla="*/ 257904 h 309903"/>
                  <a:gd name="connsiteX17" fmla="*/ 297304 w 327448"/>
                  <a:gd name="connsiteY17" fmla="*/ 158236 h 309903"/>
                  <a:gd name="connsiteX18" fmla="*/ 258963 w 327448"/>
                  <a:gd name="connsiteY18" fmla="*/ 61489 h 309903"/>
                  <a:gd name="connsiteX19" fmla="*/ 162216 w 327448"/>
                  <a:gd name="connsiteY19" fmla="*/ 15801 h 309903"/>
                  <a:gd name="connsiteX20" fmla="*/ 59252 w 327448"/>
                  <a:gd name="connsiteY20" fmla="*/ 55272 h 309903"/>
                  <a:gd name="connsiteX21" fmla="*/ 30614 w 327448"/>
                  <a:gd name="connsiteY21" fmla="*/ 103787 h 309903"/>
                  <a:gd name="connsiteX22" fmla="*/ 23737 w 327448"/>
                  <a:gd name="connsiteY22" fmla="*/ 158331 h 309903"/>
                  <a:gd name="connsiteX23" fmla="*/ 34947 w 327448"/>
                  <a:gd name="connsiteY23" fmla="*/ 210990 h 309903"/>
                  <a:gd name="connsiteX24" fmla="*/ 62266 w 327448"/>
                  <a:gd name="connsiteY24" fmla="*/ 258186 h 309903"/>
                  <a:gd name="connsiteX25" fmla="*/ 106071 w 327448"/>
                  <a:gd name="connsiteY25" fmla="*/ 293795 h 309903"/>
                  <a:gd name="connsiteX26" fmla="*/ 162122 w 327448"/>
                  <a:gd name="connsiteY26" fmla="*/ 307077 h 309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27448" h="309903">
                    <a:moveTo>
                      <a:pt x="162122" y="309904"/>
                    </a:moveTo>
                    <a:cubicBezTo>
                      <a:pt x="122745" y="309621"/>
                      <a:pt x="81955" y="297846"/>
                      <a:pt x="49549" y="270809"/>
                    </a:cubicBezTo>
                    <a:cubicBezTo>
                      <a:pt x="33629" y="257338"/>
                      <a:pt x="20346" y="240099"/>
                      <a:pt x="11773" y="220505"/>
                    </a:cubicBezTo>
                    <a:cubicBezTo>
                      <a:pt x="3201" y="201004"/>
                      <a:pt x="-661" y="179432"/>
                      <a:pt x="92" y="158236"/>
                    </a:cubicBezTo>
                    <a:cubicBezTo>
                      <a:pt x="1034" y="137041"/>
                      <a:pt x="6781" y="116316"/>
                      <a:pt x="16107" y="97758"/>
                    </a:cubicBezTo>
                    <a:cubicBezTo>
                      <a:pt x="25433" y="79200"/>
                      <a:pt x="37962" y="62714"/>
                      <a:pt x="52658" y="48772"/>
                    </a:cubicBezTo>
                    <a:cubicBezTo>
                      <a:pt x="81861" y="20794"/>
                      <a:pt x="120672" y="2895"/>
                      <a:pt x="162122" y="257"/>
                    </a:cubicBezTo>
                    <a:cubicBezTo>
                      <a:pt x="182752" y="-873"/>
                      <a:pt x="204042" y="1670"/>
                      <a:pt x="223919" y="8924"/>
                    </a:cubicBezTo>
                    <a:cubicBezTo>
                      <a:pt x="243890" y="16084"/>
                      <a:pt x="262260" y="27765"/>
                      <a:pt x="277804" y="42555"/>
                    </a:cubicBezTo>
                    <a:cubicBezTo>
                      <a:pt x="293347" y="57251"/>
                      <a:pt x="305970" y="75243"/>
                      <a:pt x="314543" y="95120"/>
                    </a:cubicBezTo>
                    <a:cubicBezTo>
                      <a:pt x="323304" y="114903"/>
                      <a:pt x="327449" y="136664"/>
                      <a:pt x="327449" y="158236"/>
                    </a:cubicBezTo>
                    <a:cubicBezTo>
                      <a:pt x="326884" y="179809"/>
                      <a:pt x="322644" y="201476"/>
                      <a:pt x="313507" y="220976"/>
                    </a:cubicBezTo>
                    <a:cubicBezTo>
                      <a:pt x="304746" y="240570"/>
                      <a:pt x="291086" y="257715"/>
                      <a:pt x="274977" y="271092"/>
                    </a:cubicBezTo>
                    <a:cubicBezTo>
                      <a:pt x="242477" y="298034"/>
                      <a:pt x="201499" y="309904"/>
                      <a:pt x="162122" y="309904"/>
                    </a:cubicBezTo>
                    <a:close/>
                    <a:moveTo>
                      <a:pt x="162122" y="307077"/>
                    </a:moveTo>
                    <a:cubicBezTo>
                      <a:pt x="181622" y="306983"/>
                      <a:pt x="201028" y="302179"/>
                      <a:pt x="218173" y="293512"/>
                    </a:cubicBezTo>
                    <a:cubicBezTo>
                      <a:pt x="235412" y="284846"/>
                      <a:pt x="250014" y="272223"/>
                      <a:pt x="261789" y="257904"/>
                    </a:cubicBezTo>
                    <a:cubicBezTo>
                      <a:pt x="284775" y="228889"/>
                      <a:pt x="297869" y="193845"/>
                      <a:pt x="297304" y="158236"/>
                    </a:cubicBezTo>
                    <a:cubicBezTo>
                      <a:pt x="297115" y="122816"/>
                      <a:pt x="283550" y="87678"/>
                      <a:pt x="258963" y="61489"/>
                    </a:cubicBezTo>
                    <a:cubicBezTo>
                      <a:pt x="234187" y="35583"/>
                      <a:pt x="199615" y="18533"/>
                      <a:pt x="162216" y="15801"/>
                    </a:cubicBezTo>
                    <a:cubicBezTo>
                      <a:pt x="124912" y="12881"/>
                      <a:pt x="85535" y="27388"/>
                      <a:pt x="59252" y="55272"/>
                    </a:cubicBezTo>
                    <a:cubicBezTo>
                      <a:pt x="46158" y="69120"/>
                      <a:pt x="36360" y="85983"/>
                      <a:pt x="30614" y="103787"/>
                    </a:cubicBezTo>
                    <a:cubicBezTo>
                      <a:pt x="24868" y="121591"/>
                      <a:pt x="22889" y="140149"/>
                      <a:pt x="23737" y="158331"/>
                    </a:cubicBezTo>
                    <a:cubicBezTo>
                      <a:pt x="24679" y="176512"/>
                      <a:pt x="28447" y="194222"/>
                      <a:pt x="34947" y="210990"/>
                    </a:cubicBezTo>
                    <a:cubicBezTo>
                      <a:pt x="41447" y="227758"/>
                      <a:pt x="50397" y="243867"/>
                      <a:pt x="62266" y="258186"/>
                    </a:cubicBezTo>
                    <a:cubicBezTo>
                      <a:pt x="74042" y="272505"/>
                      <a:pt x="88832" y="285128"/>
                      <a:pt x="106071" y="293795"/>
                    </a:cubicBezTo>
                    <a:cubicBezTo>
                      <a:pt x="123216" y="302367"/>
                      <a:pt x="142622" y="307172"/>
                      <a:pt x="162122" y="307077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任意多边形 52" descr="f42b8c77-ddd6-41ee-93b8-f86a3fdc242f"/>
              <p:cNvSpPr/>
              <p:nvPr/>
            </p:nvSpPr>
            <p:spPr>
              <a:xfrm>
                <a:off x="7355865" y="5139035"/>
                <a:ext cx="146785" cy="146785"/>
              </a:xfrm>
              <a:custGeom>
                <a:avLst/>
                <a:gdLst>
                  <a:gd name="connsiteX0" fmla="*/ 103058 w 103058"/>
                  <a:gd name="connsiteY0" fmla="*/ 51529 h 103058"/>
                  <a:gd name="connsiteX1" fmla="*/ 51529 w 103058"/>
                  <a:gd name="connsiteY1" fmla="*/ 103058 h 103058"/>
                  <a:gd name="connsiteX2" fmla="*/ 0 w 103058"/>
                  <a:gd name="connsiteY2" fmla="*/ 51529 h 103058"/>
                  <a:gd name="connsiteX3" fmla="*/ 51529 w 103058"/>
                  <a:gd name="connsiteY3" fmla="*/ 0 h 103058"/>
                  <a:gd name="connsiteX4" fmla="*/ 103058 w 103058"/>
                  <a:gd name="connsiteY4" fmla="*/ 51529 h 103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058" h="103058">
                    <a:moveTo>
                      <a:pt x="103058" y="51529"/>
                    </a:moveTo>
                    <a:cubicBezTo>
                      <a:pt x="103058" y="79988"/>
                      <a:pt x="79988" y="103058"/>
                      <a:pt x="51529" y="103058"/>
                    </a:cubicBezTo>
                    <a:cubicBezTo>
                      <a:pt x="23070" y="103058"/>
                      <a:pt x="0" y="79988"/>
                      <a:pt x="0" y="51529"/>
                    </a:cubicBezTo>
                    <a:cubicBezTo>
                      <a:pt x="0" y="23070"/>
                      <a:pt x="23070" y="0"/>
                      <a:pt x="51529" y="0"/>
                    </a:cubicBezTo>
                    <a:cubicBezTo>
                      <a:pt x="79988" y="0"/>
                      <a:pt x="103058" y="23070"/>
                      <a:pt x="103058" y="51529"/>
                    </a:cubicBezTo>
                    <a:close/>
                  </a:path>
                </a:pathLst>
              </a:custGeom>
              <a:solidFill>
                <a:srgbClr val="44263F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" name="任意多边形 53" descr="96307e44-2e5f-4e52-a647-13d6f692d3e8"/>
              <p:cNvSpPr/>
              <p:nvPr/>
            </p:nvSpPr>
            <p:spPr>
              <a:xfrm>
                <a:off x="10737705" y="1197424"/>
                <a:ext cx="697969" cy="697835"/>
              </a:xfrm>
              <a:custGeom>
                <a:avLst/>
                <a:gdLst>
                  <a:gd name="connsiteX0" fmla="*/ 0 w 490045"/>
                  <a:gd name="connsiteY0" fmla="*/ 0 h 489951"/>
                  <a:gd name="connsiteX1" fmla="*/ 490046 w 490045"/>
                  <a:gd name="connsiteY1" fmla="*/ 489951 h 489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0045" h="489951">
                    <a:moveTo>
                      <a:pt x="0" y="0"/>
                    </a:moveTo>
                    <a:lnTo>
                      <a:pt x="490046" y="489951"/>
                    </a:lnTo>
                  </a:path>
                </a:pathLst>
              </a:custGeom>
              <a:ln w="5417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" name="任意多边形 54" descr="9e6571a9-93eb-4b87-8464-2fdc1c6d697c"/>
              <p:cNvSpPr/>
              <p:nvPr/>
            </p:nvSpPr>
            <p:spPr>
              <a:xfrm>
                <a:off x="10588908" y="1346222"/>
                <a:ext cx="697835" cy="697969"/>
              </a:xfrm>
              <a:custGeom>
                <a:avLst/>
                <a:gdLst>
                  <a:gd name="connsiteX0" fmla="*/ 0 w 489951"/>
                  <a:gd name="connsiteY0" fmla="*/ 0 h 490045"/>
                  <a:gd name="connsiteX1" fmla="*/ 489951 w 489951"/>
                  <a:gd name="connsiteY1" fmla="*/ 490045 h 490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89951" h="490045">
                    <a:moveTo>
                      <a:pt x="0" y="0"/>
                    </a:moveTo>
                    <a:lnTo>
                      <a:pt x="489951" y="490045"/>
                    </a:lnTo>
                  </a:path>
                </a:pathLst>
              </a:custGeom>
              <a:ln w="5417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6" name="任意多边形 55" descr="ae63e2be-6b19-4fc0-9b99-38f475c649e2"/>
              <p:cNvSpPr/>
              <p:nvPr/>
            </p:nvSpPr>
            <p:spPr>
              <a:xfrm>
                <a:off x="10439975" y="1495155"/>
                <a:ext cx="697969" cy="697835"/>
              </a:xfrm>
              <a:custGeom>
                <a:avLst/>
                <a:gdLst>
                  <a:gd name="connsiteX0" fmla="*/ 0 w 490045"/>
                  <a:gd name="connsiteY0" fmla="*/ 0 h 489951"/>
                  <a:gd name="connsiteX1" fmla="*/ 490045 w 490045"/>
                  <a:gd name="connsiteY1" fmla="*/ 489951 h 489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0045" h="489951">
                    <a:moveTo>
                      <a:pt x="0" y="0"/>
                    </a:moveTo>
                    <a:lnTo>
                      <a:pt x="490045" y="489951"/>
                    </a:lnTo>
                  </a:path>
                </a:pathLst>
              </a:custGeom>
              <a:ln w="5417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" name="任意多边形 56" descr="8f758811-7f82-4b27-9fae-d1b859934b85"/>
              <p:cNvSpPr/>
              <p:nvPr/>
            </p:nvSpPr>
            <p:spPr>
              <a:xfrm>
                <a:off x="10291042" y="1643952"/>
                <a:ext cx="697969" cy="697969"/>
              </a:xfrm>
              <a:custGeom>
                <a:avLst/>
                <a:gdLst>
                  <a:gd name="connsiteX0" fmla="*/ 0 w 490045"/>
                  <a:gd name="connsiteY0" fmla="*/ 0 h 490045"/>
                  <a:gd name="connsiteX1" fmla="*/ 490046 w 490045"/>
                  <a:gd name="connsiteY1" fmla="*/ 490045 h 490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0045" h="490045">
                    <a:moveTo>
                      <a:pt x="0" y="0"/>
                    </a:moveTo>
                    <a:lnTo>
                      <a:pt x="490046" y="490045"/>
                    </a:lnTo>
                  </a:path>
                </a:pathLst>
              </a:custGeom>
              <a:ln w="5417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8" name="任意多边形 57" descr="72227c17-4f4f-4379-8aa1-84b9cc8db541"/>
              <p:cNvSpPr/>
              <p:nvPr/>
            </p:nvSpPr>
            <p:spPr>
              <a:xfrm>
                <a:off x="10142245" y="1792885"/>
                <a:ext cx="697835" cy="697969"/>
              </a:xfrm>
              <a:custGeom>
                <a:avLst/>
                <a:gdLst>
                  <a:gd name="connsiteX0" fmla="*/ 0 w 489951"/>
                  <a:gd name="connsiteY0" fmla="*/ 0 h 490045"/>
                  <a:gd name="connsiteX1" fmla="*/ 489951 w 489951"/>
                  <a:gd name="connsiteY1" fmla="*/ 490046 h 490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89951" h="490045">
                    <a:moveTo>
                      <a:pt x="0" y="0"/>
                    </a:moveTo>
                    <a:lnTo>
                      <a:pt x="489951" y="490046"/>
                    </a:lnTo>
                  </a:path>
                </a:pathLst>
              </a:custGeom>
              <a:ln w="5417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" name="任意多边形 58" descr="01b62db6-5220-4bef-9a50-22f1af0e20e2"/>
              <p:cNvSpPr/>
              <p:nvPr/>
            </p:nvSpPr>
            <p:spPr>
              <a:xfrm>
                <a:off x="9993312" y="1941818"/>
                <a:ext cx="697969" cy="697835"/>
              </a:xfrm>
              <a:custGeom>
                <a:avLst/>
                <a:gdLst>
                  <a:gd name="connsiteX0" fmla="*/ 0 w 490045"/>
                  <a:gd name="connsiteY0" fmla="*/ 0 h 489951"/>
                  <a:gd name="connsiteX1" fmla="*/ 490046 w 490045"/>
                  <a:gd name="connsiteY1" fmla="*/ 489951 h 489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0045" h="489951">
                    <a:moveTo>
                      <a:pt x="0" y="0"/>
                    </a:moveTo>
                    <a:lnTo>
                      <a:pt x="490046" y="489951"/>
                    </a:lnTo>
                  </a:path>
                </a:pathLst>
              </a:custGeom>
              <a:ln w="5417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" name="任意多边形 59" descr="0e88e351-8f50-4a0a-9b94-ddc14fc7a26e"/>
              <p:cNvSpPr/>
              <p:nvPr/>
            </p:nvSpPr>
            <p:spPr>
              <a:xfrm>
                <a:off x="9844379" y="2090616"/>
                <a:ext cx="697969" cy="697969"/>
              </a:xfrm>
              <a:custGeom>
                <a:avLst/>
                <a:gdLst>
                  <a:gd name="connsiteX0" fmla="*/ 0 w 490045"/>
                  <a:gd name="connsiteY0" fmla="*/ 0 h 490045"/>
                  <a:gd name="connsiteX1" fmla="*/ 490046 w 490045"/>
                  <a:gd name="connsiteY1" fmla="*/ 490046 h 490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0045" h="490045">
                    <a:moveTo>
                      <a:pt x="0" y="0"/>
                    </a:moveTo>
                    <a:lnTo>
                      <a:pt x="490046" y="490046"/>
                    </a:lnTo>
                  </a:path>
                </a:pathLst>
              </a:custGeom>
              <a:ln w="5417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1" name="任意多边形 60" descr="30e8f667-2b8c-4875-90d5-c4f625768188"/>
              <p:cNvSpPr/>
              <p:nvPr/>
            </p:nvSpPr>
            <p:spPr>
              <a:xfrm rot="20812773">
                <a:off x="11347851" y="494387"/>
                <a:ext cx="763717" cy="763717"/>
              </a:xfrm>
              <a:custGeom>
                <a:avLst/>
                <a:gdLst>
                  <a:gd name="connsiteX0" fmla="*/ 536208 w 536207"/>
                  <a:gd name="connsiteY0" fmla="*/ 268104 h 536207"/>
                  <a:gd name="connsiteX1" fmla="*/ 268104 w 536207"/>
                  <a:gd name="connsiteY1" fmla="*/ 536208 h 536207"/>
                  <a:gd name="connsiteX2" fmla="*/ 0 w 536207"/>
                  <a:gd name="connsiteY2" fmla="*/ 268104 h 536207"/>
                  <a:gd name="connsiteX3" fmla="*/ 268104 w 536207"/>
                  <a:gd name="connsiteY3" fmla="*/ 0 h 536207"/>
                  <a:gd name="connsiteX4" fmla="*/ 536208 w 536207"/>
                  <a:gd name="connsiteY4" fmla="*/ 268104 h 5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6207" h="536207">
                    <a:moveTo>
                      <a:pt x="536208" y="268104"/>
                    </a:moveTo>
                    <a:cubicBezTo>
                      <a:pt x="536208" y="416174"/>
                      <a:pt x="416173" y="536208"/>
                      <a:pt x="268104" y="536208"/>
                    </a:cubicBezTo>
                    <a:cubicBezTo>
                      <a:pt x="120034" y="536208"/>
                      <a:pt x="0" y="416174"/>
                      <a:pt x="0" y="268104"/>
                    </a:cubicBezTo>
                    <a:cubicBezTo>
                      <a:pt x="0" y="120034"/>
                      <a:pt x="120034" y="0"/>
                      <a:pt x="268104" y="0"/>
                    </a:cubicBezTo>
                    <a:cubicBezTo>
                      <a:pt x="416174" y="0"/>
                      <a:pt x="536208" y="120034"/>
                      <a:pt x="536208" y="26810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2" name="任意多边形 61" descr="c497ddad-1f4c-4c70-8b7e-02c641630234"/>
              <p:cNvSpPr/>
              <p:nvPr/>
            </p:nvSpPr>
            <p:spPr>
              <a:xfrm>
                <a:off x="11327249" y="464118"/>
                <a:ext cx="787747" cy="832632"/>
              </a:xfrm>
              <a:custGeom>
                <a:avLst/>
                <a:gdLst>
                  <a:gd name="connsiteX0" fmla="*/ 548085 w 553078"/>
                  <a:gd name="connsiteY0" fmla="*/ 289426 h 584592"/>
                  <a:gd name="connsiteX1" fmla="*/ 524157 w 553078"/>
                  <a:gd name="connsiteY1" fmla="*/ 189288 h 584592"/>
                  <a:gd name="connsiteX2" fmla="*/ 460664 w 553078"/>
                  <a:gd name="connsiteY2" fmla="*/ 111194 h 584592"/>
                  <a:gd name="connsiteX3" fmla="*/ 282526 w 553078"/>
                  <a:gd name="connsiteY3" fmla="*/ 42425 h 584592"/>
                  <a:gd name="connsiteX4" fmla="*/ 185308 w 553078"/>
                  <a:gd name="connsiteY4" fmla="*/ 54672 h 584592"/>
                  <a:gd name="connsiteX5" fmla="*/ 161851 w 553078"/>
                  <a:gd name="connsiteY5" fmla="*/ 63621 h 584592"/>
                  <a:gd name="connsiteX6" fmla="*/ 139337 w 553078"/>
                  <a:gd name="connsiteY6" fmla="*/ 75114 h 584592"/>
                  <a:gd name="connsiteX7" fmla="*/ 118235 w 553078"/>
                  <a:gd name="connsiteY7" fmla="*/ 89244 h 584592"/>
                  <a:gd name="connsiteX8" fmla="*/ 98641 w 553078"/>
                  <a:gd name="connsiteY8" fmla="*/ 105542 h 584592"/>
                  <a:gd name="connsiteX9" fmla="*/ 42684 w 553078"/>
                  <a:gd name="connsiteY9" fmla="*/ 190042 h 584592"/>
                  <a:gd name="connsiteX10" fmla="*/ 28177 w 553078"/>
                  <a:gd name="connsiteY10" fmla="*/ 289332 h 584592"/>
                  <a:gd name="connsiteX11" fmla="*/ 53518 w 553078"/>
                  <a:gd name="connsiteY11" fmla="*/ 384101 h 584592"/>
                  <a:gd name="connsiteX12" fmla="*/ 109757 w 553078"/>
                  <a:gd name="connsiteY12" fmla="*/ 461913 h 584592"/>
                  <a:gd name="connsiteX13" fmla="*/ 189924 w 553078"/>
                  <a:gd name="connsiteY13" fmla="*/ 512500 h 584592"/>
                  <a:gd name="connsiteX14" fmla="*/ 282338 w 553078"/>
                  <a:gd name="connsiteY14" fmla="*/ 530304 h 584592"/>
                  <a:gd name="connsiteX15" fmla="*/ 375504 w 553078"/>
                  <a:gd name="connsiteY15" fmla="*/ 514290 h 584592"/>
                  <a:gd name="connsiteX16" fmla="*/ 460005 w 553078"/>
                  <a:gd name="connsiteY16" fmla="*/ 467000 h 584592"/>
                  <a:gd name="connsiteX17" fmla="*/ 523592 w 553078"/>
                  <a:gd name="connsiteY17" fmla="*/ 389282 h 584592"/>
                  <a:gd name="connsiteX18" fmla="*/ 548085 w 553078"/>
                  <a:gd name="connsiteY18" fmla="*/ 289426 h 584592"/>
                  <a:gd name="connsiteX19" fmla="*/ 553078 w 553078"/>
                  <a:gd name="connsiteY19" fmla="*/ 289426 h 584592"/>
                  <a:gd name="connsiteX20" fmla="*/ 536498 w 553078"/>
                  <a:gd name="connsiteY20" fmla="*/ 394651 h 584592"/>
                  <a:gd name="connsiteX21" fmla="*/ 483932 w 553078"/>
                  <a:gd name="connsiteY21" fmla="*/ 490927 h 584592"/>
                  <a:gd name="connsiteX22" fmla="*/ 394439 w 553078"/>
                  <a:gd name="connsiteY22" fmla="*/ 559790 h 584592"/>
                  <a:gd name="connsiteX23" fmla="*/ 282432 w 553078"/>
                  <a:gd name="connsiteY23" fmla="*/ 584565 h 584592"/>
                  <a:gd name="connsiteX24" fmla="*/ 75938 w 553078"/>
                  <a:gd name="connsiteY24" fmla="*/ 495920 h 584592"/>
                  <a:gd name="connsiteX25" fmla="*/ 16025 w 553078"/>
                  <a:gd name="connsiteY25" fmla="*/ 399833 h 584592"/>
                  <a:gd name="connsiteX26" fmla="*/ 481 w 553078"/>
                  <a:gd name="connsiteY26" fmla="*/ 289426 h 584592"/>
                  <a:gd name="connsiteX27" fmla="*/ 87054 w 553078"/>
                  <a:gd name="connsiteY27" fmla="*/ 94049 h 584592"/>
                  <a:gd name="connsiteX28" fmla="*/ 174475 w 553078"/>
                  <a:gd name="connsiteY28" fmla="*/ 28860 h 584592"/>
                  <a:gd name="connsiteX29" fmla="*/ 282432 w 553078"/>
                  <a:gd name="connsiteY29" fmla="*/ 222 h 584592"/>
                  <a:gd name="connsiteX30" fmla="*/ 393592 w 553078"/>
                  <a:gd name="connsiteY30" fmla="*/ 21041 h 584592"/>
                  <a:gd name="connsiteX31" fmla="*/ 483367 w 553078"/>
                  <a:gd name="connsiteY31" fmla="*/ 88491 h 584592"/>
                  <a:gd name="connsiteX32" fmla="*/ 536027 w 553078"/>
                  <a:gd name="connsiteY32" fmla="*/ 184390 h 584592"/>
                  <a:gd name="connsiteX33" fmla="*/ 553078 w 553078"/>
                  <a:gd name="connsiteY33" fmla="*/ 289426 h 584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53078" h="584592">
                    <a:moveTo>
                      <a:pt x="548085" y="289426"/>
                    </a:moveTo>
                    <a:cubicBezTo>
                      <a:pt x="548179" y="254665"/>
                      <a:pt x="539983" y="219904"/>
                      <a:pt x="524157" y="189288"/>
                    </a:cubicBezTo>
                    <a:cubicBezTo>
                      <a:pt x="508802" y="158578"/>
                      <a:pt x="486099" y="132295"/>
                      <a:pt x="460664" y="111194"/>
                    </a:cubicBezTo>
                    <a:cubicBezTo>
                      <a:pt x="409041" y="69367"/>
                      <a:pt x="347243" y="45817"/>
                      <a:pt x="282526" y="42425"/>
                    </a:cubicBezTo>
                    <a:cubicBezTo>
                      <a:pt x="250214" y="40730"/>
                      <a:pt x="217055" y="44404"/>
                      <a:pt x="185308" y="54672"/>
                    </a:cubicBezTo>
                    <a:cubicBezTo>
                      <a:pt x="177395" y="57309"/>
                      <a:pt x="169670" y="60607"/>
                      <a:pt x="161851" y="63621"/>
                    </a:cubicBezTo>
                    <a:cubicBezTo>
                      <a:pt x="154315" y="67201"/>
                      <a:pt x="146967" y="71252"/>
                      <a:pt x="139337" y="75114"/>
                    </a:cubicBezTo>
                    <a:cubicBezTo>
                      <a:pt x="132177" y="79541"/>
                      <a:pt x="125300" y="84534"/>
                      <a:pt x="118235" y="89244"/>
                    </a:cubicBezTo>
                    <a:cubicBezTo>
                      <a:pt x="111735" y="94614"/>
                      <a:pt x="105141" y="99983"/>
                      <a:pt x="98641" y="105542"/>
                    </a:cubicBezTo>
                    <a:cubicBezTo>
                      <a:pt x="73960" y="128998"/>
                      <a:pt x="54742" y="158295"/>
                      <a:pt x="42684" y="190042"/>
                    </a:cubicBezTo>
                    <a:cubicBezTo>
                      <a:pt x="30438" y="221788"/>
                      <a:pt x="26010" y="256078"/>
                      <a:pt x="28177" y="289332"/>
                    </a:cubicBezTo>
                    <a:cubicBezTo>
                      <a:pt x="30344" y="322680"/>
                      <a:pt x="39670" y="354803"/>
                      <a:pt x="53518" y="384101"/>
                    </a:cubicBezTo>
                    <a:cubicBezTo>
                      <a:pt x="67554" y="413398"/>
                      <a:pt x="86489" y="439963"/>
                      <a:pt x="109757" y="461913"/>
                    </a:cubicBezTo>
                    <a:cubicBezTo>
                      <a:pt x="133120" y="483768"/>
                      <a:pt x="160438" y="501101"/>
                      <a:pt x="189924" y="512500"/>
                    </a:cubicBezTo>
                    <a:cubicBezTo>
                      <a:pt x="219410" y="523804"/>
                      <a:pt x="250685" y="529927"/>
                      <a:pt x="282338" y="530304"/>
                    </a:cubicBezTo>
                    <a:cubicBezTo>
                      <a:pt x="313990" y="530681"/>
                      <a:pt x="345548" y="525217"/>
                      <a:pt x="375504" y="514290"/>
                    </a:cubicBezTo>
                    <a:cubicBezTo>
                      <a:pt x="405461" y="503456"/>
                      <a:pt x="434287" y="487913"/>
                      <a:pt x="460005" y="467000"/>
                    </a:cubicBezTo>
                    <a:cubicBezTo>
                      <a:pt x="485628" y="446181"/>
                      <a:pt x="508237" y="419992"/>
                      <a:pt x="523592" y="389282"/>
                    </a:cubicBezTo>
                    <a:cubicBezTo>
                      <a:pt x="539512" y="358854"/>
                      <a:pt x="547802" y="324187"/>
                      <a:pt x="548085" y="289426"/>
                    </a:cubicBezTo>
                    <a:close/>
                    <a:moveTo>
                      <a:pt x="553078" y="289426"/>
                    </a:moveTo>
                    <a:cubicBezTo>
                      <a:pt x="553172" y="324847"/>
                      <a:pt x="547614" y="360267"/>
                      <a:pt x="536498" y="394651"/>
                    </a:cubicBezTo>
                    <a:cubicBezTo>
                      <a:pt x="525100" y="428847"/>
                      <a:pt x="507955" y="462101"/>
                      <a:pt x="483932" y="490927"/>
                    </a:cubicBezTo>
                    <a:cubicBezTo>
                      <a:pt x="459911" y="519565"/>
                      <a:pt x="429389" y="543775"/>
                      <a:pt x="394439" y="559790"/>
                    </a:cubicBezTo>
                    <a:cubicBezTo>
                      <a:pt x="359584" y="575804"/>
                      <a:pt x="320961" y="584094"/>
                      <a:pt x="282432" y="584565"/>
                    </a:cubicBezTo>
                    <a:cubicBezTo>
                      <a:pt x="204902" y="585696"/>
                      <a:pt x="128221" y="551500"/>
                      <a:pt x="75938" y="495920"/>
                    </a:cubicBezTo>
                    <a:cubicBezTo>
                      <a:pt x="49655" y="468224"/>
                      <a:pt x="28836" y="435347"/>
                      <a:pt x="16025" y="399833"/>
                    </a:cubicBezTo>
                    <a:cubicBezTo>
                      <a:pt x="2930" y="364318"/>
                      <a:pt x="-1591" y="326260"/>
                      <a:pt x="481" y="289426"/>
                    </a:cubicBezTo>
                    <a:cubicBezTo>
                      <a:pt x="5286" y="215477"/>
                      <a:pt x="37126" y="146237"/>
                      <a:pt x="87054" y="94049"/>
                    </a:cubicBezTo>
                    <a:cubicBezTo>
                      <a:pt x="111829" y="67766"/>
                      <a:pt x="141409" y="45534"/>
                      <a:pt x="174475" y="28860"/>
                    </a:cubicBezTo>
                    <a:cubicBezTo>
                      <a:pt x="207540" y="12186"/>
                      <a:pt x="244562" y="2012"/>
                      <a:pt x="282432" y="222"/>
                    </a:cubicBezTo>
                    <a:cubicBezTo>
                      <a:pt x="320207" y="-1379"/>
                      <a:pt x="358736" y="5686"/>
                      <a:pt x="393592" y="21041"/>
                    </a:cubicBezTo>
                    <a:cubicBezTo>
                      <a:pt x="428541" y="36208"/>
                      <a:pt x="459345" y="59947"/>
                      <a:pt x="483367" y="88491"/>
                    </a:cubicBezTo>
                    <a:cubicBezTo>
                      <a:pt x="507483" y="117129"/>
                      <a:pt x="524628" y="150288"/>
                      <a:pt x="536027" y="184390"/>
                    </a:cubicBezTo>
                    <a:cubicBezTo>
                      <a:pt x="547331" y="218586"/>
                      <a:pt x="552889" y="254006"/>
                      <a:pt x="553078" y="289426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3" name="任意多边形 62" descr="1d069374-59ad-4950-b3bf-f36f3d6df0c2"/>
              <p:cNvSpPr/>
              <p:nvPr/>
            </p:nvSpPr>
            <p:spPr>
              <a:xfrm rot="20850136">
                <a:off x="11558701" y="705318"/>
                <a:ext cx="341871" cy="341871"/>
              </a:xfrm>
              <a:custGeom>
                <a:avLst/>
                <a:gdLst>
                  <a:gd name="connsiteX0" fmla="*/ 240029 w 240028"/>
                  <a:gd name="connsiteY0" fmla="*/ 120014 h 240028"/>
                  <a:gd name="connsiteX1" fmla="*/ 120014 w 240028"/>
                  <a:gd name="connsiteY1" fmla="*/ 240029 h 240028"/>
                  <a:gd name="connsiteX2" fmla="*/ 0 w 240028"/>
                  <a:gd name="connsiteY2" fmla="*/ 120014 h 240028"/>
                  <a:gd name="connsiteX3" fmla="*/ 120014 w 240028"/>
                  <a:gd name="connsiteY3" fmla="*/ 0 h 240028"/>
                  <a:gd name="connsiteX4" fmla="*/ 240029 w 240028"/>
                  <a:gd name="connsiteY4" fmla="*/ 120014 h 240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028" h="240028">
                    <a:moveTo>
                      <a:pt x="240029" y="120014"/>
                    </a:moveTo>
                    <a:cubicBezTo>
                      <a:pt x="240029" y="186296"/>
                      <a:pt x="186297" y="240029"/>
                      <a:pt x="120014" y="240029"/>
                    </a:cubicBezTo>
                    <a:cubicBezTo>
                      <a:pt x="53732" y="240029"/>
                      <a:pt x="0" y="186297"/>
                      <a:pt x="0" y="120014"/>
                    </a:cubicBezTo>
                    <a:cubicBezTo>
                      <a:pt x="0" y="53732"/>
                      <a:pt x="53732" y="0"/>
                      <a:pt x="120014" y="0"/>
                    </a:cubicBezTo>
                    <a:cubicBezTo>
                      <a:pt x="186297" y="0"/>
                      <a:pt x="240029" y="53732"/>
                      <a:pt x="240029" y="120014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4" name="任意多边形 63" descr="ed53a2af-56e7-4894-9a08-314d7994ea02"/>
              <p:cNvSpPr/>
              <p:nvPr/>
            </p:nvSpPr>
            <p:spPr>
              <a:xfrm>
                <a:off x="11549547" y="691810"/>
                <a:ext cx="352649" cy="372647"/>
              </a:xfrm>
              <a:custGeom>
                <a:avLst/>
                <a:gdLst>
                  <a:gd name="connsiteX0" fmla="*/ 245335 w 247595"/>
                  <a:gd name="connsiteY0" fmla="*/ 129563 h 261636"/>
                  <a:gd name="connsiteX1" fmla="*/ 234596 w 247595"/>
                  <a:gd name="connsiteY1" fmla="*/ 84723 h 261636"/>
                  <a:gd name="connsiteX2" fmla="*/ 206146 w 247595"/>
                  <a:gd name="connsiteY2" fmla="*/ 49773 h 261636"/>
                  <a:gd name="connsiteX3" fmla="*/ 126356 w 247595"/>
                  <a:gd name="connsiteY3" fmla="*/ 18969 h 261636"/>
                  <a:gd name="connsiteX4" fmla="*/ 44117 w 247595"/>
                  <a:gd name="connsiteY4" fmla="*/ 47324 h 261636"/>
                  <a:gd name="connsiteX5" fmla="*/ 19059 w 247595"/>
                  <a:gd name="connsiteY5" fmla="*/ 85099 h 261636"/>
                  <a:gd name="connsiteX6" fmla="*/ 12559 w 247595"/>
                  <a:gd name="connsiteY6" fmla="*/ 129563 h 261636"/>
                  <a:gd name="connsiteX7" fmla="*/ 49015 w 247595"/>
                  <a:gd name="connsiteY7" fmla="*/ 206904 h 261636"/>
                  <a:gd name="connsiteX8" fmla="*/ 126356 w 247595"/>
                  <a:gd name="connsiteY8" fmla="*/ 237520 h 261636"/>
                  <a:gd name="connsiteX9" fmla="*/ 205958 w 247595"/>
                  <a:gd name="connsiteY9" fmla="*/ 209165 h 261636"/>
                  <a:gd name="connsiteX10" fmla="*/ 234407 w 247595"/>
                  <a:gd name="connsiteY10" fmla="*/ 174310 h 261636"/>
                  <a:gd name="connsiteX11" fmla="*/ 245335 w 247595"/>
                  <a:gd name="connsiteY11" fmla="*/ 129563 h 261636"/>
                  <a:gd name="connsiteX12" fmla="*/ 247596 w 247595"/>
                  <a:gd name="connsiteY12" fmla="*/ 129563 h 261636"/>
                  <a:gd name="connsiteX13" fmla="*/ 216603 w 247595"/>
                  <a:gd name="connsiteY13" fmla="*/ 219716 h 261636"/>
                  <a:gd name="connsiteX14" fmla="*/ 176567 w 247595"/>
                  <a:gd name="connsiteY14" fmla="*/ 250520 h 261636"/>
                  <a:gd name="connsiteX15" fmla="*/ 126450 w 247595"/>
                  <a:gd name="connsiteY15" fmla="*/ 261636 h 261636"/>
                  <a:gd name="connsiteX16" fmla="*/ 75958 w 247595"/>
                  <a:gd name="connsiteY16" fmla="*/ 251274 h 261636"/>
                  <a:gd name="connsiteX17" fmla="*/ 34037 w 247595"/>
                  <a:gd name="connsiteY17" fmla="*/ 221882 h 261636"/>
                  <a:gd name="connsiteX18" fmla="*/ 7189 w 247595"/>
                  <a:gd name="connsiteY18" fmla="*/ 178926 h 261636"/>
                  <a:gd name="connsiteX19" fmla="*/ 218 w 247595"/>
                  <a:gd name="connsiteY19" fmla="*/ 129469 h 261636"/>
                  <a:gd name="connsiteX20" fmla="*/ 38935 w 247595"/>
                  <a:gd name="connsiteY20" fmla="*/ 42048 h 261636"/>
                  <a:gd name="connsiteX21" fmla="*/ 78030 w 247595"/>
                  <a:gd name="connsiteY21" fmla="*/ 12845 h 261636"/>
                  <a:gd name="connsiteX22" fmla="*/ 126356 w 247595"/>
                  <a:gd name="connsiteY22" fmla="*/ 128 h 261636"/>
                  <a:gd name="connsiteX23" fmla="*/ 216320 w 247595"/>
                  <a:gd name="connsiteY23" fmla="*/ 39599 h 261636"/>
                  <a:gd name="connsiteX24" fmla="*/ 247596 w 247595"/>
                  <a:gd name="connsiteY24" fmla="*/ 129563 h 261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47595" h="261636">
                    <a:moveTo>
                      <a:pt x="245335" y="129563"/>
                    </a:moveTo>
                    <a:cubicBezTo>
                      <a:pt x="245429" y="114020"/>
                      <a:pt x="241567" y="98476"/>
                      <a:pt x="234596" y="84723"/>
                    </a:cubicBezTo>
                    <a:cubicBezTo>
                      <a:pt x="227719" y="70969"/>
                      <a:pt x="217545" y="59193"/>
                      <a:pt x="206146" y="49773"/>
                    </a:cubicBezTo>
                    <a:cubicBezTo>
                      <a:pt x="183161" y="30932"/>
                      <a:pt x="155371" y="20382"/>
                      <a:pt x="126356" y="18969"/>
                    </a:cubicBezTo>
                    <a:cubicBezTo>
                      <a:pt x="97624" y="17367"/>
                      <a:pt x="66349" y="25940"/>
                      <a:pt x="44117" y="47324"/>
                    </a:cubicBezTo>
                    <a:cubicBezTo>
                      <a:pt x="33095" y="57875"/>
                      <a:pt x="24428" y="70875"/>
                      <a:pt x="19059" y="85099"/>
                    </a:cubicBezTo>
                    <a:cubicBezTo>
                      <a:pt x="13501" y="99324"/>
                      <a:pt x="11805" y="114679"/>
                      <a:pt x="12559" y="129563"/>
                    </a:cubicBezTo>
                    <a:cubicBezTo>
                      <a:pt x="14725" y="159426"/>
                      <a:pt x="28385" y="187027"/>
                      <a:pt x="49015" y="206904"/>
                    </a:cubicBezTo>
                    <a:cubicBezTo>
                      <a:pt x="69928" y="226687"/>
                      <a:pt x="98095" y="237238"/>
                      <a:pt x="126356" y="237520"/>
                    </a:cubicBezTo>
                    <a:cubicBezTo>
                      <a:pt x="154806" y="237991"/>
                      <a:pt x="182690" y="227535"/>
                      <a:pt x="205958" y="209165"/>
                    </a:cubicBezTo>
                    <a:cubicBezTo>
                      <a:pt x="217357" y="199745"/>
                      <a:pt x="227436" y="188064"/>
                      <a:pt x="234407" y="174310"/>
                    </a:cubicBezTo>
                    <a:cubicBezTo>
                      <a:pt x="241473" y="160650"/>
                      <a:pt x="245052" y="145107"/>
                      <a:pt x="245335" y="129563"/>
                    </a:cubicBezTo>
                    <a:close/>
                    <a:moveTo>
                      <a:pt x="247596" y="129563"/>
                    </a:moveTo>
                    <a:cubicBezTo>
                      <a:pt x="247596" y="161027"/>
                      <a:pt x="238176" y="193716"/>
                      <a:pt x="216603" y="219716"/>
                    </a:cubicBezTo>
                    <a:cubicBezTo>
                      <a:pt x="205958" y="232622"/>
                      <a:pt x="192204" y="243455"/>
                      <a:pt x="176567" y="250520"/>
                    </a:cubicBezTo>
                    <a:cubicBezTo>
                      <a:pt x="161023" y="257868"/>
                      <a:pt x="143690" y="261260"/>
                      <a:pt x="126450" y="261636"/>
                    </a:cubicBezTo>
                    <a:cubicBezTo>
                      <a:pt x="109211" y="261636"/>
                      <a:pt x="91784" y="258339"/>
                      <a:pt x="75958" y="251274"/>
                    </a:cubicBezTo>
                    <a:cubicBezTo>
                      <a:pt x="60131" y="244303"/>
                      <a:pt x="45812" y="234223"/>
                      <a:pt x="34037" y="221882"/>
                    </a:cubicBezTo>
                    <a:cubicBezTo>
                      <a:pt x="22167" y="209542"/>
                      <a:pt x="12936" y="194846"/>
                      <a:pt x="7189" y="178926"/>
                    </a:cubicBezTo>
                    <a:cubicBezTo>
                      <a:pt x="1348" y="163005"/>
                      <a:pt x="-724" y="145955"/>
                      <a:pt x="218" y="129469"/>
                    </a:cubicBezTo>
                    <a:cubicBezTo>
                      <a:pt x="2196" y="96309"/>
                      <a:pt x="16704" y="65411"/>
                      <a:pt x="38935" y="42048"/>
                    </a:cubicBezTo>
                    <a:cubicBezTo>
                      <a:pt x="50146" y="30367"/>
                      <a:pt x="63240" y="20193"/>
                      <a:pt x="78030" y="12845"/>
                    </a:cubicBezTo>
                    <a:cubicBezTo>
                      <a:pt x="92820" y="5497"/>
                      <a:pt x="109400" y="882"/>
                      <a:pt x="126356" y="128"/>
                    </a:cubicBezTo>
                    <a:cubicBezTo>
                      <a:pt x="160364" y="-1568"/>
                      <a:pt x="195030" y="13693"/>
                      <a:pt x="216320" y="39599"/>
                    </a:cubicBezTo>
                    <a:cubicBezTo>
                      <a:pt x="237987" y="65505"/>
                      <a:pt x="247313" y="98099"/>
                      <a:pt x="247596" y="129563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5" name="任意多边形 64" descr="7cf01bf7-8760-4629-8e39-71b702876727"/>
              <p:cNvSpPr/>
              <p:nvPr/>
            </p:nvSpPr>
            <p:spPr>
              <a:xfrm>
                <a:off x="7335964" y="94303"/>
                <a:ext cx="2634537" cy="2593518"/>
              </a:xfrm>
              <a:custGeom>
                <a:avLst/>
                <a:gdLst>
                  <a:gd name="connsiteX0" fmla="*/ 2061263 w 2061262"/>
                  <a:gd name="connsiteY0" fmla="*/ 2061168 h 2061168"/>
                  <a:gd name="connsiteX1" fmla="*/ 0 w 2061262"/>
                  <a:gd name="connsiteY1" fmla="*/ 0 h 206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61262" h="2061168">
                    <a:moveTo>
                      <a:pt x="2061263" y="2061168"/>
                    </a:moveTo>
                    <a:lnTo>
                      <a:pt x="0" y="0"/>
                    </a:lnTo>
                  </a:path>
                </a:pathLst>
              </a:custGeom>
              <a:ln w="28246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6" name="任意多边形 65" descr="568bd70d-8606-4ad1-bb80-ddb3fa7a4103"/>
              <p:cNvSpPr/>
              <p:nvPr/>
            </p:nvSpPr>
            <p:spPr>
              <a:xfrm>
                <a:off x="9919784" y="2637640"/>
                <a:ext cx="261905" cy="261905"/>
              </a:xfrm>
              <a:custGeom>
                <a:avLst/>
                <a:gdLst>
                  <a:gd name="connsiteX0" fmla="*/ 183885 w 183884"/>
                  <a:gd name="connsiteY0" fmla="*/ 91943 h 183884"/>
                  <a:gd name="connsiteX1" fmla="*/ 91942 w 183884"/>
                  <a:gd name="connsiteY1" fmla="*/ 183885 h 183884"/>
                  <a:gd name="connsiteX2" fmla="*/ 0 w 183884"/>
                  <a:gd name="connsiteY2" fmla="*/ 91943 h 183884"/>
                  <a:gd name="connsiteX3" fmla="*/ 91942 w 183884"/>
                  <a:gd name="connsiteY3" fmla="*/ 0 h 183884"/>
                  <a:gd name="connsiteX4" fmla="*/ 183885 w 183884"/>
                  <a:gd name="connsiteY4" fmla="*/ 91943 h 183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884" h="183884">
                    <a:moveTo>
                      <a:pt x="183885" y="91943"/>
                    </a:moveTo>
                    <a:cubicBezTo>
                      <a:pt x="183885" y="142721"/>
                      <a:pt x="142721" y="183885"/>
                      <a:pt x="91942" y="183885"/>
                    </a:cubicBezTo>
                    <a:cubicBezTo>
                      <a:pt x="41164" y="183885"/>
                      <a:pt x="0" y="142721"/>
                      <a:pt x="0" y="91943"/>
                    </a:cubicBezTo>
                    <a:cubicBezTo>
                      <a:pt x="0" y="41164"/>
                      <a:pt x="41164" y="0"/>
                      <a:pt x="91942" y="0"/>
                    </a:cubicBezTo>
                    <a:cubicBezTo>
                      <a:pt x="142721" y="0"/>
                      <a:pt x="183885" y="41164"/>
                      <a:pt x="183885" y="91943"/>
                    </a:cubicBezTo>
                    <a:close/>
                  </a:path>
                </a:pathLst>
              </a:custGeom>
              <a:solidFill>
                <a:srgbClr val="F9BA2B"/>
              </a:solidFill>
              <a:ln w="28246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7" name="任意多边形 66" descr="df7c81de-9095-4ae2-85bc-f32ac5518c75"/>
              <p:cNvSpPr/>
              <p:nvPr/>
            </p:nvSpPr>
            <p:spPr>
              <a:xfrm>
                <a:off x="10004984" y="2722840"/>
                <a:ext cx="91505" cy="91505"/>
              </a:xfrm>
              <a:custGeom>
                <a:avLst/>
                <a:gdLst>
                  <a:gd name="connsiteX0" fmla="*/ 64247 w 64246"/>
                  <a:gd name="connsiteY0" fmla="*/ 32123 h 64246"/>
                  <a:gd name="connsiteX1" fmla="*/ 32123 w 64246"/>
                  <a:gd name="connsiteY1" fmla="*/ 0 h 64246"/>
                  <a:gd name="connsiteX2" fmla="*/ 0 w 64246"/>
                  <a:gd name="connsiteY2" fmla="*/ 32123 h 64246"/>
                  <a:gd name="connsiteX3" fmla="*/ 32123 w 64246"/>
                  <a:gd name="connsiteY3" fmla="*/ 64247 h 64246"/>
                  <a:gd name="connsiteX4" fmla="*/ 64247 w 64246"/>
                  <a:gd name="connsiteY4" fmla="*/ 32123 h 642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246" h="64246">
                    <a:moveTo>
                      <a:pt x="64247" y="32123"/>
                    </a:moveTo>
                    <a:cubicBezTo>
                      <a:pt x="64247" y="14413"/>
                      <a:pt x="49834" y="0"/>
                      <a:pt x="32123" y="0"/>
                    </a:cubicBezTo>
                    <a:cubicBezTo>
                      <a:pt x="14413" y="0"/>
                      <a:pt x="0" y="14413"/>
                      <a:pt x="0" y="32123"/>
                    </a:cubicBezTo>
                    <a:cubicBezTo>
                      <a:pt x="0" y="49834"/>
                      <a:pt x="14413" y="64247"/>
                      <a:pt x="32123" y="64247"/>
                    </a:cubicBezTo>
                    <a:cubicBezTo>
                      <a:pt x="49834" y="64247"/>
                      <a:pt x="64247" y="49834"/>
                      <a:pt x="64247" y="32123"/>
                    </a:cubicBezTo>
                    <a:close/>
                  </a:path>
                </a:pathLst>
              </a:custGeom>
              <a:noFill/>
              <a:ln w="987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8" name="任意多边形 67" descr="1c3b1ee4-7ac8-4292-94d2-017a1ba7d84e"/>
              <p:cNvSpPr/>
              <p:nvPr/>
            </p:nvSpPr>
            <p:spPr>
              <a:xfrm>
                <a:off x="10050738" y="2814347"/>
                <a:ext cx="13417" cy="1071105"/>
              </a:xfrm>
              <a:custGeom>
                <a:avLst/>
                <a:gdLst>
                  <a:gd name="connsiteX0" fmla="*/ 0 w 9420"/>
                  <a:gd name="connsiteY0" fmla="*/ 0 h 752024"/>
                  <a:gd name="connsiteX1" fmla="*/ 0 w 9420"/>
                  <a:gd name="connsiteY1" fmla="*/ 752025 h 7520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420" h="752024">
                    <a:moveTo>
                      <a:pt x="0" y="0"/>
                    </a:moveTo>
                    <a:lnTo>
                      <a:pt x="0" y="752025"/>
                    </a:lnTo>
                  </a:path>
                </a:pathLst>
              </a:custGeom>
              <a:ln w="987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9" name="任意多边形 68" descr="73991b61-ea97-4f8f-be93-321486cfbb77"/>
              <p:cNvSpPr/>
              <p:nvPr/>
            </p:nvSpPr>
            <p:spPr>
              <a:xfrm>
                <a:off x="9977478" y="3885453"/>
                <a:ext cx="146248" cy="146248"/>
              </a:xfrm>
              <a:custGeom>
                <a:avLst/>
                <a:gdLst>
                  <a:gd name="connsiteX0" fmla="*/ 102682 w 102681"/>
                  <a:gd name="connsiteY0" fmla="*/ 51341 h 102681"/>
                  <a:gd name="connsiteX1" fmla="*/ 51341 w 102681"/>
                  <a:gd name="connsiteY1" fmla="*/ 0 h 102681"/>
                  <a:gd name="connsiteX2" fmla="*/ 0 w 102681"/>
                  <a:gd name="connsiteY2" fmla="*/ 51341 h 102681"/>
                  <a:gd name="connsiteX3" fmla="*/ 51341 w 102681"/>
                  <a:gd name="connsiteY3" fmla="*/ 102682 h 102681"/>
                  <a:gd name="connsiteX4" fmla="*/ 102682 w 102681"/>
                  <a:gd name="connsiteY4" fmla="*/ 51341 h 102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2681" h="102681">
                    <a:moveTo>
                      <a:pt x="102682" y="51341"/>
                    </a:moveTo>
                    <a:cubicBezTo>
                      <a:pt x="102682" y="22986"/>
                      <a:pt x="79696" y="0"/>
                      <a:pt x="51341" y="0"/>
                    </a:cubicBezTo>
                    <a:cubicBezTo>
                      <a:pt x="22986" y="0"/>
                      <a:pt x="0" y="22986"/>
                      <a:pt x="0" y="51341"/>
                    </a:cubicBezTo>
                    <a:cubicBezTo>
                      <a:pt x="0" y="79696"/>
                      <a:pt x="22986" y="102682"/>
                      <a:pt x="51341" y="102682"/>
                    </a:cubicBezTo>
                    <a:cubicBezTo>
                      <a:pt x="79696" y="102682"/>
                      <a:pt x="102682" y="79696"/>
                      <a:pt x="102682" y="51341"/>
                    </a:cubicBezTo>
                    <a:close/>
                  </a:path>
                </a:pathLst>
              </a:custGeom>
              <a:noFill/>
              <a:ln w="987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0" name="任意多边形 69" descr="40ebbbda-d522-4ee4-904a-797b9bbd2889"/>
              <p:cNvSpPr/>
              <p:nvPr/>
            </p:nvSpPr>
            <p:spPr>
              <a:xfrm>
                <a:off x="9249050" y="3123214"/>
                <a:ext cx="287936" cy="287936"/>
              </a:xfrm>
              <a:custGeom>
                <a:avLst/>
                <a:gdLst>
                  <a:gd name="connsiteX0" fmla="*/ 182189 w 202160"/>
                  <a:gd name="connsiteY0" fmla="*/ 202160 h 202160"/>
                  <a:gd name="connsiteX1" fmla="*/ 0 w 202160"/>
                  <a:gd name="connsiteY1" fmla="*/ 0 h 202160"/>
                  <a:gd name="connsiteX2" fmla="*/ 202160 w 202160"/>
                  <a:gd name="connsiteY2" fmla="*/ 182189 h 202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160" h="202160">
                    <a:moveTo>
                      <a:pt x="182189" y="202160"/>
                    </a:moveTo>
                    <a:lnTo>
                      <a:pt x="0" y="0"/>
                    </a:lnTo>
                    <a:lnTo>
                      <a:pt x="202160" y="182189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1" name="任意多边形 70" descr="4a9625fe-4f8a-4755-81be-f40be1d0a05f"/>
              <p:cNvSpPr/>
              <p:nvPr/>
            </p:nvSpPr>
            <p:spPr>
              <a:xfrm>
                <a:off x="7703509" y="3241824"/>
                <a:ext cx="1692596" cy="1692596"/>
              </a:xfrm>
              <a:custGeom>
                <a:avLst/>
                <a:gdLst>
                  <a:gd name="connsiteX0" fmla="*/ 1188375 w 1188374"/>
                  <a:gd name="connsiteY0" fmla="*/ 19971 h 1188374"/>
                  <a:gd name="connsiteX1" fmla="*/ 0 w 1188374"/>
                  <a:gd name="connsiteY1" fmla="*/ 1188375 h 1188374"/>
                  <a:gd name="connsiteX2" fmla="*/ 1168403 w 1188374"/>
                  <a:gd name="connsiteY2" fmla="*/ 0 h 11883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88374" h="1188374">
                    <a:moveTo>
                      <a:pt x="1188375" y="19971"/>
                    </a:moveTo>
                    <a:lnTo>
                      <a:pt x="0" y="1188375"/>
                    </a:lnTo>
                    <a:lnTo>
                      <a:pt x="1168403" y="0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2" name="任意多边形 71" descr="6f7e4c08-2a13-492a-9b69-92ba068d2b3c"/>
              <p:cNvSpPr/>
              <p:nvPr/>
            </p:nvSpPr>
            <p:spPr>
              <a:xfrm>
                <a:off x="8574026" y="5192302"/>
                <a:ext cx="202602" cy="40251"/>
              </a:xfrm>
              <a:custGeom>
                <a:avLst/>
                <a:gdLst>
                  <a:gd name="connsiteX0" fmla="*/ 0 w 142247"/>
                  <a:gd name="connsiteY0" fmla="*/ 0 h 28260"/>
                  <a:gd name="connsiteX1" fmla="*/ 142247 w 142247"/>
                  <a:gd name="connsiteY1" fmla="*/ 14130 h 28260"/>
                  <a:gd name="connsiteX2" fmla="*/ 0 w 142247"/>
                  <a:gd name="connsiteY2" fmla="*/ 28261 h 28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2247" h="28260">
                    <a:moveTo>
                      <a:pt x="0" y="0"/>
                    </a:moveTo>
                    <a:lnTo>
                      <a:pt x="142247" y="14130"/>
                    </a:lnTo>
                    <a:lnTo>
                      <a:pt x="0" y="28261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3" name="任意多边形 72" descr="9da909d3-d4c5-45e3-9e09-7fd7cea7d7a0"/>
              <p:cNvSpPr/>
              <p:nvPr/>
            </p:nvSpPr>
            <p:spPr>
              <a:xfrm>
                <a:off x="8567317" y="5082413"/>
                <a:ext cx="162215" cy="40117"/>
              </a:xfrm>
              <a:custGeom>
                <a:avLst/>
                <a:gdLst>
                  <a:gd name="connsiteX0" fmla="*/ 0 w 113891"/>
                  <a:gd name="connsiteY0" fmla="*/ 0 h 28166"/>
                  <a:gd name="connsiteX1" fmla="*/ 113892 w 113891"/>
                  <a:gd name="connsiteY1" fmla="*/ 6218 h 28166"/>
                  <a:gd name="connsiteX2" fmla="*/ 1978 w 113891"/>
                  <a:gd name="connsiteY2" fmla="*/ 28167 h 28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3891" h="28166">
                    <a:moveTo>
                      <a:pt x="0" y="0"/>
                    </a:moveTo>
                    <a:lnTo>
                      <a:pt x="113892" y="6218"/>
                    </a:lnTo>
                    <a:lnTo>
                      <a:pt x="1978" y="28167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4" name="任意多边形 73" descr="58e9d38d-77d8-4f84-aec8-0ec3e4ff544a"/>
              <p:cNvSpPr/>
              <p:nvPr/>
            </p:nvSpPr>
            <p:spPr>
              <a:xfrm>
                <a:off x="8539409" y="4934017"/>
                <a:ext cx="196698" cy="52461"/>
              </a:xfrm>
              <a:custGeom>
                <a:avLst/>
                <a:gdLst>
                  <a:gd name="connsiteX0" fmla="*/ 0 w 138102"/>
                  <a:gd name="connsiteY0" fmla="*/ 8949 h 36833"/>
                  <a:gd name="connsiteX1" fmla="*/ 138102 w 138102"/>
                  <a:gd name="connsiteY1" fmla="*/ 0 h 36833"/>
                  <a:gd name="connsiteX2" fmla="*/ 4710 w 138102"/>
                  <a:gd name="connsiteY2" fmla="*/ 36834 h 36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8102" h="36833">
                    <a:moveTo>
                      <a:pt x="0" y="8949"/>
                    </a:moveTo>
                    <a:lnTo>
                      <a:pt x="138102" y="0"/>
                    </a:lnTo>
                    <a:lnTo>
                      <a:pt x="4710" y="36834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5" name="任意多边形 74" descr="84cf2415-20a5-4371-906c-785161c02dbc"/>
              <p:cNvSpPr/>
              <p:nvPr/>
            </p:nvSpPr>
            <p:spPr>
              <a:xfrm>
                <a:off x="8491644" y="4729403"/>
                <a:ext cx="220715" cy="91641"/>
              </a:xfrm>
              <a:custGeom>
                <a:avLst/>
                <a:gdLst>
                  <a:gd name="connsiteX0" fmla="*/ 0 w 154964"/>
                  <a:gd name="connsiteY0" fmla="*/ 37587 h 64341"/>
                  <a:gd name="connsiteX1" fmla="*/ 154964 w 154964"/>
                  <a:gd name="connsiteY1" fmla="*/ 0 h 64341"/>
                  <a:gd name="connsiteX2" fmla="*/ 9138 w 154964"/>
                  <a:gd name="connsiteY2" fmla="*/ 64341 h 6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4964" h="64341">
                    <a:moveTo>
                      <a:pt x="0" y="37587"/>
                    </a:moveTo>
                    <a:lnTo>
                      <a:pt x="154964" y="0"/>
                    </a:lnTo>
                    <a:lnTo>
                      <a:pt x="9138" y="64341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6" name="任意多边形 75" descr="c05396e5-ef03-483b-af29-f875d4e9ee52"/>
              <p:cNvSpPr/>
              <p:nvPr/>
            </p:nvSpPr>
            <p:spPr>
              <a:xfrm>
                <a:off x="8438779" y="4587180"/>
                <a:ext cx="210383" cy="120621"/>
              </a:xfrm>
              <a:custGeom>
                <a:avLst/>
                <a:gdLst>
                  <a:gd name="connsiteX0" fmla="*/ 0 w 147710"/>
                  <a:gd name="connsiteY0" fmla="*/ 59443 h 84688"/>
                  <a:gd name="connsiteX1" fmla="*/ 147711 w 147710"/>
                  <a:gd name="connsiteY1" fmla="*/ 0 h 84688"/>
                  <a:gd name="connsiteX2" fmla="*/ 12906 w 147710"/>
                  <a:gd name="connsiteY2" fmla="*/ 84689 h 84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7710" h="84688">
                    <a:moveTo>
                      <a:pt x="0" y="59443"/>
                    </a:moveTo>
                    <a:lnTo>
                      <a:pt x="147711" y="0"/>
                    </a:lnTo>
                    <a:lnTo>
                      <a:pt x="12906" y="84689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7" name="任意多边形 76" descr="15202b3c-20e8-47ff-8a71-e2eea674d8a1"/>
              <p:cNvSpPr/>
              <p:nvPr/>
            </p:nvSpPr>
            <p:spPr>
              <a:xfrm>
                <a:off x="8391013" y="4465619"/>
                <a:ext cx="214274" cy="160739"/>
              </a:xfrm>
              <a:custGeom>
                <a:avLst/>
                <a:gdLst>
                  <a:gd name="connsiteX0" fmla="*/ 0 w 150442"/>
                  <a:gd name="connsiteY0" fmla="*/ 89776 h 112855"/>
                  <a:gd name="connsiteX1" fmla="*/ 150443 w 150442"/>
                  <a:gd name="connsiteY1" fmla="*/ 0 h 112855"/>
                  <a:gd name="connsiteX2" fmla="*/ 16391 w 150442"/>
                  <a:gd name="connsiteY2" fmla="*/ 112856 h 112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0442" h="112855">
                    <a:moveTo>
                      <a:pt x="0" y="89776"/>
                    </a:moveTo>
                    <a:lnTo>
                      <a:pt x="150443" y="0"/>
                    </a:lnTo>
                    <a:lnTo>
                      <a:pt x="16391" y="112856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8" name="任意多边形 77" descr="a7861b87-f12a-4f8e-9ab1-8eb4c61805cd"/>
              <p:cNvSpPr/>
              <p:nvPr/>
            </p:nvSpPr>
            <p:spPr>
              <a:xfrm>
                <a:off x="8295884" y="5929852"/>
                <a:ext cx="173351" cy="139404"/>
              </a:xfrm>
              <a:custGeom>
                <a:avLst/>
                <a:gdLst>
                  <a:gd name="connsiteX0" fmla="*/ 17145 w 121710"/>
                  <a:gd name="connsiteY0" fmla="*/ 0 h 97876"/>
                  <a:gd name="connsiteX1" fmla="*/ 121711 w 121710"/>
                  <a:gd name="connsiteY1" fmla="*/ 97877 h 97876"/>
                  <a:gd name="connsiteX2" fmla="*/ 0 w 121710"/>
                  <a:gd name="connsiteY2" fmla="*/ 22420 h 97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1710" h="97876">
                    <a:moveTo>
                      <a:pt x="17145" y="0"/>
                    </a:moveTo>
                    <a:lnTo>
                      <a:pt x="121711" y="97877"/>
                    </a:lnTo>
                    <a:lnTo>
                      <a:pt x="0" y="22420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9" name="任意多边形 78" descr="5399e30e-8e46-47ff-92cc-5ead3b39e09b"/>
              <p:cNvSpPr/>
              <p:nvPr/>
            </p:nvSpPr>
            <p:spPr>
              <a:xfrm>
                <a:off x="8223833" y="6008210"/>
                <a:ext cx="164898" cy="170802"/>
              </a:xfrm>
              <a:custGeom>
                <a:avLst/>
                <a:gdLst>
                  <a:gd name="connsiteX0" fmla="*/ 20442 w 115775"/>
                  <a:gd name="connsiteY0" fmla="*/ 0 h 119920"/>
                  <a:gd name="connsiteX1" fmla="*/ 115776 w 115775"/>
                  <a:gd name="connsiteY1" fmla="*/ 119921 h 119920"/>
                  <a:gd name="connsiteX2" fmla="*/ 0 w 115775"/>
                  <a:gd name="connsiteY2" fmla="*/ 19594 h 119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5775" h="119920">
                    <a:moveTo>
                      <a:pt x="20442" y="0"/>
                    </a:moveTo>
                    <a:lnTo>
                      <a:pt x="115776" y="119921"/>
                    </a:lnTo>
                    <a:lnTo>
                      <a:pt x="0" y="19594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0" name="任意多边形 79" descr="50c8fc70-c666-469b-be46-5af252bcc51c"/>
              <p:cNvSpPr/>
              <p:nvPr/>
            </p:nvSpPr>
            <p:spPr>
              <a:xfrm>
                <a:off x="8134608" y="6089518"/>
                <a:ext cx="109350" cy="151615"/>
              </a:xfrm>
              <a:custGeom>
                <a:avLst/>
                <a:gdLst>
                  <a:gd name="connsiteX0" fmla="*/ 23645 w 76775"/>
                  <a:gd name="connsiteY0" fmla="*/ 0 h 106449"/>
                  <a:gd name="connsiteX1" fmla="*/ 76776 w 76775"/>
                  <a:gd name="connsiteY1" fmla="*/ 106450 h 106449"/>
                  <a:gd name="connsiteX2" fmla="*/ 0 w 76775"/>
                  <a:gd name="connsiteY2" fmla="*/ 15544 h 106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6775" h="106449">
                    <a:moveTo>
                      <a:pt x="23645" y="0"/>
                    </a:moveTo>
                    <a:lnTo>
                      <a:pt x="76776" y="106450"/>
                    </a:lnTo>
                    <a:lnTo>
                      <a:pt x="0" y="15544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1" name="任意多边形 80" descr="2efad1da-812c-4d3f-8643-0378e69f5301"/>
              <p:cNvSpPr/>
              <p:nvPr/>
            </p:nvSpPr>
            <p:spPr>
              <a:xfrm>
                <a:off x="8025122" y="6170156"/>
                <a:ext cx="94323" cy="171875"/>
              </a:xfrm>
              <a:custGeom>
                <a:avLst/>
                <a:gdLst>
                  <a:gd name="connsiteX0" fmla="*/ 25623 w 66224"/>
                  <a:gd name="connsiteY0" fmla="*/ 0 h 120674"/>
                  <a:gd name="connsiteX1" fmla="*/ 66225 w 66224"/>
                  <a:gd name="connsiteY1" fmla="*/ 120674 h 120674"/>
                  <a:gd name="connsiteX2" fmla="*/ 0 w 66224"/>
                  <a:gd name="connsiteY2" fmla="*/ 11964 h 120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6224" h="120674">
                    <a:moveTo>
                      <a:pt x="25623" y="0"/>
                    </a:moveTo>
                    <a:lnTo>
                      <a:pt x="66225" y="120674"/>
                    </a:lnTo>
                    <a:lnTo>
                      <a:pt x="0" y="11964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2" name="任意多边形 81" descr="9c7e8055-40ad-40a9-b93d-63881e5f6c0e"/>
              <p:cNvSpPr/>
              <p:nvPr/>
            </p:nvSpPr>
            <p:spPr>
              <a:xfrm>
                <a:off x="7894974" y="6241806"/>
                <a:ext cx="117804" cy="236547"/>
              </a:xfrm>
              <a:custGeom>
                <a:avLst/>
                <a:gdLst>
                  <a:gd name="connsiteX0" fmla="*/ 26000 w 82710"/>
                  <a:gd name="connsiteY0" fmla="*/ 0 h 166080"/>
                  <a:gd name="connsiteX1" fmla="*/ 82711 w 82710"/>
                  <a:gd name="connsiteY1" fmla="*/ 166080 h 166080"/>
                  <a:gd name="connsiteX2" fmla="*/ 0 w 82710"/>
                  <a:gd name="connsiteY2" fmla="*/ 11304 h 166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2710" h="166080">
                    <a:moveTo>
                      <a:pt x="26000" y="0"/>
                    </a:moveTo>
                    <a:lnTo>
                      <a:pt x="82711" y="166080"/>
                    </a:lnTo>
                    <a:lnTo>
                      <a:pt x="0" y="11304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3" name="任意多边形 82" descr="584dbfb1-0daa-4356-903f-8173d0ed10f2"/>
              <p:cNvSpPr/>
              <p:nvPr/>
            </p:nvSpPr>
            <p:spPr>
              <a:xfrm>
                <a:off x="7773949" y="6293596"/>
                <a:ext cx="52058" cy="152152"/>
              </a:xfrm>
              <a:custGeom>
                <a:avLst/>
                <a:gdLst>
                  <a:gd name="connsiteX0" fmla="*/ 27601 w 36550"/>
                  <a:gd name="connsiteY0" fmla="*/ 0 h 106826"/>
                  <a:gd name="connsiteX1" fmla="*/ 36551 w 36550"/>
                  <a:gd name="connsiteY1" fmla="*/ 106826 h 106826"/>
                  <a:gd name="connsiteX2" fmla="*/ 0 w 36550"/>
                  <a:gd name="connsiteY2" fmla="*/ 6029 h 106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550" h="106826">
                    <a:moveTo>
                      <a:pt x="27601" y="0"/>
                    </a:moveTo>
                    <a:lnTo>
                      <a:pt x="36551" y="106826"/>
                    </a:lnTo>
                    <a:lnTo>
                      <a:pt x="0" y="6029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4" name="任意多边形 83" descr="347d29bf-1177-4bfd-b44a-1da4ae0ba4c1"/>
              <p:cNvSpPr/>
              <p:nvPr/>
            </p:nvSpPr>
            <p:spPr>
              <a:xfrm>
                <a:off x="7642996" y="6332238"/>
                <a:ext cx="40117" cy="116462"/>
              </a:xfrm>
              <a:custGeom>
                <a:avLst/>
                <a:gdLst>
                  <a:gd name="connsiteX0" fmla="*/ 28167 w 28166"/>
                  <a:gd name="connsiteY0" fmla="*/ 0 h 81768"/>
                  <a:gd name="connsiteX1" fmla="*/ 18181 w 28166"/>
                  <a:gd name="connsiteY1" fmla="*/ 81768 h 81768"/>
                  <a:gd name="connsiteX2" fmla="*/ 0 w 28166"/>
                  <a:gd name="connsiteY2" fmla="*/ 1413 h 81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166" h="81768">
                    <a:moveTo>
                      <a:pt x="28167" y="0"/>
                    </a:moveTo>
                    <a:lnTo>
                      <a:pt x="18181" y="81768"/>
                    </a:lnTo>
                    <a:lnTo>
                      <a:pt x="0" y="1413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5" name="任意多边形 84" descr="306a9621-9782-4f14-8edf-a34465e22e55"/>
              <p:cNvSpPr/>
              <p:nvPr/>
            </p:nvSpPr>
            <p:spPr>
              <a:xfrm>
                <a:off x="6181982" y="5652919"/>
                <a:ext cx="206492" cy="105191"/>
              </a:xfrm>
              <a:custGeom>
                <a:avLst/>
                <a:gdLst>
                  <a:gd name="connsiteX0" fmla="*/ 144979 w 144978"/>
                  <a:gd name="connsiteY0" fmla="*/ 25906 h 73855"/>
                  <a:gd name="connsiteX1" fmla="*/ 0 w 144978"/>
                  <a:gd name="connsiteY1" fmla="*/ 73855 h 73855"/>
                  <a:gd name="connsiteX2" fmla="*/ 133674 w 144978"/>
                  <a:gd name="connsiteY2" fmla="*/ 0 h 73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978" h="73855">
                    <a:moveTo>
                      <a:pt x="144979" y="25906"/>
                    </a:moveTo>
                    <a:lnTo>
                      <a:pt x="0" y="73855"/>
                    </a:lnTo>
                    <a:lnTo>
                      <a:pt x="133674" y="0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6" name="任意多边形 85" descr="eaffd7c2-e040-4f31-aec2-a43d5000d65b"/>
              <p:cNvSpPr/>
              <p:nvPr/>
            </p:nvSpPr>
            <p:spPr>
              <a:xfrm>
                <a:off x="6135023" y="5525052"/>
                <a:ext cx="204345" cy="80369"/>
              </a:xfrm>
              <a:custGeom>
                <a:avLst/>
                <a:gdLst>
                  <a:gd name="connsiteX0" fmla="*/ 143472 w 143471"/>
                  <a:gd name="connsiteY0" fmla="*/ 27036 h 56427"/>
                  <a:gd name="connsiteX1" fmla="*/ 0 w 143471"/>
                  <a:gd name="connsiteY1" fmla="*/ 56428 h 56427"/>
                  <a:gd name="connsiteX2" fmla="*/ 135182 w 143471"/>
                  <a:gd name="connsiteY2" fmla="*/ 0 h 56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3471" h="56427">
                    <a:moveTo>
                      <a:pt x="143472" y="27036"/>
                    </a:moveTo>
                    <a:lnTo>
                      <a:pt x="0" y="56428"/>
                    </a:lnTo>
                    <a:lnTo>
                      <a:pt x="135182" y="0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7" name="任意多边形 86" descr="e26ae7a8-2780-4959-825e-ee514b348851"/>
              <p:cNvSpPr/>
              <p:nvPr/>
            </p:nvSpPr>
            <p:spPr>
              <a:xfrm>
                <a:off x="6065521" y="5387523"/>
                <a:ext cx="238426" cy="52596"/>
              </a:xfrm>
              <a:custGeom>
                <a:avLst/>
                <a:gdLst>
                  <a:gd name="connsiteX0" fmla="*/ 167399 w 167399"/>
                  <a:gd name="connsiteY0" fmla="*/ 27979 h 36928"/>
                  <a:gd name="connsiteX1" fmla="*/ 0 w 167399"/>
                  <a:gd name="connsiteY1" fmla="*/ 36928 h 36928"/>
                  <a:gd name="connsiteX2" fmla="*/ 163443 w 167399"/>
                  <a:gd name="connsiteY2" fmla="*/ 0 h 36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399" h="36928">
                    <a:moveTo>
                      <a:pt x="167399" y="27979"/>
                    </a:moveTo>
                    <a:lnTo>
                      <a:pt x="0" y="36928"/>
                    </a:lnTo>
                    <a:lnTo>
                      <a:pt x="163443" y="0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8" name="任意多边形 87" descr="99b1e7a1-3ea2-4105-8751-2d5117057195"/>
              <p:cNvSpPr/>
              <p:nvPr/>
            </p:nvSpPr>
            <p:spPr>
              <a:xfrm>
                <a:off x="6073034" y="5241543"/>
                <a:ext cx="212665" cy="40251"/>
              </a:xfrm>
              <a:custGeom>
                <a:avLst/>
                <a:gdLst>
                  <a:gd name="connsiteX0" fmla="*/ 149312 w 149312"/>
                  <a:gd name="connsiteY0" fmla="*/ 28261 h 28260"/>
                  <a:gd name="connsiteX1" fmla="*/ 0 w 149312"/>
                  <a:gd name="connsiteY1" fmla="*/ 14130 h 28260"/>
                  <a:gd name="connsiteX2" fmla="*/ 149312 w 149312"/>
                  <a:gd name="connsiteY2" fmla="*/ 0 h 28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9312" h="28260">
                    <a:moveTo>
                      <a:pt x="149312" y="28261"/>
                    </a:moveTo>
                    <a:lnTo>
                      <a:pt x="0" y="14130"/>
                    </a:lnTo>
                    <a:lnTo>
                      <a:pt x="149312" y="0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9" name="任意多边形 88" descr="fc330698-41b0-4705-89a6-d255dd9f9c00"/>
              <p:cNvSpPr/>
              <p:nvPr/>
            </p:nvSpPr>
            <p:spPr>
              <a:xfrm>
                <a:off x="6080547" y="5107236"/>
                <a:ext cx="205956" cy="40117"/>
              </a:xfrm>
              <a:custGeom>
                <a:avLst/>
                <a:gdLst>
                  <a:gd name="connsiteX0" fmla="*/ 141870 w 144602"/>
                  <a:gd name="connsiteY0" fmla="*/ 28167 h 28166"/>
                  <a:gd name="connsiteX1" fmla="*/ 0 w 144602"/>
                  <a:gd name="connsiteY1" fmla="*/ 282 h 28166"/>
                  <a:gd name="connsiteX2" fmla="*/ 144602 w 144602"/>
                  <a:gd name="connsiteY2" fmla="*/ 0 h 28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602" h="28166">
                    <a:moveTo>
                      <a:pt x="141870" y="28167"/>
                    </a:moveTo>
                    <a:lnTo>
                      <a:pt x="0" y="282"/>
                    </a:lnTo>
                    <a:lnTo>
                      <a:pt x="144602" y="0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0" name="任意多边形 89" descr="c3c5f3cd-d53e-4728-8da9-dc8520998331"/>
              <p:cNvSpPr/>
              <p:nvPr/>
            </p:nvSpPr>
            <p:spPr>
              <a:xfrm>
                <a:off x="6433693" y="4361231"/>
                <a:ext cx="138869" cy="122366"/>
              </a:xfrm>
              <a:custGeom>
                <a:avLst/>
                <a:gdLst>
                  <a:gd name="connsiteX0" fmla="*/ 79131 w 97500"/>
                  <a:gd name="connsiteY0" fmla="*/ 85913 h 85913"/>
                  <a:gd name="connsiteX1" fmla="*/ 0 w 97500"/>
                  <a:gd name="connsiteY1" fmla="*/ 0 h 85913"/>
                  <a:gd name="connsiteX2" fmla="*/ 97500 w 97500"/>
                  <a:gd name="connsiteY2" fmla="*/ 64341 h 85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7500" h="85913">
                    <a:moveTo>
                      <a:pt x="79131" y="85913"/>
                    </a:moveTo>
                    <a:lnTo>
                      <a:pt x="0" y="0"/>
                    </a:lnTo>
                    <a:lnTo>
                      <a:pt x="97500" y="64341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1" name="任意多边形 90" descr="f994bf36-928c-42ac-baed-06ffb0f0a0b0"/>
              <p:cNvSpPr/>
              <p:nvPr/>
            </p:nvSpPr>
            <p:spPr>
              <a:xfrm>
                <a:off x="6526003" y="4220483"/>
                <a:ext cx="136186" cy="169192"/>
              </a:xfrm>
              <a:custGeom>
                <a:avLst/>
                <a:gdLst>
                  <a:gd name="connsiteX0" fmla="*/ 73196 w 95616"/>
                  <a:gd name="connsiteY0" fmla="*/ 118790 h 118790"/>
                  <a:gd name="connsiteX1" fmla="*/ 0 w 95616"/>
                  <a:gd name="connsiteY1" fmla="*/ 0 h 118790"/>
                  <a:gd name="connsiteX2" fmla="*/ 95616 w 95616"/>
                  <a:gd name="connsiteY2" fmla="*/ 101645 h 118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616" h="118790">
                    <a:moveTo>
                      <a:pt x="73196" y="118790"/>
                    </a:moveTo>
                    <a:lnTo>
                      <a:pt x="0" y="0"/>
                    </a:lnTo>
                    <a:lnTo>
                      <a:pt x="95616" y="101645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2" name="任意多边形 91" descr="ea5f8158-1fd3-4d03-a736-e346b77742c3"/>
              <p:cNvSpPr/>
              <p:nvPr/>
            </p:nvSpPr>
            <p:spPr>
              <a:xfrm>
                <a:off x="6689561" y="4167753"/>
                <a:ext cx="95129" cy="121695"/>
              </a:xfrm>
              <a:custGeom>
                <a:avLst/>
                <a:gdLst>
                  <a:gd name="connsiteX0" fmla="*/ 43805 w 66790"/>
                  <a:gd name="connsiteY0" fmla="*/ 85442 h 85442"/>
                  <a:gd name="connsiteX1" fmla="*/ 0 w 66790"/>
                  <a:gd name="connsiteY1" fmla="*/ 0 h 85442"/>
                  <a:gd name="connsiteX2" fmla="*/ 66790 w 66790"/>
                  <a:gd name="connsiteY2" fmla="*/ 68957 h 85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6790" h="85442">
                    <a:moveTo>
                      <a:pt x="43805" y="85442"/>
                    </a:moveTo>
                    <a:lnTo>
                      <a:pt x="0" y="0"/>
                    </a:lnTo>
                    <a:lnTo>
                      <a:pt x="66790" y="68957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3" name="任意多边形 92" descr="0d6dcf38-dcef-4252-8292-4b961e1c0190"/>
              <p:cNvSpPr/>
              <p:nvPr/>
            </p:nvSpPr>
            <p:spPr>
              <a:xfrm>
                <a:off x="10823576" y="8602"/>
                <a:ext cx="788535" cy="750208"/>
              </a:xfrm>
              <a:custGeom>
                <a:avLst/>
                <a:gdLst>
                  <a:gd name="connsiteX0" fmla="*/ 668467 w 668466"/>
                  <a:gd name="connsiteY0" fmla="*/ 668467 h 668466"/>
                  <a:gd name="connsiteX1" fmla="*/ 0 w 668466"/>
                  <a:gd name="connsiteY1" fmla="*/ 0 h 668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68466" h="668466">
                    <a:moveTo>
                      <a:pt x="668467" y="668467"/>
                    </a:moveTo>
                    <a:lnTo>
                      <a:pt x="0" y="0"/>
                    </a:lnTo>
                  </a:path>
                </a:pathLst>
              </a:custGeom>
              <a:ln w="28246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4" name="任意多边形 93" descr="05ffb1c1-1089-4e16-9132-a03ba9b13651"/>
              <p:cNvSpPr/>
              <p:nvPr/>
            </p:nvSpPr>
            <p:spPr>
              <a:xfrm>
                <a:off x="9020154" y="4192576"/>
                <a:ext cx="3171847" cy="2665425"/>
              </a:xfrm>
              <a:custGeom>
                <a:avLst/>
                <a:gdLst>
                  <a:gd name="connsiteX0" fmla="*/ 1711248 w 3171847"/>
                  <a:gd name="connsiteY0" fmla="*/ 1026293 h 2665425"/>
                  <a:gd name="connsiteX1" fmla="*/ 1026292 w 3171847"/>
                  <a:gd name="connsiteY1" fmla="*/ 1711248 h 2665425"/>
                  <a:gd name="connsiteX2" fmla="*/ 1711248 w 3171847"/>
                  <a:gd name="connsiteY2" fmla="*/ 2396203 h 2665425"/>
                  <a:gd name="connsiteX3" fmla="*/ 2396203 w 3171847"/>
                  <a:gd name="connsiteY3" fmla="*/ 1711248 h 2665425"/>
                  <a:gd name="connsiteX4" fmla="*/ 1711248 w 3171847"/>
                  <a:gd name="connsiteY4" fmla="*/ 1026293 h 2665425"/>
                  <a:gd name="connsiteX5" fmla="*/ 1417139 w 3171847"/>
                  <a:gd name="connsiteY5" fmla="*/ 0 h 2665425"/>
                  <a:gd name="connsiteX6" fmla="*/ 2005490 w 3171847"/>
                  <a:gd name="connsiteY6" fmla="*/ 0 h 2665425"/>
                  <a:gd name="connsiteX7" fmla="*/ 2005490 w 3171847"/>
                  <a:gd name="connsiteY7" fmla="*/ 289681 h 2665425"/>
                  <a:gd name="connsiteX8" fmla="*/ 2508238 w 3171847"/>
                  <a:gd name="connsiteY8" fmla="*/ 498186 h 2665425"/>
                  <a:gd name="connsiteX9" fmla="*/ 2713254 w 3171847"/>
                  <a:gd name="connsiteY9" fmla="*/ 293169 h 2665425"/>
                  <a:gd name="connsiteX10" fmla="*/ 3129327 w 3171847"/>
                  <a:gd name="connsiteY10" fmla="*/ 709241 h 2665425"/>
                  <a:gd name="connsiteX11" fmla="*/ 2924309 w 3171847"/>
                  <a:gd name="connsiteY11" fmla="*/ 914257 h 2665425"/>
                  <a:gd name="connsiteX12" fmla="*/ 3132815 w 3171847"/>
                  <a:gd name="connsiteY12" fmla="*/ 1417005 h 2665425"/>
                  <a:gd name="connsiteX13" fmla="*/ 3171847 w 3171847"/>
                  <a:gd name="connsiteY13" fmla="*/ 1417005 h 2665425"/>
                  <a:gd name="connsiteX14" fmla="*/ 3171847 w 3171847"/>
                  <a:gd name="connsiteY14" fmla="*/ 2005490 h 2665425"/>
                  <a:gd name="connsiteX15" fmla="*/ 3132681 w 3171847"/>
                  <a:gd name="connsiteY15" fmla="*/ 2005490 h 2665425"/>
                  <a:gd name="connsiteX16" fmla="*/ 2924175 w 3171847"/>
                  <a:gd name="connsiteY16" fmla="*/ 2508237 h 2665425"/>
                  <a:gd name="connsiteX17" fmla="*/ 3081364 w 3171847"/>
                  <a:gd name="connsiteY17" fmla="*/ 2665425 h 2665425"/>
                  <a:gd name="connsiteX18" fmla="*/ 340936 w 3171847"/>
                  <a:gd name="connsiteY18" fmla="*/ 2665425 h 2665425"/>
                  <a:gd name="connsiteX19" fmla="*/ 498186 w 3171847"/>
                  <a:gd name="connsiteY19" fmla="*/ 2507969 h 2665425"/>
                  <a:gd name="connsiteX20" fmla="*/ 289680 w 3171847"/>
                  <a:gd name="connsiteY20" fmla="*/ 2005221 h 2665425"/>
                  <a:gd name="connsiteX21" fmla="*/ 0 w 3171847"/>
                  <a:gd name="connsiteY21" fmla="*/ 2005221 h 2665425"/>
                  <a:gd name="connsiteX22" fmla="*/ 0 w 3171847"/>
                  <a:gd name="connsiteY22" fmla="*/ 1416872 h 2665425"/>
                  <a:gd name="connsiteX23" fmla="*/ 289680 w 3171847"/>
                  <a:gd name="connsiteY23" fmla="*/ 1416872 h 2665425"/>
                  <a:gd name="connsiteX24" fmla="*/ 498186 w 3171847"/>
                  <a:gd name="connsiteY24" fmla="*/ 914123 h 2665425"/>
                  <a:gd name="connsiteX25" fmla="*/ 293169 w 3171847"/>
                  <a:gd name="connsiteY25" fmla="*/ 709106 h 2665425"/>
                  <a:gd name="connsiteX26" fmla="*/ 709375 w 3171847"/>
                  <a:gd name="connsiteY26" fmla="*/ 293169 h 2665425"/>
                  <a:gd name="connsiteX27" fmla="*/ 914391 w 3171847"/>
                  <a:gd name="connsiteY27" fmla="*/ 498186 h 2665425"/>
                  <a:gd name="connsiteX28" fmla="*/ 1417139 w 3171847"/>
                  <a:gd name="connsiteY28" fmla="*/ 289681 h 2665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171847" h="2665425">
                    <a:moveTo>
                      <a:pt x="1711248" y="1026293"/>
                    </a:moveTo>
                    <a:cubicBezTo>
                      <a:pt x="1333013" y="1026293"/>
                      <a:pt x="1026292" y="1332879"/>
                      <a:pt x="1026292" y="1711248"/>
                    </a:cubicBezTo>
                    <a:cubicBezTo>
                      <a:pt x="1026292" y="2089483"/>
                      <a:pt x="1332879" y="2396203"/>
                      <a:pt x="1711248" y="2396203"/>
                    </a:cubicBezTo>
                    <a:cubicBezTo>
                      <a:pt x="2089482" y="2396203"/>
                      <a:pt x="2396203" y="2089483"/>
                      <a:pt x="2396203" y="1711248"/>
                    </a:cubicBezTo>
                    <a:cubicBezTo>
                      <a:pt x="2396203" y="1333013"/>
                      <a:pt x="2089482" y="1026293"/>
                      <a:pt x="1711248" y="1026293"/>
                    </a:cubicBezTo>
                    <a:close/>
                    <a:moveTo>
                      <a:pt x="1417139" y="0"/>
                    </a:moveTo>
                    <a:lnTo>
                      <a:pt x="2005490" y="0"/>
                    </a:lnTo>
                    <a:lnTo>
                      <a:pt x="2005490" y="289681"/>
                    </a:lnTo>
                    <a:cubicBezTo>
                      <a:pt x="2187831" y="327249"/>
                      <a:pt x="2357830" y="399166"/>
                      <a:pt x="2508238" y="498186"/>
                    </a:cubicBezTo>
                    <a:lnTo>
                      <a:pt x="2713254" y="293169"/>
                    </a:lnTo>
                    <a:lnTo>
                      <a:pt x="3129327" y="709241"/>
                    </a:lnTo>
                    <a:lnTo>
                      <a:pt x="2924309" y="914257"/>
                    </a:lnTo>
                    <a:cubicBezTo>
                      <a:pt x="3023329" y="1064666"/>
                      <a:pt x="3095246" y="1234529"/>
                      <a:pt x="3132815" y="1417005"/>
                    </a:cubicBezTo>
                    <a:lnTo>
                      <a:pt x="3171847" y="1417005"/>
                    </a:lnTo>
                    <a:lnTo>
                      <a:pt x="3171847" y="2005490"/>
                    </a:lnTo>
                    <a:lnTo>
                      <a:pt x="3132681" y="2005490"/>
                    </a:lnTo>
                    <a:cubicBezTo>
                      <a:pt x="3095113" y="2187832"/>
                      <a:pt x="3023195" y="2357830"/>
                      <a:pt x="2924175" y="2508237"/>
                    </a:cubicBezTo>
                    <a:lnTo>
                      <a:pt x="3081364" y="2665425"/>
                    </a:lnTo>
                    <a:lnTo>
                      <a:pt x="340936" y="2665425"/>
                    </a:lnTo>
                    <a:lnTo>
                      <a:pt x="498186" y="2507969"/>
                    </a:lnTo>
                    <a:cubicBezTo>
                      <a:pt x="399166" y="2357561"/>
                      <a:pt x="327249" y="2187696"/>
                      <a:pt x="289680" y="2005221"/>
                    </a:cubicBezTo>
                    <a:lnTo>
                      <a:pt x="0" y="2005221"/>
                    </a:lnTo>
                    <a:lnTo>
                      <a:pt x="0" y="1416872"/>
                    </a:lnTo>
                    <a:lnTo>
                      <a:pt x="289680" y="1416872"/>
                    </a:lnTo>
                    <a:cubicBezTo>
                      <a:pt x="327249" y="1234529"/>
                      <a:pt x="399166" y="1064532"/>
                      <a:pt x="498186" y="914123"/>
                    </a:cubicBezTo>
                    <a:lnTo>
                      <a:pt x="293169" y="709106"/>
                    </a:lnTo>
                    <a:lnTo>
                      <a:pt x="709375" y="293169"/>
                    </a:lnTo>
                    <a:lnTo>
                      <a:pt x="914391" y="498186"/>
                    </a:lnTo>
                    <a:cubicBezTo>
                      <a:pt x="1064801" y="399166"/>
                      <a:pt x="1234664" y="327249"/>
                      <a:pt x="1417139" y="28968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5" name="任意多边形 94" descr="35e92003-7300-4bfb-94dd-a0ffd360a1ce"/>
              <p:cNvSpPr/>
              <p:nvPr/>
            </p:nvSpPr>
            <p:spPr>
              <a:xfrm>
                <a:off x="9000698" y="4170436"/>
                <a:ext cx="3191303" cy="2687564"/>
              </a:xfrm>
              <a:custGeom>
                <a:avLst/>
                <a:gdLst>
                  <a:gd name="connsiteX0" fmla="*/ 3146635 w 3191303"/>
                  <a:gd name="connsiteY0" fmla="*/ 2020652 h 2687564"/>
                  <a:gd name="connsiteX1" fmla="*/ 3152135 w 3191303"/>
                  <a:gd name="connsiteY1" fmla="*/ 2020786 h 2687564"/>
                  <a:gd name="connsiteX2" fmla="*/ 3191303 w 3191303"/>
                  <a:gd name="connsiteY2" fmla="*/ 2021443 h 2687564"/>
                  <a:gd name="connsiteX3" fmla="*/ 3191303 w 3191303"/>
                  <a:gd name="connsiteY3" fmla="*/ 2033673 h 2687564"/>
                  <a:gd name="connsiteX4" fmla="*/ 3157696 w 3191303"/>
                  <a:gd name="connsiteY4" fmla="*/ 2034246 h 2687564"/>
                  <a:gd name="connsiteX5" fmla="*/ 3158979 w 3191303"/>
                  <a:gd name="connsiteY5" fmla="*/ 2028970 h 2687564"/>
                  <a:gd name="connsiteX6" fmla="*/ 3152269 w 3191303"/>
                  <a:gd name="connsiteY6" fmla="*/ 2034338 h 2687564"/>
                  <a:gd name="connsiteX7" fmla="*/ 3157696 w 3191303"/>
                  <a:gd name="connsiteY7" fmla="*/ 2034246 h 2687564"/>
                  <a:gd name="connsiteX8" fmla="*/ 3126468 w 3191303"/>
                  <a:gd name="connsiteY8" fmla="*/ 2162674 h 2687564"/>
                  <a:gd name="connsiteX9" fmla="*/ 3024165 w 3191303"/>
                  <a:gd name="connsiteY9" fmla="*/ 2418258 h 2687564"/>
                  <a:gd name="connsiteX10" fmla="*/ 2960417 w 3191303"/>
                  <a:gd name="connsiteY10" fmla="*/ 2528114 h 2687564"/>
                  <a:gd name="connsiteX11" fmla="*/ 2953155 w 3191303"/>
                  <a:gd name="connsiteY11" fmla="*/ 2520984 h 2687564"/>
                  <a:gd name="connsiteX12" fmla="*/ 2954900 w 3191303"/>
                  <a:gd name="connsiteY12" fmla="*/ 2537621 h 2687564"/>
                  <a:gd name="connsiteX13" fmla="*/ 2960417 w 3191303"/>
                  <a:gd name="connsiteY13" fmla="*/ 2528114 h 2687564"/>
                  <a:gd name="connsiteX14" fmla="*/ 3122816 w 3191303"/>
                  <a:gd name="connsiteY14" fmla="*/ 2687564 h 2687564"/>
                  <a:gd name="connsiteX15" fmla="*/ 3079484 w 3191303"/>
                  <a:gd name="connsiteY15" fmla="*/ 2687564 h 2687564"/>
                  <a:gd name="connsiteX16" fmla="*/ 2934372 w 3191303"/>
                  <a:gd name="connsiteY16" fmla="*/ 2539768 h 2687564"/>
                  <a:gd name="connsiteX17" fmla="*/ 2926725 w 3191303"/>
                  <a:gd name="connsiteY17" fmla="*/ 2531986 h 2687564"/>
                  <a:gd name="connsiteX18" fmla="*/ 2932629 w 3191303"/>
                  <a:gd name="connsiteY18" fmla="*/ 2523131 h 2687564"/>
                  <a:gd name="connsiteX19" fmla="*/ 3145427 w 3191303"/>
                  <a:gd name="connsiteY19" fmla="*/ 2026153 h 2687564"/>
                  <a:gd name="connsiteX20" fmla="*/ 2046950 w 3191303"/>
                  <a:gd name="connsiteY20" fmla="*/ 0 h 2687564"/>
                  <a:gd name="connsiteX21" fmla="*/ 2047084 w 3191303"/>
                  <a:gd name="connsiteY21" fmla="*/ 22139 h 2687564"/>
                  <a:gd name="connsiteX22" fmla="*/ 2048341 w 3191303"/>
                  <a:gd name="connsiteY22" fmla="*/ 293604 h 2687564"/>
                  <a:gd name="connsiteX23" fmla="*/ 2029776 w 3191303"/>
                  <a:gd name="connsiteY23" fmla="*/ 288876 h 2687564"/>
                  <a:gd name="connsiteX24" fmla="*/ 2048425 w 3191303"/>
                  <a:gd name="connsiteY24" fmla="*/ 311820 h 2687564"/>
                  <a:gd name="connsiteX25" fmla="*/ 2048341 w 3191303"/>
                  <a:gd name="connsiteY25" fmla="*/ 293604 h 2687564"/>
                  <a:gd name="connsiteX26" fmla="*/ 2164518 w 3191303"/>
                  <a:gd name="connsiteY26" fmla="*/ 323191 h 2687564"/>
                  <a:gd name="connsiteX27" fmla="*/ 2295438 w 3191303"/>
                  <a:gd name="connsiteY27" fmla="*/ 370185 h 2687564"/>
                  <a:gd name="connsiteX28" fmla="*/ 2421243 w 3191303"/>
                  <a:gd name="connsiteY28" fmla="*/ 429472 h 2687564"/>
                  <a:gd name="connsiteX29" fmla="*/ 2524287 w 3191303"/>
                  <a:gd name="connsiteY29" fmla="*/ 490940 h 2687564"/>
                  <a:gd name="connsiteX30" fmla="*/ 2511457 w 3191303"/>
                  <a:gd name="connsiteY30" fmla="*/ 503687 h 2687564"/>
                  <a:gd name="connsiteX31" fmla="*/ 2540708 w 3191303"/>
                  <a:gd name="connsiteY31" fmla="*/ 500736 h 2687564"/>
                  <a:gd name="connsiteX32" fmla="*/ 2524287 w 3191303"/>
                  <a:gd name="connsiteY32" fmla="*/ 490940 h 2687564"/>
                  <a:gd name="connsiteX33" fmla="*/ 2717145 w 3191303"/>
                  <a:gd name="connsiteY33" fmla="*/ 299342 h 2687564"/>
                  <a:gd name="connsiteX34" fmla="*/ 2732978 w 3191303"/>
                  <a:gd name="connsiteY34" fmla="*/ 283509 h 2687564"/>
                  <a:gd name="connsiteX35" fmla="*/ 2748677 w 3191303"/>
                  <a:gd name="connsiteY35" fmla="*/ 299342 h 2687564"/>
                  <a:gd name="connsiteX36" fmla="*/ 3163272 w 3191303"/>
                  <a:gd name="connsiteY36" fmla="*/ 716888 h 2687564"/>
                  <a:gd name="connsiteX37" fmla="*/ 3177629 w 3191303"/>
                  <a:gd name="connsiteY37" fmla="*/ 731379 h 2687564"/>
                  <a:gd name="connsiteX38" fmla="*/ 3163272 w 3191303"/>
                  <a:gd name="connsiteY38" fmla="*/ 745602 h 2687564"/>
                  <a:gd name="connsiteX39" fmla="*/ 2966662 w 3191303"/>
                  <a:gd name="connsiteY39" fmla="*/ 939911 h 2687564"/>
                  <a:gd name="connsiteX40" fmla="*/ 2959462 w 3191303"/>
                  <a:gd name="connsiteY40" fmla="*/ 926065 h 2687564"/>
                  <a:gd name="connsiteX41" fmla="*/ 2957048 w 3191303"/>
                  <a:gd name="connsiteY41" fmla="*/ 949412 h 2687564"/>
                  <a:gd name="connsiteX42" fmla="*/ 2966662 w 3191303"/>
                  <a:gd name="connsiteY42" fmla="*/ 939911 h 2687564"/>
                  <a:gd name="connsiteX43" fmla="*/ 3087129 w 3191303"/>
                  <a:gd name="connsiteY43" fmla="*/ 1171586 h 2687564"/>
                  <a:gd name="connsiteX44" fmla="*/ 3132937 w 3191303"/>
                  <a:gd name="connsiteY44" fmla="*/ 1302126 h 2687564"/>
                  <a:gd name="connsiteX45" fmla="*/ 3163332 w 3191303"/>
                  <a:gd name="connsiteY45" fmla="*/ 1425167 h 2687564"/>
                  <a:gd name="connsiteX46" fmla="*/ 3152405 w 3191303"/>
                  <a:gd name="connsiteY46" fmla="*/ 1425055 h 2687564"/>
                  <a:gd name="connsiteX47" fmla="*/ 3166089 w 3191303"/>
                  <a:gd name="connsiteY47" fmla="*/ 1436326 h 2687564"/>
                  <a:gd name="connsiteX48" fmla="*/ 3163332 w 3191303"/>
                  <a:gd name="connsiteY48" fmla="*/ 1425167 h 2687564"/>
                  <a:gd name="connsiteX49" fmla="*/ 3191303 w 3191303"/>
                  <a:gd name="connsiteY49" fmla="*/ 1425452 h 2687564"/>
                  <a:gd name="connsiteX50" fmla="*/ 3191303 w 3191303"/>
                  <a:gd name="connsiteY50" fmla="*/ 1452700 h 2687564"/>
                  <a:gd name="connsiteX51" fmla="*/ 3152269 w 3191303"/>
                  <a:gd name="connsiteY51" fmla="*/ 1453098 h 2687564"/>
                  <a:gd name="connsiteX52" fmla="*/ 3140999 w 3191303"/>
                  <a:gd name="connsiteY52" fmla="*/ 1453232 h 2687564"/>
                  <a:gd name="connsiteX53" fmla="*/ 3138585 w 3191303"/>
                  <a:gd name="connsiteY53" fmla="*/ 1441962 h 2687564"/>
                  <a:gd name="connsiteX54" fmla="*/ 2928334 w 3191303"/>
                  <a:gd name="connsiteY54" fmla="*/ 946593 h 2687564"/>
                  <a:gd name="connsiteX55" fmla="*/ 2920016 w 3191303"/>
                  <a:gd name="connsiteY55" fmla="*/ 934116 h 2687564"/>
                  <a:gd name="connsiteX56" fmla="*/ 2930750 w 3191303"/>
                  <a:gd name="connsiteY56" fmla="*/ 923114 h 2687564"/>
                  <a:gd name="connsiteX57" fmla="*/ 3120236 w 3191303"/>
                  <a:gd name="connsiteY57" fmla="*/ 731381 h 2687564"/>
                  <a:gd name="connsiteX58" fmla="*/ 3134559 w 3191303"/>
                  <a:gd name="connsiteY58" fmla="*/ 745602 h 2687564"/>
                  <a:gd name="connsiteX59" fmla="*/ 3134559 w 3191303"/>
                  <a:gd name="connsiteY59" fmla="*/ 716888 h 2687564"/>
                  <a:gd name="connsiteX60" fmla="*/ 3120236 w 3191303"/>
                  <a:gd name="connsiteY60" fmla="*/ 731381 h 2687564"/>
                  <a:gd name="connsiteX61" fmla="*/ 2732883 w 3191303"/>
                  <a:gd name="connsiteY61" fmla="*/ 346767 h 2687564"/>
                  <a:gd name="connsiteX62" fmla="*/ 2748541 w 3191303"/>
                  <a:gd name="connsiteY62" fmla="*/ 331007 h 2687564"/>
                  <a:gd name="connsiteX63" fmla="*/ 2717011 w 3191303"/>
                  <a:gd name="connsiteY63" fmla="*/ 331007 h 2687564"/>
                  <a:gd name="connsiteX64" fmla="*/ 2732883 w 3191303"/>
                  <a:gd name="connsiteY64" fmla="*/ 346767 h 2687564"/>
                  <a:gd name="connsiteX65" fmla="*/ 2544196 w 3191303"/>
                  <a:gd name="connsiteY65" fmla="*/ 536694 h 2687564"/>
                  <a:gd name="connsiteX66" fmla="*/ 2530913 w 3191303"/>
                  <a:gd name="connsiteY66" fmla="*/ 550112 h 2687564"/>
                  <a:gd name="connsiteX67" fmla="*/ 2514947 w 3191303"/>
                  <a:gd name="connsiteY67" fmla="*/ 539646 h 2687564"/>
                  <a:gd name="connsiteX68" fmla="*/ 2277190 w 3191303"/>
                  <a:gd name="connsiteY68" fmla="*/ 413925 h 2687564"/>
                  <a:gd name="connsiteX69" fmla="*/ 2020249 w 3191303"/>
                  <a:gd name="connsiteY69" fmla="*/ 334629 h 2687564"/>
                  <a:gd name="connsiteX70" fmla="*/ 2001465 w 3191303"/>
                  <a:gd name="connsiteY70" fmla="*/ 330737 h 2687564"/>
                  <a:gd name="connsiteX71" fmla="*/ 2001599 w 3191303"/>
                  <a:gd name="connsiteY71" fmla="*/ 311685 h 2687564"/>
                  <a:gd name="connsiteX72" fmla="*/ 2002840 w 3191303"/>
                  <a:gd name="connsiteY72" fmla="*/ 43823 h 2687564"/>
                  <a:gd name="connsiteX73" fmla="*/ 2024945 w 3191303"/>
                  <a:gd name="connsiteY73" fmla="*/ 44010 h 2687564"/>
                  <a:gd name="connsiteX74" fmla="*/ 2002941 w 3191303"/>
                  <a:gd name="connsiteY74" fmla="*/ 22004 h 2687564"/>
                  <a:gd name="connsiteX75" fmla="*/ 2002840 w 3191303"/>
                  <a:gd name="connsiteY75" fmla="*/ 43823 h 2687564"/>
                  <a:gd name="connsiteX76" fmla="*/ 1453617 w 3191303"/>
                  <a:gd name="connsiteY76" fmla="*/ 39188 h 2687564"/>
                  <a:gd name="connsiteX77" fmla="*/ 1453769 w 3191303"/>
                  <a:gd name="connsiteY77" fmla="*/ 21870 h 2687564"/>
                  <a:gd name="connsiteX78" fmla="*/ 1436595 w 3191303"/>
                  <a:gd name="connsiteY78" fmla="*/ 39044 h 2687564"/>
                  <a:gd name="connsiteX79" fmla="*/ 1453617 w 3191303"/>
                  <a:gd name="connsiteY79" fmla="*/ 39188 h 2687564"/>
                  <a:gd name="connsiteX80" fmla="*/ 1451219 w 3191303"/>
                  <a:gd name="connsiteY80" fmla="*/ 311551 h 2687564"/>
                  <a:gd name="connsiteX81" fmla="*/ 1451086 w 3191303"/>
                  <a:gd name="connsiteY81" fmla="*/ 323492 h 2687564"/>
                  <a:gd name="connsiteX82" fmla="*/ 1439546 w 3191303"/>
                  <a:gd name="connsiteY82" fmla="*/ 325774 h 2687564"/>
                  <a:gd name="connsiteX83" fmla="*/ 1179921 w 3191303"/>
                  <a:gd name="connsiteY83" fmla="*/ 403058 h 2687564"/>
                  <a:gd name="connsiteX84" fmla="*/ 1056615 w 3191303"/>
                  <a:gd name="connsiteY84" fmla="*/ 459813 h 2687564"/>
                  <a:gd name="connsiteX85" fmla="*/ 939347 w 3191303"/>
                  <a:gd name="connsiteY85" fmla="*/ 528509 h 2687564"/>
                  <a:gd name="connsiteX86" fmla="*/ 932371 w 3191303"/>
                  <a:gd name="connsiteY86" fmla="*/ 533072 h 2687564"/>
                  <a:gd name="connsiteX87" fmla="*/ 926601 w 3191303"/>
                  <a:gd name="connsiteY87" fmla="*/ 527168 h 2687564"/>
                  <a:gd name="connsiteX88" fmla="*/ 728649 w 3191303"/>
                  <a:gd name="connsiteY88" fmla="*/ 327786 h 2687564"/>
                  <a:gd name="connsiteX89" fmla="*/ 735136 w 3191303"/>
                  <a:gd name="connsiteY89" fmla="*/ 321346 h 2687564"/>
                  <a:gd name="connsiteX90" fmla="*/ 722255 w 3191303"/>
                  <a:gd name="connsiteY90" fmla="*/ 321346 h 2687564"/>
                  <a:gd name="connsiteX91" fmla="*/ 728649 w 3191303"/>
                  <a:gd name="connsiteY91" fmla="*/ 327786 h 2687564"/>
                  <a:gd name="connsiteX92" fmla="*/ 526361 w 3191303"/>
                  <a:gd name="connsiteY92" fmla="*/ 528643 h 2687564"/>
                  <a:gd name="connsiteX93" fmla="*/ 324706 w 3191303"/>
                  <a:gd name="connsiteY93" fmla="*/ 730951 h 2687564"/>
                  <a:gd name="connsiteX94" fmla="*/ 318662 w 3191303"/>
                  <a:gd name="connsiteY94" fmla="*/ 724938 h 2687564"/>
                  <a:gd name="connsiteX95" fmla="*/ 318662 w 3191303"/>
                  <a:gd name="connsiteY95" fmla="*/ 737015 h 2687564"/>
                  <a:gd name="connsiteX96" fmla="*/ 324706 w 3191303"/>
                  <a:gd name="connsiteY96" fmla="*/ 730951 h 2687564"/>
                  <a:gd name="connsiteX97" fmla="*/ 524215 w 3191303"/>
                  <a:gd name="connsiteY97" fmla="*/ 929419 h 2687564"/>
                  <a:gd name="connsiteX98" fmla="*/ 529582 w 3191303"/>
                  <a:gd name="connsiteY98" fmla="*/ 934787 h 2687564"/>
                  <a:gd name="connsiteX99" fmla="*/ 525423 w 3191303"/>
                  <a:gd name="connsiteY99" fmla="*/ 941226 h 2687564"/>
                  <a:gd name="connsiteX100" fmla="*/ 399032 w 3191303"/>
                  <a:gd name="connsiteY100" fmla="*/ 1181532 h 2687564"/>
                  <a:gd name="connsiteX101" fmla="*/ 321212 w 3191303"/>
                  <a:gd name="connsiteY101" fmla="*/ 1441291 h 2687564"/>
                  <a:gd name="connsiteX102" fmla="*/ 319198 w 3191303"/>
                  <a:gd name="connsiteY102" fmla="*/ 1451086 h 2687564"/>
                  <a:gd name="connsiteX103" fmla="*/ 309001 w 3191303"/>
                  <a:gd name="connsiteY103" fmla="*/ 1451220 h 2687564"/>
                  <a:gd name="connsiteX104" fmla="*/ 33929 w 3191303"/>
                  <a:gd name="connsiteY104" fmla="*/ 1453258 h 2687564"/>
                  <a:gd name="connsiteX105" fmla="*/ 33811 w 3191303"/>
                  <a:gd name="connsiteY105" fmla="*/ 1438875 h 2687564"/>
                  <a:gd name="connsiteX106" fmla="*/ 19321 w 3191303"/>
                  <a:gd name="connsiteY106" fmla="*/ 1453366 h 2687564"/>
                  <a:gd name="connsiteX107" fmla="*/ 33929 w 3191303"/>
                  <a:gd name="connsiteY107" fmla="*/ 1453258 h 2687564"/>
                  <a:gd name="connsiteX108" fmla="*/ 38481 w 3191303"/>
                  <a:gd name="connsiteY108" fmla="*/ 2007789 h 2687564"/>
                  <a:gd name="connsiteX109" fmla="*/ 19321 w 3191303"/>
                  <a:gd name="connsiteY109" fmla="*/ 2007904 h 2687564"/>
                  <a:gd name="connsiteX110" fmla="*/ 38641 w 3191303"/>
                  <a:gd name="connsiteY110" fmla="*/ 2027226 h 2687564"/>
                  <a:gd name="connsiteX111" fmla="*/ 38481 w 3191303"/>
                  <a:gd name="connsiteY111" fmla="*/ 2007789 h 2687564"/>
                  <a:gd name="connsiteX112" fmla="*/ 309001 w 3191303"/>
                  <a:gd name="connsiteY112" fmla="*/ 2006161 h 2687564"/>
                  <a:gd name="connsiteX113" fmla="*/ 326041 w 3191303"/>
                  <a:gd name="connsiteY113" fmla="*/ 2006027 h 2687564"/>
                  <a:gd name="connsiteX114" fmla="*/ 329663 w 3191303"/>
                  <a:gd name="connsiteY114" fmla="*/ 2022932 h 2687564"/>
                  <a:gd name="connsiteX115" fmla="*/ 410167 w 3191303"/>
                  <a:gd name="connsiteY115" fmla="*/ 2279875 h 2687564"/>
                  <a:gd name="connsiteX116" fmla="*/ 537498 w 3191303"/>
                  <a:gd name="connsiteY116" fmla="*/ 2516824 h 2687564"/>
                  <a:gd name="connsiteX117" fmla="*/ 548233 w 3191303"/>
                  <a:gd name="connsiteY117" fmla="*/ 2533059 h 2687564"/>
                  <a:gd name="connsiteX118" fmla="*/ 534413 w 3191303"/>
                  <a:gd name="connsiteY118" fmla="*/ 2547013 h 2687564"/>
                  <a:gd name="connsiteX119" fmla="*/ 394779 w 3191303"/>
                  <a:gd name="connsiteY119" fmla="*/ 2687564 h 2687564"/>
                  <a:gd name="connsiteX120" fmla="*/ 325362 w 3191303"/>
                  <a:gd name="connsiteY120" fmla="*/ 2687564 h 2687564"/>
                  <a:gd name="connsiteX121" fmla="*/ 488432 w 3191303"/>
                  <a:gd name="connsiteY121" fmla="*/ 2525558 h 2687564"/>
                  <a:gd name="connsiteX122" fmla="*/ 497783 w 3191303"/>
                  <a:gd name="connsiteY122" fmla="*/ 2543391 h 2687564"/>
                  <a:gd name="connsiteX123" fmla="*/ 500869 w 3191303"/>
                  <a:gd name="connsiteY123" fmla="*/ 2513202 h 2687564"/>
                  <a:gd name="connsiteX124" fmla="*/ 488432 w 3191303"/>
                  <a:gd name="connsiteY124" fmla="*/ 2525558 h 2687564"/>
                  <a:gd name="connsiteX125" fmla="*/ 368792 w 3191303"/>
                  <a:gd name="connsiteY125" fmla="*/ 2297384 h 2687564"/>
                  <a:gd name="connsiteX126" fmla="*/ 322366 w 3191303"/>
                  <a:gd name="connsiteY126" fmla="*/ 2166406 h 2687564"/>
                  <a:gd name="connsiteX127" fmla="*/ 292817 w 3191303"/>
                  <a:gd name="connsiteY127" fmla="*/ 2048461 h 2687564"/>
                  <a:gd name="connsiteX128" fmla="*/ 309270 w 3191303"/>
                  <a:gd name="connsiteY128" fmla="*/ 2048560 h 2687564"/>
                  <a:gd name="connsiteX129" fmla="*/ 288607 w 3191303"/>
                  <a:gd name="connsiteY129" fmla="*/ 2031655 h 2687564"/>
                  <a:gd name="connsiteX130" fmla="*/ 292817 w 3191303"/>
                  <a:gd name="connsiteY130" fmla="*/ 2048461 h 2687564"/>
                  <a:gd name="connsiteX131" fmla="*/ 19590 w 3191303"/>
                  <a:gd name="connsiteY131" fmla="*/ 2046816 h 2687564"/>
                  <a:gd name="connsiteX132" fmla="*/ 0 w 3191303"/>
                  <a:gd name="connsiteY132" fmla="*/ 2046681 h 2687564"/>
                  <a:gd name="connsiteX133" fmla="*/ 134 w 3191303"/>
                  <a:gd name="connsiteY133" fmla="*/ 2027360 h 2687564"/>
                  <a:gd name="connsiteX134" fmla="*/ 4964 w 3191303"/>
                  <a:gd name="connsiteY134" fmla="*/ 1439011 h 2687564"/>
                  <a:gd name="connsiteX135" fmla="*/ 5098 w 3191303"/>
                  <a:gd name="connsiteY135" fmla="*/ 1424385 h 2687564"/>
                  <a:gd name="connsiteX136" fmla="*/ 19454 w 3191303"/>
                  <a:gd name="connsiteY136" fmla="*/ 1424520 h 2687564"/>
                  <a:gd name="connsiteX137" fmla="*/ 299695 w 3191303"/>
                  <a:gd name="connsiteY137" fmla="*/ 1426596 h 2687564"/>
                  <a:gd name="connsiteX138" fmla="*/ 297060 w 3191303"/>
                  <a:gd name="connsiteY138" fmla="*/ 1436595 h 2687564"/>
                  <a:gd name="connsiteX139" fmla="*/ 309135 w 3191303"/>
                  <a:gd name="connsiteY139" fmla="*/ 1426666 h 2687564"/>
                  <a:gd name="connsiteX140" fmla="*/ 299695 w 3191303"/>
                  <a:gd name="connsiteY140" fmla="*/ 1426596 h 2687564"/>
                  <a:gd name="connsiteX141" fmla="*/ 332230 w 3191303"/>
                  <a:gd name="connsiteY141" fmla="*/ 1303159 h 2687564"/>
                  <a:gd name="connsiteX142" fmla="*/ 379979 w 3191303"/>
                  <a:gd name="connsiteY142" fmla="*/ 1173750 h 2687564"/>
                  <a:gd name="connsiteX143" fmla="*/ 439384 w 3191303"/>
                  <a:gd name="connsiteY143" fmla="*/ 1049438 h 2687564"/>
                  <a:gd name="connsiteX144" fmla="*/ 505912 w 3191303"/>
                  <a:gd name="connsiteY144" fmla="*/ 937790 h 2687564"/>
                  <a:gd name="connsiteX145" fmla="*/ 511066 w 3191303"/>
                  <a:gd name="connsiteY145" fmla="*/ 942971 h 2687564"/>
                  <a:gd name="connsiteX146" fmla="*/ 509860 w 3191303"/>
                  <a:gd name="connsiteY146" fmla="*/ 931164 h 2687564"/>
                  <a:gd name="connsiteX147" fmla="*/ 505912 w 3191303"/>
                  <a:gd name="connsiteY147" fmla="*/ 937790 h 2687564"/>
                  <a:gd name="connsiteX148" fmla="*/ 306585 w 3191303"/>
                  <a:gd name="connsiteY148" fmla="*/ 737418 h 2687564"/>
                  <a:gd name="connsiteX149" fmla="*/ 300548 w 3191303"/>
                  <a:gd name="connsiteY149" fmla="*/ 731379 h 2687564"/>
                  <a:gd name="connsiteX150" fmla="*/ 306585 w 3191303"/>
                  <a:gd name="connsiteY150" fmla="*/ 725342 h 2687564"/>
                  <a:gd name="connsiteX151" fmla="*/ 514957 w 3191303"/>
                  <a:gd name="connsiteY151" fmla="*/ 517641 h 2687564"/>
                  <a:gd name="connsiteX152" fmla="*/ 722255 w 3191303"/>
                  <a:gd name="connsiteY152" fmla="*/ 308867 h 2687564"/>
                  <a:gd name="connsiteX153" fmla="*/ 728695 w 3191303"/>
                  <a:gd name="connsiteY153" fmla="*/ 302427 h 2687564"/>
                  <a:gd name="connsiteX154" fmla="*/ 735270 w 3191303"/>
                  <a:gd name="connsiteY154" fmla="*/ 308867 h 2687564"/>
                  <a:gd name="connsiteX155" fmla="*/ 935451 w 3191303"/>
                  <a:gd name="connsiteY155" fmla="*/ 507614 h 2687564"/>
                  <a:gd name="connsiteX156" fmla="*/ 928346 w 3191303"/>
                  <a:gd name="connsiteY156" fmla="*/ 511872 h 2687564"/>
                  <a:gd name="connsiteX157" fmla="*/ 941092 w 3191303"/>
                  <a:gd name="connsiteY157" fmla="*/ 513214 h 2687564"/>
                  <a:gd name="connsiteX158" fmla="*/ 935451 w 3191303"/>
                  <a:gd name="connsiteY158" fmla="*/ 507614 h 2687564"/>
                  <a:gd name="connsiteX159" fmla="*/ 1046553 w 3191303"/>
                  <a:gd name="connsiteY159" fmla="*/ 441028 h 2687564"/>
                  <a:gd name="connsiteX160" fmla="*/ 1170797 w 3191303"/>
                  <a:gd name="connsiteY160" fmla="*/ 381054 h 2687564"/>
                  <a:gd name="connsiteX161" fmla="*/ 1300224 w 3191303"/>
                  <a:gd name="connsiteY161" fmla="*/ 333086 h 2687564"/>
                  <a:gd name="connsiteX162" fmla="*/ 1422006 w 3191303"/>
                  <a:gd name="connsiteY162" fmla="*/ 300724 h 2687564"/>
                  <a:gd name="connsiteX163" fmla="*/ 1422104 w 3191303"/>
                  <a:gd name="connsiteY163" fmla="*/ 311820 h 2687564"/>
                  <a:gd name="connsiteX164" fmla="*/ 1433776 w 3191303"/>
                  <a:gd name="connsiteY164" fmla="*/ 297597 h 2687564"/>
                  <a:gd name="connsiteX165" fmla="*/ 1422006 w 3191303"/>
                  <a:gd name="connsiteY165" fmla="*/ 300724 h 2687564"/>
                  <a:gd name="connsiteX166" fmla="*/ 1419555 w 3191303"/>
                  <a:gd name="connsiteY166" fmla="*/ 22139 h 2687564"/>
                  <a:gd name="connsiteX167" fmla="*/ 1419421 w 3191303"/>
                  <a:gd name="connsiteY167" fmla="*/ 5233 h 2687564"/>
                  <a:gd name="connsiteX168" fmla="*/ 1436729 w 3191303"/>
                  <a:gd name="connsiteY168" fmla="*/ 5099 h 2687564"/>
                  <a:gd name="connsiteX169" fmla="*/ 2025078 w 3191303"/>
                  <a:gd name="connsiteY169" fmla="*/ 134 h 2687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</a:cxnLst>
                <a:rect l="l" t="t" r="r" b="b"/>
                <a:pathLst>
                  <a:path w="3191303" h="2687564">
                    <a:moveTo>
                      <a:pt x="3146635" y="2020652"/>
                    </a:moveTo>
                    <a:lnTo>
                      <a:pt x="3152135" y="2020786"/>
                    </a:lnTo>
                    <a:lnTo>
                      <a:pt x="3191303" y="2021443"/>
                    </a:lnTo>
                    <a:lnTo>
                      <a:pt x="3191303" y="2033673"/>
                    </a:lnTo>
                    <a:lnTo>
                      <a:pt x="3157696" y="2034246"/>
                    </a:lnTo>
                    <a:lnTo>
                      <a:pt x="3158979" y="2028970"/>
                    </a:lnTo>
                    <a:lnTo>
                      <a:pt x="3152269" y="2034338"/>
                    </a:lnTo>
                    <a:lnTo>
                      <a:pt x="3157696" y="2034246"/>
                    </a:lnTo>
                    <a:lnTo>
                      <a:pt x="3126468" y="2162674"/>
                    </a:lnTo>
                    <a:cubicBezTo>
                      <a:pt x="3100593" y="2250776"/>
                      <a:pt x="3066375" y="2336529"/>
                      <a:pt x="3024165" y="2418258"/>
                    </a:cubicBezTo>
                    <a:lnTo>
                      <a:pt x="2960417" y="2528114"/>
                    </a:lnTo>
                    <a:lnTo>
                      <a:pt x="2953155" y="2520984"/>
                    </a:lnTo>
                    <a:lnTo>
                      <a:pt x="2954900" y="2537621"/>
                    </a:lnTo>
                    <a:lnTo>
                      <a:pt x="2960417" y="2528114"/>
                    </a:lnTo>
                    <a:lnTo>
                      <a:pt x="3122816" y="2687564"/>
                    </a:lnTo>
                    <a:lnTo>
                      <a:pt x="3079484" y="2687564"/>
                    </a:lnTo>
                    <a:lnTo>
                      <a:pt x="2934372" y="2539768"/>
                    </a:lnTo>
                    <a:lnTo>
                      <a:pt x="2926725" y="2531986"/>
                    </a:lnTo>
                    <a:lnTo>
                      <a:pt x="2932629" y="2523131"/>
                    </a:lnTo>
                    <a:cubicBezTo>
                      <a:pt x="3033258" y="2372856"/>
                      <a:pt x="3106784" y="2203798"/>
                      <a:pt x="3145427" y="2026153"/>
                    </a:cubicBezTo>
                    <a:close/>
                    <a:moveTo>
                      <a:pt x="2046950" y="0"/>
                    </a:moveTo>
                    <a:lnTo>
                      <a:pt x="2047084" y="22139"/>
                    </a:lnTo>
                    <a:lnTo>
                      <a:pt x="2048341" y="293604"/>
                    </a:lnTo>
                    <a:lnTo>
                      <a:pt x="2029776" y="288876"/>
                    </a:lnTo>
                    <a:lnTo>
                      <a:pt x="2048425" y="311820"/>
                    </a:lnTo>
                    <a:lnTo>
                      <a:pt x="2048341" y="293604"/>
                    </a:lnTo>
                    <a:lnTo>
                      <a:pt x="2164518" y="323191"/>
                    </a:lnTo>
                    <a:cubicBezTo>
                      <a:pt x="2208863" y="336776"/>
                      <a:pt x="2252569" y="352474"/>
                      <a:pt x="2295438" y="370185"/>
                    </a:cubicBezTo>
                    <a:cubicBezTo>
                      <a:pt x="2338306" y="387828"/>
                      <a:pt x="2380303" y="407652"/>
                      <a:pt x="2421243" y="429472"/>
                    </a:cubicBezTo>
                    <a:lnTo>
                      <a:pt x="2524287" y="490940"/>
                    </a:lnTo>
                    <a:lnTo>
                      <a:pt x="2511457" y="503687"/>
                    </a:lnTo>
                    <a:lnTo>
                      <a:pt x="2540708" y="500736"/>
                    </a:lnTo>
                    <a:lnTo>
                      <a:pt x="2524287" y="490940"/>
                    </a:lnTo>
                    <a:lnTo>
                      <a:pt x="2717145" y="299342"/>
                    </a:lnTo>
                    <a:lnTo>
                      <a:pt x="2732978" y="283509"/>
                    </a:lnTo>
                    <a:lnTo>
                      <a:pt x="2748677" y="299342"/>
                    </a:lnTo>
                    <a:lnTo>
                      <a:pt x="3163272" y="716888"/>
                    </a:lnTo>
                    <a:lnTo>
                      <a:pt x="3177629" y="731379"/>
                    </a:lnTo>
                    <a:lnTo>
                      <a:pt x="3163272" y="745602"/>
                    </a:lnTo>
                    <a:lnTo>
                      <a:pt x="2966662" y="939911"/>
                    </a:lnTo>
                    <a:lnTo>
                      <a:pt x="2959462" y="926065"/>
                    </a:lnTo>
                    <a:lnTo>
                      <a:pt x="2957048" y="949412"/>
                    </a:lnTo>
                    <a:lnTo>
                      <a:pt x="2966662" y="939911"/>
                    </a:lnTo>
                    <a:lnTo>
                      <a:pt x="3087129" y="1171586"/>
                    </a:lnTo>
                    <a:cubicBezTo>
                      <a:pt x="3104454" y="1214362"/>
                      <a:pt x="3119750" y="1257939"/>
                      <a:pt x="3132937" y="1302126"/>
                    </a:cubicBezTo>
                    <a:lnTo>
                      <a:pt x="3163332" y="1425167"/>
                    </a:lnTo>
                    <a:lnTo>
                      <a:pt x="3152405" y="1425055"/>
                    </a:lnTo>
                    <a:lnTo>
                      <a:pt x="3166089" y="1436326"/>
                    </a:lnTo>
                    <a:lnTo>
                      <a:pt x="3163332" y="1425167"/>
                    </a:lnTo>
                    <a:lnTo>
                      <a:pt x="3191303" y="1425452"/>
                    </a:lnTo>
                    <a:lnTo>
                      <a:pt x="3191303" y="1452700"/>
                    </a:lnTo>
                    <a:lnTo>
                      <a:pt x="3152269" y="1453098"/>
                    </a:lnTo>
                    <a:lnTo>
                      <a:pt x="3140999" y="1453232"/>
                    </a:lnTo>
                    <a:lnTo>
                      <a:pt x="3138585" y="1441962"/>
                    </a:lnTo>
                    <a:cubicBezTo>
                      <a:pt x="3100747" y="1265255"/>
                      <a:pt x="3028696" y="1096197"/>
                      <a:pt x="2928334" y="946593"/>
                    </a:cubicBezTo>
                    <a:lnTo>
                      <a:pt x="2920016" y="934116"/>
                    </a:lnTo>
                    <a:lnTo>
                      <a:pt x="2930750" y="923114"/>
                    </a:lnTo>
                    <a:lnTo>
                      <a:pt x="3120236" y="731381"/>
                    </a:lnTo>
                    <a:lnTo>
                      <a:pt x="3134559" y="745602"/>
                    </a:lnTo>
                    <a:lnTo>
                      <a:pt x="3134559" y="716888"/>
                    </a:lnTo>
                    <a:lnTo>
                      <a:pt x="3120236" y="731381"/>
                    </a:lnTo>
                    <a:lnTo>
                      <a:pt x="2732883" y="346767"/>
                    </a:lnTo>
                    <a:lnTo>
                      <a:pt x="2748541" y="331007"/>
                    </a:lnTo>
                    <a:lnTo>
                      <a:pt x="2717011" y="331007"/>
                    </a:lnTo>
                    <a:lnTo>
                      <a:pt x="2732883" y="346767"/>
                    </a:lnTo>
                    <a:lnTo>
                      <a:pt x="2544196" y="536694"/>
                    </a:lnTo>
                    <a:lnTo>
                      <a:pt x="2530913" y="550112"/>
                    </a:lnTo>
                    <a:lnTo>
                      <a:pt x="2514947" y="539646"/>
                    </a:lnTo>
                    <a:cubicBezTo>
                      <a:pt x="2439675" y="490538"/>
                      <a:pt x="2359976" y="448542"/>
                      <a:pt x="2277190" y="413925"/>
                    </a:cubicBezTo>
                    <a:cubicBezTo>
                      <a:pt x="2194272" y="379443"/>
                      <a:pt x="2108132" y="352877"/>
                      <a:pt x="2020249" y="334629"/>
                    </a:cubicBezTo>
                    <a:lnTo>
                      <a:pt x="2001465" y="330737"/>
                    </a:lnTo>
                    <a:lnTo>
                      <a:pt x="2001599" y="311685"/>
                    </a:lnTo>
                    <a:lnTo>
                      <a:pt x="2002840" y="43823"/>
                    </a:lnTo>
                    <a:lnTo>
                      <a:pt x="2024945" y="44010"/>
                    </a:lnTo>
                    <a:lnTo>
                      <a:pt x="2002941" y="22004"/>
                    </a:lnTo>
                    <a:lnTo>
                      <a:pt x="2002840" y="43823"/>
                    </a:lnTo>
                    <a:lnTo>
                      <a:pt x="1453617" y="39188"/>
                    </a:lnTo>
                    <a:lnTo>
                      <a:pt x="1453769" y="21870"/>
                    </a:lnTo>
                    <a:lnTo>
                      <a:pt x="1436595" y="39044"/>
                    </a:lnTo>
                    <a:lnTo>
                      <a:pt x="1453617" y="39188"/>
                    </a:lnTo>
                    <a:lnTo>
                      <a:pt x="1451219" y="311551"/>
                    </a:lnTo>
                    <a:lnTo>
                      <a:pt x="1451086" y="323492"/>
                    </a:lnTo>
                    <a:lnTo>
                      <a:pt x="1439546" y="325774"/>
                    </a:lnTo>
                    <a:cubicBezTo>
                      <a:pt x="1350858" y="343216"/>
                      <a:pt x="1263779" y="369111"/>
                      <a:pt x="1179921" y="403058"/>
                    </a:cubicBezTo>
                    <a:cubicBezTo>
                      <a:pt x="1137924" y="419964"/>
                      <a:pt x="1096867" y="439015"/>
                      <a:pt x="1056615" y="459813"/>
                    </a:cubicBezTo>
                    <a:cubicBezTo>
                      <a:pt x="1016363" y="480609"/>
                      <a:pt x="977453" y="503822"/>
                      <a:pt x="939347" y="528509"/>
                    </a:cubicBezTo>
                    <a:lnTo>
                      <a:pt x="932371" y="533072"/>
                    </a:lnTo>
                    <a:lnTo>
                      <a:pt x="926601" y="527168"/>
                    </a:lnTo>
                    <a:lnTo>
                      <a:pt x="728649" y="327786"/>
                    </a:lnTo>
                    <a:lnTo>
                      <a:pt x="735136" y="321346"/>
                    </a:lnTo>
                    <a:lnTo>
                      <a:pt x="722255" y="321346"/>
                    </a:lnTo>
                    <a:lnTo>
                      <a:pt x="728649" y="327786"/>
                    </a:lnTo>
                    <a:lnTo>
                      <a:pt x="526361" y="528643"/>
                    </a:lnTo>
                    <a:lnTo>
                      <a:pt x="324706" y="730951"/>
                    </a:lnTo>
                    <a:lnTo>
                      <a:pt x="318662" y="724938"/>
                    </a:lnTo>
                    <a:lnTo>
                      <a:pt x="318662" y="737015"/>
                    </a:lnTo>
                    <a:lnTo>
                      <a:pt x="324706" y="730951"/>
                    </a:lnTo>
                    <a:lnTo>
                      <a:pt x="524215" y="929419"/>
                    </a:lnTo>
                    <a:lnTo>
                      <a:pt x="529582" y="934787"/>
                    </a:lnTo>
                    <a:lnTo>
                      <a:pt x="525423" y="941226"/>
                    </a:lnTo>
                    <a:cubicBezTo>
                      <a:pt x="475913" y="1017168"/>
                      <a:pt x="432977" y="1097539"/>
                      <a:pt x="399032" y="1181532"/>
                    </a:cubicBezTo>
                    <a:cubicBezTo>
                      <a:pt x="364952" y="1265524"/>
                      <a:pt x="338787" y="1352603"/>
                      <a:pt x="321212" y="1441291"/>
                    </a:cubicBezTo>
                    <a:lnTo>
                      <a:pt x="319198" y="1451086"/>
                    </a:lnTo>
                    <a:lnTo>
                      <a:pt x="309001" y="1451220"/>
                    </a:lnTo>
                    <a:lnTo>
                      <a:pt x="33929" y="1453258"/>
                    </a:lnTo>
                    <a:lnTo>
                      <a:pt x="33811" y="1438875"/>
                    </a:lnTo>
                    <a:lnTo>
                      <a:pt x="19321" y="1453366"/>
                    </a:lnTo>
                    <a:lnTo>
                      <a:pt x="33929" y="1453258"/>
                    </a:lnTo>
                    <a:lnTo>
                      <a:pt x="38481" y="2007789"/>
                    </a:lnTo>
                    <a:lnTo>
                      <a:pt x="19321" y="2007904"/>
                    </a:lnTo>
                    <a:lnTo>
                      <a:pt x="38641" y="2027226"/>
                    </a:lnTo>
                    <a:lnTo>
                      <a:pt x="38481" y="2007789"/>
                    </a:lnTo>
                    <a:lnTo>
                      <a:pt x="309001" y="2006161"/>
                    </a:lnTo>
                    <a:lnTo>
                      <a:pt x="326041" y="2006027"/>
                    </a:lnTo>
                    <a:lnTo>
                      <a:pt x="329663" y="2022932"/>
                    </a:lnTo>
                    <a:cubicBezTo>
                      <a:pt x="348314" y="2110949"/>
                      <a:pt x="375283" y="2197089"/>
                      <a:pt x="410167" y="2279875"/>
                    </a:cubicBezTo>
                    <a:cubicBezTo>
                      <a:pt x="445053" y="2362660"/>
                      <a:pt x="487854" y="2441956"/>
                      <a:pt x="537498" y="2516824"/>
                    </a:cubicBezTo>
                    <a:lnTo>
                      <a:pt x="548233" y="2533059"/>
                    </a:lnTo>
                    <a:lnTo>
                      <a:pt x="534413" y="2547013"/>
                    </a:lnTo>
                    <a:lnTo>
                      <a:pt x="394779" y="2687564"/>
                    </a:lnTo>
                    <a:lnTo>
                      <a:pt x="325362" y="2687564"/>
                    </a:lnTo>
                    <a:lnTo>
                      <a:pt x="488432" y="2525558"/>
                    </a:lnTo>
                    <a:lnTo>
                      <a:pt x="497783" y="2543391"/>
                    </a:lnTo>
                    <a:lnTo>
                      <a:pt x="500869" y="2513202"/>
                    </a:lnTo>
                    <a:lnTo>
                      <a:pt x="488432" y="2525558"/>
                    </a:lnTo>
                    <a:lnTo>
                      <a:pt x="368792" y="2297384"/>
                    </a:lnTo>
                    <a:cubicBezTo>
                      <a:pt x="351257" y="2254483"/>
                      <a:pt x="335756" y="2210759"/>
                      <a:pt x="322366" y="2166406"/>
                    </a:cubicBezTo>
                    <a:lnTo>
                      <a:pt x="292817" y="2048461"/>
                    </a:lnTo>
                    <a:lnTo>
                      <a:pt x="309270" y="2048560"/>
                    </a:lnTo>
                    <a:lnTo>
                      <a:pt x="288607" y="2031655"/>
                    </a:lnTo>
                    <a:lnTo>
                      <a:pt x="292817" y="2048461"/>
                    </a:lnTo>
                    <a:lnTo>
                      <a:pt x="19590" y="2046816"/>
                    </a:lnTo>
                    <a:lnTo>
                      <a:pt x="0" y="2046681"/>
                    </a:lnTo>
                    <a:lnTo>
                      <a:pt x="134" y="2027360"/>
                    </a:lnTo>
                    <a:lnTo>
                      <a:pt x="4964" y="1439011"/>
                    </a:lnTo>
                    <a:lnTo>
                      <a:pt x="5098" y="1424385"/>
                    </a:lnTo>
                    <a:lnTo>
                      <a:pt x="19454" y="1424520"/>
                    </a:lnTo>
                    <a:lnTo>
                      <a:pt x="299695" y="1426596"/>
                    </a:lnTo>
                    <a:lnTo>
                      <a:pt x="297060" y="1436595"/>
                    </a:lnTo>
                    <a:lnTo>
                      <a:pt x="309135" y="1426666"/>
                    </a:lnTo>
                    <a:lnTo>
                      <a:pt x="299695" y="1426596"/>
                    </a:lnTo>
                    <a:lnTo>
                      <a:pt x="332230" y="1303159"/>
                    </a:lnTo>
                    <a:cubicBezTo>
                      <a:pt x="346066" y="1259285"/>
                      <a:pt x="361999" y="1216081"/>
                      <a:pt x="379979" y="1173750"/>
                    </a:cubicBezTo>
                    <a:cubicBezTo>
                      <a:pt x="397958" y="1131485"/>
                      <a:pt x="417749" y="1089959"/>
                      <a:pt x="439384" y="1049438"/>
                    </a:cubicBezTo>
                    <a:lnTo>
                      <a:pt x="505912" y="937790"/>
                    </a:lnTo>
                    <a:lnTo>
                      <a:pt x="511066" y="942971"/>
                    </a:lnTo>
                    <a:lnTo>
                      <a:pt x="509860" y="931164"/>
                    </a:lnTo>
                    <a:lnTo>
                      <a:pt x="505912" y="937790"/>
                    </a:lnTo>
                    <a:lnTo>
                      <a:pt x="306585" y="737418"/>
                    </a:lnTo>
                    <a:lnTo>
                      <a:pt x="300548" y="731379"/>
                    </a:lnTo>
                    <a:lnTo>
                      <a:pt x="306585" y="725342"/>
                    </a:lnTo>
                    <a:lnTo>
                      <a:pt x="514957" y="517641"/>
                    </a:lnTo>
                    <a:lnTo>
                      <a:pt x="722255" y="308867"/>
                    </a:lnTo>
                    <a:lnTo>
                      <a:pt x="728695" y="302427"/>
                    </a:lnTo>
                    <a:lnTo>
                      <a:pt x="735270" y="308867"/>
                    </a:lnTo>
                    <a:lnTo>
                      <a:pt x="935451" y="507614"/>
                    </a:lnTo>
                    <a:lnTo>
                      <a:pt x="928346" y="511872"/>
                    </a:lnTo>
                    <a:lnTo>
                      <a:pt x="941092" y="513214"/>
                    </a:lnTo>
                    <a:lnTo>
                      <a:pt x="935451" y="507614"/>
                    </a:lnTo>
                    <a:lnTo>
                      <a:pt x="1046553" y="441028"/>
                    </a:lnTo>
                    <a:cubicBezTo>
                      <a:pt x="1086939" y="419158"/>
                      <a:pt x="1128399" y="399166"/>
                      <a:pt x="1170797" y="381054"/>
                    </a:cubicBezTo>
                    <a:cubicBezTo>
                      <a:pt x="1213129" y="363007"/>
                      <a:pt x="1256333" y="347006"/>
                      <a:pt x="1300224" y="333086"/>
                    </a:cubicBezTo>
                    <a:lnTo>
                      <a:pt x="1422006" y="300724"/>
                    </a:lnTo>
                    <a:lnTo>
                      <a:pt x="1422104" y="311820"/>
                    </a:lnTo>
                    <a:lnTo>
                      <a:pt x="1433776" y="297597"/>
                    </a:lnTo>
                    <a:lnTo>
                      <a:pt x="1422006" y="300724"/>
                    </a:lnTo>
                    <a:lnTo>
                      <a:pt x="1419555" y="22139"/>
                    </a:lnTo>
                    <a:lnTo>
                      <a:pt x="1419421" y="5233"/>
                    </a:lnTo>
                    <a:lnTo>
                      <a:pt x="1436729" y="5099"/>
                    </a:lnTo>
                    <a:lnTo>
                      <a:pt x="2025078" y="134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6" name="任意多边形 95" descr="456912ee-a623-45b7-b2c8-bf3fdbbb13bb"/>
              <p:cNvSpPr/>
              <p:nvPr/>
            </p:nvSpPr>
            <p:spPr>
              <a:xfrm>
                <a:off x="10024369" y="5203910"/>
                <a:ext cx="1420297" cy="1387424"/>
              </a:xfrm>
              <a:custGeom>
                <a:avLst/>
                <a:gdLst>
                  <a:gd name="connsiteX0" fmla="*/ 496408 w 997192"/>
                  <a:gd name="connsiteY0" fmla="*/ 974108 h 974112"/>
                  <a:gd name="connsiteX1" fmla="*/ 449023 w 997192"/>
                  <a:gd name="connsiteY1" fmla="*/ 972035 h 974112"/>
                  <a:gd name="connsiteX2" fmla="*/ 402016 w 997192"/>
                  <a:gd name="connsiteY2" fmla="*/ 965441 h 974112"/>
                  <a:gd name="connsiteX3" fmla="*/ 355762 w 997192"/>
                  <a:gd name="connsiteY3" fmla="*/ 954890 h 974112"/>
                  <a:gd name="connsiteX4" fmla="*/ 310544 w 997192"/>
                  <a:gd name="connsiteY4" fmla="*/ 940006 h 974112"/>
                  <a:gd name="connsiteX5" fmla="*/ 148138 w 997192"/>
                  <a:gd name="connsiteY5" fmla="*/ 839585 h 974112"/>
                  <a:gd name="connsiteX6" fmla="*/ 37072 w 997192"/>
                  <a:gd name="connsiteY6" fmla="*/ 681607 h 974112"/>
                  <a:gd name="connsiteX7" fmla="*/ 50 w 997192"/>
                  <a:gd name="connsiteY7" fmla="*/ 491316 h 974112"/>
                  <a:gd name="connsiteX8" fmla="*/ 42630 w 997192"/>
                  <a:gd name="connsiteY8" fmla="*/ 303286 h 974112"/>
                  <a:gd name="connsiteX9" fmla="*/ 64485 w 997192"/>
                  <a:gd name="connsiteY9" fmla="*/ 260329 h 974112"/>
                  <a:gd name="connsiteX10" fmla="*/ 90297 w 997192"/>
                  <a:gd name="connsiteY10" fmla="*/ 219822 h 974112"/>
                  <a:gd name="connsiteX11" fmla="*/ 119594 w 997192"/>
                  <a:gd name="connsiteY11" fmla="*/ 181858 h 974112"/>
                  <a:gd name="connsiteX12" fmla="*/ 152189 w 997192"/>
                  <a:gd name="connsiteY12" fmla="*/ 146909 h 974112"/>
                  <a:gd name="connsiteX13" fmla="*/ 496502 w 997192"/>
                  <a:gd name="connsiteY13" fmla="*/ 140 h 974112"/>
                  <a:gd name="connsiteX14" fmla="*/ 686227 w 997192"/>
                  <a:gd name="connsiteY14" fmla="*/ 33205 h 974112"/>
                  <a:gd name="connsiteX15" fmla="*/ 848916 w 997192"/>
                  <a:gd name="connsiteY15" fmla="*/ 138807 h 974112"/>
                  <a:gd name="connsiteX16" fmla="*/ 958663 w 997192"/>
                  <a:gd name="connsiteY16" fmla="*/ 299801 h 974112"/>
                  <a:gd name="connsiteX17" fmla="*/ 997192 w 997192"/>
                  <a:gd name="connsiteY17" fmla="*/ 491222 h 974112"/>
                  <a:gd name="connsiteX18" fmla="*/ 957250 w 997192"/>
                  <a:gd name="connsiteY18" fmla="*/ 682078 h 974112"/>
                  <a:gd name="connsiteX19" fmla="*/ 845148 w 997192"/>
                  <a:gd name="connsiteY19" fmla="*/ 839868 h 974112"/>
                  <a:gd name="connsiteX20" fmla="*/ 682459 w 997192"/>
                  <a:gd name="connsiteY20" fmla="*/ 940101 h 974112"/>
                  <a:gd name="connsiteX21" fmla="*/ 496408 w 997192"/>
                  <a:gd name="connsiteY21" fmla="*/ 974108 h 974112"/>
                  <a:gd name="connsiteX22" fmla="*/ 496408 w 997192"/>
                  <a:gd name="connsiteY22" fmla="*/ 970434 h 974112"/>
                  <a:gd name="connsiteX23" fmla="*/ 543321 w 997192"/>
                  <a:gd name="connsiteY23" fmla="*/ 967702 h 974112"/>
                  <a:gd name="connsiteX24" fmla="*/ 589669 w 997192"/>
                  <a:gd name="connsiteY24" fmla="*/ 960354 h 974112"/>
                  <a:gd name="connsiteX25" fmla="*/ 634887 w 997192"/>
                  <a:gd name="connsiteY25" fmla="*/ 948013 h 974112"/>
                  <a:gd name="connsiteX26" fmla="*/ 678503 w 997192"/>
                  <a:gd name="connsiteY26" fmla="*/ 931057 h 974112"/>
                  <a:gd name="connsiteX27" fmla="*/ 827815 w 997192"/>
                  <a:gd name="connsiteY27" fmla="*/ 822912 h 974112"/>
                  <a:gd name="connsiteX28" fmla="*/ 957533 w 997192"/>
                  <a:gd name="connsiteY28" fmla="*/ 491504 h 974112"/>
                  <a:gd name="connsiteX29" fmla="*/ 824141 w 997192"/>
                  <a:gd name="connsiteY29" fmla="*/ 163771 h 974112"/>
                  <a:gd name="connsiteX30" fmla="*/ 496408 w 997192"/>
                  <a:gd name="connsiteY30" fmla="*/ 20770 h 974112"/>
                  <a:gd name="connsiteX31" fmla="*/ 314784 w 997192"/>
                  <a:gd name="connsiteY31" fmla="*/ 53082 h 974112"/>
                  <a:gd name="connsiteX32" fmla="*/ 160573 w 997192"/>
                  <a:gd name="connsiteY32" fmla="*/ 155764 h 974112"/>
                  <a:gd name="connsiteX33" fmla="*/ 129863 w 997192"/>
                  <a:gd name="connsiteY33" fmla="*/ 190807 h 974112"/>
                  <a:gd name="connsiteX34" fmla="*/ 102921 w 997192"/>
                  <a:gd name="connsiteY34" fmla="*/ 228677 h 974112"/>
                  <a:gd name="connsiteX35" fmla="*/ 80218 w 997192"/>
                  <a:gd name="connsiteY35" fmla="*/ 269185 h 974112"/>
                  <a:gd name="connsiteX36" fmla="*/ 61659 w 997192"/>
                  <a:gd name="connsiteY36" fmla="*/ 311576 h 974112"/>
                  <a:gd name="connsiteX37" fmla="*/ 30949 w 997192"/>
                  <a:gd name="connsiteY37" fmla="*/ 491693 h 974112"/>
                  <a:gd name="connsiteX38" fmla="*/ 164624 w 997192"/>
                  <a:gd name="connsiteY38" fmla="*/ 823477 h 974112"/>
                  <a:gd name="connsiteX39" fmla="*/ 314219 w 997192"/>
                  <a:gd name="connsiteY39" fmla="*/ 931528 h 974112"/>
                  <a:gd name="connsiteX40" fmla="*/ 357835 w 997192"/>
                  <a:gd name="connsiteY40" fmla="*/ 948484 h 974112"/>
                  <a:gd name="connsiteX41" fmla="*/ 403052 w 997192"/>
                  <a:gd name="connsiteY41" fmla="*/ 960825 h 974112"/>
                  <a:gd name="connsiteX42" fmla="*/ 449494 w 997192"/>
                  <a:gd name="connsiteY42" fmla="*/ 968079 h 974112"/>
                  <a:gd name="connsiteX43" fmla="*/ 496408 w 997192"/>
                  <a:gd name="connsiteY43" fmla="*/ 970434 h 974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997192" h="974112">
                    <a:moveTo>
                      <a:pt x="496408" y="974108"/>
                    </a:moveTo>
                    <a:lnTo>
                      <a:pt x="449023" y="972035"/>
                    </a:lnTo>
                    <a:cubicBezTo>
                      <a:pt x="433291" y="970245"/>
                      <a:pt x="417748" y="967419"/>
                      <a:pt x="402016" y="965441"/>
                    </a:cubicBezTo>
                    <a:cubicBezTo>
                      <a:pt x="386472" y="962427"/>
                      <a:pt x="371211" y="958376"/>
                      <a:pt x="355762" y="954890"/>
                    </a:cubicBezTo>
                    <a:cubicBezTo>
                      <a:pt x="340595" y="950369"/>
                      <a:pt x="325711" y="944905"/>
                      <a:pt x="310544" y="940006"/>
                    </a:cubicBezTo>
                    <a:cubicBezTo>
                      <a:pt x="251102" y="917397"/>
                      <a:pt x="195240" y="883672"/>
                      <a:pt x="148138" y="839585"/>
                    </a:cubicBezTo>
                    <a:cubicBezTo>
                      <a:pt x="100848" y="795687"/>
                      <a:pt x="62225" y="741614"/>
                      <a:pt x="37072" y="681607"/>
                    </a:cubicBezTo>
                    <a:cubicBezTo>
                      <a:pt x="11355" y="621787"/>
                      <a:pt x="-892" y="556222"/>
                      <a:pt x="50" y="491316"/>
                    </a:cubicBezTo>
                    <a:cubicBezTo>
                      <a:pt x="1652" y="426316"/>
                      <a:pt x="16348" y="362069"/>
                      <a:pt x="42630" y="303286"/>
                    </a:cubicBezTo>
                    <a:cubicBezTo>
                      <a:pt x="49413" y="288685"/>
                      <a:pt x="57232" y="274648"/>
                      <a:pt x="64485" y="260329"/>
                    </a:cubicBezTo>
                    <a:cubicBezTo>
                      <a:pt x="72681" y="246575"/>
                      <a:pt x="81725" y="233293"/>
                      <a:pt x="90297" y="219822"/>
                    </a:cubicBezTo>
                    <a:lnTo>
                      <a:pt x="119594" y="181858"/>
                    </a:lnTo>
                    <a:lnTo>
                      <a:pt x="152189" y="146909"/>
                    </a:lnTo>
                    <a:cubicBezTo>
                      <a:pt x="243001" y="57510"/>
                      <a:pt x="367632" y="3154"/>
                      <a:pt x="496502" y="140"/>
                    </a:cubicBezTo>
                    <a:cubicBezTo>
                      <a:pt x="560748" y="-1367"/>
                      <a:pt x="625843" y="9278"/>
                      <a:pt x="686227" y="33205"/>
                    </a:cubicBezTo>
                    <a:cubicBezTo>
                      <a:pt x="746706" y="56850"/>
                      <a:pt x="802380" y="93213"/>
                      <a:pt x="848916" y="138807"/>
                    </a:cubicBezTo>
                    <a:cubicBezTo>
                      <a:pt x="895453" y="184496"/>
                      <a:pt x="933040" y="239510"/>
                      <a:pt x="958663" y="299801"/>
                    </a:cubicBezTo>
                    <a:cubicBezTo>
                      <a:pt x="984475" y="360091"/>
                      <a:pt x="997098" y="425750"/>
                      <a:pt x="997192" y="491222"/>
                    </a:cubicBezTo>
                    <a:cubicBezTo>
                      <a:pt x="996439" y="556693"/>
                      <a:pt x="983533" y="622258"/>
                      <a:pt x="957250" y="682078"/>
                    </a:cubicBezTo>
                    <a:cubicBezTo>
                      <a:pt x="931533" y="742085"/>
                      <a:pt x="892532" y="796063"/>
                      <a:pt x="845148" y="839868"/>
                    </a:cubicBezTo>
                    <a:cubicBezTo>
                      <a:pt x="797764" y="883861"/>
                      <a:pt x="741901" y="917586"/>
                      <a:pt x="682459" y="940101"/>
                    </a:cubicBezTo>
                    <a:cubicBezTo>
                      <a:pt x="622828" y="962803"/>
                      <a:pt x="559618" y="974390"/>
                      <a:pt x="496408" y="974108"/>
                    </a:cubicBezTo>
                    <a:close/>
                    <a:moveTo>
                      <a:pt x="496408" y="970434"/>
                    </a:moveTo>
                    <a:lnTo>
                      <a:pt x="543321" y="967702"/>
                    </a:lnTo>
                    <a:cubicBezTo>
                      <a:pt x="558865" y="965535"/>
                      <a:pt x="574314" y="962898"/>
                      <a:pt x="589669" y="960354"/>
                    </a:cubicBezTo>
                    <a:cubicBezTo>
                      <a:pt x="604836" y="956774"/>
                      <a:pt x="619814" y="952064"/>
                      <a:pt x="634887" y="948013"/>
                    </a:cubicBezTo>
                    <a:cubicBezTo>
                      <a:pt x="649676" y="943021"/>
                      <a:pt x="663995" y="936709"/>
                      <a:pt x="678503" y="931057"/>
                    </a:cubicBezTo>
                    <a:cubicBezTo>
                      <a:pt x="735401" y="905528"/>
                      <a:pt x="786083" y="867846"/>
                      <a:pt x="827815" y="822912"/>
                    </a:cubicBezTo>
                    <a:cubicBezTo>
                      <a:pt x="910808" y="732382"/>
                      <a:pt x="958569" y="612556"/>
                      <a:pt x="957533" y="491504"/>
                    </a:cubicBezTo>
                    <a:cubicBezTo>
                      <a:pt x="957439" y="370736"/>
                      <a:pt x="909489" y="250532"/>
                      <a:pt x="824141" y="163771"/>
                    </a:cubicBezTo>
                    <a:cubicBezTo>
                      <a:pt x="739170" y="77010"/>
                      <a:pt x="620002" y="24067"/>
                      <a:pt x="496408" y="20770"/>
                    </a:cubicBezTo>
                    <a:cubicBezTo>
                      <a:pt x="434799" y="19640"/>
                      <a:pt x="372436" y="29720"/>
                      <a:pt x="314784" y="53082"/>
                    </a:cubicBezTo>
                    <a:cubicBezTo>
                      <a:pt x="257037" y="76068"/>
                      <a:pt x="204189" y="111394"/>
                      <a:pt x="160573" y="155764"/>
                    </a:cubicBezTo>
                    <a:cubicBezTo>
                      <a:pt x="150211" y="167351"/>
                      <a:pt x="139942" y="179032"/>
                      <a:pt x="129863" y="190807"/>
                    </a:cubicBezTo>
                    <a:cubicBezTo>
                      <a:pt x="120913" y="203525"/>
                      <a:pt x="111493" y="215866"/>
                      <a:pt x="102921" y="228677"/>
                    </a:cubicBezTo>
                    <a:cubicBezTo>
                      <a:pt x="95384" y="242242"/>
                      <a:pt x="87377" y="255525"/>
                      <a:pt x="80218" y="269185"/>
                    </a:cubicBezTo>
                    <a:cubicBezTo>
                      <a:pt x="74094" y="283409"/>
                      <a:pt x="67312" y="297257"/>
                      <a:pt x="61659" y="311576"/>
                    </a:cubicBezTo>
                    <a:cubicBezTo>
                      <a:pt x="39616" y="369134"/>
                      <a:pt x="29536" y="430649"/>
                      <a:pt x="30949" y="491693"/>
                    </a:cubicBezTo>
                    <a:cubicBezTo>
                      <a:pt x="33022" y="613780"/>
                      <a:pt x="81159" y="733041"/>
                      <a:pt x="164624" y="823477"/>
                    </a:cubicBezTo>
                    <a:cubicBezTo>
                      <a:pt x="206544" y="868412"/>
                      <a:pt x="257320" y="905999"/>
                      <a:pt x="314219" y="931528"/>
                    </a:cubicBezTo>
                    <a:cubicBezTo>
                      <a:pt x="328726" y="937180"/>
                      <a:pt x="343045" y="943492"/>
                      <a:pt x="357835" y="948484"/>
                    </a:cubicBezTo>
                    <a:cubicBezTo>
                      <a:pt x="372907" y="952535"/>
                      <a:pt x="387886" y="957151"/>
                      <a:pt x="403052" y="960825"/>
                    </a:cubicBezTo>
                    <a:cubicBezTo>
                      <a:pt x="418502" y="963463"/>
                      <a:pt x="433951" y="966007"/>
                      <a:pt x="449494" y="968079"/>
                    </a:cubicBezTo>
                    <a:lnTo>
                      <a:pt x="496408" y="970434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7" name="任意多边形 96" descr="d084bb96-8d07-4c0f-8738-5cc11a037770"/>
              <p:cNvSpPr/>
              <p:nvPr/>
            </p:nvSpPr>
            <p:spPr>
              <a:xfrm>
                <a:off x="10320964" y="5493387"/>
                <a:ext cx="820872" cy="820872"/>
              </a:xfrm>
              <a:custGeom>
                <a:avLst/>
                <a:gdLst>
                  <a:gd name="connsiteX0" fmla="*/ 288168 w 576335"/>
                  <a:gd name="connsiteY0" fmla="*/ 0 h 576335"/>
                  <a:gd name="connsiteX1" fmla="*/ 0 w 576335"/>
                  <a:gd name="connsiteY1" fmla="*/ 288168 h 576335"/>
                  <a:gd name="connsiteX2" fmla="*/ 288168 w 576335"/>
                  <a:gd name="connsiteY2" fmla="*/ 576336 h 576335"/>
                  <a:gd name="connsiteX3" fmla="*/ 576336 w 576335"/>
                  <a:gd name="connsiteY3" fmla="*/ 288168 h 576335"/>
                  <a:gd name="connsiteX4" fmla="*/ 288168 w 576335"/>
                  <a:gd name="connsiteY4" fmla="*/ 0 h 576335"/>
                  <a:gd name="connsiteX5" fmla="*/ 288168 w 576335"/>
                  <a:gd name="connsiteY5" fmla="*/ 390379 h 576335"/>
                  <a:gd name="connsiteX6" fmla="*/ 185957 w 576335"/>
                  <a:gd name="connsiteY6" fmla="*/ 288168 h 576335"/>
                  <a:gd name="connsiteX7" fmla="*/ 288168 w 576335"/>
                  <a:gd name="connsiteY7" fmla="*/ 185957 h 576335"/>
                  <a:gd name="connsiteX8" fmla="*/ 390379 w 576335"/>
                  <a:gd name="connsiteY8" fmla="*/ 288168 h 576335"/>
                  <a:gd name="connsiteX9" fmla="*/ 288168 w 576335"/>
                  <a:gd name="connsiteY9" fmla="*/ 390379 h 576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76335" h="576335">
                    <a:moveTo>
                      <a:pt x="288168" y="0"/>
                    </a:moveTo>
                    <a:cubicBezTo>
                      <a:pt x="129058" y="0"/>
                      <a:pt x="0" y="128964"/>
                      <a:pt x="0" y="288168"/>
                    </a:cubicBezTo>
                    <a:cubicBezTo>
                      <a:pt x="0" y="447371"/>
                      <a:pt x="128964" y="576336"/>
                      <a:pt x="288168" y="576336"/>
                    </a:cubicBezTo>
                    <a:cubicBezTo>
                      <a:pt x="447277" y="576336"/>
                      <a:pt x="576336" y="447371"/>
                      <a:pt x="576336" y="288168"/>
                    </a:cubicBezTo>
                    <a:cubicBezTo>
                      <a:pt x="576336" y="128964"/>
                      <a:pt x="447277" y="0"/>
                      <a:pt x="288168" y="0"/>
                    </a:cubicBezTo>
                    <a:close/>
                    <a:moveTo>
                      <a:pt x="288168" y="390379"/>
                    </a:moveTo>
                    <a:cubicBezTo>
                      <a:pt x="231740" y="390379"/>
                      <a:pt x="185957" y="344596"/>
                      <a:pt x="185957" y="288168"/>
                    </a:cubicBezTo>
                    <a:cubicBezTo>
                      <a:pt x="185957" y="231740"/>
                      <a:pt x="231740" y="185957"/>
                      <a:pt x="288168" y="185957"/>
                    </a:cubicBezTo>
                    <a:cubicBezTo>
                      <a:pt x="344596" y="185957"/>
                      <a:pt x="390379" y="231740"/>
                      <a:pt x="390379" y="288168"/>
                    </a:cubicBezTo>
                    <a:cubicBezTo>
                      <a:pt x="390379" y="344596"/>
                      <a:pt x="344596" y="390379"/>
                      <a:pt x="288168" y="3903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8" name="任意多边形 97" descr="6259e752-3b78-4739-87d2-45aa5733cf57"/>
              <p:cNvSpPr/>
              <p:nvPr/>
            </p:nvSpPr>
            <p:spPr>
              <a:xfrm>
                <a:off x="10306818" y="5491642"/>
                <a:ext cx="852863" cy="831967"/>
              </a:xfrm>
              <a:custGeom>
                <a:avLst/>
                <a:gdLst>
                  <a:gd name="connsiteX0" fmla="*/ 298100 w 598796"/>
                  <a:gd name="connsiteY0" fmla="*/ 2355 h 584125"/>
                  <a:gd name="connsiteX1" fmla="*/ 189012 w 598796"/>
                  <a:gd name="connsiteY1" fmla="*/ 26000 h 584125"/>
                  <a:gd name="connsiteX2" fmla="*/ 99613 w 598796"/>
                  <a:gd name="connsiteY2" fmla="*/ 90812 h 584125"/>
                  <a:gd name="connsiteX3" fmla="*/ 19823 w 598796"/>
                  <a:gd name="connsiteY3" fmla="*/ 289299 h 584125"/>
                  <a:gd name="connsiteX4" fmla="*/ 97070 w 598796"/>
                  <a:gd name="connsiteY4" fmla="*/ 490328 h 584125"/>
                  <a:gd name="connsiteX5" fmla="*/ 189389 w 598796"/>
                  <a:gd name="connsiteY5" fmla="*/ 551749 h 584125"/>
                  <a:gd name="connsiteX6" fmla="*/ 298100 w 598796"/>
                  <a:gd name="connsiteY6" fmla="*/ 570966 h 584125"/>
                  <a:gd name="connsiteX7" fmla="*/ 493948 w 598796"/>
                  <a:gd name="connsiteY7" fmla="*/ 485147 h 584125"/>
                  <a:gd name="connsiteX8" fmla="*/ 573550 w 598796"/>
                  <a:gd name="connsiteY8" fmla="*/ 289299 h 584125"/>
                  <a:gd name="connsiteX9" fmla="*/ 496303 w 598796"/>
                  <a:gd name="connsiteY9" fmla="*/ 91095 h 584125"/>
                  <a:gd name="connsiteX10" fmla="*/ 407093 w 598796"/>
                  <a:gd name="connsiteY10" fmla="*/ 26189 h 584125"/>
                  <a:gd name="connsiteX11" fmla="*/ 298100 w 598796"/>
                  <a:gd name="connsiteY11" fmla="*/ 2355 h 584125"/>
                  <a:gd name="connsiteX12" fmla="*/ 298100 w 598796"/>
                  <a:gd name="connsiteY12" fmla="*/ 0 h 584125"/>
                  <a:gd name="connsiteX13" fmla="*/ 507325 w 598796"/>
                  <a:gd name="connsiteY13" fmla="*/ 80073 h 584125"/>
                  <a:gd name="connsiteX14" fmla="*/ 574775 w 598796"/>
                  <a:gd name="connsiteY14" fmla="*/ 174654 h 584125"/>
                  <a:gd name="connsiteX15" fmla="*/ 598796 w 598796"/>
                  <a:gd name="connsiteY15" fmla="*/ 289299 h 584125"/>
                  <a:gd name="connsiteX16" fmla="*/ 575622 w 598796"/>
                  <a:gd name="connsiteY16" fmla="*/ 404321 h 584125"/>
                  <a:gd name="connsiteX17" fmla="*/ 509680 w 598796"/>
                  <a:gd name="connsiteY17" fmla="*/ 500973 h 584125"/>
                  <a:gd name="connsiteX18" fmla="*/ 298100 w 598796"/>
                  <a:gd name="connsiteY18" fmla="*/ 583966 h 584125"/>
                  <a:gd name="connsiteX19" fmla="*/ 91606 w 598796"/>
                  <a:gd name="connsiteY19" fmla="*/ 495792 h 584125"/>
                  <a:gd name="connsiteX20" fmla="*/ 25758 w 598796"/>
                  <a:gd name="connsiteY20" fmla="*/ 402154 h 584125"/>
                  <a:gd name="connsiteX21" fmla="*/ 40 w 598796"/>
                  <a:gd name="connsiteY21" fmla="*/ 289393 h 584125"/>
                  <a:gd name="connsiteX22" fmla="*/ 22272 w 598796"/>
                  <a:gd name="connsiteY22" fmla="*/ 175124 h 584125"/>
                  <a:gd name="connsiteX23" fmla="*/ 89062 w 598796"/>
                  <a:gd name="connsiteY23" fmla="*/ 80356 h 584125"/>
                  <a:gd name="connsiteX24" fmla="*/ 298100 w 598796"/>
                  <a:gd name="connsiteY24" fmla="*/ 0 h 584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98796" h="584125">
                    <a:moveTo>
                      <a:pt x="298100" y="2355"/>
                    </a:moveTo>
                    <a:cubicBezTo>
                      <a:pt x="260513" y="2544"/>
                      <a:pt x="222925" y="10269"/>
                      <a:pt x="189012" y="26000"/>
                    </a:cubicBezTo>
                    <a:cubicBezTo>
                      <a:pt x="155099" y="41544"/>
                      <a:pt x="124577" y="63776"/>
                      <a:pt x="99613" y="90812"/>
                    </a:cubicBezTo>
                    <a:cubicBezTo>
                      <a:pt x="49780" y="145074"/>
                      <a:pt x="21142" y="216291"/>
                      <a:pt x="19823" y="289299"/>
                    </a:cubicBezTo>
                    <a:cubicBezTo>
                      <a:pt x="17751" y="362023"/>
                      <a:pt x="44599" y="437009"/>
                      <a:pt x="97070" y="490328"/>
                    </a:cubicBezTo>
                    <a:cubicBezTo>
                      <a:pt x="123164" y="516894"/>
                      <a:pt x="154816" y="537995"/>
                      <a:pt x="189389" y="551749"/>
                    </a:cubicBezTo>
                    <a:cubicBezTo>
                      <a:pt x="223867" y="565691"/>
                      <a:pt x="261266" y="571720"/>
                      <a:pt x="298100" y="570966"/>
                    </a:cubicBezTo>
                    <a:cubicBezTo>
                      <a:pt x="372049" y="568894"/>
                      <a:pt x="443267" y="537148"/>
                      <a:pt x="493948" y="485147"/>
                    </a:cubicBezTo>
                    <a:cubicBezTo>
                      <a:pt x="544912" y="433241"/>
                      <a:pt x="573456" y="361458"/>
                      <a:pt x="573550" y="289299"/>
                    </a:cubicBezTo>
                    <a:cubicBezTo>
                      <a:pt x="574210" y="216951"/>
                      <a:pt x="545760" y="145356"/>
                      <a:pt x="496303" y="91095"/>
                    </a:cubicBezTo>
                    <a:cubicBezTo>
                      <a:pt x="471528" y="63965"/>
                      <a:pt x="441006" y="41732"/>
                      <a:pt x="407093" y="26189"/>
                    </a:cubicBezTo>
                    <a:cubicBezTo>
                      <a:pt x="373180" y="10551"/>
                      <a:pt x="335687" y="2638"/>
                      <a:pt x="298100" y="2355"/>
                    </a:cubicBezTo>
                    <a:close/>
                    <a:moveTo>
                      <a:pt x="298100" y="0"/>
                    </a:moveTo>
                    <a:cubicBezTo>
                      <a:pt x="373651" y="-94"/>
                      <a:pt x="450238" y="27131"/>
                      <a:pt x="507325" y="80073"/>
                    </a:cubicBezTo>
                    <a:cubicBezTo>
                      <a:pt x="535869" y="106262"/>
                      <a:pt x="559326" y="138668"/>
                      <a:pt x="574775" y="174654"/>
                    </a:cubicBezTo>
                    <a:cubicBezTo>
                      <a:pt x="590601" y="210545"/>
                      <a:pt x="598326" y="250016"/>
                      <a:pt x="598796" y="289299"/>
                    </a:cubicBezTo>
                    <a:cubicBezTo>
                      <a:pt x="598702" y="328581"/>
                      <a:pt x="591166" y="368053"/>
                      <a:pt x="575622" y="404321"/>
                    </a:cubicBezTo>
                    <a:cubicBezTo>
                      <a:pt x="560173" y="440495"/>
                      <a:pt x="537659" y="473560"/>
                      <a:pt x="509680" y="500973"/>
                    </a:cubicBezTo>
                    <a:cubicBezTo>
                      <a:pt x="453912" y="556271"/>
                      <a:pt x="375252" y="586604"/>
                      <a:pt x="298100" y="583966"/>
                    </a:cubicBezTo>
                    <a:cubicBezTo>
                      <a:pt x="220759" y="582083"/>
                      <a:pt x="146150" y="549394"/>
                      <a:pt x="91606" y="495792"/>
                    </a:cubicBezTo>
                    <a:cubicBezTo>
                      <a:pt x="64381" y="469039"/>
                      <a:pt x="41678" y="437292"/>
                      <a:pt x="25758" y="402154"/>
                    </a:cubicBezTo>
                    <a:cubicBezTo>
                      <a:pt x="9932" y="366922"/>
                      <a:pt x="1077" y="328393"/>
                      <a:pt x="40" y="289393"/>
                    </a:cubicBezTo>
                    <a:cubicBezTo>
                      <a:pt x="-619" y="250393"/>
                      <a:pt x="6823" y="211110"/>
                      <a:pt x="22272" y="175124"/>
                    </a:cubicBezTo>
                    <a:cubicBezTo>
                      <a:pt x="37345" y="139044"/>
                      <a:pt x="60613" y="106638"/>
                      <a:pt x="89062" y="80356"/>
                    </a:cubicBezTo>
                    <a:cubicBezTo>
                      <a:pt x="146055" y="27225"/>
                      <a:pt x="222549" y="189"/>
                      <a:pt x="298100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9" name="任意多边形 98" descr="8c1f128d-5527-4251-a24e-6336f20c98a7"/>
              <p:cNvSpPr/>
              <p:nvPr/>
            </p:nvSpPr>
            <p:spPr>
              <a:xfrm>
                <a:off x="10571693" y="5748474"/>
                <a:ext cx="323409" cy="302536"/>
              </a:xfrm>
              <a:custGeom>
                <a:avLst/>
                <a:gdLst>
                  <a:gd name="connsiteX0" fmla="*/ 112130 w 227066"/>
                  <a:gd name="connsiteY0" fmla="*/ 212411 h 212411"/>
                  <a:gd name="connsiteX1" fmla="*/ 34507 w 227066"/>
                  <a:gd name="connsiteY1" fmla="*/ 186600 h 212411"/>
                  <a:gd name="connsiteX2" fmla="*/ 8036 w 227066"/>
                  <a:gd name="connsiteY2" fmla="*/ 152122 h 212411"/>
                  <a:gd name="connsiteX3" fmla="*/ 123 w 227066"/>
                  <a:gd name="connsiteY3" fmla="*/ 108976 h 212411"/>
                  <a:gd name="connsiteX4" fmla="*/ 37239 w 227066"/>
                  <a:gd name="connsiteY4" fmla="*/ 33990 h 212411"/>
                  <a:gd name="connsiteX5" fmla="*/ 112225 w 227066"/>
                  <a:gd name="connsiteY5" fmla="*/ 265 h 212411"/>
                  <a:gd name="connsiteX6" fmla="*/ 154993 w 227066"/>
                  <a:gd name="connsiteY6" fmla="*/ 5729 h 212411"/>
                  <a:gd name="connsiteX7" fmla="*/ 192392 w 227066"/>
                  <a:gd name="connsiteY7" fmla="*/ 28715 h 212411"/>
                  <a:gd name="connsiteX8" fmla="*/ 227059 w 227066"/>
                  <a:gd name="connsiteY8" fmla="*/ 108882 h 212411"/>
                  <a:gd name="connsiteX9" fmla="*/ 217167 w 227066"/>
                  <a:gd name="connsiteY9" fmla="*/ 152404 h 212411"/>
                  <a:gd name="connsiteX10" fmla="*/ 190036 w 227066"/>
                  <a:gd name="connsiteY10" fmla="*/ 186694 h 212411"/>
                  <a:gd name="connsiteX11" fmla="*/ 112130 w 227066"/>
                  <a:gd name="connsiteY11" fmla="*/ 212411 h 212411"/>
                  <a:gd name="connsiteX12" fmla="*/ 112130 w 227066"/>
                  <a:gd name="connsiteY12" fmla="*/ 210056 h 212411"/>
                  <a:gd name="connsiteX13" fmla="*/ 150000 w 227066"/>
                  <a:gd name="connsiteY13" fmla="*/ 200447 h 212411"/>
                  <a:gd name="connsiteX14" fmla="*/ 178921 w 227066"/>
                  <a:gd name="connsiteY14" fmla="*/ 175766 h 212411"/>
                  <a:gd name="connsiteX15" fmla="*/ 201718 w 227066"/>
                  <a:gd name="connsiteY15" fmla="*/ 108976 h 212411"/>
                  <a:gd name="connsiteX16" fmla="*/ 176471 w 227066"/>
                  <a:gd name="connsiteY16" fmla="*/ 44541 h 212411"/>
                  <a:gd name="connsiteX17" fmla="*/ 112036 w 227066"/>
                  <a:gd name="connsiteY17" fmla="*/ 13172 h 212411"/>
                  <a:gd name="connsiteX18" fmla="*/ 42420 w 227066"/>
                  <a:gd name="connsiteY18" fmla="*/ 39360 h 212411"/>
                  <a:gd name="connsiteX19" fmla="*/ 19623 w 227066"/>
                  <a:gd name="connsiteY19" fmla="*/ 108976 h 212411"/>
                  <a:gd name="connsiteX20" fmla="*/ 27253 w 227066"/>
                  <a:gd name="connsiteY20" fmla="*/ 144114 h 212411"/>
                  <a:gd name="connsiteX21" fmla="*/ 45058 w 227066"/>
                  <a:gd name="connsiteY21" fmla="*/ 175955 h 212411"/>
                  <a:gd name="connsiteX22" fmla="*/ 74072 w 227066"/>
                  <a:gd name="connsiteY22" fmla="*/ 200636 h 212411"/>
                  <a:gd name="connsiteX23" fmla="*/ 112130 w 227066"/>
                  <a:gd name="connsiteY23" fmla="*/ 210056 h 212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7066" h="212411">
                    <a:moveTo>
                      <a:pt x="112130" y="212411"/>
                    </a:moveTo>
                    <a:cubicBezTo>
                      <a:pt x="85282" y="212129"/>
                      <a:pt x="57304" y="204781"/>
                      <a:pt x="34507" y="186600"/>
                    </a:cubicBezTo>
                    <a:cubicBezTo>
                      <a:pt x="23391" y="177462"/>
                      <a:pt x="13970" y="165686"/>
                      <a:pt x="8036" y="152122"/>
                    </a:cubicBezTo>
                    <a:cubicBezTo>
                      <a:pt x="2101" y="138650"/>
                      <a:pt x="-631" y="123672"/>
                      <a:pt x="123" y="108976"/>
                    </a:cubicBezTo>
                    <a:cubicBezTo>
                      <a:pt x="1630" y="79302"/>
                      <a:pt x="17173" y="52831"/>
                      <a:pt x="37239" y="33990"/>
                    </a:cubicBezTo>
                    <a:cubicBezTo>
                      <a:pt x="57398" y="14961"/>
                      <a:pt x="83681" y="2527"/>
                      <a:pt x="112225" y="265"/>
                    </a:cubicBezTo>
                    <a:cubicBezTo>
                      <a:pt x="126449" y="-677"/>
                      <a:pt x="141145" y="830"/>
                      <a:pt x="154993" y="5729"/>
                    </a:cubicBezTo>
                    <a:cubicBezTo>
                      <a:pt x="168841" y="10534"/>
                      <a:pt x="181652" y="18541"/>
                      <a:pt x="192392" y="28715"/>
                    </a:cubicBezTo>
                    <a:cubicBezTo>
                      <a:pt x="214152" y="48875"/>
                      <a:pt x="227435" y="78737"/>
                      <a:pt x="227059" y="108882"/>
                    </a:cubicBezTo>
                    <a:cubicBezTo>
                      <a:pt x="226587" y="123861"/>
                      <a:pt x="223667" y="138933"/>
                      <a:pt x="217167" y="152404"/>
                    </a:cubicBezTo>
                    <a:cubicBezTo>
                      <a:pt x="210950" y="165969"/>
                      <a:pt x="201341" y="177745"/>
                      <a:pt x="190036" y="186694"/>
                    </a:cubicBezTo>
                    <a:cubicBezTo>
                      <a:pt x="167051" y="205064"/>
                      <a:pt x="138978" y="212411"/>
                      <a:pt x="112130" y="212411"/>
                    </a:cubicBezTo>
                    <a:close/>
                    <a:moveTo>
                      <a:pt x="112130" y="210056"/>
                    </a:moveTo>
                    <a:cubicBezTo>
                      <a:pt x="125413" y="210056"/>
                      <a:pt x="138507" y="206571"/>
                      <a:pt x="150000" y="200447"/>
                    </a:cubicBezTo>
                    <a:cubicBezTo>
                      <a:pt x="161587" y="194419"/>
                      <a:pt x="171196" y="185564"/>
                      <a:pt x="178921" y="175766"/>
                    </a:cubicBezTo>
                    <a:cubicBezTo>
                      <a:pt x="193805" y="155795"/>
                      <a:pt x="202189" y="132621"/>
                      <a:pt x="201718" y="108976"/>
                    </a:cubicBezTo>
                    <a:cubicBezTo>
                      <a:pt x="201529" y="85520"/>
                      <a:pt x="192768" y="62157"/>
                      <a:pt x="176471" y="44541"/>
                    </a:cubicBezTo>
                    <a:cubicBezTo>
                      <a:pt x="160080" y="27208"/>
                      <a:pt x="137283" y="15432"/>
                      <a:pt x="112036" y="13172"/>
                    </a:cubicBezTo>
                    <a:cubicBezTo>
                      <a:pt x="86978" y="10722"/>
                      <a:pt x="60130" y="20331"/>
                      <a:pt x="42420" y="39360"/>
                    </a:cubicBezTo>
                    <a:cubicBezTo>
                      <a:pt x="24333" y="58295"/>
                      <a:pt x="17927" y="85048"/>
                      <a:pt x="19623" y="108976"/>
                    </a:cubicBezTo>
                    <a:cubicBezTo>
                      <a:pt x="20376" y="121128"/>
                      <a:pt x="22920" y="132904"/>
                      <a:pt x="27253" y="144114"/>
                    </a:cubicBezTo>
                    <a:cubicBezTo>
                      <a:pt x="31492" y="155324"/>
                      <a:pt x="37239" y="166158"/>
                      <a:pt x="45058" y="175955"/>
                    </a:cubicBezTo>
                    <a:cubicBezTo>
                      <a:pt x="52782" y="185752"/>
                      <a:pt x="62485" y="194607"/>
                      <a:pt x="74072" y="200636"/>
                    </a:cubicBezTo>
                    <a:cubicBezTo>
                      <a:pt x="85659" y="206759"/>
                      <a:pt x="98848" y="210151"/>
                      <a:pt x="112130" y="210056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0" name="任意多边形 99" descr="63d1c2c4-9a20-46aa-8e32-082bd38e25eb"/>
              <p:cNvSpPr/>
              <p:nvPr/>
            </p:nvSpPr>
            <p:spPr>
              <a:xfrm>
                <a:off x="9461179" y="4639186"/>
                <a:ext cx="2544733" cy="2218814"/>
              </a:xfrm>
              <a:custGeom>
                <a:avLst/>
                <a:gdLst>
                  <a:gd name="connsiteX0" fmla="*/ 1269952 w 2544733"/>
                  <a:gd name="connsiteY0" fmla="*/ 52 h 2218814"/>
                  <a:gd name="connsiteX1" fmla="*/ 1755794 w 2544733"/>
                  <a:gd name="connsiteY1" fmla="*/ 91692 h 2218814"/>
                  <a:gd name="connsiteX2" fmla="*/ 2169585 w 2544733"/>
                  <a:gd name="connsiteY2" fmla="*/ 365003 h 2218814"/>
                  <a:gd name="connsiteX3" fmla="*/ 2447324 w 2544733"/>
                  <a:gd name="connsiteY3" fmla="*/ 776915 h 2218814"/>
                  <a:gd name="connsiteX4" fmla="*/ 2544733 w 2544733"/>
                  <a:gd name="connsiteY4" fmla="*/ 1264637 h 2218814"/>
                  <a:gd name="connsiteX5" fmla="*/ 2445713 w 2544733"/>
                  <a:gd name="connsiteY5" fmla="*/ 1751685 h 2218814"/>
                  <a:gd name="connsiteX6" fmla="*/ 2165693 w 2544733"/>
                  <a:gd name="connsiteY6" fmla="*/ 2160377 h 2218814"/>
                  <a:gd name="connsiteX7" fmla="*/ 2099088 w 2544733"/>
                  <a:gd name="connsiteY7" fmla="*/ 2218814 h 2218814"/>
                  <a:gd name="connsiteX8" fmla="*/ 2065615 w 2544733"/>
                  <a:gd name="connsiteY8" fmla="*/ 2218814 h 2218814"/>
                  <a:gd name="connsiteX9" fmla="*/ 2147715 w 2544733"/>
                  <a:gd name="connsiteY9" fmla="*/ 2141996 h 2218814"/>
                  <a:gd name="connsiteX10" fmla="*/ 2411499 w 2544733"/>
                  <a:gd name="connsiteY10" fmla="*/ 1737330 h 2218814"/>
                  <a:gd name="connsiteX11" fmla="*/ 2503139 w 2544733"/>
                  <a:gd name="connsiteY11" fmla="*/ 1264637 h 2218814"/>
                  <a:gd name="connsiteX12" fmla="*/ 2409889 w 2544733"/>
                  <a:gd name="connsiteY12" fmla="*/ 792614 h 2218814"/>
                  <a:gd name="connsiteX13" fmla="*/ 2143823 w 2544733"/>
                  <a:gd name="connsiteY13" fmla="*/ 391167 h 2218814"/>
                  <a:gd name="connsiteX14" fmla="*/ 1744254 w 2544733"/>
                  <a:gd name="connsiteY14" fmla="*/ 120540 h 2218814"/>
                  <a:gd name="connsiteX15" fmla="*/ 1270354 w 2544733"/>
                  <a:gd name="connsiteY15" fmla="*/ 21654 h 2218814"/>
                  <a:gd name="connsiteX16" fmla="*/ 793099 w 2544733"/>
                  <a:gd name="connsiteY16" fmla="*/ 112624 h 2218814"/>
                  <a:gd name="connsiteX17" fmla="*/ 577081 w 2544733"/>
                  <a:gd name="connsiteY17" fmla="*/ 227208 h 2218814"/>
                  <a:gd name="connsiteX18" fmla="*/ 388567 w 2544733"/>
                  <a:gd name="connsiteY18" fmla="*/ 382983 h 2218814"/>
                  <a:gd name="connsiteX19" fmla="*/ 234536 w 2544733"/>
                  <a:gd name="connsiteY19" fmla="*/ 572704 h 2218814"/>
                  <a:gd name="connsiteX20" fmla="*/ 121964 w 2544733"/>
                  <a:gd name="connsiteY20" fmla="*/ 789126 h 2218814"/>
                  <a:gd name="connsiteX21" fmla="*/ 32873 w 2544733"/>
                  <a:gd name="connsiteY21" fmla="*/ 1264769 h 2218814"/>
                  <a:gd name="connsiteX22" fmla="*/ 392592 w 2544733"/>
                  <a:gd name="connsiteY22" fmla="*/ 2142667 h 2218814"/>
                  <a:gd name="connsiteX23" fmla="*/ 474086 w 2544733"/>
                  <a:gd name="connsiteY23" fmla="*/ 2218814 h 2218814"/>
                  <a:gd name="connsiteX24" fmla="*/ 441978 w 2544733"/>
                  <a:gd name="connsiteY24" fmla="*/ 2218814 h 2218814"/>
                  <a:gd name="connsiteX25" fmla="*/ 374880 w 2544733"/>
                  <a:gd name="connsiteY25" fmla="*/ 2159841 h 2218814"/>
                  <a:gd name="connsiteX26" fmla="*/ 95666 w 2544733"/>
                  <a:gd name="connsiteY26" fmla="*/ 1751016 h 2218814"/>
                  <a:gd name="connsiteX27" fmla="*/ 0 w 2544733"/>
                  <a:gd name="connsiteY27" fmla="*/ 1264502 h 2218814"/>
                  <a:gd name="connsiteX28" fmla="*/ 101436 w 2544733"/>
                  <a:gd name="connsiteY28" fmla="*/ 780405 h 2218814"/>
                  <a:gd name="connsiteX29" fmla="*/ 220850 w 2544733"/>
                  <a:gd name="connsiteY29" fmla="*/ 563446 h 2218814"/>
                  <a:gd name="connsiteX30" fmla="*/ 378638 w 2544733"/>
                  <a:gd name="connsiteY30" fmla="*/ 373189 h 2218814"/>
                  <a:gd name="connsiteX31" fmla="*/ 787465 w 2544733"/>
                  <a:gd name="connsiteY31" fmla="*/ 99742 h 2218814"/>
                  <a:gd name="connsiteX32" fmla="*/ 1023744 w 2544733"/>
                  <a:gd name="connsiteY32" fmla="*/ 26619 h 2218814"/>
                  <a:gd name="connsiteX33" fmla="*/ 1269952 w 2544733"/>
                  <a:gd name="connsiteY33" fmla="*/ 52 h 2218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544733" h="2218814">
                    <a:moveTo>
                      <a:pt x="1269952" y="52"/>
                    </a:moveTo>
                    <a:cubicBezTo>
                      <a:pt x="1435387" y="-1425"/>
                      <a:pt x="1601897" y="28765"/>
                      <a:pt x="1755794" y="91692"/>
                    </a:cubicBezTo>
                    <a:cubicBezTo>
                      <a:pt x="1909825" y="154083"/>
                      <a:pt x="2051512" y="247467"/>
                      <a:pt x="2169585" y="365003"/>
                    </a:cubicBezTo>
                    <a:cubicBezTo>
                      <a:pt x="2287791" y="482271"/>
                      <a:pt x="2382920" y="623019"/>
                      <a:pt x="2447324" y="776915"/>
                    </a:cubicBezTo>
                    <a:cubicBezTo>
                      <a:pt x="2511995" y="930678"/>
                      <a:pt x="2544599" y="1097859"/>
                      <a:pt x="2544733" y="1264637"/>
                    </a:cubicBezTo>
                    <a:cubicBezTo>
                      <a:pt x="2543928" y="1431413"/>
                      <a:pt x="2511325" y="1598459"/>
                      <a:pt x="2445713" y="1751685"/>
                    </a:cubicBezTo>
                    <a:cubicBezTo>
                      <a:pt x="2380505" y="1904911"/>
                      <a:pt x="2285108" y="2045257"/>
                      <a:pt x="2165693" y="2160377"/>
                    </a:cubicBezTo>
                    <a:lnTo>
                      <a:pt x="2099088" y="2218814"/>
                    </a:lnTo>
                    <a:lnTo>
                      <a:pt x="2065615" y="2218814"/>
                    </a:lnTo>
                    <a:lnTo>
                      <a:pt x="2147715" y="2141996"/>
                    </a:lnTo>
                    <a:cubicBezTo>
                      <a:pt x="2260285" y="2024997"/>
                      <a:pt x="2351121" y="1887335"/>
                      <a:pt x="2411499" y="1737330"/>
                    </a:cubicBezTo>
                    <a:cubicBezTo>
                      <a:pt x="2471877" y="1587458"/>
                      <a:pt x="2503810" y="1426181"/>
                      <a:pt x="2503139" y="1264637"/>
                    </a:cubicBezTo>
                    <a:cubicBezTo>
                      <a:pt x="2503139" y="1103090"/>
                      <a:pt x="2471207" y="941948"/>
                      <a:pt x="2409889" y="792614"/>
                    </a:cubicBezTo>
                    <a:cubicBezTo>
                      <a:pt x="2348706" y="643145"/>
                      <a:pt x="2257736" y="506020"/>
                      <a:pt x="2143823" y="391167"/>
                    </a:cubicBezTo>
                    <a:cubicBezTo>
                      <a:pt x="2029776" y="276449"/>
                      <a:pt x="1893590" y="183736"/>
                      <a:pt x="1744254" y="120540"/>
                    </a:cubicBezTo>
                    <a:cubicBezTo>
                      <a:pt x="1594920" y="57613"/>
                      <a:pt x="1433241" y="23263"/>
                      <a:pt x="1270354" y="21654"/>
                    </a:cubicBezTo>
                    <a:cubicBezTo>
                      <a:pt x="1107736" y="20446"/>
                      <a:pt x="944045" y="49965"/>
                      <a:pt x="793099" y="112624"/>
                    </a:cubicBezTo>
                    <a:cubicBezTo>
                      <a:pt x="717560" y="143618"/>
                      <a:pt x="645106" y="182125"/>
                      <a:pt x="577081" y="227208"/>
                    </a:cubicBezTo>
                    <a:cubicBezTo>
                      <a:pt x="508921" y="272290"/>
                      <a:pt x="446127" y="325154"/>
                      <a:pt x="388567" y="382983"/>
                    </a:cubicBezTo>
                    <a:cubicBezTo>
                      <a:pt x="331140" y="441081"/>
                      <a:pt x="279350" y="504544"/>
                      <a:pt x="234536" y="572704"/>
                    </a:cubicBezTo>
                    <a:cubicBezTo>
                      <a:pt x="189990" y="640998"/>
                      <a:pt x="152153" y="713587"/>
                      <a:pt x="121964" y="789126"/>
                    </a:cubicBezTo>
                    <a:cubicBezTo>
                      <a:pt x="61183" y="940071"/>
                      <a:pt x="31531" y="1102823"/>
                      <a:pt x="32873" y="1264769"/>
                    </a:cubicBezTo>
                    <a:cubicBezTo>
                      <a:pt x="33410" y="1589469"/>
                      <a:pt x="165839" y="1909339"/>
                      <a:pt x="392592" y="2142667"/>
                    </a:cubicBezTo>
                    <a:lnTo>
                      <a:pt x="474086" y="2218814"/>
                    </a:lnTo>
                    <a:lnTo>
                      <a:pt x="441978" y="2218814"/>
                    </a:lnTo>
                    <a:lnTo>
                      <a:pt x="374880" y="2159841"/>
                    </a:lnTo>
                    <a:cubicBezTo>
                      <a:pt x="255869" y="2044452"/>
                      <a:pt x="159666" y="1904777"/>
                      <a:pt x="95666" y="1751016"/>
                    </a:cubicBezTo>
                    <a:cubicBezTo>
                      <a:pt x="30860" y="1597521"/>
                      <a:pt x="-134" y="1430609"/>
                      <a:pt x="0" y="1264502"/>
                    </a:cubicBezTo>
                    <a:cubicBezTo>
                      <a:pt x="1477" y="1098261"/>
                      <a:pt x="36227" y="932691"/>
                      <a:pt x="101436" y="780405"/>
                    </a:cubicBezTo>
                    <a:cubicBezTo>
                      <a:pt x="134041" y="704329"/>
                      <a:pt x="174023" y="631472"/>
                      <a:pt x="220850" y="563446"/>
                    </a:cubicBezTo>
                    <a:cubicBezTo>
                      <a:pt x="267273" y="495151"/>
                      <a:pt x="320004" y="431152"/>
                      <a:pt x="378638" y="373189"/>
                    </a:cubicBezTo>
                    <a:cubicBezTo>
                      <a:pt x="496173" y="257530"/>
                      <a:pt x="635178" y="163475"/>
                      <a:pt x="787465" y="99742"/>
                    </a:cubicBezTo>
                    <a:cubicBezTo>
                      <a:pt x="863675" y="67943"/>
                      <a:pt x="942837" y="43524"/>
                      <a:pt x="1023744" y="26619"/>
                    </a:cubicBezTo>
                    <a:cubicBezTo>
                      <a:pt x="1104650" y="9846"/>
                      <a:pt x="1187302" y="992"/>
                      <a:pt x="1269952" y="52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1" name="任意多边形 100" descr="93c5bdb4-ab9e-426b-9276-ae85538be39a"/>
              <p:cNvSpPr/>
              <p:nvPr/>
            </p:nvSpPr>
            <p:spPr>
              <a:xfrm>
                <a:off x="10627148" y="4845999"/>
                <a:ext cx="208504" cy="208504"/>
              </a:xfrm>
              <a:custGeom>
                <a:avLst/>
                <a:gdLst>
                  <a:gd name="connsiteX0" fmla="*/ 146392 w 146391"/>
                  <a:gd name="connsiteY0" fmla="*/ 73196 h 146391"/>
                  <a:gd name="connsiteX1" fmla="*/ 73196 w 146391"/>
                  <a:gd name="connsiteY1" fmla="*/ 146392 h 146391"/>
                  <a:gd name="connsiteX2" fmla="*/ 0 w 146391"/>
                  <a:gd name="connsiteY2" fmla="*/ 73196 h 146391"/>
                  <a:gd name="connsiteX3" fmla="*/ 73196 w 146391"/>
                  <a:gd name="connsiteY3" fmla="*/ 1 h 146391"/>
                  <a:gd name="connsiteX4" fmla="*/ 146392 w 146391"/>
                  <a:gd name="connsiteY4" fmla="*/ 73196 h 146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391" h="146391">
                    <a:moveTo>
                      <a:pt x="146392" y="73196"/>
                    </a:moveTo>
                    <a:cubicBezTo>
                      <a:pt x="146392" y="113621"/>
                      <a:pt x="113621" y="146392"/>
                      <a:pt x="73196" y="146392"/>
                    </a:cubicBezTo>
                    <a:cubicBezTo>
                      <a:pt x="32771" y="146392"/>
                      <a:pt x="0" y="113621"/>
                      <a:pt x="0" y="73196"/>
                    </a:cubicBezTo>
                    <a:cubicBezTo>
                      <a:pt x="0" y="32771"/>
                      <a:pt x="32771" y="1"/>
                      <a:pt x="73196" y="1"/>
                    </a:cubicBezTo>
                    <a:cubicBezTo>
                      <a:pt x="113621" y="1"/>
                      <a:pt x="146392" y="32772"/>
                      <a:pt x="146392" y="7319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2" name="任意多边形 101" descr="a5293c75-6501-40d7-9df9-94611fd96c19"/>
              <p:cNvSpPr/>
              <p:nvPr/>
            </p:nvSpPr>
            <p:spPr>
              <a:xfrm>
                <a:off x="10619313" y="4834729"/>
                <a:ext cx="217681" cy="234147"/>
              </a:xfrm>
              <a:custGeom>
                <a:avLst/>
                <a:gdLst>
                  <a:gd name="connsiteX0" fmla="*/ 150951 w 152834"/>
                  <a:gd name="connsiteY0" fmla="*/ 81109 h 164395"/>
                  <a:gd name="connsiteX1" fmla="*/ 126175 w 152834"/>
                  <a:gd name="connsiteY1" fmla="*/ 33631 h 164395"/>
                  <a:gd name="connsiteX2" fmla="*/ 78697 w 152834"/>
                  <a:gd name="connsiteY2" fmla="*/ 15826 h 164395"/>
                  <a:gd name="connsiteX3" fmla="*/ 29146 w 152834"/>
                  <a:gd name="connsiteY3" fmla="*/ 31558 h 164395"/>
                  <a:gd name="connsiteX4" fmla="*/ 10682 w 152834"/>
                  <a:gd name="connsiteY4" fmla="*/ 81109 h 164395"/>
                  <a:gd name="connsiteX5" fmla="*/ 33197 w 152834"/>
                  <a:gd name="connsiteY5" fmla="*/ 126609 h 164395"/>
                  <a:gd name="connsiteX6" fmla="*/ 78697 w 152834"/>
                  <a:gd name="connsiteY6" fmla="*/ 144226 h 164395"/>
                  <a:gd name="connsiteX7" fmla="*/ 126081 w 152834"/>
                  <a:gd name="connsiteY7" fmla="*/ 128493 h 164395"/>
                  <a:gd name="connsiteX8" fmla="*/ 150951 w 152834"/>
                  <a:gd name="connsiteY8" fmla="*/ 81109 h 164395"/>
                  <a:gd name="connsiteX9" fmla="*/ 152835 w 152834"/>
                  <a:gd name="connsiteY9" fmla="*/ 81109 h 164395"/>
                  <a:gd name="connsiteX10" fmla="*/ 134842 w 152834"/>
                  <a:gd name="connsiteY10" fmla="*/ 137254 h 164395"/>
                  <a:gd name="connsiteX11" fmla="*/ 110161 w 152834"/>
                  <a:gd name="connsiteY11" fmla="*/ 157131 h 164395"/>
                  <a:gd name="connsiteX12" fmla="*/ 78697 w 152834"/>
                  <a:gd name="connsiteY12" fmla="*/ 164385 h 164395"/>
                  <a:gd name="connsiteX13" fmla="*/ 20668 w 152834"/>
                  <a:gd name="connsiteY13" fmla="*/ 139138 h 164395"/>
                  <a:gd name="connsiteX14" fmla="*/ 320 w 152834"/>
                  <a:gd name="connsiteY14" fmla="*/ 81109 h 164395"/>
                  <a:gd name="connsiteX15" fmla="*/ 24718 w 152834"/>
                  <a:gd name="connsiteY15" fmla="*/ 27225 h 164395"/>
                  <a:gd name="connsiteX16" fmla="*/ 78603 w 152834"/>
                  <a:gd name="connsiteY16" fmla="*/ 94 h 164395"/>
                  <a:gd name="connsiteX17" fmla="*/ 109784 w 152834"/>
                  <a:gd name="connsiteY17" fmla="*/ 5841 h 164395"/>
                  <a:gd name="connsiteX18" fmla="*/ 134559 w 152834"/>
                  <a:gd name="connsiteY18" fmla="*/ 25153 h 164395"/>
                  <a:gd name="connsiteX19" fmla="*/ 152835 w 152834"/>
                  <a:gd name="connsiteY19" fmla="*/ 81109 h 164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52834" h="164395">
                    <a:moveTo>
                      <a:pt x="150951" y="81109"/>
                    </a:moveTo>
                    <a:cubicBezTo>
                      <a:pt x="151328" y="61892"/>
                      <a:pt x="140494" y="43993"/>
                      <a:pt x="126175" y="33631"/>
                    </a:cubicBezTo>
                    <a:cubicBezTo>
                      <a:pt x="111951" y="22986"/>
                      <a:pt x="95748" y="17051"/>
                      <a:pt x="78697" y="15826"/>
                    </a:cubicBezTo>
                    <a:cubicBezTo>
                      <a:pt x="61834" y="14508"/>
                      <a:pt x="42711" y="18747"/>
                      <a:pt x="29146" y="31558"/>
                    </a:cubicBezTo>
                    <a:cubicBezTo>
                      <a:pt x="15487" y="44087"/>
                      <a:pt x="8892" y="63399"/>
                      <a:pt x="10682" y="81109"/>
                    </a:cubicBezTo>
                    <a:cubicBezTo>
                      <a:pt x="12472" y="99008"/>
                      <a:pt x="21045" y="115022"/>
                      <a:pt x="33197" y="126609"/>
                    </a:cubicBezTo>
                    <a:cubicBezTo>
                      <a:pt x="45631" y="138102"/>
                      <a:pt x="62211" y="144037"/>
                      <a:pt x="78697" y="144226"/>
                    </a:cubicBezTo>
                    <a:cubicBezTo>
                      <a:pt x="95371" y="144602"/>
                      <a:pt x="111668" y="138762"/>
                      <a:pt x="126081" y="128493"/>
                    </a:cubicBezTo>
                    <a:cubicBezTo>
                      <a:pt x="140306" y="118131"/>
                      <a:pt x="151045" y="100327"/>
                      <a:pt x="150951" y="81109"/>
                    </a:cubicBezTo>
                    <a:close/>
                    <a:moveTo>
                      <a:pt x="152835" y="81109"/>
                    </a:moveTo>
                    <a:cubicBezTo>
                      <a:pt x="152835" y="100327"/>
                      <a:pt x="147842" y="120581"/>
                      <a:pt x="134842" y="137254"/>
                    </a:cubicBezTo>
                    <a:cubicBezTo>
                      <a:pt x="128436" y="145544"/>
                      <a:pt x="119958" y="152609"/>
                      <a:pt x="110161" y="157131"/>
                    </a:cubicBezTo>
                    <a:cubicBezTo>
                      <a:pt x="100458" y="161842"/>
                      <a:pt x="89530" y="164008"/>
                      <a:pt x="78697" y="164385"/>
                    </a:cubicBezTo>
                    <a:cubicBezTo>
                      <a:pt x="56842" y="164762"/>
                      <a:pt x="35269" y="154870"/>
                      <a:pt x="20668" y="139138"/>
                    </a:cubicBezTo>
                    <a:cubicBezTo>
                      <a:pt x="5595" y="123689"/>
                      <a:pt x="-1659" y="101646"/>
                      <a:pt x="320" y="81109"/>
                    </a:cubicBezTo>
                    <a:cubicBezTo>
                      <a:pt x="2015" y="60479"/>
                      <a:pt x="11153" y="41732"/>
                      <a:pt x="24718" y="27225"/>
                    </a:cubicBezTo>
                    <a:cubicBezTo>
                      <a:pt x="38190" y="12812"/>
                      <a:pt x="57124" y="1319"/>
                      <a:pt x="78603" y="94"/>
                    </a:cubicBezTo>
                    <a:cubicBezTo>
                      <a:pt x="89153" y="-471"/>
                      <a:pt x="100081" y="1507"/>
                      <a:pt x="109784" y="5841"/>
                    </a:cubicBezTo>
                    <a:cubicBezTo>
                      <a:pt x="119581" y="10174"/>
                      <a:pt x="128059" y="17051"/>
                      <a:pt x="134559" y="25153"/>
                    </a:cubicBezTo>
                    <a:cubicBezTo>
                      <a:pt x="147654" y="41732"/>
                      <a:pt x="152647" y="61986"/>
                      <a:pt x="152835" y="81109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3" name="任意多边形 102" descr="5b63ba76-b69d-4b64-8568-d0f9f4546069"/>
              <p:cNvSpPr/>
              <p:nvPr/>
            </p:nvSpPr>
            <p:spPr>
              <a:xfrm>
                <a:off x="10641316" y="6803188"/>
                <a:ext cx="180171" cy="54812"/>
              </a:xfrm>
              <a:custGeom>
                <a:avLst/>
                <a:gdLst>
                  <a:gd name="connsiteX0" fmla="*/ 90086 w 180171"/>
                  <a:gd name="connsiteY0" fmla="*/ 0 h 54812"/>
                  <a:gd name="connsiteX1" fmla="*/ 163803 w 180171"/>
                  <a:gd name="connsiteY1" fmla="*/ 30535 h 54812"/>
                  <a:gd name="connsiteX2" fmla="*/ 180171 w 180171"/>
                  <a:gd name="connsiteY2" fmla="*/ 54812 h 54812"/>
                  <a:gd name="connsiteX3" fmla="*/ 0 w 180171"/>
                  <a:gd name="connsiteY3" fmla="*/ 54812 h 54812"/>
                  <a:gd name="connsiteX4" fmla="*/ 16368 w 180171"/>
                  <a:gd name="connsiteY4" fmla="*/ 30535 h 54812"/>
                  <a:gd name="connsiteX5" fmla="*/ 90086 w 180171"/>
                  <a:gd name="connsiteY5" fmla="*/ 0 h 54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0171" h="54812">
                    <a:moveTo>
                      <a:pt x="90086" y="0"/>
                    </a:moveTo>
                    <a:cubicBezTo>
                      <a:pt x="118875" y="0"/>
                      <a:pt x="144938" y="11669"/>
                      <a:pt x="163803" y="30535"/>
                    </a:cubicBezTo>
                    <a:lnTo>
                      <a:pt x="180171" y="54812"/>
                    </a:lnTo>
                    <a:lnTo>
                      <a:pt x="0" y="54812"/>
                    </a:lnTo>
                    <a:lnTo>
                      <a:pt x="16368" y="30535"/>
                    </a:lnTo>
                    <a:cubicBezTo>
                      <a:pt x="35234" y="11669"/>
                      <a:pt x="61297" y="0"/>
                      <a:pt x="900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4" name="任意多边形 103" descr="1df911b9-1da0-42ad-9fef-a3063c87771d"/>
              <p:cNvSpPr/>
              <p:nvPr/>
            </p:nvSpPr>
            <p:spPr>
              <a:xfrm>
                <a:off x="10636071" y="6791916"/>
                <a:ext cx="190545" cy="66084"/>
              </a:xfrm>
              <a:custGeom>
                <a:avLst/>
                <a:gdLst>
                  <a:gd name="connsiteX0" fmla="*/ 95196 w 190545"/>
                  <a:gd name="connsiteY0" fmla="*/ 134 h 66084"/>
                  <a:gd name="connsiteX1" fmla="*/ 139607 w 190545"/>
                  <a:gd name="connsiteY1" fmla="*/ 8320 h 66084"/>
                  <a:gd name="connsiteX2" fmla="*/ 174894 w 190545"/>
                  <a:gd name="connsiteY2" fmla="*/ 35826 h 66084"/>
                  <a:gd name="connsiteX3" fmla="*/ 190545 w 190545"/>
                  <a:gd name="connsiteY3" fmla="*/ 66084 h 66084"/>
                  <a:gd name="connsiteX4" fmla="*/ 178892 w 190545"/>
                  <a:gd name="connsiteY4" fmla="*/ 66084 h 66084"/>
                  <a:gd name="connsiteX5" fmla="*/ 162953 w 190545"/>
                  <a:gd name="connsiteY5" fmla="*/ 47901 h 66084"/>
                  <a:gd name="connsiteX6" fmla="*/ 95330 w 190545"/>
                  <a:gd name="connsiteY6" fmla="*/ 22543 h 66084"/>
                  <a:gd name="connsiteX7" fmla="*/ 24755 w 190545"/>
                  <a:gd name="connsiteY7" fmla="*/ 44950 h 66084"/>
                  <a:gd name="connsiteX8" fmla="*/ 10847 w 190545"/>
                  <a:gd name="connsiteY8" fmla="*/ 66084 h 66084"/>
                  <a:gd name="connsiteX9" fmla="*/ 0 w 190545"/>
                  <a:gd name="connsiteY9" fmla="*/ 66084 h 66084"/>
                  <a:gd name="connsiteX10" fmla="*/ 18448 w 190545"/>
                  <a:gd name="connsiteY10" fmla="*/ 38777 h 66084"/>
                  <a:gd name="connsiteX11" fmla="*/ 95196 w 190545"/>
                  <a:gd name="connsiteY11" fmla="*/ 134 h 66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545" h="66084">
                    <a:moveTo>
                      <a:pt x="95196" y="134"/>
                    </a:moveTo>
                    <a:cubicBezTo>
                      <a:pt x="110222" y="-671"/>
                      <a:pt x="125787" y="2148"/>
                      <a:pt x="139607" y="8320"/>
                    </a:cubicBezTo>
                    <a:cubicBezTo>
                      <a:pt x="153561" y="14491"/>
                      <a:pt x="165636" y="24287"/>
                      <a:pt x="174894" y="35826"/>
                    </a:cubicBezTo>
                    <a:lnTo>
                      <a:pt x="190545" y="66084"/>
                    </a:lnTo>
                    <a:lnTo>
                      <a:pt x="178892" y="66084"/>
                    </a:lnTo>
                    <a:lnTo>
                      <a:pt x="162953" y="47901"/>
                    </a:lnTo>
                    <a:cubicBezTo>
                      <a:pt x="142693" y="32739"/>
                      <a:pt x="119616" y="24287"/>
                      <a:pt x="95330" y="22543"/>
                    </a:cubicBezTo>
                    <a:cubicBezTo>
                      <a:pt x="71312" y="20664"/>
                      <a:pt x="44075" y="26702"/>
                      <a:pt x="24755" y="44950"/>
                    </a:cubicBezTo>
                    <a:lnTo>
                      <a:pt x="10847" y="66084"/>
                    </a:lnTo>
                    <a:lnTo>
                      <a:pt x="0" y="66084"/>
                    </a:lnTo>
                    <a:lnTo>
                      <a:pt x="18448" y="38777"/>
                    </a:lnTo>
                    <a:cubicBezTo>
                      <a:pt x="37636" y="18248"/>
                      <a:pt x="64604" y="1879"/>
                      <a:pt x="95196" y="134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5" name="任意多边形 104" descr="3fcbd8cc-8399-4a7f-bbc8-a38402cd0000"/>
              <p:cNvSpPr/>
              <p:nvPr/>
            </p:nvSpPr>
            <p:spPr>
              <a:xfrm>
                <a:off x="11319080" y="5132727"/>
                <a:ext cx="208504" cy="208504"/>
              </a:xfrm>
              <a:custGeom>
                <a:avLst/>
                <a:gdLst>
                  <a:gd name="connsiteX0" fmla="*/ 146392 w 146391"/>
                  <a:gd name="connsiteY0" fmla="*/ 73196 h 146391"/>
                  <a:gd name="connsiteX1" fmla="*/ 73196 w 146391"/>
                  <a:gd name="connsiteY1" fmla="*/ 146392 h 146391"/>
                  <a:gd name="connsiteX2" fmla="*/ 0 w 146391"/>
                  <a:gd name="connsiteY2" fmla="*/ 73196 h 146391"/>
                  <a:gd name="connsiteX3" fmla="*/ 73196 w 146391"/>
                  <a:gd name="connsiteY3" fmla="*/ 0 h 146391"/>
                  <a:gd name="connsiteX4" fmla="*/ 146392 w 146391"/>
                  <a:gd name="connsiteY4" fmla="*/ 73196 h 146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391" h="146391">
                    <a:moveTo>
                      <a:pt x="146392" y="73196"/>
                    </a:moveTo>
                    <a:cubicBezTo>
                      <a:pt x="146392" y="113621"/>
                      <a:pt x="113621" y="146392"/>
                      <a:pt x="73196" y="146392"/>
                    </a:cubicBezTo>
                    <a:cubicBezTo>
                      <a:pt x="32771" y="146392"/>
                      <a:pt x="0" y="113621"/>
                      <a:pt x="0" y="73196"/>
                    </a:cubicBezTo>
                    <a:cubicBezTo>
                      <a:pt x="0" y="32771"/>
                      <a:pt x="32771" y="0"/>
                      <a:pt x="73196" y="0"/>
                    </a:cubicBezTo>
                    <a:cubicBezTo>
                      <a:pt x="113621" y="0"/>
                      <a:pt x="146392" y="32771"/>
                      <a:pt x="146392" y="7319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6" name="任意多边形 105" descr="597b5a2a-b645-4cb3-b222-ded63f379ded"/>
              <p:cNvSpPr/>
              <p:nvPr/>
            </p:nvSpPr>
            <p:spPr>
              <a:xfrm>
                <a:off x="11306518" y="5128222"/>
                <a:ext cx="230247" cy="222535"/>
              </a:xfrm>
              <a:custGeom>
                <a:avLst/>
                <a:gdLst>
                  <a:gd name="connsiteX0" fmla="*/ 133168 w 161657"/>
                  <a:gd name="connsiteY0" fmla="*/ 127417 h 156242"/>
                  <a:gd name="connsiteX1" fmla="*/ 149277 w 161657"/>
                  <a:gd name="connsiteY1" fmla="*/ 76359 h 156242"/>
                  <a:gd name="connsiteX2" fmla="*/ 128270 w 161657"/>
                  <a:gd name="connsiteY2" fmla="*/ 30105 h 156242"/>
                  <a:gd name="connsiteX3" fmla="*/ 82016 w 161657"/>
                  <a:gd name="connsiteY3" fmla="*/ 6178 h 156242"/>
                  <a:gd name="connsiteX4" fmla="*/ 33878 w 161657"/>
                  <a:gd name="connsiteY4" fmla="*/ 28222 h 156242"/>
                  <a:gd name="connsiteX5" fmla="*/ 17675 w 161657"/>
                  <a:gd name="connsiteY5" fmla="*/ 76359 h 156242"/>
                  <a:gd name="connsiteX6" fmla="*/ 37364 w 161657"/>
                  <a:gd name="connsiteY6" fmla="*/ 121012 h 156242"/>
                  <a:gd name="connsiteX7" fmla="*/ 82016 w 161657"/>
                  <a:gd name="connsiteY7" fmla="*/ 143338 h 156242"/>
                  <a:gd name="connsiteX8" fmla="*/ 133168 w 161657"/>
                  <a:gd name="connsiteY8" fmla="*/ 127417 h 156242"/>
                  <a:gd name="connsiteX9" fmla="*/ 134487 w 161657"/>
                  <a:gd name="connsiteY9" fmla="*/ 128736 h 156242"/>
                  <a:gd name="connsiteX10" fmla="*/ 82110 w 161657"/>
                  <a:gd name="connsiteY10" fmla="*/ 155678 h 156242"/>
                  <a:gd name="connsiteX11" fmla="*/ 50646 w 161657"/>
                  <a:gd name="connsiteY11" fmla="*/ 152287 h 156242"/>
                  <a:gd name="connsiteX12" fmla="*/ 23233 w 161657"/>
                  <a:gd name="connsiteY12" fmla="*/ 135142 h 156242"/>
                  <a:gd name="connsiteX13" fmla="*/ 59 w 161657"/>
                  <a:gd name="connsiteY13" fmla="*/ 76265 h 156242"/>
                  <a:gd name="connsiteX14" fmla="*/ 26719 w 161657"/>
                  <a:gd name="connsiteY14" fmla="*/ 20873 h 156242"/>
                  <a:gd name="connsiteX15" fmla="*/ 82110 w 161657"/>
                  <a:gd name="connsiteY15" fmla="*/ 54 h 156242"/>
                  <a:gd name="connsiteX16" fmla="*/ 139386 w 161657"/>
                  <a:gd name="connsiteY16" fmla="*/ 18989 h 156242"/>
                  <a:gd name="connsiteX17" fmla="*/ 157379 w 161657"/>
                  <a:gd name="connsiteY17" fmla="*/ 45084 h 156242"/>
                  <a:gd name="connsiteX18" fmla="*/ 161241 w 161657"/>
                  <a:gd name="connsiteY18" fmla="*/ 76265 h 156242"/>
                  <a:gd name="connsiteX19" fmla="*/ 134487 w 161657"/>
                  <a:gd name="connsiteY19" fmla="*/ 128736 h 156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61657" h="156242">
                    <a:moveTo>
                      <a:pt x="133168" y="127417"/>
                    </a:moveTo>
                    <a:cubicBezTo>
                      <a:pt x="147016" y="114041"/>
                      <a:pt x="152009" y="93787"/>
                      <a:pt x="149277" y="76359"/>
                    </a:cubicBezTo>
                    <a:cubicBezTo>
                      <a:pt x="146734" y="58743"/>
                      <a:pt x="139480" y="43105"/>
                      <a:pt x="128270" y="30105"/>
                    </a:cubicBezTo>
                    <a:cubicBezTo>
                      <a:pt x="117248" y="17199"/>
                      <a:pt x="100763" y="6743"/>
                      <a:pt x="82016" y="6178"/>
                    </a:cubicBezTo>
                    <a:cubicBezTo>
                      <a:pt x="63458" y="5330"/>
                      <a:pt x="45183" y="14373"/>
                      <a:pt x="33878" y="28222"/>
                    </a:cubicBezTo>
                    <a:cubicBezTo>
                      <a:pt x="22480" y="42164"/>
                      <a:pt x="17204" y="59497"/>
                      <a:pt x="17675" y="76359"/>
                    </a:cubicBezTo>
                    <a:cubicBezTo>
                      <a:pt x="18335" y="93316"/>
                      <a:pt x="25871" y="109236"/>
                      <a:pt x="37364" y="121012"/>
                    </a:cubicBezTo>
                    <a:cubicBezTo>
                      <a:pt x="48856" y="133070"/>
                      <a:pt x="64588" y="140512"/>
                      <a:pt x="82016" y="143338"/>
                    </a:cubicBezTo>
                    <a:cubicBezTo>
                      <a:pt x="99444" y="146069"/>
                      <a:pt x="119697" y="141077"/>
                      <a:pt x="133168" y="127417"/>
                    </a:cubicBezTo>
                    <a:close/>
                    <a:moveTo>
                      <a:pt x="134487" y="128736"/>
                    </a:moveTo>
                    <a:cubicBezTo>
                      <a:pt x="120922" y="142302"/>
                      <a:pt x="103023" y="153135"/>
                      <a:pt x="82110" y="155678"/>
                    </a:cubicBezTo>
                    <a:cubicBezTo>
                      <a:pt x="71748" y="156997"/>
                      <a:pt x="60726" y="156055"/>
                      <a:pt x="50646" y="152287"/>
                    </a:cubicBezTo>
                    <a:cubicBezTo>
                      <a:pt x="40378" y="148802"/>
                      <a:pt x="31146" y="142584"/>
                      <a:pt x="23233" y="135142"/>
                    </a:cubicBezTo>
                    <a:cubicBezTo>
                      <a:pt x="7501" y="119881"/>
                      <a:pt x="-789" y="97744"/>
                      <a:pt x="59" y="76265"/>
                    </a:cubicBezTo>
                    <a:cubicBezTo>
                      <a:pt x="342" y="54693"/>
                      <a:pt x="10798" y="33968"/>
                      <a:pt x="26719" y="20873"/>
                    </a:cubicBezTo>
                    <a:cubicBezTo>
                      <a:pt x="42451" y="7497"/>
                      <a:pt x="62233" y="714"/>
                      <a:pt x="82110" y="54"/>
                    </a:cubicBezTo>
                    <a:cubicBezTo>
                      <a:pt x="101799" y="-605"/>
                      <a:pt x="123371" y="4671"/>
                      <a:pt x="139386" y="18989"/>
                    </a:cubicBezTo>
                    <a:cubicBezTo>
                      <a:pt x="147299" y="26055"/>
                      <a:pt x="153610" y="35098"/>
                      <a:pt x="157379" y="45084"/>
                    </a:cubicBezTo>
                    <a:cubicBezTo>
                      <a:pt x="161241" y="55069"/>
                      <a:pt x="162372" y="65903"/>
                      <a:pt x="161241" y="76265"/>
                    </a:cubicBezTo>
                    <a:cubicBezTo>
                      <a:pt x="158603" y="97272"/>
                      <a:pt x="147864" y="114982"/>
                      <a:pt x="134487" y="128736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7" name="任意多边形 106" descr="9d007b8a-88ef-4a5b-a6c4-5820e000c3d3"/>
              <p:cNvSpPr/>
              <p:nvPr/>
            </p:nvSpPr>
            <p:spPr>
              <a:xfrm>
                <a:off x="9935215" y="6516592"/>
                <a:ext cx="208504" cy="208505"/>
              </a:xfrm>
              <a:custGeom>
                <a:avLst/>
                <a:gdLst>
                  <a:gd name="connsiteX0" fmla="*/ 146392 w 146391"/>
                  <a:gd name="connsiteY0" fmla="*/ 73196 h 146391"/>
                  <a:gd name="connsiteX1" fmla="*/ 73196 w 146391"/>
                  <a:gd name="connsiteY1" fmla="*/ 146392 h 146391"/>
                  <a:gd name="connsiteX2" fmla="*/ 0 w 146391"/>
                  <a:gd name="connsiteY2" fmla="*/ 73196 h 146391"/>
                  <a:gd name="connsiteX3" fmla="*/ 73196 w 146391"/>
                  <a:gd name="connsiteY3" fmla="*/ 0 h 146391"/>
                  <a:gd name="connsiteX4" fmla="*/ 146392 w 146391"/>
                  <a:gd name="connsiteY4" fmla="*/ 73196 h 146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391" h="146391">
                    <a:moveTo>
                      <a:pt x="146392" y="73196"/>
                    </a:moveTo>
                    <a:cubicBezTo>
                      <a:pt x="146392" y="113621"/>
                      <a:pt x="113621" y="146392"/>
                      <a:pt x="73196" y="146392"/>
                    </a:cubicBezTo>
                    <a:cubicBezTo>
                      <a:pt x="32771" y="146392"/>
                      <a:pt x="0" y="113621"/>
                      <a:pt x="0" y="73196"/>
                    </a:cubicBezTo>
                    <a:cubicBezTo>
                      <a:pt x="0" y="32771"/>
                      <a:pt x="32771" y="0"/>
                      <a:pt x="73196" y="0"/>
                    </a:cubicBezTo>
                    <a:cubicBezTo>
                      <a:pt x="113621" y="0"/>
                      <a:pt x="146392" y="32771"/>
                      <a:pt x="146392" y="7319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8" name="任意多边形 107" descr="dee7f757-ccbe-4d47-8d33-c36366e32d41"/>
              <p:cNvSpPr/>
              <p:nvPr/>
            </p:nvSpPr>
            <p:spPr>
              <a:xfrm>
                <a:off x="9922519" y="6512221"/>
                <a:ext cx="230247" cy="222534"/>
              </a:xfrm>
              <a:custGeom>
                <a:avLst/>
                <a:gdLst>
                  <a:gd name="connsiteX0" fmla="*/ 133168 w 161657"/>
                  <a:gd name="connsiteY0" fmla="*/ 127417 h 156241"/>
                  <a:gd name="connsiteX1" fmla="*/ 149277 w 161657"/>
                  <a:gd name="connsiteY1" fmla="*/ 76359 h 156241"/>
                  <a:gd name="connsiteX2" fmla="*/ 128270 w 161657"/>
                  <a:gd name="connsiteY2" fmla="*/ 30105 h 156241"/>
                  <a:gd name="connsiteX3" fmla="*/ 82016 w 161657"/>
                  <a:gd name="connsiteY3" fmla="*/ 6178 h 156241"/>
                  <a:gd name="connsiteX4" fmla="*/ 33878 w 161657"/>
                  <a:gd name="connsiteY4" fmla="*/ 28221 h 156241"/>
                  <a:gd name="connsiteX5" fmla="*/ 17675 w 161657"/>
                  <a:gd name="connsiteY5" fmla="*/ 76359 h 156241"/>
                  <a:gd name="connsiteX6" fmla="*/ 37364 w 161657"/>
                  <a:gd name="connsiteY6" fmla="*/ 121012 h 156241"/>
                  <a:gd name="connsiteX7" fmla="*/ 82016 w 161657"/>
                  <a:gd name="connsiteY7" fmla="*/ 143338 h 156241"/>
                  <a:gd name="connsiteX8" fmla="*/ 133168 w 161657"/>
                  <a:gd name="connsiteY8" fmla="*/ 127417 h 156241"/>
                  <a:gd name="connsiteX9" fmla="*/ 134487 w 161657"/>
                  <a:gd name="connsiteY9" fmla="*/ 128736 h 156241"/>
                  <a:gd name="connsiteX10" fmla="*/ 82110 w 161657"/>
                  <a:gd name="connsiteY10" fmla="*/ 155678 h 156241"/>
                  <a:gd name="connsiteX11" fmla="*/ 50646 w 161657"/>
                  <a:gd name="connsiteY11" fmla="*/ 152287 h 156241"/>
                  <a:gd name="connsiteX12" fmla="*/ 23233 w 161657"/>
                  <a:gd name="connsiteY12" fmla="*/ 135142 h 156241"/>
                  <a:gd name="connsiteX13" fmla="*/ 59 w 161657"/>
                  <a:gd name="connsiteY13" fmla="*/ 76265 h 156241"/>
                  <a:gd name="connsiteX14" fmla="*/ 26719 w 161657"/>
                  <a:gd name="connsiteY14" fmla="*/ 20874 h 156241"/>
                  <a:gd name="connsiteX15" fmla="*/ 82110 w 161657"/>
                  <a:gd name="connsiteY15" fmla="*/ 54 h 156241"/>
                  <a:gd name="connsiteX16" fmla="*/ 139386 w 161657"/>
                  <a:gd name="connsiteY16" fmla="*/ 18989 h 156241"/>
                  <a:gd name="connsiteX17" fmla="*/ 157379 w 161657"/>
                  <a:gd name="connsiteY17" fmla="*/ 45084 h 156241"/>
                  <a:gd name="connsiteX18" fmla="*/ 161241 w 161657"/>
                  <a:gd name="connsiteY18" fmla="*/ 76265 h 156241"/>
                  <a:gd name="connsiteX19" fmla="*/ 134487 w 161657"/>
                  <a:gd name="connsiteY19" fmla="*/ 128736 h 156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61657" h="156241">
                    <a:moveTo>
                      <a:pt x="133168" y="127417"/>
                    </a:moveTo>
                    <a:cubicBezTo>
                      <a:pt x="147016" y="114040"/>
                      <a:pt x="152009" y="93787"/>
                      <a:pt x="149277" y="76359"/>
                    </a:cubicBezTo>
                    <a:cubicBezTo>
                      <a:pt x="146734" y="58743"/>
                      <a:pt x="139480" y="43105"/>
                      <a:pt x="128270" y="30105"/>
                    </a:cubicBezTo>
                    <a:cubicBezTo>
                      <a:pt x="117248" y="17200"/>
                      <a:pt x="100763" y="6743"/>
                      <a:pt x="82016" y="6178"/>
                    </a:cubicBezTo>
                    <a:cubicBezTo>
                      <a:pt x="63458" y="5330"/>
                      <a:pt x="45183" y="14374"/>
                      <a:pt x="33878" y="28221"/>
                    </a:cubicBezTo>
                    <a:cubicBezTo>
                      <a:pt x="22480" y="42164"/>
                      <a:pt x="17204" y="59497"/>
                      <a:pt x="17675" y="76359"/>
                    </a:cubicBezTo>
                    <a:cubicBezTo>
                      <a:pt x="18335" y="93316"/>
                      <a:pt x="25871" y="109236"/>
                      <a:pt x="37364" y="121012"/>
                    </a:cubicBezTo>
                    <a:cubicBezTo>
                      <a:pt x="48856" y="133069"/>
                      <a:pt x="64588" y="140511"/>
                      <a:pt x="82016" y="143338"/>
                    </a:cubicBezTo>
                    <a:cubicBezTo>
                      <a:pt x="99538" y="146070"/>
                      <a:pt x="119697" y="141077"/>
                      <a:pt x="133168" y="127417"/>
                    </a:cubicBezTo>
                    <a:close/>
                    <a:moveTo>
                      <a:pt x="134487" y="128736"/>
                    </a:moveTo>
                    <a:cubicBezTo>
                      <a:pt x="120922" y="142301"/>
                      <a:pt x="103023" y="153135"/>
                      <a:pt x="82110" y="155678"/>
                    </a:cubicBezTo>
                    <a:cubicBezTo>
                      <a:pt x="71748" y="156997"/>
                      <a:pt x="60726" y="156055"/>
                      <a:pt x="50646" y="152287"/>
                    </a:cubicBezTo>
                    <a:cubicBezTo>
                      <a:pt x="40378" y="148801"/>
                      <a:pt x="31146" y="142584"/>
                      <a:pt x="23233" y="135142"/>
                    </a:cubicBezTo>
                    <a:cubicBezTo>
                      <a:pt x="7501" y="119881"/>
                      <a:pt x="-789" y="97743"/>
                      <a:pt x="59" y="76265"/>
                    </a:cubicBezTo>
                    <a:cubicBezTo>
                      <a:pt x="342" y="54692"/>
                      <a:pt x="10798" y="33967"/>
                      <a:pt x="26719" y="20874"/>
                    </a:cubicBezTo>
                    <a:cubicBezTo>
                      <a:pt x="42451" y="7496"/>
                      <a:pt x="62233" y="714"/>
                      <a:pt x="82110" y="54"/>
                    </a:cubicBezTo>
                    <a:cubicBezTo>
                      <a:pt x="101799" y="-605"/>
                      <a:pt x="123371" y="4670"/>
                      <a:pt x="139386" y="18989"/>
                    </a:cubicBezTo>
                    <a:cubicBezTo>
                      <a:pt x="147299" y="26055"/>
                      <a:pt x="153610" y="35098"/>
                      <a:pt x="157379" y="45084"/>
                    </a:cubicBezTo>
                    <a:cubicBezTo>
                      <a:pt x="161241" y="55069"/>
                      <a:pt x="162372" y="65902"/>
                      <a:pt x="161241" y="76265"/>
                    </a:cubicBezTo>
                    <a:cubicBezTo>
                      <a:pt x="158697" y="97178"/>
                      <a:pt x="147958" y="114983"/>
                      <a:pt x="134487" y="128736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9" name="任意多边形 108" descr="e19f6e7a-1726-49d8-8bca-5df0e04f5c41"/>
              <p:cNvSpPr/>
              <p:nvPr/>
            </p:nvSpPr>
            <p:spPr>
              <a:xfrm>
                <a:off x="11605674" y="5824660"/>
                <a:ext cx="208504" cy="208504"/>
              </a:xfrm>
              <a:custGeom>
                <a:avLst/>
                <a:gdLst>
                  <a:gd name="connsiteX0" fmla="*/ 146392 w 146391"/>
                  <a:gd name="connsiteY0" fmla="*/ 73196 h 146391"/>
                  <a:gd name="connsiteX1" fmla="*/ 73196 w 146391"/>
                  <a:gd name="connsiteY1" fmla="*/ 146392 h 146391"/>
                  <a:gd name="connsiteX2" fmla="*/ 0 w 146391"/>
                  <a:gd name="connsiteY2" fmla="*/ 73196 h 146391"/>
                  <a:gd name="connsiteX3" fmla="*/ 73196 w 146391"/>
                  <a:gd name="connsiteY3" fmla="*/ 0 h 146391"/>
                  <a:gd name="connsiteX4" fmla="*/ 146392 w 146391"/>
                  <a:gd name="connsiteY4" fmla="*/ 73196 h 146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391" h="146391">
                    <a:moveTo>
                      <a:pt x="146392" y="73196"/>
                    </a:moveTo>
                    <a:cubicBezTo>
                      <a:pt x="146392" y="113621"/>
                      <a:pt x="113621" y="146392"/>
                      <a:pt x="73196" y="146392"/>
                    </a:cubicBezTo>
                    <a:cubicBezTo>
                      <a:pt x="32771" y="146392"/>
                      <a:pt x="0" y="113621"/>
                      <a:pt x="0" y="73196"/>
                    </a:cubicBezTo>
                    <a:cubicBezTo>
                      <a:pt x="0" y="32771"/>
                      <a:pt x="32771" y="0"/>
                      <a:pt x="73196" y="0"/>
                    </a:cubicBezTo>
                    <a:cubicBezTo>
                      <a:pt x="113621" y="0"/>
                      <a:pt x="146392" y="32771"/>
                      <a:pt x="146392" y="7319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0" name="任意多边形 109" descr="bf7bd740-a2a2-476d-9561-a467ee0e686f"/>
              <p:cNvSpPr/>
              <p:nvPr/>
            </p:nvSpPr>
            <p:spPr>
              <a:xfrm>
                <a:off x="11591303" y="5816825"/>
                <a:ext cx="234147" cy="217681"/>
              </a:xfrm>
              <a:custGeom>
                <a:avLst/>
                <a:gdLst>
                  <a:gd name="connsiteX0" fmla="*/ 83286 w 164395"/>
                  <a:gd name="connsiteY0" fmla="*/ 150951 h 152834"/>
                  <a:gd name="connsiteX1" fmla="*/ 130765 w 164395"/>
                  <a:gd name="connsiteY1" fmla="*/ 126175 h 152834"/>
                  <a:gd name="connsiteX2" fmla="*/ 148569 w 164395"/>
                  <a:gd name="connsiteY2" fmla="*/ 78697 h 152834"/>
                  <a:gd name="connsiteX3" fmla="*/ 132837 w 164395"/>
                  <a:gd name="connsiteY3" fmla="*/ 29146 h 152834"/>
                  <a:gd name="connsiteX4" fmla="*/ 83286 w 164395"/>
                  <a:gd name="connsiteY4" fmla="*/ 10682 h 152834"/>
                  <a:gd name="connsiteX5" fmla="*/ 37786 w 164395"/>
                  <a:gd name="connsiteY5" fmla="*/ 33197 h 152834"/>
                  <a:gd name="connsiteX6" fmla="*/ 20170 w 164395"/>
                  <a:gd name="connsiteY6" fmla="*/ 78697 h 152834"/>
                  <a:gd name="connsiteX7" fmla="*/ 35902 w 164395"/>
                  <a:gd name="connsiteY7" fmla="*/ 126081 h 152834"/>
                  <a:gd name="connsiteX8" fmla="*/ 83286 w 164395"/>
                  <a:gd name="connsiteY8" fmla="*/ 150951 h 152834"/>
                  <a:gd name="connsiteX9" fmla="*/ 83286 w 164395"/>
                  <a:gd name="connsiteY9" fmla="*/ 152835 h 152834"/>
                  <a:gd name="connsiteX10" fmla="*/ 27141 w 164395"/>
                  <a:gd name="connsiteY10" fmla="*/ 134842 h 152834"/>
                  <a:gd name="connsiteX11" fmla="*/ 7264 w 164395"/>
                  <a:gd name="connsiteY11" fmla="*/ 110161 h 152834"/>
                  <a:gd name="connsiteX12" fmla="*/ 10 w 164395"/>
                  <a:gd name="connsiteY12" fmla="*/ 78697 h 152834"/>
                  <a:gd name="connsiteX13" fmla="*/ 25257 w 164395"/>
                  <a:gd name="connsiteY13" fmla="*/ 20667 h 152834"/>
                  <a:gd name="connsiteX14" fmla="*/ 83286 w 164395"/>
                  <a:gd name="connsiteY14" fmla="*/ 320 h 152834"/>
                  <a:gd name="connsiteX15" fmla="*/ 137170 w 164395"/>
                  <a:gd name="connsiteY15" fmla="*/ 24718 h 152834"/>
                  <a:gd name="connsiteX16" fmla="*/ 164301 w 164395"/>
                  <a:gd name="connsiteY16" fmla="*/ 78603 h 152834"/>
                  <a:gd name="connsiteX17" fmla="*/ 158554 w 164395"/>
                  <a:gd name="connsiteY17" fmla="*/ 109784 h 152834"/>
                  <a:gd name="connsiteX18" fmla="*/ 139243 w 164395"/>
                  <a:gd name="connsiteY18" fmla="*/ 134559 h 152834"/>
                  <a:gd name="connsiteX19" fmla="*/ 83286 w 164395"/>
                  <a:gd name="connsiteY19" fmla="*/ 152835 h 152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64395" h="152834">
                    <a:moveTo>
                      <a:pt x="83286" y="150951"/>
                    </a:moveTo>
                    <a:cubicBezTo>
                      <a:pt x="102504" y="151327"/>
                      <a:pt x="120402" y="140494"/>
                      <a:pt x="130765" y="126175"/>
                    </a:cubicBezTo>
                    <a:cubicBezTo>
                      <a:pt x="141410" y="111950"/>
                      <a:pt x="147345" y="95748"/>
                      <a:pt x="148569" y="78697"/>
                    </a:cubicBezTo>
                    <a:cubicBezTo>
                      <a:pt x="149888" y="61834"/>
                      <a:pt x="145649" y="42711"/>
                      <a:pt x="132837" y="29146"/>
                    </a:cubicBezTo>
                    <a:cubicBezTo>
                      <a:pt x="120308" y="15486"/>
                      <a:pt x="100996" y="8892"/>
                      <a:pt x="83286" y="10682"/>
                    </a:cubicBezTo>
                    <a:cubicBezTo>
                      <a:pt x="65388" y="12472"/>
                      <a:pt x="49373" y="21045"/>
                      <a:pt x="37786" y="33197"/>
                    </a:cubicBezTo>
                    <a:cubicBezTo>
                      <a:pt x="26293" y="45632"/>
                      <a:pt x="20358" y="62211"/>
                      <a:pt x="20170" y="78697"/>
                    </a:cubicBezTo>
                    <a:cubicBezTo>
                      <a:pt x="19793" y="95371"/>
                      <a:pt x="25634" y="111668"/>
                      <a:pt x="35902" y="126081"/>
                    </a:cubicBezTo>
                    <a:cubicBezTo>
                      <a:pt x="46359" y="140306"/>
                      <a:pt x="64163" y="151045"/>
                      <a:pt x="83286" y="150951"/>
                    </a:cubicBezTo>
                    <a:close/>
                    <a:moveTo>
                      <a:pt x="83286" y="152835"/>
                    </a:moveTo>
                    <a:cubicBezTo>
                      <a:pt x="64069" y="152835"/>
                      <a:pt x="43815" y="147842"/>
                      <a:pt x="27141" y="134842"/>
                    </a:cubicBezTo>
                    <a:cubicBezTo>
                      <a:pt x="18851" y="128436"/>
                      <a:pt x="11786" y="119958"/>
                      <a:pt x="7264" y="110161"/>
                    </a:cubicBezTo>
                    <a:cubicBezTo>
                      <a:pt x="2554" y="100458"/>
                      <a:pt x="387" y="89530"/>
                      <a:pt x="10" y="78697"/>
                    </a:cubicBezTo>
                    <a:cubicBezTo>
                      <a:pt x="-366" y="56842"/>
                      <a:pt x="9525" y="35269"/>
                      <a:pt x="25257" y="20667"/>
                    </a:cubicBezTo>
                    <a:cubicBezTo>
                      <a:pt x="40706" y="5595"/>
                      <a:pt x="62750" y="-1659"/>
                      <a:pt x="83286" y="320"/>
                    </a:cubicBezTo>
                    <a:cubicBezTo>
                      <a:pt x="103917" y="2015"/>
                      <a:pt x="122663" y="11153"/>
                      <a:pt x="137170" y="24718"/>
                    </a:cubicBezTo>
                    <a:cubicBezTo>
                      <a:pt x="151583" y="38190"/>
                      <a:pt x="163076" y="57124"/>
                      <a:pt x="164301" y="78603"/>
                    </a:cubicBezTo>
                    <a:cubicBezTo>
                      <a:pt x="164866" y="89153"/>
                      <a:pt x="162888" y="100081"/>
                      <a:pt x="158554" y="109784"/>
                    </a:cubicBezTo>
                    <a:cubicBezTo>
                      <a:pt x="154221" y="119581"/>
                      <a:pt x="147345" y="128059"/>
                      <a:pt x="139243" y="134559"/>
                    </a:cubicBezTo>
                    <a:cubicBezTo>
                      <a:pt x="122663" y="147654"/>
                      <a:pt x="102504" y="152646"/>
                      <a:pt x="83286" y="152835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1" name="任意多边形 110" descr="0036423c-c904-4313-87ab-361008c7f6a2"/>
              <p:cNvSpPr/>
              <p:nvPr/>
            </p:nvSpPr>
            <p:spPr>
              <a:xfrm>
                <a:off x="9648487" y="5824660"/>
                <a:ext cx="208504" cy="208504"/>
              </a:xfrm>
              <a:custGeom>
                <a:avLst/>
                <a:gdLst>
                  <a:gd name="connsiteX0" fmla="*/ 146392 w 146391"/>
                  <a:gd name="connsiteY0" fmla="*/ 73196 h 146391"/>
                  <a:gd name="connsiteX1" fmla="*/ 73196 w 146391"/>
                  <a:gd name="connsiteY1" fmla="*/ 146392 h 146391"/>
                  <a:gd name="connsiteX2" fmla="*/ 0 w 146391"/>
                  <a:gd name="connsiteY2" fmla="*/ 73196 h 146391"/>
                  <a:gd name="connsiteX3" fmla="*/ 73196 w 146391"/>
                  <a:gd name="connsiteY3" fmla="*/ 0 h 146391"/>
                  <a:gd name="connsiteX4" fmla="*/ 146392 w 146391"/>
                  <a:gd name="connsiteY4" fmla="*/ 73196 h 146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391" h="146391">
                    <a:moveTo>
                      <a:pt x="146392" y="73196"/>
                    </a:moveTo>
                    <a:cubicBezTo>
                      <a:pt x="146392" y="113621"/>
                      <a:pt x="113621" y="146392"/>
                      <a:pt x="73196" y="146392"/>
                    </a:cubicBezTo>
                    <a:cubicBezTo>
                      <a:pt x="32771" y="146392"/>
                      <a:pt x="0" y="113621"/>
                      <a:pt x="0" y="73196"/>
                    </a:cubicBezTo>
                    <a:cubicBezTo>
                      <a:pt x="0" y="32771"/>
                      <a:pt x="32771" y="0"/>
                      <a:pt x="73196" y="0"/>
                    </a:cubicBezTo>
                    <a:cubicBezTo>
                      <a:pt x="113621" y="0"/>
                      <a:pt x="146392" y="32771"/>
                      <a:pt x="146392" y="7319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2" name="任意多边形 111" descr="98505738-c505-4dbd-b3f1-7c97e9f89a3d"/>
              <p:cNvSpPr/>
              <p:nvPr/>
            </p:nvSpPr>
            <p:spPr>
              <a:xfrm>
                <a:off x="9634116" y="5816825"/>
                <a:ext cx="234147" cy="217681"/>
              </a:xfrm>
              <a:custGeom>
                <a:avLst/>
                <a:gdLst>
                  <a:gd name="connsiteX0" fmla="*/ 83286 w 164395"/>
                  <a:gd name="connsiteY0" fmla="*/ 150951 h 152834"/>
                  <a:gd name="connsiteX1" fmla="*/ 130765 w 164395"/>
                  <a:gd name="connsiteY1" fmla="*/ 126175 h 152834"/>
                  <a:gd name="connsiteX2" fmla="*/ 148569 w 164395"/>
                  <a:gd name="connsiteY2" fmla="*/ 78697 h 152834"/>
                  <a:gd name="connsiteX3" fmla="*/ 132837 w 164395"/>
                  <a:gd name="connsiteY3" fmla="*/ 29146 h 152834"/>
                  <a:gd name="connsiteX4" fmla="*/ 83286 w 164395"/>
                  <a:gd name="connsiteY4" fmla="*/ 10682 h 152834"/>
                  <a:gd name="connsiteX5" fmla="*/ 37786 w 164395"/>
                  <a:gd name="connsiteY5" fmla="*/ 33197 h 152834"/>
                  <a:gd name="connsiteX6" fmla="*/ 20170 w 164395"/>
                  <a:gd name="connsiteY6" fmla="*/ 78697 h 152834"/>
                  <a:gd name="connsiteX7" fmla="*/ 35902 w 164395"/>
                  <a:gd name="connsiteY7" fmla="*/ 126081 h 152834"/>
                  <a:gd name="connsiteX8" fmla="*/ 83286 w 164395"/>
                  <a:gd name="connsiteY8" fmla="*/ 150951 h 152834"/>
                  <a:gd name="connsiteX9" fmla="*/ 83286 w 164395"/>
                  <a:gd name="connsiteY9" fmla="*/ 152835 h 152834"/>
                  <a:gd name="connsiteX10" fmla="*/ 27141 w 164395"/>
                  <a:gd name="connsiteY10" fmla="*/ 134842 h 152834"/>
                  <a:gd name="connsiteX11" fmla="*/ 7264 w 164395"/>
                  <a:gd name="connsiteY11" fmla="*/ 110161 h 152834"/>
                  <a:gd name="connsiteX12" fmla="*/ 10 w 164395"/>
                  <a:gd name="connsiteY12" fmla="*/ 78697 h 152834"/>
                  <a:gd name="connsiteX13" fmla="*/ 25257 w 164395"/>
                  <a:gd name="connsiteY13" fmla="*/ 20667 h 152834"/>
                  <a:gd name="connsiteX14" fmla="*/ 83286 w 164395"/>
                  <a:gd name="connsiteY14" fmla="*/ 320 h 152834"/>
                  <a:gd name="connsiteX15" fmla="*/ 137170 w 164395"/>
                  <a:gd name="connsiteY15" fmla="*/ 24718 h 152834"/>
                  <a:gd name="connsiteX16" fmla="*/ 164301 w 164395"/>
                  <a:gd name="connsiteY16" fmla="*/ 78603 h 152834"/>
                  <a:gd name="connsiteX17" fmla="*/ 158554 w 164395"/>
                  <a:gd name="connsiteY17" fmla="*/ 109784 h 152834"/>
                  <a:gd name="connsiteX18" fmla="*/ 139243 w 164395"/>
                  <a:gd name="connsiteY18" fmla="*/ 134559 h 152834"/>
                  <a:gd name="connsiteX19" fmla="*/ 83286 w 164395"/>
                  <a:gd name="connsiteY19" fmla="*/ 152835 h 152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64395" h="152834">
                    <a:moveTo>
                      <a:pt x="83286" y="150951"/>
                    </a:moveTo>
                    <a:cubicBezTo>
                      <a:pt x="102504" y="151327"/>
                      <a:pt x="120402" y="140494"/>
                      <a:pt x="130765" y="126175"/>
                    </a:cubicBezTo>
                    <a:cubicBezTo>
                      <a:pt x="141410" y="111950"/>
                      <a:pt x="147344" y="95748"/>
                      <a:pt x="148569" y="78697"/>
                    </a:cubicBezTo>
                    <a:cubicBezTo>
                      <a:pt x="149888" y="61834"/>
                      <a:pt x="145649" y="42711"/>
                      <a:pt x="132837" y="29146"/>
                    </a:cubicBezTo>
                    <a:cubicBezTo>
                      <a:pt x="120308" y="15486"/>
                      <a:pt x="100996" y="8892"/>
                      <a:pt x="83286" y="10682"/>
                    </a:cubicBezTo>
                    <a:cubicBezTo>
                      <a:pt x="65388" y="12472"/>
                      <a:pt x="49373" y="21045"/>
                      <a:pt x="37786" y="33197"/>
                    </a:cubicBezTo>
                    <a:cubicBezTo>
                      <a:pt x="26293" y="45632"/>
                      <a:pt x="20358" y="62211"/>
                      <a:pt x="20170" y="78697"/>
                    </a:cubicBezTo>
                    <a:cubicBezTo>
                      <a:pt x="19793" y="95371"/>
                      <a:pt x="25634" y="111668"/>
                      <a:pt x="35902" y="126081"/>
                    </a:cubicBezTo>
                    <a:cubicBezTo>
                      <a:pt x="46358" y="140306"/>
                      <a:pt x="64163" y="151045"/>
                      <a:pt x="83286" y="150951"/>
                    </a:cubicBezTo>
                    <a:close/>
                    <a:moveTo>
                      <a:pt x="83286" y="152835"/>
                    </a:moveTo>
                    <a:cubicBezTo>
                      <a:pt x="64069" y="152835"/>
                      <a:pt x="43815" y="147842"/>
                      <a:pt x="27141" y="134842"/>
                    </a:cubicBezTo>
                    <a:cubicBezTo>
                      <a:pt x="18851" y="128436"/>
                      <a:pt x="11786" y="119958"/>
                      <a:pt x="7264" y="110161"/>
                    </a:cubicBezTo>
                    <a:cubicBezTo>
                      <a:pt x="2554" y="100458"/>
                      <a:pt x="387" y="89530"/>
                      <a:pt x="10" y="78697"/>
                    </a:cubicBezTo>
                    <a:cubicBezTo>
                      <a:pt x="-366" y="56842"/>
                      <a:pt x="9525" y="35269"/>
                      <a:pt x="25257" y="20667"/>
                    </a:cubicBezTo>
                    <a:cubicBezTo>
                      <a:pt x="40706" y="5595"/>
                      <a:pt x="62750" y="-1659"/>
                      <a:pt x="83286" y="320"/>
                    </a:cubicBezTo>
                    <a:cubicBezTo>
                      <a:pt x="103917" y="2015"/>
                      <a:pt x="122663" y="11153"/>
                      <a:pt x="137170" y="24718"/>
                    </a:cubicBezTo>
                    <a:cubicBezTo>
                      <a:pt x="151583" y="38190"/>
                      <a:pt x="163076" y="57124"/>
                      <a:pt x="164301" y="78603"/>
                    </a:cubicBezTo>
                    <a:cubicBezTo>
                      <a:pt x="164866" y="89153"/>
                      <a:pt x="162888" y="100081"/>
                      <a:pt x="158554" y="109784"/>
                    </a:cubicBezTo>
                    <a:cubicBezTo>
                      <a:pt x="154221" y="119581"/>
                      <a:pt x="147344" y="128059"/>
                      <a:pt x="139243" y="134559"/>
                    </a:cubicBezTo>
                    <a:cubicBezTo>
                      <a:pt x="122663" y="147654"/>
                      <a:pt x="102504" y="152646"/>
                      <a:pt x="83286" y="152835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" name="任意多边形 112" descr="39bbbf11-6766-41f0-b13e-2239585a5c74"/>
              <p:cNvSpPr/>
              <p:nvPr/>
            </p:nvSpPr>
            <p:spPr>
              <a:xfrm>
                <a:off x="11319080" y="6516592"/>
                <a:ext cx="208504" cy="208504"/>
              </a:xfrm>
              <a:custGeom>
                <a:avLst/>
                <a:gdLst>
                  <a:gd name="connsiteX0" fmla="*/ 146392 w 146391"/>
                  <a:gd name="connsiteY0" fmla="*/ 73196 h 146391"/>
                  <a:gd name="connsiteX1" fmla="*/ 73196 w 146391"/>
                  <a:gd name="connsiteY1" fmla="*/ 146392 h 146391"/>
                  <a:gd name="connsiteX2" fmla="*/ 0 w 146391"/>
                  <a:gd name="connsiteY2" fmla="*/ 73196 h 146391"/>
                  <a:gd name="connsiteX3" fmla="*/ 73196 w 146391"/>
                  <a:gd name="connsiteY3" fmla="*/ 0 h 146391"/>
                  <a:gd name="connsiteX4" fmla="*/ 146392 w 146391"/>
                  <a:gd name="connsiteY4" fmla="*/ 73196 h 146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391" h="146391">
                    <a:moveTo>
                      <a:pt x="146392" y="73196"/>
                    </a:moveTo>
                    <a:cubicBezTo>
                      <a:pt x="146392" y="113621"/>
                      <a:pt x="113621" y="146392"/>
                      <a:pt x="73196" y="146392"/>
                    </a:cubicBezTo>
                    <a:cubicBezTo>
                      <a:pt x="32771" y="146392"/>
                      <a:pt x="0" y="113621"/>
                      <a:pt x="0" y="73196"/>
                    </a:cubicBezTo>
                    <a:cubicBezTo>
                      <a:pt x="0" y="32771"/>
                      <a:pt x="32771" y="0"/>
                      <a:pt x="73196" y="0"/>
                    </a:cubicBezTo>
                    <a:cubicBezTo>
                      <a:pt x="113621" y="0"/>
                      <a:pt x="146392" y="32771"/>
                      <a:pt x="146392" y="7319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4" name="任意多边形 113" descr="55a1abdc-0a8b-4092-889b-2708a72d1d6c"/>
              <p:cNvSpPr/>
              <p:nvPr/>
            </p:nvSpPr>
            <p:spPr>
              <a:xfrm>
                <a:off x="11309556" y="6504030"/>
                <a:ext cx="222533" cy="230247"/>
              </a:xfrm>
              <a:custGeom>
                <a:avLst/>
                <a:gdLst>
                  <a:gd name="connsiteX0" fmla="*/ 28825 w 156241"/>
                  <a:gd name="connsiteY0" fmla="*/ 133169 h 161657"/>
                  <a:gd name="connsiteX1" fmla="*/ 79883 w 156241"/>
                  <a:gd name="connsiteY1" fmla="*/ 149277 h 161657"/>
                  <a:gd name="connsiteX2" fmla="*/ 126137 w 156241"/>
                  <a:gd name="connsiteY2" fmla="*/ 128270 h 161657"/>
                  <a:gd name="connsiteX3" fmla="*/ 150064 w 156241"/>
                  <a:gd name="connsiteY3" fmla="*/ 82016 h 161657"/>
                  <a:gd name="connsiteX4" fmla="*/ 128021 w 156241"/>
                  <a:gd name="connsiteY4" fmla="*/ 33878 h 161657"/>
                  <a:gd name="connsiteX5" fmla="*/ 79883 w 156241"/>
                  <a:gd name="connsiteY5" fmla="*/ 17675 h 161657"/>
                  <a:gd name="connsiteX6" fmla="*/ 35230 w 156241"/>
                  <a:gd name="connsiteY6" fmla="*/ 37363 h 161657"/>
                  <a:gd name="connsiteX7" fmla="*/ 12904 w 156241"/>
                  <a:gd name="connsiteY7" fmla="*/ 82016 h 161657"/>
                  <a:gd name="connsiteX8" fmla="*/ 28825 w 156241"/>
                  <a:gd name="connsiteY8" fmla="*/ 133169 h 161657"/>
                  <a:gd name="connsiteX9" fmla="*/ 27506 w 156241"/>
                  <a:gd name="connsiteY9" fmla="*/ 134487 h 161657"/>
                  <a:gd name="connsiteX10" fmla="*/ 564 w 156241"/>
                  <a:gd name="connsiteY10" fmla="*/ 82110 h 161657"/>
                  <a:gd name="connsiteX11" fmla="*/ 3955 w 156241"/>
                  <a:gd name="connsiteY11" fmla="*/ 50646 h 161657"/>
                  <a:gd name="connsiteX12" fmla="*/ 21100 w 156241"/>
                  <a:gd name="connsiteY12" fmla="*/ 23233 h 161657"/>
                  <a:gd name="connsiteX13" fmla="*/ 79977 w 156241"/>
                  <a:gd name="connsiteY13" fmla="*/ 59 h 161657"/>
                  <a:gd name="connsiteX14" fmla="*/ 135369 w 156241"/>
                  <a:gd name="connsiteY14" fmla="*/ 26719 h 161657"/>
                  <a:gd name="connsiteX15" fmla="*/ 156187 w 156241"/>
                  <a:gd name="connsiteY15" fmla="*/ 82110 h 161657"/>
                  <a:gd name="connsiteX16" fmla="*/ 137253 w 156241"/>
                  <a:gd name="connsiteY16" fmla="*/ 139386 h 161657"/>
                  <a:gd name="connsiteX17" fmla="*/ 111158 w 156241"/>
                  <a:gd name="connsiteY17" fmla="*/ 157379 h 161657"/>
                  <a:gd name="connsiteX18" fmla="*/ 79977 w 156241"/>
                  <a:gd name="connsiteY18" fmla="*/ 161241 h 161657"/>
                  <a:gd name="connsiteX19" fmla="*/ 27506 w 156241"/>
                  <a:gd name="connsiteY19" fmla="*/ 134487 h 161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56241" h="161657">
                    <a:moveTo>
                      <a:pt x="28825" y="133169"/>
                    </a:moveTo>
                    <a:cubicBezTo>
                      <a:pt x="42202" y="147016"/>
                      <a:pt x="62455" y="152009"/>
                      <a:pt x="79883" y="149277"/>
                    </a:cubicBezTo>
                    <a:cubicBezTo>
                      <a:pt x="97499" y="146734"/>
                      <a:pt x="113137" y="139480"/>
                      <a:pt x="126137" y="128270"/>
                    </a:cubicBezTo>
                    <a:cubicBezTo>
                      <a:pt x="139043" y="117248"/>
                      <a:pt x="149499" y="100763"/>
                      <a:pt x="150064" y="82016"/>
                    </a:cubicBezTo>
                    <a:cubicBezTo>
                      <a:pt x="150912" y="63458"/>
                      <a:pt x="141869" y="45182"/>
                      <a:pt x="128021" y="33878"/>
                    </a:cubicBezTo>
                    <a:cubicBezTo>
                      <a:pt x="114079" y="22480"/>
                      <a:pt x="96745" y="17204"/>
                      <a:pt x="79883" y="17675"/>
                    </a:cubicBezTo>
                    <a:cubicBezTo>
                      <a:pt x="62926" y="18335"/>
                      <a:pt x="47006" y="25871"/>
                      <a:pt x="35230" y="37363"/>
                    </a:cubicBezTo>
                    <a:cubicBezTo>
                      <a:pt x="23172" y="48856"/>
                      <a:pt x="15731" y="64588"/>
                      <a:pt x="12904" y="82016"/>
                    </a:cubicBezTo>
                    <a:cubicBezTo>
                      <a:pt x="10172" y="99444"/>
                      <a:pt x="15165" y="119698"/>
                      <a:pt x="28825" y="133169"/>
                    </a:cubicBezTo>
                    <a:close/>
                    <a:moveTo>
                      <a:pt x="27506" y="134487"/>
                    </a:moveTo>
                    <a:cubicBezTo>
                      <a:pt x="13941" y="120922"/>
                      <a:pt x="3107" y="103023"/>
                      <a:pt x="564" y="82110"/>
                    </a:cubicBezTo>
                    <a:cubicBezTo>
                      <a:pt x="-755" y="71748"/>
                      <a:pt x="187" y="60726"/>
                      <a:pt x="3955" y="50646"/>
                    </a:cubicBezTo>
                    <a:cubicBezTo>
                      <a:pt x="7441" y="40378"/>
                      <a:pt x="13658" y="31146"/>
                      <a:pt x="21100" y="23233"/>
                    </a:cubicBezTo>
                    <a:cubicBezTo>
                      <a:pt x="36361" y="7501"/>
                      <a:pt x="58499" y="-789"/>
                      <a:pt x="79977" y="59"/>
                    </a:cubicBezTo>
                    <a:cubicBezTo>
                      <a:pt x="101550" y="342"/>
                      <a:pt x="122274" y="10799"/>
                      <a:pt x="135369" y="26719"/>
                    </a:cubicBezTo>
                    <a:cubicBezTo>
                      <a:pt x="148746" y="42451"/>
                      <a:pt x="155528" y="62233"/>
                      <a:pt x="156187" y="82110"/>
                    </a:cubicBezTo>
                    <a:cubicBezTo>
                      <a:pt x="156847" y="101799"/>
                      <a:pt x="151572" y="123371"/>
                      <a:pt x="137253" y="139386"/>
                    </a:cubicBezTo>
                    <a:cubicBezTo>
                      <a:pt x="130187" y="147299"/>
                      <a:pt x="121144" y="153610"/>
                      <a:pt x="111158" y="157379"/>
                    </a:cubicBezTo>
                    <a:cubicBezTo>
                      <a:pt x="101173" y="161241"/>
                      <a:pt x="90339" y="162371"/>
                      <a:pt x="79977" y="161241"/>
                    </a:cubicBezTo>
                    <a:cubicBezTo>
                      <a:pt x="58970" y="158604"/>
                      <a:pt x="41165" y="147864"/>
                      <a:pt x="27506" y="134487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5" name="任意多边形 114" descr="76629608-2573-4bcf-be19-fa06f1d8c135"/>
              <p:cNvSpPr/>
              <p:nvPr/>
            </p:nvSpPr>
            <p:spPr>
              <a:xfrm>
                <a:off x="9935215" y="5132727"/>
                <a:ext cx="208504" cy="208504"/>
              </a:xfrm>
              <a:custGeom>
                <a:avLst/>
                <a:gdLst>
                  <a:gd name="connsiteX0" fmla="*/ 146392 w 146391"/>
                  <a:gd name="connsiteY0" fmla="*/ 73196 h 146391"/>
                  <a:gd name="connsiteX1" fmla="*/ 73196 w 146391"/>
                  <a:gd name="connsiteY1" fmla="*/ 146392 h 146391"/>
                  <a:gd name="connsiteX2" fmla="*/ 0 w 146391"/>
                  <a:gd name="connsiteY2" fmla="*/ 73196 h 146391"/>
                  <a:gd name="connsiteX3" fmla="*/ 73196 w 146391"/>
                  <a:gd name="connsiteY3" fmla="*/ 0 h 146391"/>
                  <a:gd name="connsiteX4" fmla="*/ 146392 w 146391"/>
                  <a:gd name="connsiteY4" fmla="*/ 73196 h 146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391" h="146391">
                    <a:moveTo>
                      <a:pt x="146392" y="73196"/>
                    </a:moveTo>
                    <a:cubicBezTo>
                      <a:pt x="146392" y="113621"/>
                      <a:pt x="113621" y="146392"/>
                      <a:pt x="73196" y="146392"/>
                    </a:cubicBezTo>
                    <a:cubicBezTo>
                      <a:pt x="32771" y="146392"/>
                      <a:pt x="0" y="113621"/>
                      <a:pt x="0" y="73196"/>
                    </a:cubicBezTo>
                    <a:cubicBezTo>
                      <a:pt x="0" y="32771"/>
                      <a:pt x="32771" y="0"/>
                      <a:pt x="73196" y="0"/>
                    </a:cubicBezTo>
                    <a:cubicBezTo>
                      <a:pt x="113621" y="0"/>
                      <a:pt x="146392" y="32771"/>
                      <a:pt x="146392" y="7319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6" name="任意多边形 115" descr="382e701b-0e9c-49bf-85cd-2bba8f8435c0"/>
              <p:cNvSpPr/>
              <p:nvPr/>
            </p:nvSpPr>
            <p:spPr>
              <a:xfrm>
                <a:off x="9925557" y="5120031"/>
                <a:ext cx="222533" cy="230247"/>
              </a:xfrm>
              <a:custGeom>
                <a:avLst/>
                <a:gdLst>
                  <a:gd name="connsiteX0" fmla="*/ 28825 w 156241"/>
                  <a:gd name="connsiteY0" fmla="*/ 133168 h 161657"/>
                  <a:gd name="connsiteX1" fmla="*/ 79883 w 156241"/>
                  <a:gd name="connsiteY1" fmla="*/ 149277 h 161657"/>
                  <a:gd name="connsiteX2" fmla="*/ 126137 w 156241"/>
                  <a:gd name="connsiteY2" fmla="*/ 128270 h 161657"/>
                  <a:gd name="connsiteX3" fmla="*/ 150064 w 156241"/>
                  <a:gd name="connsiteY3" fmla="*/ 82016 h 161657"/>
                  <a:gd name="connsiteX4" fmla="*/ 128021 w 156241"/>
                  <a:gd name="connsiteY4" fmla="*/ 33878 h 161657"/>
                  <a:gd name="connsiteX5" fmla="*/ 79883 w 156241"/>
                  <a:gd name="connsiteY5" fmla="*/ 17675 h 161657"/>
                  <a:gd name="connsiteX6" fmla="*/ 35231 w 156241"/>
                  <a:gd name="connsiteY6" fmla="*/ 37364 h 161657"/>
                  <a:gd name="connsiteX7" fmla="*/ 12904 w 156241"/>
                  <a:gd name="connsiteY7" fmla="*/ 82016 h 161657"/>
                  <a:gd name="connsiteX8" fmla="*/ 28825 w 156241"/>
                  <a:gd name="connsiteY8" fmla="*/ 133168 h 161657"/>
                  <a:gd name="connsiteX9" fmla="*/ 27506 w 156241"/>
                  <a:gd name="connsiteY9" fmla="*/ 134487 h 161657"/>
                  <a:gd name="connsiteX10" fmla="*/ 564 w 156241"/>
                  <a:gd name="connsiteY10" fmla="*/ 82110 h 161657"/>
                  <a:gd name="connsiteX11" fmla="*/ 3955 w 156241"/>
                  <a:gd name="connsiteY11" fmla="*/ 50646 h 161657"/>
                  <a:gd name="connsiteX12" fmla="*/ 21100 w 156241"/>
                  <a:gd name="connsiteY12" fmla="*/ 23233 h 161657"/>
                  <a:gd name="connsiteX13" fmla="*/ 79977 w 156241"/>
                  <a:gd name="connsiteY13" fmla="*/ 59 h 161657"/>
                  <a:gd name="connsiteX14" fmla="*/ 135369 w 156241"/>
                  <a:gd name="connsiteY14" fmla="*/ 26719 h 161657"/>
                  <a:gd name="connsiteX15" fmla="*/ 156188 w 156241"/>
                  <a:gd name="connsiteY15" fmla="*/ 82110 h 161657"/>
                  <a:gd name="connsiteX16" fmla="*/ 137253 w 156241"/>
                  <a:gd name="connsiteY16" fmla="*/ 139386 h 161657"/>
                  <a:gd name="connsiteX17" fmla="*/ 111158 w 156241"/>
                  <a:gd name="connsiteY17" fmla="*/ 157379 h 161657"/>
                  <a:gd name="connsiteX18" fmla="*/ 79977 w 156241"/>
                  <a:gd name="connsiteY18" fmla="*/ 161241 h 161657"/>
                  <a:gd name="connsiteX19" fmla="*/ 27506 w 156241"/>
                  <a:gd name="connsiteY19" fmla="*/ 134487 h 161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56241" h="161657">
                    <a:moveTo>
                      <a:pt x="28825" y="133168"/>
                    </a:moveTo>
                    <a:cubicBezTo>
                      <a:pt x="42201" y="147017"/>
                      <a:pt x="62455" y="152009"/>
                      <a:pt x="79883" y="149277"/>
                    </a:cubicBezTo>
                    <a:cubicBezTo>
                      <a:pt x="97499" y="146734"/>
                      <a:pt x="113137" y="139480"/>
                      <a:pt x="126137" y="128270"/>
                    </a:cubicBezTo>
                    <a:cubicBezTo>
                      <a:pt x="139043" y="117248"/>
                      <a:pt x="149499" y="100762"/>
                      <a:pt x="150064" y="82016"/>
                    </a:cubicBezTo>
                    <a:cubicBezTo>
                      <a:pt x="150912" y="63458"/>
                      <a:pt x="141869" y="45183"/>
                      <a:pt x="128021" y="33878"/>
                    </a:cubicBezTo>
                    <a:cubicBezTo>
                      <a:pt x="114079" y="22480"/>
                      <a:pt x="96745" y="17204"/>
                      <a:pt x="79883" y="17675"/>
                    </a:cubicBezTo>
                    <a:cubicBezTo>
                      <a:pt x="62926" y="18335"/>
                      <a:pt x="47006" y="25871"/>
                      <a:pt x="35231" y="37364"/>
                    </a:cubicBezTo>
                    <a:cubicBezTo>
                      <a:pt x="23172" y="48856"/>
                      <a:pt x="15730" y="64589"/>
                      <a:pt x="12904" y="82016"/>
                    </a:cubicBezTo>
                    <a:cubicBezTo>
                      <a:pt x="10172" y="99443"/>
                      <a:pt x="15165" y="119697"/>
                      <a:pt x="28825" y="133168"/>
                    </a:cubicBezTo>
                    <a:close/>
                    <a:moveTo>
                      <a:pt x="27506" y="134487"/>
                    </a:moveTo>
                    <a:cubicBezTo>
                      <a:pt x="13940" y="120922"/>
                      <a:pt x="3107" y="103023"/>
                      <a:pt x="564" y="82110"/>
                    </a:cubicBezTo>
                    <a:cubicBezTo>
                      <a:pt x="-755" y="71748"/>
                      <a:pt x="187" y="60726"/>
                      <a:pt x="3955" y="50646"/>
                    </a:cubicBezTo>
                    <a:cubicBezTo>
                      <a:pt x="7441" y="40378"/>
                      <a:pt x="13658" y="31146"/>
                      <a:pt x="21100" y="23233"/>
                    </a:cubicBezTo>
                    <a:cubicBezTo>
                      <a:pt x="36361" y="7502"/>
                      <a:pt x="58499" y="-788"/>
                      <a:pt x="79977" y="59"/>
                    </a:cubicBezTo>
                    <a:cubicBezTo>
                      <a:pt x="101550" y="342"/>
                      <a:pt x="122274" y="10798"/>
                      <a:pt x="135369" y="26719"/>
                    </a:cubicBezTo>
                    <a:cubicBezTo>
                      <a:pt x="148746" y="42451"/>
                      <a:pt x="155528" y="62234"/>
                      <a:pt x="156188" y="82110"/>
                    </a:cubicBezTo>
                    <a:cubicBezTo>
                      <a:pt x="156847" y="101799"/>
                      <a:pt x="151572" y="123371"/>
                      <a:pt x="137253" y="139386"/>
                    </a:cubicBezTo>
                    <a:cubicBezTo>
                      <a:pt x="130188" y="147299"/>
                      <a:pt x="121144" y="153610"/>
                      <a:pt x="111158" y="157379"/>
                    </a:cubicBezTo>
                    <a:cubicBezTo>
                      <a:pt x="101173" y="161241"/>
                      <a:pt x="90340" y="162372"/>
                      <a:pt x="79977" y="161241"/>
                    </a:cubicBezTo>
                    <a:cubicBezTo>
                      <a:pt x="58970" y="158698"/>
                      <a:pt x="41260" y="147958"/>
                      <a:pt x="27506" y="134487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7" name="任意多边形 116" descr="73c3acd9-c489-4280-9cb8-f46e5bf5a519"/>
              <p:cNvSpPr/>
              <p:nvPr/>
            </p:nvSpPr>
            <p:spPr>
              <a:xfrm>
                <a:off x="7087118" y="0"/>
                <a:ext cx="1764111" cy="1558216"/>
              </a:xfrm>
              <a:custGeom>
                <a:avLst/>
                <a:gdLst>
                  <a:gd name="connsiteX0" fmla="*/ 881921 w 1764111"/>
                  <a:gd name="connsiteY0" fmla="*/ 228289 h 1558216"/>
                  <a:gd name="connsiteX1" fmla="*/ 434185 w 1764111"/>
                  <a:gd name="connsiteY1" fmla="*/ 676025 h 1558216"/>
                  <a:gd name="connsiteX2" fmla="*/ 881921 w 1764111"/>
                  <a:gd name="connsiteY2" fmla="*/ 1123763 h 1558216"/>
                  <a:gd name="connsiteX3" fmla="*/ 1329658 w 1764111"/>
                  <a:gd name="connsiteY3" fmla="*/ 676025 h 1558216"/>
                  <a:gd name="connsiteX4" fmla="*/ 881921 w 1764111"/>
                  <a:gd name="connsiteY4" fmla="*/ 228289 h 1558216"/>
                  <a:gd name="connsiteX5" fmla="*/ 310940 w 1764111"/>
                  <a:gd name="connsiteY5" fmla="*/ 0 h 1558216"/>
                  <a:gd name="connsiteX6" fmla="*/ 517716 w 1764111"/>
                  <a:gd name="connsiteY6" fmla="*/ 0 h 1558216"/>
                  <a:gd name="connsiteX7" fmla="*/ 581911 w 1764111"/>
                  <a:gd name="connsiteY7" fmla="*/ 64195 h 1558216"/>
                  <a:gd name="connsiteX8" fmla="*/ 661608 w 1764111"/>
                  <a:gd name="connsiteY8" fmla="*/ 31188 h 1558216"/>
                  <a:gd name="connsiteX9" fmla="*/ 661608 w 1764111"/>
                  <a:gd name="connsiteY9" fmla="*/ 0 h 1558216"/>
                  <a:gd name="connsiteX10" fmla="*/ 1102503 w 1764111"/>
                  <a:gd name="connsiteY10" fmla="*/ 0 h 1558216"/>
                  <a:gd name="connsiteX11" fmla="*/ 1102503 w 1764111"/>
                  <a:gd name="connsiteY11" fmla="*/ 31188 h 1558216"/>
                  <a:gd name="connsiteX12" fmla="*/ 1182201 w 1764111"/>
                  <a:gd name="connsiteY12" fmla="*/ 64195 h 1558216"/>
                  <a:gd name="connsiteX13" fmla="*/ 1246396 w 1764111"/>
                  <a:gd name="connsiteY13" fmla="*/ 0 h 1558216"/>
                  <a:gd name="connsiteX14" fmla="*/ 1453172 w 1764111"/>
                  <a:gd name="connsiteY14" fmla="*/ 0 h 1558216"/>
                  <a:gd name="connsiteX15" fmla="*/ 1661603 w 1764111"/>
                  <a:gd name="connsiteY15" fmla="*/ 208432 h 1558216"/>
                  <a:gd name="connsiteX16" fmla="*/ 1494021 w 1764111"/>
                  <a:gd name="connsiteY16" fmla="*/ 376014 h 1558216"/>
                  <a:gd name="connsiteX17" fmla="*/ 1527027 w 1764111"/>
                  <a:gd name="connsiteY17" fmla="*/ 455714 h 1558216"/>
                  <a:gd name="connsiteX18" fmla="*/ 1764111 w 1764111"/>
                  <a:gd name="connsiteY18" fmla="*/ 455714 h 1558216"/>
                  <a:gd name="connsiteX19" fmla="*/ 1764111 w 1764111"/>
                  <a:gd name="connsiteY19" fmla="*/ 896607 h 1558216"/>
                  <a:gd name="connsiteX20" fmla="*/ 1527027 w 1764111"/>
                  <a:gd name="connsiteY20" fmla="*/ 896607 h 1558216"/>
                  <a:gd name="connsiteX21" fmla="*/ 1494021 w 1764111"/>
                  <a:gd name="connsiteY21" fmla="*/ 976305 h 1558216"/>
                  <a:gd name="connsiteX22" fmla="*/ 1661603 w 1764111"/>
                  <a:gd name="connsiteY22" fmla="*/ 1143888 h 1558216"/>
                  <a:gd name="connsiteX23" fmla="*/ 1349784 w 1764111"/>
                  <a:gd name="connsiteY23" fmla="*/ 1455708 h 1558216"/>
                  <a:gd name="connsiteX24" fmla="*/ 1182201 w 1764111"/>
                  <a:gd name="connsiteY24" fmla="*/ 1288125 h 1558216"/>
                  <a:gd name="connsiteX25" fmla="*/ 1102503 w 1764111"/>
                  <a:gd name="connsiteY25" fmla="*/ 1321131 h 1558216"/>
                  <a:gd name="connsiteX26" fmla="*/ 1102503 w 1764111"/>
                  <a:gd name="connsiteY26" fmla="*/ 1558216 h 1558216"/>
                  <a:gd name="connsiteX27" fmla="*/ 661608 w 1764111"/>
                  <a:gd name="connsiteY27" fmla="*/ 1558216 h 1558216"/>
                  <a:gd name="connsiteX28" fmla="*/ 661608 w 1764111"/>
                  <a:gd name="connsiteY28" fmla="*/ 1321131 h 1558216"/>
                  <a:gd name="connsiteX29" fmla="*/ 581911 w 1764111"/>
                  <a:gd name="connsiteY29" fmla="*/ 1288125 h 1558216"/>
                  <a:gd name="connsiteX30" fmla="*/ 414328 w 1764111"/>
                  <a:gd name="connsiteY30" fmla="*/ 1455708 h 1558216"/>
                  <a:gd name="connsiteX31" fmla="*/ 102508 w 1764111"/>
                  <a:gd name="connsiteY31" fmla="*/ 1143888 h 1558216"/>
                  <a:gd name="connsiteX32" fmla="*/ 270091 w 1764111"/>
                  <a:gd name="connsiteY32" fmla="*/ 976305 h 1558216"/>
                  <a:gd name="connsiteX33" fmla="*/ 237084 w 1764111"/>
                  <a:gd name="connsiteY33" fmla="*/ 896607 h 1558216"/>
                  <a:gd name="connsiteX34" fmla="*/ 0 w 1764111"/>
                  <a:gd name="connsiteY34" fmla="*/ 896607 h 1558216"/>
                  <a:gd name="connsiteX35" fmla="*/ 0 w 1764111"/>
                  <a:gd name="connsiteY35" fmla="*/ 455714 h 1558216"/>
                  <a:gd name="connsiteX36" fmla="*/ 237084 w 1764111"/>
                  <a:gd name="connsiteY36" fmla="*/ 455714 h 1558216"/>
                  <a:gd name="connsiteX37" fmla="*/ 270091 w 1764111"/>
                  <a:gd name="connsiteY37" fmla="*/ 376014 h 1558216"/>
                  <a:gd name="connsiteX38" fmla="*/ 102508 w 1764111"/>
                  <a:gd name="connsiteY38" fmla="*/ 208432 h 1558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764111" h="1558216">
                    <a:moveTo>
                      <a:pt x="881921" y="228289"/>
                    </a:moveTo>
                    <a:cubicBezTo>
                      <a:pt x="634641" y="228289"/>
                      <a:pt x="434185" y="428745"/>
                      <a:pt x="434185" y="676025"/>
                    </a:cubicBezTo>
                    <a:cubicBezTo>
                      <a:pt x="434185" y="923307"/>
                      <a:pt x="634641" y="1123763"/>
                      <a:pt x="881921" y="1123763"/>
                    </a:cubicBezTo>
                    <a:cubicBezTo>
                      <a:pt x="1129203" y="1123763"/>
                      <a:pt x="1329658" y="923307"/>
                      <a:pt x="1329658" y="676025"/>
                    </a:cubicBezTo>
                    <a:cubicBezTo>
                      <a:pt x="1329658" y="428745"/>
                      <a:pt x="1129203" y="228289"/>
                      <a:pt x="881921" y="228289"/>
                    </a:cubicBezTo>
                    <a:close/>
                    <a:moveTo>
                      <a:pt x="310940" y="0"/>
                    </a:moveTo>
                    <a:lnTo>
                      <a:pt x="517716" y="0"/>
                    </a:lnTo>
                    <a:lnTo>
                      <a:pt x="581911" y="64195"/>
                    </a:lnTo>
                    <a:cubicBezTo>
                      <a:pt x="607538" y="51583"/>
                      <a:pt x="634238" y="40580"/>
                      <a:pt x="661608" y="31188"/>
                    </a:cubicBezTo>
                    <a:lnTo>
                      <a:pt x="661608" y="0"/>
                    </a:lnTo>
                    <a:lnTo>
                      <a:pt x="1102503" y="0"/>
                    </a:lnTo>
                    <a:lnTo>
                      <a:pt x="1102503" y="31188"/>
                    </a:lnTo>
                    <a:cubicBezTo>
                      <a:pt x="1129874" y="40580"/>
                      <a:pt x="1156440" y="51583"/>
                      <a:pt x="1182201" y="64195"/>
                    </a:cubicBezTo>
                    <a:lnTo>
                      <a:pt x="1246396" y="0"/>
                    </a:lnTo>
                    <a:lnTo>
                      <a:pt x="1453172" y="0"/>
                    </a:lnTo>
                    <a:lnTo>
                      <a:pt x="1661603" y="208432"/>
                    </a:lnTo>
                    <a:lnTo>
                      <a:pt x="1494021" y="376014"/>
                    </a:lnTo>
                    <a:cubicBezTo>
                      <a:pt x="1506633" y="401642"/>
                      <a:pt x="1517636" y="428342"/>
                      <a:pt x="1527027" y="455714"/>
                    </a:cubicBezTo>
                    <a:lnTo>
                      <a:pt x="1764111" y="455714"/>
                    </a:lnTo>
                    <a:lnTo>
                      <a:pt x="1764111" y="896607"/>
                    </a:lnTo>
                    <a:lnTo>
                      <a:pt x="1527027" y="896607"/>
                    </a:lnTo>
                    <a:cubicBezTo>
                      <a:pt x="1517636" y="923978"/>
                      <a:pt x="1506633" y="950544"/>
                      <a:pt x="1494021" y="976305"/>
                    </a:cubicBezTo>
                    <a:lnTo>
                      <a:pt x="1661603" y="1143888"/>
                    </a:lnTo>
                    <a:lnTo>
                      <a:pt x="1349784" y="1455708"/>
                    </a:lnTo>
                    <a:lnTo>
                      <a:pt x="1182201" y="1288125"/>
                    </a:lnTo>
                    <a:cubicBezTo>
                      <a:pt x="1156574" y="1300737"/>
                      <a:pt x="1129874" y="1311740"/>
                      <a:pt x="1102503" y="1321131"/>
                    </a:cubicBezTo>
                    <a:lnTo>
                      <a:pt x="1102503" y="1558216"/>
                    </a:lnTo>
                    <a:lnTo>
                      <a:pt x="661608" y="1558216"/>
                    </a:lnTo>
                    <a:lnTo>
                      <a:pt x="661608" y="1321131"/>
                    </a:lnTo>
                    <a:cubicBezTo>
                      <a:pt x="634238" y="1311740"/>
                      <a:pt x="607672" y="1300737"/>
                      <a:pt x="581911" y="1288125"/>
                    </a:cubicBezTo>
                    <a:lnTo>
                      <a:pt x="414328" y="1455708"/>
                    </a:lnTo>
                    <a:lnTo>
                      <a:pt x="102508" y="1143888"/>
                    </a:lnTo>
                    <a:lnTo>
                      <a:pt x="270091" y="976305"/>
                    </a:lnTo>
                    <a:cubicBezTo>
                      <a:pt x="257479" y="950678"/>
                      <a:pt x="246476" y="923978"/>
                      <a:pt x="237084" y="896607"/>
                    </a:cubicBezTo>
                    <a:lnTo>
                      <a:pt x="0" y="896607"/>
                    </a:lnTo>
                    <a:lnTo>
                      <a:pt x="0" y="455714"/>
                    </a:lnTo>
                    <a:lnTo>
                      <a:pt x="237084" y="455714"/>
                    </a:lnTo>
                    <a:cubicBezTo>
                      <a:pt x="246476" y="428342"/>
                      <a:pt x="257479" y="401776"/>
                      <a:pt x="270091" y="376014"/>
                    </a:cubicBezTo>
                    <a:lnTo>
                      <a:pt x="102508" y="208432"/>
                    </a:ln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8" name="任意多边形 117" descr="f107d972-4ca7-4f13-9db1-694041b16b3c"/>
              <p:cNvSpPr/>
              <p:nvPr/>
            </p:nvSpPr>
            <p:spPr>
              <a:xfrm>
                <a:off x="7068467" y="0"/>
                <a:ext cx="1795373" cy="1584784"/>
              </a:xfrm>
              <a:custGeom>
                <a:avLst/>
                <a:gdLst>
                  <a:gd name="connsiteX0" fmla="*/ 1099592 w 1795373"/>
                  <a:gd name="connsiteY0" fmla="*/ 0 h 1584784"/>
                  <a:gd name="connsiteX1" fmla="*/ 1143110 w 1795373"/>
                  <a:gd name="connsiteY1" fmla="*/ 0 h 1584784"/>
                  <a:gd name="connsiteX2" fmla="*/ 1143209 w 1795373"/>
                  <a:gd name="connsiteY2" fmla="*/ 17379 h 1584784"/>
                  <a:gd name="connsiteX3" fmla="*/ 1128532 w 1795373"/>
                  <a:gd name="connsiteY3" fmla="*/ 11331 h 1584784"/>
                  <a:gd name="connsiteX4" fmla="*/ 1143291 w 1795373"/>
                  <a:gd name="connsiteY4" fmla="*/ 31861 h 1584784"/>
                  <a:gd name="connsiteX5" fmla="*/ 1143209 w 1795373"/>
                  <a:gd name="connsiteY5" fmla="*/ 17379 h 1584784"/>
                  <a:gd name="connsiteX6" fmla="*/ 1196121 w 1795373"/>
                  <a:gd name="connsiteY6" fmla="*/ 39182 h 1584784"/>
                  <a:gd name="connsiteX7" fmla="*/ 1185825 w 1795373"/>
                  <a:gd name="connsiteY7" fmla="*/ 49437 h 1584784"/>
                  <a:gd name="connsiteX8" fmla="*/ 1210915 w 1795373"/>
                  <a:gd name="connsiteY8" fmla="*/ 45278 h 1584784"/>
                  <a:gd name="connsiteX9" fmla="*/ 1196121 w 1795373"/>
                  <a:gd name="connsiteY9" fmla="*/ 39182 h 1584784"/>
                  <a:gd name="connsiteX10" fmla="*/ 1235460 w 1795373"/>
                  <a:gd name="connsiteY10" fmla="*/ 0 h 1584784"/>
                  <a:gd name="connsiteX11" fmla="*/ 1295724 w 1795373"/>
                  <a:gd name="connsiteY11" fmla="*/ 0 h 1584784"/>
                  <a:gd name="connsiteX12" fmla="*/ 1216416 w 1795373"/>
                  <a:gd name="connsiteY12" fmla="*/ 79626 h 1584784"/>
                  <a:gd name="connsiteX13" fmla="*/ 1205413 w 1795373"/>
                  <a:gd name="connsiteY13" fmla="*/ 90763 h 1584784"/>
                  <a:gd name="connsiteX14" fmla="*/ 1191325 w 1795373"/>
                  <a:gd name="connsiteY14" fmla="*/ 83785 h 1584784"/>
                  <a:gd name="connsiteX15" fmla="*/ 1114175 w 1795373"/>
                  <a:gd name="connsiteY15" fmla="*/ 51718 h 1584784"/>
                  <a:gd name="connsiteX16" fmla="*/ 1099417 w 1795373"/>
                  <a:gd name="connsiteY16" fmla="*/ 46619 h 1584784"/>
                  <a:gd name="connsiteX17" fmla="*/ 1099417 w 1795373"/>
                  <a:gd name="connsiteY17" fmla="*/ 31055 h 1584784"/>
                  <a:gd name="connsiteX18" fmla="*/ 523859 w 1795373"/>
                  <a:gd name="connsiteY18" fmla="*/ 0 h 1584784"/>
                  <a:gd name="connsiteX19" fmla="*/ 549205 w 1795373"/>
                  <a:gd name="connsiteY19" fmla="*/ 0 h 1584784"/>
                  <a:gd name="connsiteX20" fmla="*/ 603181 w 1795373"/>
                  <a:gd name="connsiteY20" fmla="*/ 53077 h 1584784"/>
                  <a:gd name="connsiteX21" fmla="*/ 596669 w 1795373"/>
                  <a:gd name="connsiteY21" fmla="*/ 55877 h 1584784"/>
                  <a:gd name="connsiteX22" fmla="*/ 607939 w 1795373"/>
                  <a:gd name="connsiteY22" fmla="*/ 57756 h 1584784"/>
                  <a:gd name="connsiteX23" fmla="*/ 603181 w 1795373"/>
                  <a:gd name="connsiteY23" fmla="*/ 53077 h 1584784"/>
                  <a:gd name="connsiteX24" fmla="*/ 669558 w 1795373"/>
                  <a:gd name="connsiteY24" fmla="*/ 24534 h 1584784"/>
                  <a:gd name="connsiteX25" fmla="*/ 669660 w 1795373"/>
                  <a:gd name="connsiteY25" fmla="*/ 31726 h 1584784"/>
                  <a:gd name="connsiteX26" fmla="*/ 677173 w 1795373"/>
                  <a:gd name="connsiteY26" fmla="*/ 21260 h 1584784"/>
                  <a:gd name="connsiteX27" fmla="*/ 669558 w 1795373"/>
                  <a:gd name="connsiteY27" fmla="*/ 24534 h 1584784"/>
                  <a:gd name="connsiteX28" fmla="*/ 669211 w 1795373"/>
                  <a:gd name="connsiteY28" fmla="*/ 0 h 1584784"/>
                  <a:gd name="connsiteX29" fmla="*/ 691836 w 1795373"/>
                  <a:gd name="connsiteY29" fmla="*/ 0 h 1584784"/>
                  <a:gd name="connsiteX30" fmla="*/ 691396 w 1795373"/>
                  <a:gd name="connsiteY30" fmla="*/ 31055 h 1584784"/>
                  <a:gd name="connsiteX31" fmla="*/ 691261 w 1795373"/>
                  <a:gd name="connsiteY31" fmla="*/ 39106 h 1584784"/>
                  <a:gd name="connsiteX32" fmla="*/ 683881 w 1795373"/>
                  <a:gd name="connsiteY32" fmla="*/ 41520 h 1584784"/>
                  <a:gd name="connsiteX33" fmla="*/ 604854 w 1795373"/>
                  <a:gd name="connsiteY33" fmla="*/ 72782 h 1584784"/>
                  <a:gd name="connsiteX34" fmla="*/ 598414 w 1795373"/>
                  <a:gd name="connsiteY34" fmla="*/ 75869 h 1584784"/>
                  <a:gd name="connsiteX35" fmla="*/ 593583 w 1795373"/>
                  <a:gd name="connsiteY35" fmla="*/ 70905 h 1584784"/>
                  <a:gd name="connsiteX36" fmla="*/ 319818 w 1795373"/>
                  <a:gd name="connsiteY36" fmla="*/ 0 h 1584784"/>
                  <a:gd name="connsiteX37" fmla="*/ 339951 w 1795373"/>
                  <a:gd name="connsiteY37" fmla="*/ 0 h 1584784"/>
                  <a:gd name="connsiteX38" fmla="*/ 282301 w 1795373"/>
                  <a:gd name="connsiteY38" fmla="*/ 57353 h 1584784"/>
                  <a:gd name="connsiteX39" fmla="*/ 132974 w 1795373"/>
                  <a:gd name="connsiteY39" fmla="*/ 207971 h 1584784"/>
                  <a:gd name="connsiteX40" fmla="*/ 127063 w 1795373"/>
                  <a:gd name="connsiteY40" fmla="*/ 202125 h 1584784"/>
                  <a:gd name="connsiteX41" fmla="*/ 127063 w 1795373"/>
                  <a:gd name="connsiteY41" fmla="*/ 213933 h 1584784"/>
                  <a:gd name="connsiteX42" fmla="*/ 132974 w 1795373"/>
                  <a:gd name="connsiteY42" fmla="*/ 207971 h 1584784"/>
                  <a:gd name="connsiteX43" fmla="*/ 295584 w 1795373"/>
                  <a:gd name="connsiteY43" fmla="*/ 368769 h 1584784"/>
                  <a:gd name="connsiteX44" fmla="*/ 300414 w 1795373"/>
                  <a:gd name="connsiteY44" fmla="*/ 373465 h 1584784"/>
                  <a:gd name="connsiteX45" fmla="*/ 297329 w 1795373"/>
                  <a:gd name="connsiteY45" fmla="*/ 379772 h 1584784"/>
                  <a:gd name="connsiteX46" fmla="*/ 265798 w 1795373"/>
                  <a:gd name="connsiteY46" fmla="*/ 458665 h 1584784"/>
                  <a:gd name="connsiteX47" fmla="*/ 263516 w 1795373"/>
                  <a:gd name="connsiteY47" fmla="*/ 465777 h 1584784"/>
                  <a:gd name="connsiteX48" fmla="*/ 255734 w 1795373"/>
                  <a:gd name="connsiteY48" fmla="*/ 465911 h 1584784"/>
                  <a:gd name="connsiteX49" fmla="*/ 32234 w 1795373"/>
                  <a:gd name="connsiteY49" fmla="*/ 468440 h 1584784"/>
                  <a:gd name="connsiteX50" fmla="*/ 32068 w 1795373"/>
                  <a:gd name="connsiteY50" fmla="*/ 455177 h 1584784"/>
                  <a:gd name="connsiteX51" fmla="*/ 18650 w 1795373"/>
                  <a:gd name="connsiteY51" fmla="*/ 468594 h 1584784"/>
                  <a:gd name="connsiteX52" fmla="*/ 32234 w 1795373"/>
                  <a:gd name="connsiteY52" fmla="*/ 468440 h 1584784"/>
                  <a:gd name="connsiteX53" fmla="*/ 37331 w 1795373"/>
                  <a:gd name="connsiteY53" fmla="*/ 876993 h 1584784"/>
                  <a:gd name="connsiteX54" fmla="*/ 18650 w 1795373"/>
                  <a:gd name="connsiteY54" fmla="*/ 877152 h 1584784"/>
                  <a:gd name="connsiteX55" fmla="*/ 37569 w 1795373"/>
                  <a:gd name="connsiteY55" fmla="*/ 896071 h 1584784"/>
                  <a:gd name="connsiteX56" fmla="*/ 37331 w 1795373"/>
                  <a:gd name="connsiteY56" fmla="*/ 876993 h 1584784"/>
                  <a:gd name="connsiteX57" fmla="*/ 255734 w 1795373"/>
                  <a:gd name="connsiteY57" fmla="*/ 875140 h 1584784"/>
                  <a:gd name="connsiteX58" fmla="*/ 270494 w 1795373"/>
                  <a:gd name="connsiteY58" fmla="*/ 875006 h 1584784"/>
                  <a:gd name="connsiteX59" fmla="*/ 275458 w 1795373"/>
                  <a:gd name="connsiteY59" fmla="*/ 889363 h 1584784"/>
                  <a:gd name="connsiteX60" fmla="*/ 308063 w 1795373"/>
                  <a:gd name="connsiteY60" fmla="*/ 966378 h 1584784"/>
                  <a:gd name="connsiteX61" fmla="*/ 314905 w 1795373"/>
                  <a:gd name="connsiteY61" fmla="*/ 980063 h 1584784"/>
                  <a:gd name="connsiteX62" fmla="*/ 303902 w 1795373"/>
                  <a:gd name="connsiteY62" fmla="*/ 991200 h 1584784"/>
                  <a:gd name="connsiteX63" fmla="*/ 153356 w 1795373"/>
                  <a:gd name="connsiteY63" fmla="*/ 1143322 h 1584784"/>
                  <a:gd name="connsiteX64" fmla="*/ 137126 w 1795373"/>
                  <a:gd name="connsiteY64" fmla="*/ 1127251 h 1584784"/>
                  <a:gd name="connsiteX65" fmla="*/ 137126 w 1795373"/>
                  <a:gd name="connsiteY65" fmla="*/ 1159722 h 1584784"/>
                  <a:gd name="connsiteX66" fmla="*/ 153356 w 1795373"/>
                  <a:gd name="connsiteY66" fmla="*/ 1143322 h 1584784"/>
                  <a:gd name="connsiteX67" fmla="*/ 432490 w 1795373"/>
                  <a:gd name="connsiteY67" fmla="*/ 1419707 h 1584784"/>
                  <a:gd name="connsiteX68" fmla="*/ 414865 w 1795373"/>
                  <a:gd name="connsiteY68" fmla="*/ 1437460 h 1584784"/>
                  <a:gd name="connsiteX69" fmla="*/ 450419 w 1795373"/>
                  <a:gd name="connsiteY69" fmla="*/ 1437460 h 1584784"/>
                  <a:gd name="connsiteX70" fmla="*/ 432490 w 1795373"/>
                  <a:gd name="connsiteY70" fmla="*/ 1419707 h 1584784"/>
                  <a:gd name="connsiteX71" fmla="*/ 581910 w 1795373"/>
                  <a:gd name="connsiteY71" fmla="*/ 1269207 h 1584784"/>
                  <a:gd name="connsiteX72" fmla="*/ 595060 w 1795373"/>
                  <a:gd name="connsiteY72" fmla="*/ 1256058 h 1584784"/>
                  <a:gd name="connsiteX73" fmla="*/ 611831 w 1795373"/>
                  <a:gd name="connsiteY73" fmla="*/ 1264243 h 1584784"/>
                  <a:gd name="connsiteX74" fmla="*/ 688577 w 1795373"/>
                  <a:gd name="connsiteY74" fmla="*/ 1295908 h 1584784"/>
                  <a:gd name="connsiteX75" fmla="*/ 706155 w 1795373"/>
                  <a:gd name="connsiteY75" fmla="*/ 1301945 h 1584784"/>
                  <a:gd name="connsiteX76" fmla="*/ 706155 w 1795373"/>
                  <a:gd name="connsiteY76" fmla="*/ 1320595 h 1584784"/>
                  <a:gd name="connsiteX77" fmla="*/ 706155 w 1795373"/>
                  <a:gd name="connsiteY77" fmla="*/ 1531769 h 1584784"/>
                  <a:gd name="connsiteX78" fmla="*/ 680126 w 1795373"/>
                  <a:gd name="connsiteY78" fmla="*/ 1531650 h 1584784"/>
                  <a:gd name="connsiteX79" fmla="*/ 706155 w 1795373"/>
                  <a:gd name="connsiteY79" fmla="*/ 1557681 h 1584784"/>
                  <a:gd name="connsiteX80" fmla="*/ 706155 w 1795373"/>
                  <a:gd name="connsiteY80" fmla="*/ 1531769 h 1584784"/>
                  <a:gd name="connsiteX81" fmla="*/ 1097220 w 1795373"/>
                  <a:gd name="connsiteY81" fmla="*/ 1533554 h 1584784"/>
                  <a:gd name="connsiteX82" fmla="*/ 1097001 w 1795373"/>
                  <a:gd name="connsiteY82" fmla="*/ 1557681 h 1584784"/>
                  <a:gd name="connsiteX83" fmla="*/ 1121019 w 1795373"/>
                  <a:gd name="connsiteY83" fmla="*/ 1533663 h 1584784"/>
                  <a:gd name="connsiteX84" fmla="*/ 1097220 w 1795373"/>
                  <a:gd name="connsiteY84" fmla="*/ 1533554 h 1584784"/>
                  <a:gd name="connsiteX85" fmla="*/ 1099148 w 1795373"/>
                  <a:gd name="connsiteY85" fmla="*/ 1320595 h 1584784"/>
                  <a:gd name="connsiteX86" fmla="*/ 1099283 w 1795373"/>
                  <a:gd name="connsiteY86" fmla="*/ 1304629 h 1584784"/>
                  <a:gd name="connsiteX87" fmla="*/ 1114041 w 1795373"/>
                  <a:gd name="connsiteY87" fmla="*/ 1299799 h 1584784"/>
                  <a:gd name="connsiteX88" fmla="*/ 1191594 w 1795373"/>
                  <a:gd name="connsiteY88" fmla="*/ 1268536 h 1584784"/>
                  <a:gd name="connsiteX89" fmla="*/ 1205413 w 1795373"/>
                  <a:gd name="connsiteY89" fmla="*/ 1261827 h 1584784"/>
                  <a:gd name="connsiteX90" fmla="*/ 1215879 w 1795373"/>
                  <a:gd name="connsiteY90" fmla="*/ 1272561 h 1584784"/>
                  <a:gd name="connsiteX91" fmla="*/ 1368799 w 1795373"/>
                  <a:gd name="connsiteY91" fmla="*/ 1428200 h 1584784"/>
                  <a:gd name="connsiteX92" fmla="*/ 1355016 w 1795373"/>
                  <a:gd name="connsiteY92" fmla="*/ 1441621 h 1584784"/>
                  <a:gd name="connsiteX93" fmla="*/ 1381985 w 1795373"/>
                  <a:gd name="connsiteY93" fmla="*/ 1441621 h 1584784"/>
                  <a:gd name="connsiteX94" fmla="*/ 1368799 w 1795373"/>
                  <a:gd name="connsiteY94" fmla="*/ 1428200 h 1584784"/>
                  <a:gd name="connsiteX95" fmla="*/ 1661703 w 1795373"/>
                  <a:gd name="connsiteY95" fmla="*/ 1143009 h 1584784"/>
                  <a:gd name="connsiteX96" fmla="*/ 1670995 w 1795373"/>
                  <a:gd name="connsiteY96" fmla="*/ 1152611 h 1584784"/>
                  <a:gd name="connsiteX97" fmla="*/ 1670995 w 1795373"/>
                  <a:gd name="connsiteY97" fmla="*/ 1133961 h 1584784"/>
                  <a:gd name="connsiteX98" fmla="*/ 1661703 w 1795373"/>
                  <a:gd name="connsiteY98" fmla="*/ 1143009 h 1584784"/>
                  <a:gd name="connsiteX99" fmla="*/ 1506096 w 1795373"/>
                  <a:gd name="connsiteY99" fmla="*/ 982209 h 1584784"/>
                  <a:gd name="connsiteX100" fmla="*/ 1501400 w 1795373"/>
                  <a:gd name="connsiteY100" fmla="*/ 977246 h 1584784"/>
                  <a:gd name="connsiteX101" fmla="*/ 1504351 w 1795373"/>
                  <a:gd name="connsiteY101" fmla="*/ 971476 h 1584784"/>
                  <a:gd name="connsiteX102" fmla="*/ 1538431 w 1795373"/>
                  <a:gd name="connsiteY102" fmla="*/ 893387 h 1584784"/>
                  <a:gd name="connsiteX103" fmla="*/ 1540310 w 1795373"/>
                  <a:gd name="connsiteY103" fmla="*/ 888155 h 1584784"/>
                  <a:gd name="connsiteX104" fmla="*/ 1545543 w 1795373"/>
                  <a:gd name="connsiteY104" fmla="*/ 888289 h 1584784"/>
                  <a:gd name="connsiteX105" fmla="*/ 1781017 w 1795373"/>
                  <a:gd name="connsiteY105" fmla="*/ 894863 h 1584784"/>
                  <a:gd name="connsiteX106" fmla="*/ 1775651 w 1795373"/>
                  <a:gd name="connsiteY106" fmla="*/ 673208 h 1584784"/>
                  <a:gd name="connsiteX107" fmla="*/ 1772966 w 1795373"/>
                  <a:gd name="connsiteY107" fmla="*/ 563992 h 1584784"/>
                  <a:gd name="connsiteX108" fmla="*/ 1770943 w 1795373"/>
                  <a:gd name="connsiteY108" fmla="*/ 467809 h 1584784"/>
                  <a:gd name="connsiteX109" fmla="*/ 1782761 w 1795373"/>
                  <a:gd name="connsiteY109" fmla="*/ 467656 h 1584784"/>
                  <a:gd name="connsiteX110" fmla="*/ 1770686 w 1795373"/>
                  <a:gd name="connsiteY110" fmla="*/ 455579 h 1584784"/>
                  <a:gd name="connsiteX111" fmla="*/ 1770943 w 1795373"/>
                  <a:gd name="connsiteY111" fmla="*/ 467809 h 1584784"/>
                  <a:gd name="connsiteX112" fmla="*/ 1545677 w 1795373"/>
                  <a:gd name="connsiteY112" fmla="*/ 470742 h 1584784"/>
                  <a:gd name="connsiteX113" fmla="*/ 1535077 w 1795373"/>
                  <a:gd name="connsiteY113" fmla="*/ 470876 h 1584784"/>
                  <a:gd name="connsiteX114" fmla="*/ 1531320 w 1795373"/>
                  <a:gd name="connsiteY114" fmla="*/ 460410 h 1584784"/>
                  <a:gd name="connsiteX115" fmla="*/ 1498046 w 1795373"/>
                  <a:gd name="connsiteY115" fmla="*/ 382993 h 1584784"/>
                  <a:gd name="connsiteX116" fmla="*/ 1492813 w 1795373"/>
                  <a:gd name="connsiteY116" fmla="*/ 372795 h 1584784"/>
                  <a:gd name="connsiteX117" fmla="*/ 1501132 w 1795373"/>
                  <a:gd name="connsiteY117" fmla="*/ 364341 h 1584784"/>
                  <a:gd name="connsiteX118" fmla="*/ 1653625 w 1795373"/>
                  <a:gd name="connsiteY118" fmla="*/ 208518 h 1584784"/>
                  <a:gd name="connsiteX119" fmla="*/ 1666970 w 1795373"/>
                  <a:gd name="connsiteY119" fmla="*/ 221715 h 1584784"/>
                  <a:gd name="connsiteX120" fmla="*/ 1666970 w 1795373"/>
                  <a:gd name="connsiteY120" fmla="*/ 194881 h 1584784"/>
                  <a:gd name="connsiteX121" fmla="*/ 1653625 w 1795373"/>
                  <a:gd name="connsiteY121" fmla="*/ 208518 h 1584784"/>
                  <a:gd name="connsiteX122" fmla="*/ 1442761 w 1795373"/>
                  <a:gd name="connsiteY122" fmla="*/ 0 h 1584784"/>
                  <a:gd name="connsiteX123" fmla="*/ 1500698 w 1795373"/>
                  <a:gd name="connsiteY123" fmla="*/ 0 h 1584784"/>
                  <a:gd name="connsiteX124" fmla="*/ 1694207 w 1795373"/>
                  <a:gd name="connsiteY124" fmla="*/ 195686 h 1584784"/>
                  <a:gd name="connsiteX125" fmla="*/ 1707490 w 1795373"/>
                  <a:gd name="connsiteY125" fmla="*/ 209237 h 1584784"/>
                  <a:gd name="connsiteX126" fmla="*/ 1694207 w 1795373"/>
                  <a:gd name="connsiteY126" fmla="*/ 222386 h 1584784"/>
                  <a:gd name="connsiteX127" fmla="*/ 1532353 w 1795373"/>
                  <a:gd name="connsiteY127" fmla="*/ 380780 h 1584784"/>
                  <a:gd name="connsiteX128" fmla="*/ 1527832 w 1795373"/>
                  <a:gd name="connsiteY128" fmla="*/ 369440 h 1584784"/>
                  <a:gd name="connsiteX129" fmla="*/ 1524745 w 1795373"/>
                  <a:gd name="connsiteY129" fmla="*/ 388225 h 1584784"/>
                  <a:gd name="connsiteX130" fmla="*/ 1532353 w 1795373"/>
                  <a:gd name="connsiteY130" fmla="*/ 380780 h 1584784"/>
                  <a:gd name="connsiteX131" fmla="*/ 1556559 w 1795373"/>
                  <a:gd name="connsiteY131" fmla="*/ 441492 h 1584784"/>
                  <a:gd name="connsiteX132" fmla="*/ 1546214 w 1795373"/>
                  <a:gd name="connsiteY132" fmla="*/ 441357 h 1584784"/>
                  <a:gd name="connsiteX133" fmla="*/ 1560571 w 1795373"/>
                  <a:gd name="connsiteY133" fmla="*/ 451555 h 1584784"/>
                  <a:gd name="connsiteX134" fmla="*/ 1556559 w 1795373"/>
                  <a:gd name="connsiteY134" fmla="*/ 441492 h 1584784"/>
                  <a:gd name="connsiteX135" fmla="*/ 1783298 w 1795373"/>
                  <a:gd name="connsiteY135" fmla="*/ 444444 h 1584784"/>
                  <a:gd name="connsiteX136" fmla="*/ 1795373 w 1795373"/>
                  <a:gd name="connsiteY136" fmla="*/ 444578 h 1584784"/>
                  <a:gd name="connsiteX137" fmla="*/ 1795239 w 1795373"/>
                  <a:gd name="connsiteY137" fmla="*/ 456385 h 1584784"/>
                  <a:gd name="connsiteX138" fmla="*/ 1792959 w 1795373"/>
                  <a:gd name="connsiteY138" fmla="*/ 568554 h 1584784"/>
                  <a:gd name="connsiteX139" fmla="*/ 1790275 w 1795373"/>
                  <a:gd name="connsiteY139" fmla="*/ 679917 h 1584784"/>
                  <a:gd name="connsiteX140" fmla="*/ 1784506 w 1795373"/>
                  <a:gd name="connsiteY140" fmla="*/ 898351 h 1584784"/>
                  <a:gd name="connsiteX141" fmla="*/ 1550983 w 1795373"/>
                  <a:gd name="connsiteY141" fmla="*/ 904124 h 1584784"/>
                  <a:gd name="connsiteX142" fmla="*/ 1552922 w 1795373"/>
                  <a:gd name="connsiteY142" fmla="*/ 899157 h 1584784"/>
                  <a:gd name="connsiteX143" fmla="*/ 1545677 w 1795373"/>
                  <a:gd name="connsiteY143" fmla="*/ 904255 h 1584784"/>
                  <a:gd name="connsiteX144" fmla="*/ 1550983 w 1795373"/>
                  <a:gd name="connsiteY144" fmla="*/ 904124 h 1584784"/>
                  <a:gd name="connsiteX145" fmla="*/ 1523686 w 1795373"/>
                  <a:gd name="connsiteY145" fmla="*/ 974035 h 1584784"/>
                  <a:gd name="connsiteX146" fmla="*/ 1519379 w 1795373"/>
                  <a:gd name="connsiteY146" fmla="*/ 969867 h 1584784"/>
                  <a:gd name="connsiteX147" fmla="*/ 1521123 w 1795373"/>
                  <a:gd name="connsiteY147" fmla="*/ 980600 h 1584784"/>
                  <a:gd name="connsiteX148" fmla="*/ 1523686 w 1795373"/>
                  <a:gd name="connsiteY148" fmla="*/ 974035 h 1584784"/>
                  <a:gd name="connsiteX149" fmla="*/ 1689779 w 1795373"/>
                  <a:gd name="connsiteY149" fmla="*/ 1134766 h 1584784"/>
                  <a:gd name="connsiteX150" fmla="*/ 1699172 w 1795373"/>
                  <a:gd name="connsiteY150" fmla="*/ 1143889 h 1584784"/>
                  <a:gd name="connsiteX151" fmla="*/ 1689779 w 1795373"/>
                  <a:gd name="connsiteY151" fmla="*/ 1153550 h 1584784"/>
                  <a:gd name="connsiteX152" fmla="*/ 1382119 w 1795373"/>
                  <a:gd name="connsiteY152" fmla="*/ 1469528 h 1584784"/>
                  <a:gd name="connsiteX153" fmla="*/ 1368836 w 1795373"/>
                  <a:gd name="connsiteY153" fmla="*/ 1483079 h 1584784"/>
                  <a:gd name="connsiteX154" fmla="*/ 1355150 w 1795373"/>
                  <a:gd name="connsiteY154" fmla="*/ 1469528 h 1584784"/>
                  <a:gd name="connsiteX155" fmla="*/ 1196314 w 1795373"/>
                  <a:gd name="connsiteY155" fmla="*/ 1313465 h 1584784"/>
                  <a:gd name="connsiteX156" fmla="*/ 1210512 w 1795373"/>
                  <a:gd name="connsiteY156" fmla="*/ 1307446 h 1584784"/>
                  <a:gd name="connsiteX157" fmla="*/ 1186092 w 1795373"/>
                  <a:gd name="connsiteY157" fmla="*/ 1303421 h 1584784"/>
                  <a:gd name="connsiteX158" fmla="*/ 1196314 w 1795373"/>
                  <a:gd name="connsiteY158" fmla="*/ 1313465 h 1584784"/>
                  <a:gd name="connsiteX159" fmla="*/ 1143557 w 1795373"/>
                  <a:gd name="connsiteY159" fmla="*/ 1335829 h 1584784"/>
                  <a:gd name="connsiteX160" fmla="*/ 1143426 w 1795373"/>
                  <a:gd name="connsiteY160" fmla="*/ 1321400 h 1584784"/>
                  <a:gd name="connsiteX161" fmla="*/ 1128532 w 1795373"/>
                  <a:gd name="connsiteY161" fmla="*/ 1342198 h 1584784"/>
                  <a:gd name="connsiteX162" fmla="*/ 1143557 w 1795373"/>
                  <a:gd name="connsiteY162" fmla="*/ 1335829 h 1584784"/>
                  <a:gd name="connsiteX163" fmla="*/ 1145573 w 1795373"/>
                  <a:gd name="connsiteY163" fmla="*/ 1558485 h 1584784"/>
                  <a:gd name="connsiteX164" fmla="*/ 1145840 w 1795373"/>
                  <a:gd name="connsiteY164" fmla="*/ 1582502 h 1584784"/>
                  <a:gd name="connsiteX165" fmla="*/ 1121555 w 1795373"/>
                  <a:gd name="connsiteY165" fmla="*/ 1582636 h 1584784"/>
                  <a:gd name="connsiteX166" fmla="*/ 680661 w 1795373"/>
                  <a:gd name="connsiteY166" fmla="*/ 1584648 h 1584784"/>
                  <a:gd name="connsiteX167" fmla="*/ 654632 w 1795373"/>
                  <a:gd name="connsiteY167" fmla="*/ 1584784 h 1584784"/>
                  <a:gd name="connsiteX168" fmla="*/ 654632 w 1795373"/>
                  <a:gd name="connsiteY168" fmla="*/ 1558619 h 1584784"/>
                  <a:gd name="connsiteX169" fmla="*/ 654632 w 1795373"/>
                  <a:gd name="connsiteY169" fmla="*/ 1338930 h 1584784"/>
                  <a:gd name="connsiteX170" fmla="*/ 672208 w 1795373"/>
                  <a:gd name="connsiteY170" fmla="*/ 1346223 h 1584784"/>
                  <a:gd name="connsiteX171" fmla="*/ 654632 w 1795373"/>
                  <a:gd name="connsiteY171" fmla="*/ 1321535 h 1584784"/>
                  <a:gd name="connsiteX172" fmla="*/ 654632 w 1795373"/>
                  <a:gd name="connsiteY172" fmla="*/ 1338930 h 1584784"/>
                  <a:gd name="connsiteX173" fmla="*/ 606999 w 1795373"/>
                  <a:gd name="connsiteY173" fmla="*/ 1319167 h 1584784"/>
                  <a:gd name="connsiteX174" fmla="*/ 619344 w 1795373"/>
                  <a:gd name="connsiteY174" fmla="*/ 1306911 h 1584784"/>
                  <a:gd name="connsiteX175" fmla="*/ 589424 w 1795373"/>
                  <a:gd name="connsiteY175" fmla="*/ 1311874 h 1584784"/>
                  <a:gd name="connsiteX176" fmla="*/ 606999 w 1795373"/>
                  <a:gd name="connsiteY176" fmla="*/ 1319167 h 1584784"/>
                  <a:gd name="connsiteX177" fmla="*/ 451090 w 1795373"/>
                  <a:gd name="connsiteY177" fmla="*/ 1473956 h 1584784"/>
                  <a:gd name="connsiteX178" fmla="*/ 433111 w 1795373"/>
                  <a:gd name="connsiteY178" fmla="*/ 1491801 h 1584784"/>
                  <a:gd name="connsiteX179" fmla="*/ 415400 w 1795373"/>
                  <a:gd name="connsiteY179" fmla="*/ 1473956 h 1584784"/>
                  <a:gd name="connsiteX180" fmla="*/ 105192 w 1795373"/>
                  <a:gd name="connsiteY180" fmla="*/ 1160661 h 1584784"/>
                  <a:gd name="connsiteX181" fmla="*/ 88957 w 1795373"/>
                  <a:gd name="connsiteY181" fmla="*/ 1144292 h 1584784"/>
                  <a:gd name="connsiteX182" fmla="*/ 105192 w 1795373"/>
                  <a:gd name="connsiteY182" fmla="*/ 1128191 h 1584784"/>
                  <a:gd name="connsiteX183" fmla="*/ 263584 w 1795373"/>
                  <a:gd name="connsiteY183" fmla="*/ 971565 h 1584784"/>
                  <a:gd name="connsiteX184" fmla="*/ 269554 w 1795373"/>
                  <a:gd name="connsiteY184" fmla="*/ 986370 h 1584784"/>
                  <a:gd name="connsiteX185" fmla="*/ 273714 w 1795373"/>
                  <a:gd name="connsiteY185" fmla="*/ 961547 h 1584784"/>
                  <a:gd name="connsiteX186" fmla="*/ 263584 w 1795373"/>
                  <a:gd name="connsiteY186" fmla="*/ 971565 h 1584784"/>
                  <a:gd name="connsiteX187" fmla="*/ 241966 w 1795373"/>
                  <a:gd name="connsiteY187" fmla="*/ 917955 h 1584784"/>
                  <a:gd name="connsiteX188" fmla="*/ 256137 w 1795373"/>
                  <a:gd name="connsiteY188" fmla="*/ 918075 h 1584784"/>
                  <a:gd name="connsiteX189" fmla="*/ 236279 w 1795373"/>
                  <a:gd name="connsiteY189" fmla="*/ 903853 h 1584784"/>
                  <a:gd name="connsiteX190" fmla="*/ 241966 w 1795373"/>
                  <a:gd name="connsiteY190" fmla="*/ 917955 h 1584784"/>
                  <a:gd name="connsiteX191" fmla="*/ 19053 w 1795373"/>
                  <a:gd name="connsiteY191" fmla="*/ 916062 h 1584784"/>
                  <a:gd name="connsiteX192" fmla="*/ 0 w 1795373"/>
                  <a:gd name="connsiteY192" fmla="*/ 915929 h 1584784"/>
                  <a:gd name="connsiteX193" fmla="*/ 268 w 1795373"/>
                  <a:gd name="connsiteY193" fmla="*/ 897279 h 1584784"/>
                  <a:gd name="connsiteX194" fmla="*/ 5770 w 1795373"/>
                  <a:gd name="connsiteY194" fmla="*/ 456385 h 1584784"/>
                  <a:gd name="connsiteX195" fmla="*/ 5904 w 1795373"/>
                  <a:gd name="connsiteY195" fmla="*/ 442833 h 1584784"/>
                  <a:gd name="connsiteX196" fmla="*/ 19053 w 1795373"/>
                  <a:gd name="connsiteY196" fmla="*/ 442968 h 1584784"/>
                  <a:gd name="connsiteX197" fmla="*/ 249193 w 1795373"/>
                  <a:gd name="connsiteY197" fmla="*/ 445573 h 1584784"/>
                  <a:gd name="connsiteX198" fmla="*/ 246074 w 1795373"/>
                  <a:gd name="connsiteY198" fmla="*/ 452896 h 1584784"/>
                  <a:gd name="connsiteX199" fmla="*/ 256137 w 1795373"/>
                  <a:gd name="connsiteY199" fmla="*/ 445652 h 1584784"/>
                  <a:gd name="connsiteX200" fmla="*/ 249193 w 1795373"/>
                  <a:gd name="connsiteY200" fmla="*/ 445573 h 1584784"/>
                  <a:gd name="connsiteX201" fmla="*/ 277673 w 1795373"/>
                  <a:gd name="connsiteY201" fmla="*/ 378714 h 1584784"/>
                  <a:gd name="connsiteX202" fmla="*/ 282301 w 1795373"/>
                  <a:gd name="connsiteY202" fmla="*/ 383394 h 1584784"/>
                  <a:gd name="connsiteX203" fmla="*/ 280423 w 1795373"/>
                  <a:gd name="connsiteY203" fmla="*/ 372258 h 1584784"/>
                  <a:gd name="connsiteX204" fmla="*/ 277673 w 1795373"/>
                  <a:gd name="connsiteY204" fmla="*/ 378714 h 1584784"/>
                  <a:gd name="connsiteX205" fmla="*/ 115657 w 1795373"/>
                  <a:gd name="connsiteY205" fmla="*/ 214873 h 1584784"/>
                  <a:gd name="connsiteX206" fmla="*/ 109754 w 1795373"/>
                  <a:gd name="connsiteY206" fmla="*/ 208969 h 1584784"/>
                  <a:gd name="connsiteX207" fmla="*/ 115657 w 1795373"/>
                  <a:gd name="connsiteY207" fmla="*/ 203065 h 1584784"/>
                  <a:gd name="connsiteX208" fmla="*/ 272237 w 1795373"/>
                  <a:gd name="connsiteY208" fmla="*/ 47827 h 1584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</a:cxnLst>
                <a:rect l="l" t="t" r="r" b="b"/>
                <a:pathLst>
                  <a:path w="1795373" h="1584784">
                    <a:moveTo>
                      <a:pt x="1099592" y="0"/>
                    </a:moveTo>
                    <a:lnTo>
                      <a:pt x="1143110" y="0"/>
                    </a:lnTo>
                    <a:lnTo>
                      <a:pt x="1143209" y="17379"/>
                    </a:lnTo>
                    <a:lnTo>
                      <a:pt x="1128532" y="11331"/>
                    </a:lnTo>
                    <a:lnTo>
                      <a:pt x="1143291" y="31861"/>
                    </a:lnTo>
                    <a:lnTo>
                      <a:pt x="1143209" y="17379"/>
                    </a:lnTo>
                    <a:lnTo>
                      <a:pt x="1196121" y="39182"/>
                    </a:lnTo>
                    <a:lnTo>
                      <a:pt x="1185825" y="49437"/>
                    </a:lnTo>
                    <a:lnTo>
                      <a:pt x="1210915" y="45278"/>
                    </a:lnTo>
                    <a:lnTo>
                      <a:pt x="1196121" y="39182"/>
                    </a:lnTo>
                    <a:lnTo>
                      <a:pt x="1235460" y="0"/>
                    </a:lnTo>
                    <a:lnTo>
                      <a:pt x="1295724" y="0"/>
                    </a:lnTo>
                    <a:lnTo>
                      <a:pt x="1216416" y="79626"/>
                    </a:lnTo>
                    <a:lnTo>
                      <a:pt x="1205413" y="90763"/>
                    </a:lnTo>
                    <a:lnTo>
                      <a:pt x="1191325" y="83785"/>
                    </a:lnTo>
                    <a:cubicBezTo>
                      <a:pt x="1166369" y="71442"/>
                      <a:pt x="1140607" y="60841"/>
                      <a:pt x="1114175" y="51718"/>
                    </a:cubicBezTo>
                    <a:lnTo>
                      <a:pt x="1099417" y="46619"/>
                    </a:lnTo>
                    <a:lnTo>
                      <a:pt x="1099417" y="31055"/>
                    </a:lnTo>
                    <a:close/>
                    <a:moveTo>
                      <a:pt x="523859" y="0"/>
                    </a:moveTo>
                    <a:lnTo>
                      <a:pt x="549205" y="0"/>
                    </a:lnTo>
                    <a:lnTo>
                      <a:pt x="603181" y="53077"/>
                    </a:lnTo>
                    <a:lnTo>
                      <a:pt x="596669" y="55877"/>
                    </a:lnTo>
                    <a:lnTo>
                      <a:pt x="607939" y="57756"/>
                    </a:lnTo>
                    <a:lnTo>
                      <a:pt x="603181" y="53077"/>
                    </a:lnTo>
                    <a:lnTo>
                      <a:pt x="669558" y="24534"/>
                    </a:lnTo>
                    <a:lnTo>
                      <a:pt x="669660" y="31726"/>
                    </a:lnTo>
                    <a:lnTo>
                      <a:pt x="677173" y="21260"/>
                    </a:lnTo>
                    <a:lnTo>
                      <a:pt x="669558" y="24534"/>
                    </a:lnTo>
                    <a:lnTo>
                      <a:pt x="669211" y="0"/>
                    </a:lnTo>
                    <a:lnTo>
                      <a:pt x="691836" y="0"/>
                    </a:lnTo>
                    <a:lnTo>
                      <a:pt x="691396" y="31055"/>
                    </a:lnTo>
                    <a:lnTo>
                      <a:pt x="691261" y="39106"/>
                    </a:lnTo>
                    <a:lnTo>
                      <a:pt x="683881" y="41520"/>
                    </a:lnTo>
                    <a:cubicBezTo>
                      <a:pt x="656912" y="50241"/>
                      <a:pt x="630480" y="60707"/>
                      <a:pt x="604854" y="72782"/>
                    </a:cubicBezTo>
                    <a:lnTo>
                      <a:pt x="598414" y="75869"/>
                    </a:lnTo>
                    <a:lnTo>
                      <a:pt x="593583" y="70905"/>
                    </a:lnTo>
                    <a:close/>
                    <a:moveTo>
                      <a:pt x="319818" y="0"/>
                    </a:moveTo>
                    <a:lnTo>
                      <a:pt x="339951" y="0"/>
                    </a:lnTo>
                    <a:lnTo>
                      <a:pt x="282301" y="57353"/>
                    </a:lnTo>
                    <a:lnTo>
                      <a:pt x="132974" y="207971"/>
                    </a:lnTo>
                    <a:lnTo>
                      <a:pt x="127063" y="202125"/>
                    </a:lnTo>
                    <a:lnTo>
                      <a:pt x="127063" y="213933"/>
                    </a:lnTo>
                    <a:lnTo>
                      <a:pt x="132974" y="207971"/>
                    </a:lnTo>
                    <a:lnTo>
                      <a:pt x="295584" y="368769"/>
                    </a:lnTo>
                    <a:lnTo>
                      <a:pt x="300414" y="373465"/>
                    </a:lnTo>
                    <a:lnTo>
                      <a:pt x="297329" y="379772"/>
                    </a:lnTo>
                    <a:cubicBezTo>
                      <a:pt x="285119" y="405400"/>
                      <a:pt x="274653" y="431832"/>
                      <a:pt x="265798" y="458665"/>
                    </a:cubicBezTo>
                    <a:lnTo>
                      <a:pt x="263516" y="465777"/>
                    </a:lnTo>
                    <a:lnTo>
                      <a:pt x="255734" y="465911"/>
                    </a:lnTo>
                    <a:lnTo>
                      <a:pt x="32234" y="468440"/>
                    </a:lnTo>
                    <a:lnTo>
                      <a:pt x="32068" y="455177"/>
                    </a:lnTo>
                    <a:lnTo>
                      <a:pt x="18650" y="468594"/>
                    </a:lnTo>
                    <a:lnTo>
                      <a:pt x="32234" y="468440"/>
                    </a:lnTo>
                    <a:lnTo>
                      <a:pt x="37331" y="876993"/>
                    </a:lnTo>
                    <a:lnTo>
                      <a:pt x="18650" y="877152"/>
                    </a:lnTo>
                    <a:lnTo>
                      <a:pt x="37569" y="896071"/>
                    </a:lnTo>
                    <a:lnTo>
                      <a:pt x="37331" y="876993"/>
                    </a:lnTo>
                    <a:lnTo>
                      <a:pt x="255734" y="875140"/>
                    </a:lnTo>
                    <a:lnTo>
                      <a:pt x="270494" y="875006"/>
                    </a:lnTo>
                    <a:lnTo>
                      <a:pt x="275458" y="889363"/>
                    </a:lnTo>
                    <a:cubicBezTo>
                      <a:pt x="284715" y="915661"/>
                      <a:pt x="295584" y="941422"/>
                      <a:pt x="308063" y="966378"/>
                    </a:cubicBezTo>
                    <a:lnTo>
                      <a:pt x="314905" y="980063"/>
                    </a:lnTo>
                    <a:lnTo>
                      <a:pt x="303902" y="991200"/>
                    </a:lnTo>
                    <a:lnTo>
                      <a:pt x="153356" y="1143322"/>
                    </a:lnTo>
                    <a:lnTo>
                      <a:pt x="137126" y="1127251"/>
                    </a:lnTo>
                    <a:lnTo>
                      <a:pt x="137126" y="1159722"/>
                    </a:lnTo>
                    <a:lnTo>
                      <a:pt x="153356" y="1143322"/>
                    </a:lnTo>
                    <a:lnTo>
                      <a:pt x="432490" y="1419707"/>
                    </a:lnTo>
                    <a:lnTo>
                      <a:pt x="414865" y="1437460"/>
                    </a:lnTo>
                    <a:lnTo>
                      <a:pt x="450419" y="1437460"/>
                    </a:lnTo>
                    <a:lnTo>
                      <a:pt x="432490" y="1419707"/>
                    </a:lnTo>
                    <a:lnTo>
                      <a:pt x="581910" y="1269207"/>
                    </a:lnTo>
                    <a:lnTo>
                      <a:pt x="595060" y="1256058"/>
                    </a:lnTo>
                    <a:lnTo>
                      <a:pt x="611831" y="1264243"/>
                    </a:lnTo>
                    <a:cubicBezTo>
                      <a:pt x="636653" y="1276452"/>
                      <a:pt x="662281" y="1286918"/>
                      <a:pt x="688577" y="1295908"/>
                    </a:cubicBezTo>
                    <a:lnTo>
                      <a:pt x="706155" y="1301945"/>
                    </a:lnTo>
                    <a:lnTo>
                      <a:pt x="706155" y="1320595"/>
                    </a:lnTo>
                    <a:lnTo>
                      <a:pt x="706155" y="1531769"/>
                    </a:lnTo>
                    <a:lnTo>
                      <a:pt x="680126" y="1531650"/>
                    </a:lnTo>
                    <a:lnTo>
                      <a:pt x="706155" y="1557681"/>
                    </a:lnTo>
                    <a:lnTo>
                      <a:pt x="706155" y="1531769"/>
                    </a:lnTo>
                    <a:lnTo>
                      <a:pt x="1097220" y="1533554"/>
                    </a:lnTo>
                    <a:lnTo>
                      <a:pt x="1097001" y="1557681"/>
                    </a:lnTo>
                    <a:lnTo>
                      <a:pt x="1121019" y="1533663"/>
                    </a:lnTo>
                    <a:lnTo>
                      <a:pt x="1097220" y="1533554"/>
                    </a:lnTo>
                    <a:lnTo>
                      <a:pt x="1099148" y="1320595"/>
                    </a:lnTo>
                    <a:lnTo>
                      <a:pt x="1099283" y="1304629"/>
                    </a:lnTo>
                    <a:lnTo>
                      <a:pt x="1114041" y="1299799"/>
                    </a:lnTo>
                    <a:cubicBezTo>
                      <a:pt x="1140474" y="1291078"/>
                      <a:pt x="1166504" y="1280612"/>
                      <a:pt x="1191594" y="1268536"/>
                    </a:cubicBezTo>
                    <a:lnTo>
                      <a:pt x="1205413" y="1261827"/>
                    </a:lnTo>
                    <a:lnTo>
                      <a:pt x="1215879" y="1272561"/>
                    </a:lnTo>
                    <a:lnTo>
                      <a:pt x="1368799" y="1428200"/>
                    </a:lnTo>
                    <a:lnTo>
                      <a:pt x="1355016" y="1441621"/>
                    </a:lnTo>
                    <a:lnTo>
                      <a:pt x="1381985" y="1441621"/>
                    </a:lnTo>
                    <a:lnTo>
                      <a:pt x="1368799" y="1428200"/>
                    </a:lnTo>
                    <a:lnTo>
                      <a:pt x="1661703" y="1143009"/>
                    </a:lnTo>
                    <a:lnTo>
                      <a:pt x="1670995" y="1152611"/>
                    </a:lnTo>
                    <a:lnTo>
                      <a:pt x="1670995" y="1133961"/>
                    </a:lnTo>
                    <a:lnTo>
                      <a:pt x="1661703" y="1143009"/>
                    </a:lnTo>
                    <a:lnTo>
                      <a:pt x="1506096" y="982209"/>
                    </a:lnTo>
                    <a:lnTo>
                      <a:pt x="1501400" y="977246"/>
                    </a:lnTo>
                    <a:lnTo>
                      <a:pt x="1504351" y="971476"/>
                    </a:lnTo>
                    <a:cubicBezTo>
                      <a:pt x="1517366" y="946252"/>
                      <a:pt x="1528771" y="920087"/>
                      <a:pt x="1538431" y="893387"/>
                    </a:cubicBezTo>
                    <a:lnTo>
                      <a:pt x="1540310" y="888155"/>
                    </a:lnTo>
                    <a:lnTo>
                      <a:pt x="1545543" y="888289"/>
                    </a:lnTo>
                    <a:lnTo>
                      <a:pt x="1781017" y="894863"/>
                    </a:lnTo>
                    <a:lnTo>
                      <a:pt x="1775651" y="673208"/>
                    </a:lnTo>
                    <a:lnTo>
                      <a:pt x="1772966" y="563992"/>
                    </a:lnTo>
                    <a:lnTo>
                      <a:pt x="1770943" y="467809"/>
                    </a:lnTo>
                    <a:lnTo>
                      <a:pt x="1782761" y="467656"/>
                    </a:lnTo>
                    <a:lnTo>
                      <a:pt x="1770686" y="455579"/>
                    </a:lnTo>
                    <a:lnTo>
                      <a:pt x="1770943" y="467809"/>
                    </a:lnTo>
                    <a:lnTo>
                      <a:pt x="1545677" y="470742"/>
                    </a:lnTo>
                    <a:lnTo>
                      <a:pt x="1535077" y="470876"/>
                    </a:lnTo>
                    <a:lnTo>
                      <a:pt x="1531320" y="460410"/>
                    </a:lnTo>
                    <a:cubicBezTo>
                      <a:pt x="1521794" y="433844"/>
                      <a:pt x="1510792" y="407948"/>
                      <a:pt x="1498046" y="382993"/>
                    </a:cubicBezTo>
                    <a:lnTo>
                      <a:pt x="1492813" y="372795"/>
                    </a:lnTo>
                    <a:lnTo>
                      <a:pt x="1501132" y="364341"/>
                    </a:lnTo>
                    <a:lnTo>
                      <a:pt x="1653625" y="208518"/>
                    </a:lnTo>
                    <a:lnTo>
                      <a:pt x="1666970" y="221715"/>
                    </a:lnTo>
                    <a:lnTo>
                      <a:pt x="1666970" y="194881"/>
                    </a:lnTo>
                    <a:lnTo>
                      <a:pt x="1653625" y="208518"/>
                    </a:lnTo>
                    <a:lnTo>
                      <a:pt x="1442761" y="0"/>
                    </a:lnTo>
                    <a:lnTo>
                      <a:pt x="1500698" y="0"/>
                    </a:lnTo>
                    <a:lnTo>
                      <a:pt x="1694207" y="195686"/>
                    </a:lnTo>
                    <a:lnTo>
                      <a:pt x="1707490" y="209237"/>
                    </a:lnTo>
                    <a:lnTo>
                      <a:pt x="1694207" y="222386"/>
                    </a:lnTo>
                    <a:lnTo>
                      <a:pt x="1532353" y="380780"/>
                    </a:lnTo>
                    <a:lnTo>
                      <a:pt x="1527832" y="369440"/>
                    </a:lnTo>
                    <a:lnTo>
                      <a:pt x="1524745" y="388225"/>
                    </a:lnTo>
                    <a:lnTo>
                      <a:pt x="1532353" y="380780"/>
                    </a:lnTo>
                    <a:lnTo>
                      <a:pt x="1556559" y="441492"/>
                    </a:lnTo>
                    <a:lnTo>
                      <a:pt x="1546214" y="441357"/>
                    </a:lnTo>
                    <a:lnTo>
                      <a:pt x="1560571" y="451555"/>
                    </a:lnTo>
                    <a:lnTo>
                      <a:pt x="1556559" y="441492"/>
                    </a:lnTo>
                    <a:lnTo>
                      <a:pt x="1783298" y="444444"/>
                    </a:lnTo>
                    <a:lnTo>
                      <a:pt x="1795373" y="444578"/>
                    </a:lnTo>
                    <a:lnTo>
                      <a:pt x="1795239" y="456385"/>
                    </a:lnTo>
                    <a:cubicBezTo>
                      <a:pt x="1794837" y="493818"/>
                      <a:pt x="1793763" y="531253"/>
                      <a:pt x="1792959" y="568554"/>
                    </a:cubicBezTo>
                    <a:lnTo>
                      <a:pt x="1790275" y="679917"/>
                    </a:lnTo>
                    <a:lnTo>
                      <a:pt x="1784506" y="898351"/>
                    </a:lnTo>
                    <a:lnTo>
                      <a:pt x="1550983" y="904124"/>
                    </a:lnTo>
                    <a:lnTo>
                      <a:pt x="1552922" y="899157"/>
                    </a:lnTo>
                    <a:lnTo>
                      <a:pt x="1545677" y="904255"/>
                    </a:lnTo>
                    <a:lnTo>
                      <a:pt x="1550983" y="904124"/>
                    </a:lnTo>
                    <a:lnTo>
                      <a:pt x="1523686" y="974035"/>
                    </a:lnTo>
                    <a:lnTo>
                      <a:pt x="1519379" y="969867"/>
                    </a:lnTo>
                    <a:lnTo>
                      <a:pt x="1521123" y="980600"/>
                    </a:lnTo>
                    <a:lnTo>
                      <a:pt x="1523686" y="974035"/>
                    </a:lnTo>
                    <a:lnTo>
                      <a:pt x="1689779" y="1134766"/>
                    </a:lnTo>
                    <a:lnTo>
                      <a:pt x="1699172" y="1143889"/>
                    </a:lnTo>
                    <a:lnTo>
                      <a:pt x="1689779" y="1153550"/>
                    </a:lnTo>
                    <a:cubicBezTo>
                      <a:pt x="1587137" y="1258876"/>
                      <a:pt x="1485300" y="1364738"/>
                      <a:pt x="1382119" y="1469528"/>
                    </a:cubicBezTo>
                    <a:lnTo>
                      <a:pt x="1368836" y="1483079"/>
                    </a:lnTo>
                    <a:lnTo>
                      <a:pt x="1355150" y="1469528"/>
                    </a:lnTo>
                    <a:lnTo>
                      <a:pt x="1196314" y="1313465"/>
                    </a:lnTo>
                    <a:lnTo>
                      <a:pt x="1210512" y="1307446"/>
                    </a:lnTo>
                    <a:lnTo>
                      <a:pt x="1186092" y="1303421"/>
                    </a:lnTo>
                    <a:lnTo>
                      <a:pt x="1196314" y="1313465"/>
                    </a:lnTo>
                    <a:lnTo>
                      <a:pt x="1143557" y="1335829"/>
                    </a:lnTo>
                    <a:lnTo>
                      <a:pt x="1143426" y="1321400"/>
                    </a:lnTo>
                    <a:lnTo>
                      <a:pt x="1128532" y="1342198"/>
                    </a:lnTo>
                    <a:lnTo>
                      <a:pt x="1143557" y="1335829"/>
                    </a:lnTo>
                    <a:lnTo>
                      <a:pt x="1145573" y="1558485"/>
                    </a:lnTo>
                    <a:lnTo>
                      <a:pt x="1145840" y="1582502"/>
                    </a:lnTo>
                    <a:lnTo>
                      <a:pt x="1121555" y="1582636"/>
                    </a:lnTo>
                    <a:lnTo>
                      <a:pt x="680661" y="1584648"/>
                    </a:lnTo>
                    <a:lnTo>
                      <a:pt x="654632" y="1584784"/>
                    </a:lnTo>
                    <a:lnTo>
                      <a:pt x="654632" y="1558619"/>
                    </a:lnTo>
                    <a:lnTo>
                      <a:pt x="654632" y="1338930"/>
                    </a:lnTo>
                    <a:lnTo>
                      <a:pt x="672208" y="1346223"/>
                    </a:lnTo>
                    <a:lnTo>
                      <a:pt x="654632" y="1321535"/>
                    </a:lnTo>
                    <a:lnTo>
                      <a:pt x="654632" y="1338930"/>
                    </a:lnTo>
                    <a:lnTo>
                      <a:pt x="606999" y="1319167"/>
                    </a:lnTo>
                    <a:lnTo>
                      <a:pt x="619344" y="1306911"/>
                    </a:lnTo>
                    <a:lnTo>
                      <a:pt x="589424" y="1311874"/>
                    </a:lnTo>
                    <a:lnTo>
                      <a:pt x="606999" y="1319167"/>
                    </a:lnTo>
                    <a:lnTo>
                      <a:pt x="451090" y="1473956"/>
                    </a:lnTo>
                    <a:lnTo>
                      <a:pt x="433111" y="1491801"/>
                    </a:lnTo>
                    <a:lnTo>
                      <a:pt x="415400" y="1473956"/>
                    </a:lnTo>
                    <a:lnTo>
                      <a:pt x="105192" y="1160661"/>
                    </a:lnTo>
                    <a:lnTo>
                      <a:pt x="88957" y="1144292"/>
                    </a:lnTo>
                    <a:lnTo>
                      <a:pt x="105192" y="1128191"/>
                    </a:lnTo>
                    <a:lnTo>
                      <a:pt x="263584" y="971565"/>
                    </a:lnTo>
                    <a:lnTo>
                      <a:pt x="269554" y="986370"/>
                    </a:lnTo>
                    <a:lnTo>
                      <a:pt x="273714" y="961547"/>
                    </a:lnTo>
                    <a:lnTo>
                      <a:pt x="263584" y="971565"/>
                    </a:lnTo>
                    <a:lnTo>
                      <a:pt x="241966" y="917955"/>
                    </a:lnTo>
                    <a:lnTo>
                      <a:pt x="256137" y="918075"/>
                    </a:lnTo>
                    <a:lnTo>
                      <a:pt x="236279" y="903853"/>
                    </a:lnTo>
                    <a:lnTo>
                      <a:pt x="241966" y="917955"/>
                    </a:lnTo>
                    <a:lnTo>
                      <a:pt x="19053" y="916062"/>
                    </a:lnTo>
                    <a:lnTo>
                      <a:pt x="0" y="915929"/>
                    </a:lnTo>
                    <a:lnTo>
                      <a:pt x="268" y="897279"/>
                    </a:lnTo>
                    <a:lnTo>
                      <a:pt x="5770" y="456385"/>
                    </a:lnTo>
                    <a:lnTo>
                      <a:pt x="5904" y="442833"/>
                    </a:lnTo>
                    <a:lnTo>
                      <a:pt x="19053" y="442968"/>
                    </a:lnTo>
                    <a:lnTo>
                      <a:pt x="249193" y="445573"/>
                    </a:lnTo>
                    <a:lnTo>
                      <a:pt x="246074" y="452896"/>
                    </a:lnTo>
                    <a:lnTo>
                      <a:pt x="256137" y="445652"/>
                    </a:lnTo>
                    <a:lnTo>
                      <a:pt x="249193" y="445573"/>
                    </a:lnTo>
                    <a:lnTo>
                      <a:pt x="277673" y="378714"/>
                    </a:lnTo>
                    <a:lnTo>
                      <a:pt x="282301" y="383394"/>
                    </a:lnTo>
                    <a:lnTo>
                      <a:pt x="280423" y="372258"/>
                    </a:lnTo>
                    <a:lnTo>
                      <a:pt x="277673" y="378714"/>
                    </a:lnTo>
                    <a:lnTo>
                      <a:pt x="115657" y="214873"/>
                    </a:lnTo>
                    <a:lnTo>
                      <a:pt x="109754" y="208969"/>
                    </a:lnTo>
                    <a:lnTo>
                      <a:pt x="115657" y="203065"/>
                    </a:lnTo>
                    <a:lnTo>
                      <a:pt x="272237" y="47827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9" name="任意多边形 118" descr="f5f70693-3ca4-47f4-b50f-29ae145a0f5b"/>
              <p:cNvSpPr/>
              <p:nvPr/>
            </p:nvSpPr>
            <p:spPr>
              <a:xfrm>
                <a:off x="7500802" y="214739"/>
                <a:ext cx="941868" cy="911574"/>
              </a:xfrm>
              <a:custGeom>
                <a:avLst/>
                <a:gdLst>
                  <a:gd name="connsiteX0" fmla="*/ 328750 w 661287"/>
                  <a:gd name="connsiteY0" fmla="*/ 640017 h 640017"/>
                  <a:gd name="connsiteX1" fmla="*/ 98705 w 661287"/>
                  <a:gd name="connsiteY1" fmla="*/ 553915 h 640017"/>
                  <a:gd name="connsiteX2" fmla="*/ 24379 w 661287"/>
                  <a:gd name="connsiteY2" fmla="*/ 450009 h 640017"/>
                  <a:gd name="connsiteX3" fmla="*/ 74 w 661287"/>
                  <a:gd name="connsiteY3" fmla="*/ 323965 h 640017"/>
                  <a:gd name="connsiteX4" fmla="*/ 29466 w 661287"/>
                  <a:gd name="connsiteY4" fmla="*/ 199994 h 640017"/>
                  <a:gd name="connsiteX5" fmla="*/ 44162 w 661287"/>
                  <a:gd name="connsiteY5" fmla="*/ 171827 h 640017"/>
                  <a:gd name="connsiteX6" fmla="*/ 61495 w 661287"/>
                  <a:gd name="connsiteY6" fmla="*/ 145356 h 640017"/>
                  <a:gd name="connsiteX7" fmla="*/ 80901 w 661287"/>
                  <a:gd name="connsiteY7" fmla="*/ 120580 h 640017"/>
                  <a:gd name="connsiteX8" fmla="*/ 102473 w 661287"/>
                  <a:gd name="connsiteY8" fmla="*/ 97689 h 640017"/>
                  <a:gd name="connsiteX9" fmla="*/ 328655 w 661287"/>
                  <a:gd name="connsiteY9" fmla="*/ 188 h 640017"/>
                  <a:gd name="connsiteX10" fmla="*/ 454229 w 661287"/>
                  <a:gd name="connsiteY10" fmla="*/ 20819 h 640017"/>
                  <a:gd name="connsiteX11" fmla="*/ 562374 w 661287"/>
                  <a:gd name="connsiteY11" fmla="*/ 90247 h 640017"/>
                  <a:gd name="connsiteX12" fmla="*/ 635570 w 661287"/>
                  <a:gd name="connsiteY12" fmla="*/ 196791 h 640017"/>
                  <a:gd name="connsiteX13" fmla="*/ 661287 w 661287"/>
                  <a:gd name="connsiteY13" fmla="*/ 323965 h 640017"/>
                  <a:gd name="connsiteX14" fmla="*/ 634345 w 661287"/>
                  <a:gd name="connsiteY14" fmla="*/ 450574 h 640017"/>
                  <a:gd name="connsiteX15" fmla="*/ 558983 w 661287"/>
                  <a:gd name="connsiteY15" fmla="*/ 554198 h 640017"/>
                  <a:gd name="connsiteX16" fmla="*/ 328750 w 661287"/>
                  <a:gd name="connsiteY16" fmla="*/ 640017 h 640017"/>
                  <a:gd name="connsiteX17" fmla="*/ 328750 w 661287"/>
                  <a:gd name="connsiteY17" fmla="*/ 636532 h 640017"/>
                  <a:gd name="connsiteX18" fmla="*/ 359366 w 661287"/>
                  <a:gd name="connsiteY18" fmla="*/ 634648 h 640017"/>
                  <a:gd name="connsiteX19" fmla="*/ 389605 w 661287"/>
                  <a:gd name="connsiteY19" fmla="*/ 629655 h 640017"/>
                  <a:gd name="connsiteX20" fmla="*/ 418996 w 661287"/>
                  <a:gd name="connsiteY20" fmla="*/ 621365 h 640017"/>
                  <a:gd name="connsiteX21" fmla="*/ 447257 w 661287"/>
                  <a:gd name="connsiteY21" fmla="*/ 609966 h 640017"/>
                  <a:gd name="connsiteX22" fmla="*/ 543062 w 661287"/>
                  <a:gd name="connsiteY22" fmla="*/ 538184 h 640017"/>
                  <a:gd name="connsiteX23" fmla="*/ 624831 w 661287"/>
                  <a:gd name="connsiteY23" fmla="*/ 323871 h 640017"/>
                  <a:gd name="connsiteX24" fmla="*/ 539671 w 661287"/>
                  <a:gd name="connsiteY24" fmla="*/ 113044 h 640017"/>
                  <a:gd name="connsiteX25" fmla="*/ 328844 w 661287"/>
                  <a:gd name="connsiteY25" fmla="*/ 18935 h 640017"/>
                  <a:gd name="connsiteX26" fmla="*/ 210807 w 661287"/>
                  <a:gd name="connsiteY26" fmla="*/ 38906 h 640017"/>
                  <a:gd name="connsiteX27" fmla="*/ 110481 w 661287"/>
                  <a:gd name="connsiteY27" fmla="*/ 105602 h 640017"/>
                  <a:gd name="connsiteX28" fmla="*/ 90604 w 661287"/>
                  <a:gd name="connsiteY28" fmla="*/ 128493 h 640017"/>
                  <a:gd name="connsiteX29" fmla="*/ 73270 w 661287"/>
                  <a:gd name="connsiteY29" fmla="*/ 153269 h 640017"/>
                  <a:gd name="connsiteX30" fmla="*/ 58857 w 661287"/>
                  <a:gd name="connsiteY30" fmla="*/ 179740 h 640017"/>
                  <a:gd name="connsiteX31" fmla="*/ 47176 w 661287"/>
                  <a:gd name="connsiteY31" fmla="*/ 207342 h 640017"/>
                  <a:gd name="connsiteX32" fmla="*/ 28712 w 661287"/>
                  <a:gd name="connsiteY32" fmla="*/ 323965 h 640017"/>
                  <a:gd name="connsiteX33" fmla="*/ 114249 w 661287"/>
                  <a:gd name="connsiteY33" fmla="*/ 538466 h 640017"/>
                  <a:gd name="connsiteX34" fmla="*/ 210148 w 661287"/>
                  <a:gd name="connsiteY34" fmla="*/ 610249 h 640017"/>
                  <a:gd name="connsiteX35" fmla="*/ 238409 w 661287"/>
                  <a:gd name="connsiteY35" fmla="*/ 621648 h 640017"/>
                  <a:gd name="connsiteX36" fmla="*/ 267894 w 661287"/>
                  <a:gd name="connsiteY36" fmla="*/ 629938 h 640017"/>
                  <a:gd name="connsiteX37" fmla="*/ 298134 w 661287"/>
                  <a:gd name="connsiteY37" fmla="*/ 634836 h 640017"/>
                  <a:gd name="connsiteX38" fmla="*/ 328750 w 661287"/>
                  <a:gd name="connsiteY38" fmla="*/ 636532 h 6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661287" h="640017">
                    <a:moveTo>
                      <a:pt x="328750" y="640017"/>
                    </a:moveTo>
                    <a:cubicBezTo>
                      <a:pt x="246322" y="639829"/>
                      <a:pt x="162481" y="611285"/>
                      <a:pt x="98705" y="553915"/>
                    </a:cubicBezTo>
                    <a:cubicBezTo>
                      <a:pt x="67241" y="525278"/>
                      <a:pt x="41147" y="489763"/>
                      <a:pt x="24379" y="450009"/>
                    </a:cubicBezTo>
                    <a:cubicBezTo>
                      <a:pt x="7140" y="410444"/>
                      <a:pt x="-868" y="366922"/>
                      <a:pt x="74" y="323965"/>
                    </a:cubicBezTo>
                    <a:cubicBezTo>
                      <a:pt x="1205" y="280914"/>
                      <a:pt x="11661" y="238523"/>
                      <a:pt x="29466" y="199994"/>
                    </a:cubicBezTo>
                    <a:cubicBezTo>
                      <a:pt x="34082" y="190385"/>
                      <a:pt x="39263" y="181153"/>
                      <a:pt x="44162" y="171827"/>
                    </a:cubicBezTo>
                    <a:cubicBezTo>
                      <a:pt x="49719" y="162783"/>
                      <a:pt x="55749" y="154117"/>
                      <a:pt x="61495" y="145356"/>
                    </a:cubicBezTo>
                    <a:lnTo>
                      <a:pt x="80901" y="120580"/>
                    </a:lnTo>
                    <a:lnTo>
                      <a:pt x="102473" y="97689"/>
                    </a:lnTo>
                    <a:cubicBezTo>
                      <a:pt x="162387" y="39283"/>
                      <a:pt x="243684" y="3015"/>
                      <a:pt x="328655" y="188"/>
                    </a:cubicBezTo>
                    <a:cubicBezTo>
                      <a:pt x="370953" y="-1225"/>
                      <a:pt x="414098" y="5275"/>
                      <a:pt x="454229" y="20819"/>
                    </a:cubicBezTo>
                    <a:cubicBezTo>
                      <a:pt x="494359" y="36174"/>
                      <a:pt x="531381" y="60102"/>
                      <a:pt x="562374" y="90247"/>
                    </a:cubicBezTo>
                    <a:cubicBezTo>
                      <a:pt x="593367" y="120392"/>
                      <a:pt x="618425" y="156849"/>
                      <a:pt x="635570" y="196791"/>
                    </a:cubicBezTo>
                    <a:cubicBezTo>
                      <a:pt x="652903" y="236733"/>
                      <a:pt x="661193" y="280443"/>
                      <a:pt x="661287" y="323965"/>
                    </a:cubicBezTo>
                    <a:cubicBezTo>
                      <a:pt x="660628" y="367393"/>
                      <a:pt x="652055" y="411009"/>
                      <a:pt x="634345" y="450574"/>
                    </a:cubicBezTo>
                    <a:cubicBezTo>
                      <a:pt x="617012" y="490328"/>
                      <a:pt x="590729" y="525749"/>
                      <a:pt x="558983" y="554198"/>
                    </a:cubicBezTo>
                    <a:cubicBezTo>
                      <a:pt x="495207" y="611568"/>
                      <a:pt x="411178" y="640111"/>
                      <a:pt x="328750" y="640017"/>
                    </a:cubicBezTo>
                    <a:close/>
                    <a:moveTo>
                      <a:pt x="328750" y="636532"/>
                    </a:moveTo>
                    <a:lnTo>
                      <a:pt x="359366" y="634648"/>
                    </a:lnTo>
                    <a:cubicBezTo>
                      <a:pt x="369446" y="633235"/>
                      <a:pt x="379525" y="631539"/>
                      <a:pt x="389605" y="629655"/>
                    </a:cubicBezTo>
                    <a:cubicBezTo>
                      <a:pt x="399496" y="627206"/>
                      <a:pt x="409199" y="624097"/>
                      <a:pt x="418996" y="621365"/>
                    </a:cubicBezTo>
                    <a:cubicBezTo>
                      <a:pt x="428605" y="618068"/>
                      <a:pt x="437931" y="613829"/>
                      <a:pt x="447257" y="609966"/>
                    </a:cubicBezTo>
                    <a:cubicBezTo>
                      <a:pt x="484091" y="592916"/>
                      <a:pt x="516591" y="567763"/>
                      <a:pt x="543062" y="538184"/>
                    </a:cubicBezTo>
                    <a:cubicBezTo>
                      <a:pt x="595533" y="478553"/>
                      <a:pt x="625679" y="401683"/>
                      <a:pt x="624831" y="323871"/>
                    </a:cubicBezTo>
                    <a:cubicBezTo>
                      <a:pt x="624548" y="246342"/>
                      <a:pt x="594309" y="169095"/>
                      <a:pt x="539671" y="113044"/>
                    </a:cubicBezTo>
                    <a:cubicBezTo>
                      <a:pt x="485127" y="57087"/>
                      <a:pt x="408917" y="22138"/>
                      <a:pt x="328844" y="18935"/>
                    </a:cubicBezTo>
                    <a:cubicBezTo>
                      <a:pt x="288996" y="17804"/>
                      <a:pt x="248300" y="23833"/>
                      <a:pt x="210807" y="38906"/>
                    </a:cubicBezTo>
                    <a:cubicBezTo>
                      <a:pt x="173220" y="53696"/>
                      <a:pt x="138742" y="76681"/>
                      <a:pt x="110481" y="105602"/>
                    </a:cubicBezTo>
                    <a:cubicBezTo>
                      <a:pt x="103698" y="113138"/>
                      <a:pt x="97198" y="120863"/>
                      <a:pt x="90604" y="128493"/>
                    </a:cubicBezTo>
                    <a:cubicBezTo>
                      <a:pt x="84857" y="136783"/>
                      <a:pt x="78734" y="144791"/>
                      <a:pt x="73270" y="153269"/>
                    </a:cubicBezTo>
                    <a:cubicBezTo>
                      <a:pt x="68466" y="162124"/>
                      <a:pt x="63379" y="170791"/>
                      <a:pt x="58857" y="179740"/>
                    </a:cubicBezTo>
                    <a:cubicBezTo>
                      <a:pt x="54995" y="188972"/>
                      <a:pt x="50756" y="198015"/>
                      <a:pt x="47176" y="207342"/>
                    </a:cubicBezTo>
                    <a:cubicBezTo>
                      <a:pt x="33422" y="244834"/>
                      <a:pt x="27676" y="284682"/>
                      <a:pt x="28712" y="323965"/>
                    </a:cubicBezTo>
                    <a:cubicBezTo>
                      <a:pt x="30785" y="402625"/>
                      <a:pt x="61024" y="479118"/>
                      <a:pt x="114249" y="538466"/>
                    </a:cubicBezTo>
                    <a:cubicBezTo>
                      <a:pt x="140814" y="568046"/>
                      <a:pt x="173314" y="593198"/>
                      <a:pt x="210148" y="610249"/>
                    </a:cubicBezTo>
                    <a:cubicBezTo>
                      <a:pt x="219474" y="614111"/>
                      <a:pt x="228800" y="618350"/>
                      <a:pt x="238409" y="621648"/>
                    </a:cubicBezTo>
                    <a:cubicBezTo>
                      <a:pt x="248206" y="624379"/>
                      <a:pt x="257909" y="627488"/>
                      <a:pt x="267894" y="629938"/>
                    </a:cubicBezTo>
                    <a:cubicBezTo>
                      <a:pt x="277974" y="631727"/>
                      <a:pt x="288054" y="633423"/>
                      <a:pt x="298134" y="634836"/>
                    </a:cubicBezTo>
                    <a:lnTo>
                      <a:pt x="328750" y="636532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0" name="任意多边形 119" descr="a38a9145-f9bc-4c28-b546-dc1ba7140e93"/>
              <p:cNvSpPr/>
              <p:nvPr/>
            </p:nvSpPr>
            <p:spPr>
              <a:xfrm>
                <a:off x="7700021" y="407143"/>
                <a:ext cx="538035" cy="538035"/>
              </a:xfrm>
              <a:custGeom>
                <a:avLst/>
                <a:gdLst>
                  <a:gd name="connsiteX0" fmla="*/ 188878 w 377755"/>
                  <a:gd name="connsiteY0" fmla="*/ 0 h 377755"/>
                  <a:gd name="connsiteX1" fmla="*/ 0 w 377755"/>
                  <a:gd name="connsiteY1" fmla="*/ 188878 h 377755"/>
                  <a:gd name="connsiteX2" fmla="*/ 188878 w 377755"/>
                  <a:gd name="connsiteY2" fmla="*/ 377755 h 377755"/>
                  <a:gd name="connsiteX3" fmla="*/ 377755 w 377755"/>
                  <a:gd name="connsiteY3" fmla="*/ 188878 h 377755"/>
                  <a:gd name="connsiteX4" fmla="*/ 188878 w 377755"/>
                  <a:gd name="connsiteY4" fmla="*/ 0 h 377755"/>
                  <a:gd name="connsiteX5" fmla="*/ 188878 w 377755"/>
                  <a:gd name="connsiteY5" fmla="*/ 258211 h 377755"/>
                  <a:gd name="connsiteX6" fmla="*/ 119544 w 377755"/>
                  <a:gd name="connsiteY6" fmla="*/ 188878 h 377755"/>
                  <a:gd name="connsiteX7" fmla="*/ 188878 w 377755"/>
                  <a:gd name="connsiteY7" fmla="*/ 119544 h 377755"/>
                  <a:gd name="connsiteX8" fmla="*/ 258211 w 377755"/>
                  <a:gd name="connsiteY8" fmla="*/ 188878 h 377755"/>
                  <a:gd name="connsiteX9" fmla="*/ 188878 w 377755"/>
                  <a:gd name="connsiteY9" fmla="*/ 258211 h 377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77755" h="377755">
                    <a:moveTo>
                      <a:pt x="188878" y="0"/>
                    </a:moveTo>
                    <a:cubicBezTo>
                      <a:pt x="84595" y="0"/>
                      <a:pt x="0" y="84595"/>
                      <a:pt x="0" y="188878"/>
                    </a:cubicBezTo>
                    <a:cubicBezTo>
                      <a:pt x="0" y="293161"/>
                      <a:pt x="84595" y="377755"/>
                      <a:pt x="188878" y="377755"/>
                    </a:cubicBezTo>
                    <a:cubicBezTo>
                      <a:pt x="293161" y="377755"/>
                      <a:pt x="377755" y="293255"/>
                      <a:pt x="377755" y="188878"/>
                    </a:cubicBezTo>
                    <a:cubicBezTo>
                      <a:pt x="377755" y="84500"/>
                      <a:pt x="293161" y="0"/>
                      <a:pt x="188878" y="0"/>
                    </a:cubicBezTo>
                    <a:close/>
                    <a:moveTo>
                      <a:pt x="188878" y="258211"/>
                    </a:moveTo>
                    <a:cubicBezTo>
                      <a:pt x="150537" y="258211"/>
                      <a:pt x="119544" y="227124"/>
                      <a:pt x="119544" y="188878"/>
                    </a:cubicBezTo>
                    <a:cubicBezTo>
                      <a:pt x="119544" y="150537"/>
                      <a:pt x="150631" y="119544"/>
                      <a:pt x="188878" y="119544"/>
                    </a:cubicBezTo>
                    <a:cubicBezTo>
                      <a:pt x="227124" y="119544"/>
                      <a:pt x="258211" y="150631"/>
                      <a:pt x="258211" y="188878"/>
                    </a:cubicBezTo>
                    <a:cubicBezTo>
                      <a:pt x="258211" y="227124"/>
                      <a:pt x="227218" y="258211"/>
                      <a:pt x="188878" y="2582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1" name="任意多边形 120" descr="fb1c77f9-e406-40be-9bd8-c21719840304"/>
              <p:cNvSpPr/>
              <p:nvPr/>
            </p:nvSpPr>
            <p:spPr>
              <a:xfrm>
                <a:off x="7687563" y="405667"/>
                <a:ext cx="566192" cy="547724"/>
              </a:xfrm>
              <a:custGeom>
                <a:avLst/>
                <a:gdLst>
                  <a:gd name="connsiteX0" fmla="*/ 197625 w 397524"/>
                  <a:gd name="connsiteY0" fmla="*/ 2073 h 384558"/>
                  <a:gd name="connsiteX1" fmla="*/ 126407 w 397524"/>
                  <a:gd name="connsiteY1" fmla="*/ 17899 h 384558"/>
                  <a:gd name="connsiteX2" fmla="*/ 68755 w 397524"/>
                  <a:gd name="connsiteY2" fmla="*/ 60950 h 384558"/>
                  <a:gd name="connsiteX3" fmla="*/ 17508 w 397524"/>
                  <a:gd name="connsiteY3" fmla="*/ 189820 h 384558"/>
                  <a:gd name="connsiteX4" fmla="*/ 66494 w 397524"/>
                  <a:gd name="connsiteY4" fmla="*/ 320951 h 384558"/>
                  <a:gd name="connsiteX5" fmla="*/ 126690 w 397524"/>
                  <a:gd name="connsiteY5" fmla="*/ 360988 h 384558"/>
                  <a:gd name="connsiteX6" fmla="*/ 197625 w 397524"/>
                  <a:gd name="connsiteY6" fmla="*/ 372951 h 384558"/>
                  <a:gd name="connsiteX7" fmla="*/ 324234 w 397524"/>
                  <a:gd name="connsiteY7" fmla="*/ 316429 h 384558"/>
                  <a:gd name="connsiteX8" fmla="*/ 375386 w 397524"/>
                  <a:gd name="connsiteY8" fmla="*/ 189820 h 384558"/>
                  <a:gd name="connsiteX9" fmla="*/ 326306 w 397524"/>
                  <a:gd name="connsiteY9" fmla="*/ 61138 h 384558"/>
                  <a:gd name="connsiteX10" fmla="*/ 268842 w 397524"/>
                  <a:gd name="connsiteY10" fmla="*/ 17993 h 384558"/>
                  <a:gd name="connsiteX11" fmla="*/ 197625 w 397524"/>
                  <a:gd name="connsiteY11" fmla="*/ 2073 h 384558"/>
                  <a:gd name="connsiteX12" fmla="*/ 197625 w 397524"/>
                  <a:gd name="connsiteY12" fmla="*/ 0 h 384558"/>
                  <a:gd name="connsiteX13" fmla="*/ 336009 w 397524"/>
                  <a:gd name="connsiteY13" fmla="*/ 51530 h 384558"/>
                  <a:gd name="connsiteX14" fmla="*/ 381321 w 397524"/>
                  <a:gd name="connsiteY14" fmla="*/ 113798 h 384558"/>
                  <a:gd name="connsiteX15" fmla="*/ 397524 w 397524"/>
                  <a:gd name="connsiteY15" fmla="*/ 189914 h 384558"/>
                  <a:gd name="connsiteX16" fmla="*/ 382075 w 397524"/>
                  <a:gd name="connsiteY16" fmla="*/ 266313 h 384558"/>
                  <a:gd name="connsiteX17" fmla="*/ 338082 w 397524"/>
                  <a:gd name="connsiteY17" fmla="*/ 330371 h 384558"/>
                  <a:gd name="connsiteX18" fmla="*/ 273082 w 397524"/>
                  <a:gd name="connsiteY18" fmla="*/ 372103 h 384558"/>
                  <a:gd name="connsiteX19" fmla="*/ 197625 w 397524"/>
                  <a:gd name="connsiteY19" fmla="*/ 384444 h 384558"/>
                  <a:gd name="connsiteX20" fmla="*/ 61689 w 397524"/>
                  <a:gd name="connsiteY20" fmla="*/ 325850 h 384558"/>
                  <a:gd name="connsiteX21" fmla="*/ 17791 w 397524"/>
                  <a:gd name="connsiteY21" fmla="*/ 264429 h 384558"/>
                  <a:gd name="connsiteX22" fmla="*/ 80 w 397524"/>
                  <a:gd name="connsiteY22" fmla="*/ 189914 h 384558"/>
                  <a:gd name="connsiteX23" fmla="*/ 59428 w 397524"/>
                  <a:gd name="connsiteY23" fmla="*/ 51718 h 384558"/>
                  <a:gd name="connsiteX24" fmla="*/ 197625 w 397524"/>
                  <a:gd name="connsiteY24" fmla="*/ 0 h 384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97524" h="384558">
                    <a:moveTo>
                      <a:pt x="197625" y="2073"/>
                    </a:moveTo>
                    <a:cubicBezTo>
                      <a:pt x="173038" y="2167"/>
                      <a:pt x="148451" y="7443"/>
                      <a:pt x="126407" y="17899"/>
                    </a:cubicBezTo>
                    <a:cubicBezTo>
                      <a:pt x="104269" y="28167"/>
                      <a:pt x="84769" y="43334"/>
                      <a:pt x="68755" y="60950"/>
                    </a:cubicBezTo>
                    <a:cubicBezTo>
                      <a:pt x="37008" y="96747"/>
                      <a:pt x="18733" y="142624"/>
                      <a:pt x="17508" y="189820"/>
                    </a:cubicBezTo>
                    <a:cubicBezTo>
                      <a:pt x="15812" y="236828"/>
                      <a:pt x="32392" y="286002"/>
                      <a:pt x="66494" y="320951"/>
                    </a:cubicBezTo>
                    <a:cubicBezTo>
                      <a:pt x="83450" y="338284"/>
                      <a:pt x="104175" y="352132"/>
                      <a:pt x="126690" y="360988"/>
                    </a:cubicBezTo>
                    <a:cubicBezTo>
                      <a:pt x="149204" y="370031"/>
                      <a:pt x="173697" y="373611"/>
                      <a:pt x="197625" y="372951"/>
                    </a:cubicBezTo>
                    <a:cubicBezTo>
                      <a:pt x="245668" y="370973"/>
                      <a:pt x="291451" y="349966"/>
                      <a:pt x="324234" y="316429"/>
                    </a:cubicBezTo>
                    <a:cubicBezTo>
                      <a:pt x="357111" y="282705"/>
                      <a:pt x="375198" y="236357"/>
                      <a:pt x="375386" y="189820"/>
                    </a:cubicBezTo>
                    <a:cubicBezTo>
                      <a:pt x="375857" y="143095"/>
                      <a:pt x="357865" y="97030"/>
                      <a:pt x="326306" y="61138"/>
                    </a:cubicBezTo>
                    <a:cubicBezTo>
                      <a:pt x="310386" y="43428"/>
                      <a:pt x="290886" y="28261"/>
                      <a:pt x="268842" y="17993"/>
                    </a:cubicBezTo>
                    <a:cubicBezTo>
                      <a:pt x="246799" y="7631"/>
                      <a:pt x="222212" y="2261"/>
                      <a:pt x="197625" y="2073"/>
                    </a:cubicBezTo>
                    <a:close/>
                    <a:moveTo>
                      <a:pt x="197625" y="0"/>
                    </a:moveTo>
                    <a:cubicBezTo>
                      <a:pt x="247176" y="-94"/>
                      <a:pt x="297669" y="17051"/>
                      <a:pt x="336009" y="51530"/>
                    </a:cubicBezTo>
                    <a:cubicBezTo>
                      <a:pt x="355133" y="68581"/>
                      <a:pt x="370959" y="89870"/>
                      <a:pt x="381321" y="113798"/>
                    </a:cubicBezTo>
                    <a:cubicBezTo>
                      <a:pt x="391966" y="137631"/>
                      <a:pt x="397147" y="163820"/>
                      <a:pt x="397524" y="189914"/>
                    </a:cubicBezTo>
                    <a:cubicBezTo>
                      <a:pt x="397524" y="216009"/>
                      <a:pt x="392437" y="242291"/>
                      <a:pt x="382075" y="266313"/>
                    </a:cubicBezTo>
                    <a:cubicBezTo>
                      <a:pt x="371712" y="290335"/>
                      <a:pt x="356640" y="312190"/>
                      <a:pt x="338082" y="330371"/>
                    </a:cubicBezTo>
                    <a:cubicBezTo>
                      <a:pt x="319430" y="348458"/>
                      <a:pt x="297198" y="362872"/>
                      <a:pt x="273082" y="372103"/>
                    </a:cubicBezTo>
                    <a:cubicBezTo>
                      <a:pt x="248965" y="381430"/>
                      <a:pt x="223060" y="385292"/>
                      <a:pt x="197625" y="384444"/>
                    </a:cubicBezTo>
                    <a:cubicBezTo>
                      <a:pt x="146567" y="382654"/>
                      <a:pt x="97675" y="360893"/>
                      <a:pt x="61689" y="325850"/>
                    </a:cubicBezTo>
                    <a:cubicBezTo>
                      <a:pt x="43697" y="308328"/>
                      <a:pt x="28530" y="287509"/>
                      <a:pt x="17791" y="264429"/>
                    </a:cubicBezTo>
                    <a:cubicBezTo>
                      <a:pt x="7146" y="241255"/>
                      <a:pt x="928" y="215820"/>
                      <a:pt x="80" y="189914"/>
                    </a:cubicBezTo>
                    <a:cubicBezTo>
                      <a:pt x="-1521" y="138102"/>
                      <a:pt x="20899" y="85725"/>
                      <a:pt x="59428" y="51718"/>
                    </a:cubicBezTo>
                    <a:cubicBezTo>
                      <a:pt x="97675" y="17145"/>
                      <a:pt x="148168" y="189"/>
                      <a:pt x="197625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2" name="任意多边形 121" descr="9c4190fd-bbbd-42b5-97e6-6d63c4136075"/>
              <p:cNvSpPr/>
              <p:nvPr/>
            </p:nvSpPr>
            <p:spPr>
              <a:xfrm>
                <a:off x="7857799" y="568769"/>
                <a:ext cx="225966" cy="207618"/>
              </a:xfrm>
              <a:custGeom>
                <a:avLst/>
                <a:gdLst>
                  <a:gd name="connsiteX0" fmla="*/ 78102 w 158651"/>
                  <a:gd name="connsiteY0" fmla="*/ 145769 h 145769"/>
                  <a:gd name="connsiteX1" fmla="*/ 24406 w 158651"/>
                  <a:gd name="connsiteY1" fmla="*/ 129095 h 145769"/>
                  <a:gd name="connsiteX2" fmla="*/ 5565 w 158651"/>
                  <a:gd name="connsiteY2" fmla="*/ 105450 h 145769"/>
                  <a:gd name="connsiteX3" fmla="*/ 102 w 158651"/>
                  <a:gd name="connsiteY3" fmla="*/ 75400 h 145769"/>
                  <a:gd name="connsiteX4" fmla="*/ 26667 w 158651"/>
                  <a:gd name="connsiteY4" fmla="*/ 23965 h 145769"/>
                  <a:gd name="connsiteX5" fmla="*/ 78102 w 158651"/>
                  <a:gd name="connsiteY5" fmla="*/ 320 h 145769"/>
                  <a:gd name="connsiteX6" fmla="*/ 107870 w 158651"/>
                  <a:gd name="connsiteY6" fmla="*/ 3617 h 145769"/>
                  <a:gd name="connsiteX7" fmla="*/ 134153 w 158651"/>
                  <a:gd name="connsiteY7" fmla="*/ 19443 h 145769"/>
                  <a:gd name="connsiteX8" fmla="*/ 158646 w 158651"/>
                  <a:gd name="connsiteY8" fmla="*/ 75494 h 145769"/>
                  <a:gd name="connsiteX9" fmla="*/ 151486 w 158651"/>
                  <a:gd name="connsiteY9" fmla="*/ 105921 h 145769"/>
                  <a:gd name="connsiteX10" fmla="*/ 131986 w 158651"/>
                  <a:gd name="connsiteY10" fmla="*/ 129472 h 145769"/>
                  <a:gd name="connsiteX11" fmla="*/ 78102 w 158651"/>
                  <a:gd name="connsiteY11" fmla="*/ 145769 h 145769"/>
                  <a:gd name="connsiteX12" fmla="*/ 78102 w 158651"/>
                  <a:gd name="connsiteY12" fmla="*/ 143697 h 145769"/>
                  <a:gd name="connsiteX13" fmla="*/ 103537 w 158651"/>
                  <a:gd name="connsiteY13" fmla="*/ 136820 h 145769"/>
                  <a:gd name="connsiteX14" fmla="*/ 122283 w 158651"/>
                  <a:gd name="connsiteY14" fmla="*/ 119581 h 145769"/>
                  <a:gd name="connsiteX15" fmla="*/ 136320 w 158651"/>
                  <a:gd name="connsiteY15" fmla="*/ 75400 h 145769"/>
                  <a:gd name="connsiteX16" fmla="*/ 120211 w 158651"/>
                  <a:gd name="connsiteY16" fmla="*/ 33385 h 145769"/>
                  <a:gd name="connsiteX17" fmla="*/ 78196 w 158651"/>
                  <a:gd name="connsiteY17" fmla="*/ 11812 h 145769"/>
                  <a:gd name="connsiteX18" fmla="*/ 31565 w 158651"/>
                  <a:gd name="connsiteY18" fmla="*/ 28769 h 145769"/>
                  <a:gd name="connsiteX19" fmla="*/ 17529 w 158651"/>
                  <a:gd name="connsiteY19" fmla="*/ 75400 h 145769"/>
                  <a:gd name="connsiteX20" fmla="*/ 22710 w 158651"/>
                  <a:gd name="connsiteY20" fmla="*/ 98385 h 145769"/>
                  <a:gd name="connsiteX21" fmla="*/ 33921 w 158651"/>
                  <a:gd name="connsiteY21" fmla="*/ 119769 h 145769"/>
                  <a:gd name="connsiteX22" fmla="*/ 52761 w 158651"/>
                  <a:gd name="connsiteY22" fmla="*/ 137009 h 145769"/>
                  <a:gd name="connsiteX23" fmla="*/ 78102 w 158651"/>
                  <a:gd name="connsiteY23" fmla="*/ 143697 h 1457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58651" h="145769">
                    <a:moveTo>
                      <a:pt x="78102" y="145769"/>
                    </a:moveTo>
                    <a:cubicBezTo>
                      <a:pt x="59921" y="145487"/>
                      <a:pt x="40609" y="141342"/>
                      <a:pt x="24406" y="129095"/>
                    </a:cubicBezTo>
                    <a:cubicBezTo>
                      <a:pt x="16493" y="122972"/>
                      <a:pt x="9710" y="114871"/>
                      <a:pt x="5565" y="105450"/>
                    </a:cubicBezTo>
                    <a:cubicBezTo>
                      <a:pt x="1326" y="96030"/>
                      <a:pt x="-464" y="85574"/>
                      <a:pt x="102" y="75400"/>
                    </a:cubicBezTo>
                    <a:cubicBezTo>
                      <a:pt x="1420" y="54675"/>
                      <a:pt x="12913" y="36682"/>
                      <a:pt x="26667" y="23965"/>
                    </a:cubicBezTo>
                    <a:cubicBezTo>
                      <a:pt x="40609" y="11059"/>
                      <a:pt x="58413" y="2298"/>
                      <a:pt x="78102" y="320"/>
                    </a:cubicBezTo>
                    <a:cubicBezTo>
                      <a:pt x="87899" y="-528"/>
                      <a:pt x="98167" y="225"/>
                      <a:pt x="107870" y="3617"/>
                    </a:cubicBezTo>
                    <a:cubicBezTo>
                      <a:pt x="117573" y="6820"/>
                      <a:pt x="126522" y="12378"/>
                      <a:pt x="134153" y="19443"/>
                    </a:cubicBezTo>
                    <a:cubicBezTo>
                      <a:pt x="149508" y="33385"/>
                      <a:pt x="158928" y="54298"/>
                      <a:pt x="158646" y="75494"/>
                    </a:cubicBezTo>
                    <a:cubicBezTo>
                      <a:pt x="158269" y="85950"/>
                      <a:pt x="156197" y="96501"/>
                      <a:pt x="151486" y="105921"/>
                    </a:cubicBezTo>
                    <a:cubicBezTo>
                      <a:pt x="147059" y="115342"/>
                      <a:pt x="140088" y="123443"/>
                      <a:pt x="131986" y="129472"/>
                    </a:cubicBezTo>
                    <a:cubicBezTo>
                      <a:pt x="115689" y="141436"/>
                      <a:pt x="96283" y="145675"/>
                      <a:pt x="78102" y="145769"/>
                    </a:cubicBezTo>
                    <a:close/>
                    <a:moveTo>
                      <a:pt x="78102" y="143697"/>
                    </a:moveTo>
                    <a:cubicBezTo>
                      <a:pt x="87051" y="143697"/>
                      <a:pt x="95906" y="141154"/>
                      <a:pt x="103537" y="136820"/>
                    </a:cubicBezTo>
                    <a:cubicBezTo>
                      <a:pt x="111167" y="132487"/>
                      <a:pt x="117479" y="126269"/>
                      <a:pt x="122283" y="119581"/>
                    </a:cubicBezTo>
                    <a:cubicBezTo>
                      <a:pt x="131515" y="105827"/>
                      <a:pt x="136696" y="90755"/>
                      <a:pt x="136320" y="75400"/>
                    </a:cubicBezTo>
                    <a:cubicBezTo>
                      <a:pt x="136131" y="60139"/>
                      <a:pt x="130667" y="45066"/>
                      <a:pt x="120211" y="33385"/>
                    </a:cubicBezTo>
                    <a:cubicBezTo>
                      <a:pt x="109660" y="21986"/>
                      <a:pt x="94870" y="13885"/>
                      <a:pt x="78196" y="11812"/>
                    </a:cubicBezTo>
                    <a:cubicBezTo>
                      <a:pt x="61522" y="9740"/>
                      <a:pt x="43247" y="15863"/>
                      <a:pt x="31565" y="28769"/>
                    </a:cubicBezTo>
                    <a:cubicBezTo>
                      <a:pt x="19507" y="41675"/>
                      <a:pt x="16116" y="59762"/>
                      <a:pt x="17529" y="75400"/>
                    </a:cubicBezTo>
                    <a:cubicBezTo>
                      <a:pt x="18189" y="83407"/>
                      <a:pt x="19884" y="91037"/>
                      <a:pt x="22710" y="98385"/>
                    </a:cubicBezTo>
                    <a:cubicBezTo>
                      <a:pt x="25442" y="105733"/>
                      <a:pt x="28928" y="112987"/>
                      <a:pt x="33921" y="119769"/>
                    </a:cubicBezTo>
                    <a:cubicBezTo>
                      <a:pt x="38819" y="126458"/>
                      <a:pt x="45037" y="132769"/>
                      <a:pt x="52761" y="137009"/>
                    </a:cubicBezTo>
                    <a:cubicBezTo>
                      <a:pt x="60203" y="141248"/>
                      <a:pt x="69153" y="143697"/>
                      <a:pt x="78102" y="143697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3" name="任意多边形 122" descr="35ffac74-d092-414f-80f9-69f22e3d6f46"/>
              <p:cNvSpPr/>
              <p:nvPr/>
            </p:nvSpPr>
            <p:spPr>
              <a:xfrm>
                <a:off x="7439859" y="152473"/>
                <a:ext cx="1059700" cy="1050749"/>
              </a:xfrm>
              <a:custGeom>
                <a:avLst/>
                <a:gdLst>
                  <a:gd name="connsiteX0" fmla="*/ 371538 w 744017"/>
                  <a:gd name="connsiteY0" fmla="*/ 1137 h 737732"/>
                  <a:gd name="connsiteX1" fmla="*/ 231646 w 744017"/>
                  <a:gd name="connsiteY1" fmla="*/ 29869 h 737732"/>
                  <a:gd name="connsiteX2" fmla="*/ 114363 w 744017"/>
                  <a:gd name="connsiteY2" fmla="*/ 110507 h 737732"/>
                  <a:gd name="connsiteX3" fmla="*/ 8855 w 744017"/>
                  <a:gd name="connsiteY3" fmla="*/ 367682 h 737732"/>
                  <a:gd name="connsiteX4" fmla="*/ 113232 w 744017"/>
                  <a:gd name="connsiteY4" fmla="*/ 625987 h 737732"/>
                  <a:gd name="connsiteX5" fmla="*/ 371538 w 744017"/>
                  <a:gd name="connsiteY5" fmla="*/ 731872 h 737732"/>
                  <a:gd name="connsiteX6" fmla="*/ 510488 w 744017"/>
                  <a:gd name="connsiteY6" fmla="*/ 703045 h 737732"/>
                  <a:gd name="connsiteX7" fmla="*/ 627583 w 744017"/>
                  <a:gd name="connsiteY7" fmla="*/ 623726 h 737732"/>
                  <a:gd name="connsiteX8" fmla="*/ 733184 w 744017"/>
                  <a:gd name="connsiteY8" fmla="*/ 367682 h 737732"/>
                  <a:gd name="connsiteX9" fmla="*/ 628713 w 744017"/>
                  <a:gd name="connsiteY9" fmla="*/ 110601 h 737732"/>
                  <a:gd name="connsiteX10" fmla="*/ 511524 w 744017"/>
                  <a:gd name="connsiteY10" fmla="*/ 29963 h 737732"/>
                  <a:gd name="connsiteX11" fmla="*/ 371538 w 744017"/>
                  <a:gd name="connsiteY11" fmla="*/ 1137 h 737732"/>
                  <a:gd name="connsiteX12" fmla="*/ 371538 w 744017"/>
                  <a:gd name="connsiteY12" fmla="*/ 6 h 737732"/>
                  <a:gd name="connsiteX13" fmla="*/ 633517 w 744017"/>
                  <a:gd name="connsiteY13" fmla="*/ 105608 h 737732"/>
                  <a:gd name="connsiteX14" fmla="*/ 715286 w 744017"/>
                  <a:gd name="connsiteY14" fmla="*/ 225246 h 737732"/>
                  <a:gd name="connsiteX15" fmla="*/ 744018 w 744017"/>
                  <a:gd name="connsiteY15" fmla="*/ 367682 h 737732"/>
                  <a:gd name="connsiteX16" fmla="*/ 715663 w 744017"/>
                  <a:gd name="connsiteY16" fmla="*/ 510305 h 737732"/>
                  <a:gd name="connsiteX17" fmla="*/ 634553 w 744017"/>
                  <a:gd name="connsiteY17" fmla="*/ 630792 h 737732"/>
                  <a:gd name="connsiteX18" fmla="*/ 371444 w 744017"/>
                  <a:gd name="connsiteY18" fmla="*/ 737712 h 737732"/>
                  <a:gd name="connsiteX19" fmla="*/ 230233 w 744017"/>
                  <a:gd name="connsiteY19" fmla="*/ 708603 h 737732"/>
                  <a:gd name="connsiteX20" fmla="*/ 110595 w 744017"/>
                  <a:gd name="connsiteY20" fmla="*/ 628625 h 737732"/>
                  <a:gd name="connsiteX21" fmla="*/ 29580 w 744017"/>
                  <a:gd name="connsiteY21" fmla="*/ 509363 h 737732"/>
                  <a:gd name="connsiteX22" fmla="*/ 0 w 744017"/>
                  <a:gd name="connsiteY22" fmla="*/ 367776 h 737732"/>
                  <a:gd name="connsiteX23" fmla="*/ 28073 w 744017"/>
                  <a:gd name="connsiteY23" fmla="*/ 225529 h 737732"/>
                  <a:gd name="connsiteX24" fmla="*/ 109464 w 744017"/>
                  <a:gd name="connsiteY24" fmla="*/ 105891 h 737732"/>
                  <a:gd name="connsiteX25" fmla="*/ 371538 w 744017"/>
                  <a:gd name="connsiteY25" fmla="*/ 6 h 737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744017" h="737732">
                    <a:moveTo>
                      <a:pt x="371538" y="1137"/>
                    </a:moveTo>
                    <a:cubicBezTo>
                      <a:pt x="323588" y="1513"/>
                      <a:pt x="275639" y="10934"/>
                      <a:pt x="231646" y="29869"/>
                    </a:cubicBezTo>
                    <a:cubicBezTo>
                      <a:pt x="187653" y="48709"/>
                      <a:pt x="147617" y="76405"/>
                      <a:pt x="114363" y="110507"/>
                    </a:cubicBezTo>
                    <a:cubicBezTo>
                      <a:pt x="47761" y="178710"/>
                      <a:pt x="9138" y="272631"/>
                      <a:pt x="8855" y="367682"/>
                    </a:cubicBezTo>
                    <a:cubicBezTo>
                      <a:pt x="7819" y="462639"/>
                      <a:pt x="45312" y="558255"/>
                      <a:pt x="113232" y="625987"/>
                    </a:cubicBezTo>
                    <a:cubicBezTo>
                      <a:pt x="180399" y="694379"/>
                      <a:pt x="276016" y="733096"/>
                      <a:pt x="371538" y="731872"/>
                    </a:cubicBezTo>
                    <a:cubicBezTo>
                      <a:pt x="419205" y="731401"/>
                      <a:pt x="466683" y="721604"/>
                      <a:pt x="510488" y="703045"/>
                    </a:cubicBezTo>
                    <a:cubicBezTo>
                      <a:pt x="554198" y="684487"/>
                      <a:pt x="594140" y="657263"/>
                      <a:pt x="627583" y="623726"/>
                    </a:cubicBezTo>
                    <a:cubicBezTo>
                      <a:pt x="694749" y="556465"/>
                      <a:pt x="733090" y="462450"/>
                      <a:pt x="733184" y="367682"/>
                    </a:cubicBezTo>
                    <a:cubicBezTo>
                      <a:pt x="733467" y="272819"/>
                      <a:pt x="695220" y="178804"/>
                      <a:pt x="628713" y="110601"/>
                    </a:cubicBezTo>
                    <a:cubicBezTo>
                      <a:pt x="595553" y="76405"/>
                      <a:pt x="555517" y="48804"/>
                      <a:pt x="511524" y="29963"/>
                    </a:cubicBezTo>
                    <a:cubicBezTo>
                      <a:pt x="467437" y="11028"/>
                      <a:pt x="419487" y="1513"/>
                      <a:pt x="371538" y="1137"/>
                    </a:cubicBezTo>
                    <a:close/>
                    <a:moveTo>
                      <a:pt x="371538" y="6"/>
                    </a:moveTo>
                    <a:cubicBezTo>
                      <a:pt x="467814" y="-559"/>
                      <a:pt x="563995" y="37782"/>
                      <a:pt x="633517" y="105608"/>
                    </a:cubicBezTo>
                    <a:cubicBezTo>
                      <a:pt x="668373" y="139333"/>
                      <a:pt x="696257" y="180406"/>
                      <a:pt x="715286" y="225246"/>
                    </a:cubicBezTo>
                    <a:cubicBezTo>
                      <a:pt x="734409" y="270087"/>
                      <a:pt x="743829" y="318884"/>
                      <a:pt x="744018" y="367682"/>
                    </a:cubicBezTo>
                    <a:cubicBezTo>
                      <a:pt x="743924" y="416385"/>
                      <a:pt x="734597" y="465276"/>
                      <a:pt x="715663" y="510305"/>
                    </a:cubicBezTo>
                    <a:cubicBezTo>
                      <a:pt x="696822" y="555335"/>
                      <a:pt x="669126" y="596502"/>
                      <a:pt x="634553" y="630792"/>
                    </a:cubicBezTo>
                    <a:cubicBezTo>
                      <a:pt x="565597" y="699843"/>
                      <a:pt x="468379" y="738748"/>
                      <a:pt x="371444" y="737712"/>
                    </a:cubicBezTo>
                    <a:cubicBezTo>
                      <a:pt x="323023" y="737335"/>
                      <a:pt x="274791" y="727067"/>
                      <a:pt x="230233" y="708603"/>
                    </a:cubicBezTo>
                    <a:cubicBezTo>
                      <a:pt x="185675" y="689951"/>
                      <a:pt x="144979" y="662538"/>
                      <a:pt x="110595" y="628625"/>
                    </a:cubicBezTo>
                    <a:cubicBezTo>
                      <a:pt x="76399" y="594523"/>
                      <a:pt x="48703" y="553922"/>
                      <a:pt x="29580" y="509363"/>
                    </a:cubicBezTo>
                    <a:cubicBezTo>
                      <a:pt x="10551" y="464805"/>
                      <a:pt x="377" y="416385"/>
                      <a:pt x="0" y="367776"/>
                    </a:cubicBezTo>
                    <a:cubicBezTo>
                      <a:pt x="0" y="319167"/>
                      <a:pt x="9044" y="270370"/>
                      <a:pt x="28073" y="225529"/>
                    </a:cubicBezTo>
                    <a:cubicBezTo>
                      <a:pt x="46913" y="180688"/>
                      <a:pt x="74609" y="139616"/>
                      <a:pt x="109464" y="105891"/>
                    </a:cubicBezTo>
                    <a:cubicBezTo>
                      <a:pt x="179175" y="37876"/>
                      <a:pt x="275262" y="-465"/>
                      <a:pt x="371538" y="6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4" name="任意多边形 123" descr="666f518a-57a2-4bfa-b8e5-57d121605e36"/>
              <p:cNvSpPr/>
              <p:nvPr/>
            </p:nvSpPr>
            <p:spPr>
              <a:xfrm>
                <a:off x="6121597" y="170169"/>
                <a:ext cx="630767" cy="711436"/>
              </a:xfrm>
              <a:custGeom>
                <a:avLst/>
                <a:gdLst>
                  <a:gd name="connsiteX0" fmla="*/ 427313 w 442862"/>
                  <a:gd name="connsiteY0" fmla="*/ 112873 h 499500"/>
                  <a:gd name="connsiteX1" fmla="*/ 226565 w 442862"/>
                  <a:gd name="connsiteY1" fmla="*/ 2561 h 499500"/>
                  <a:gd name="connsiteX2" fmla="*/ 205841 w 442862"/>
                  <a:gd name="connsiteY2" fmla="*/ 3032 h 499500"/>
                  <a:gd name="connsiteX3" fmla="*/ 9992 w 442862"/>
                  <a:gd name="connsiteY3" fmla="*/ 121728 h 499500"/>
                  <a:gd name="connsiteX4" fmla="*/ 7 w 442862"/>
                  <a:gd name="connsiteY4" fmla="*/ 139909 h 499500"/>
                  <a:gd name="connsiteX5" fmla="*/ 4811 w 442862"/>
                  <a:gd name="connsiteY5" fmla="*/ 368917 h 499500"/>
                  <a:gd name="connsiteX6" fmla="*/ 15550 w 442862"/>
                  <a:gd name="connsiteY6" fmla="*/ 386628 h 499500"/>
                  <a:gd name="connsiteX7" fmla="*/ 216297 w 442862"/>
                  <a:gd name="connsiteY7" fmla="*/ 496940 h 499500"/>
                  <a:gd name="connsiteX8" fmla="*/ 237022 w 442862"/>
                  <a:gd name="connsiteY8" fmla="*/ 496469 h 499500"/>
                  <a:gd name="connsiteX9" fmla="*/ 432871 w 442862"/>
                  <a:gd name="connsiteY9" fmla="*/ 377772 h 499500"/>
                  <a:gd name="connsiteX10" fmla="*/ 442856 w 442862"/>
                  <a:gd name="connsiteY10" fmla="*/ 359591 h 499500"/>
                  <a:gd name="connsiteX11" fmla="*/ 438052 w 442862"/>
                  <a:gd name="connsiteY11" fmla="*/ 130583 h 499500"/>
                  <a:gd name="connsiteX12" fmla="*/ 427313 w 442862"/>
                  <a:gd name="connsiteY12" fmla="*/ 112873 h 499500"/>
                  <a:gd name="connsiteX13" fmla="*/ 159210 w 442862"/>
                  <a:gd name="connsiteY13" fmla="*/ 363077 h 499500"/>
                  <a:gd name="connsiteX14" fmla="*/ 108152 w 442862"/>
                  <a:gd name="connsiteY14" fmla="*/ 187293 h 499500"/>
                  <a:gd name="connsiteX15" fmla="*/ 283935 w 442862"/>
                  <a:gd name="connsiteY15" fmla="*/ 136235 h 499500"/>
                  <a:gd name="connsiteX16" fmla="*/ 334994 w 442862"/>
                  <a:gd name="connsiteY16" fmla="*/ 312019 h 499500"/>
                  <a:gd name="connsiteX17" fmla="*/ 159210 w 442862"/>
                  <a:gd name="connsiteY17" fmla="*/ 363077 h 499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42862" h="499500">
                    <a:moveTo>
                      <a:pt x="427313" y="112873"/>
                    </a:moveTo>
                    <a:lnTo>
                      <a:pt x="226565" y="2561"/>
                    </a:lnTo>
                    <a:cubicBezTo>
                      <a:pt x="220066" y="-1019"/>
                      <a:pt x="212152" y="-831"/>
                      <a:pt x="205841" y="3032"/>
                    </a:cubicBezTo>
                    <a:lnTo>
                      <a:pt x="9992" y="121728"/>
                    </a:lnTo>
                    <a:cubicBezTo>
                      <a:pt x="3681" y="125590"/>
                      <a:pt x="-182" y="132467"/>
                      <a:pt x="7" y="139909"/>
                    </a:cubicBezTo>
                    <a:lnTo>
                      <a:pt x="4811" y="368917"/>
                    </a:lnTo>
                    <a:cubicBezTo>
                      <a:pt x="4999" y="376359"/>
                      <a:pt x="9050" y="383048"/>
                      <a:pt x="15550" y="386628"/>
                    </a:cubicBezTo>
                    <a:lnTo>
                      <a:pt x="216297" y="496940"/>
                    </a:lnTo>
                    <a:cubicBezTo>
                      <a:pt x="222797" y="500519"/>
                      <a:pt x="230710" y="500331"/>
                      <a:pt x="237022" y="496469"/>
                    </a:cubicBezTo>
                    <a:lnTo>
                      <a:pt x="432871" y="377772"/>
                    </a:lnTo>
                    <a:cubicBezTo>
                      <a:pt x="439182" y="373910"/>
                      <a:pt x="443045" y="367033"/>
                      <a:pt x="442856" y="359591"/>
                    </a:cubicBezTo>
                    <a:lnTo>
                      <a:pt x="438052" y="130583"/>
                    </a:lnTo>
                    <a:cubicBezTo>
                      <a:pt x="437958" y="123141"/>
                      <a:pt x="433813" y="116453"/>
                      <a:pt x="427313" y="112873"/>
                    </a:cubicBezTo>
                    <a:close/>
                    <a:moveTo>
                      <a:pt x="159210" y="363077"/>
                    </a:moveTo>
                    <a:cubicBezTo>
                      <a:pt x="96565" y="328693"/>
                      <a:pt x="73674" y="249939"/>
                      <a:pt x="108152" y="187293"/>
                    </a:cubicBezTo>
                    <a:cubicBezTo>
                      <a:pt x="142536" y="124648"/>
                      <a:pt x="221290" y="101757"/>
                      <a:pt x="283935" y="136235"/>
                    </a:cubicBezTo>
                    <a:cubicBezTo>
                      <a:pt x="346581" y="170620"/>
                      <a:pt x="369472" y="249373"/>
                      <a:pt x="334994" y="312019"/>
                    </a:cubicBezTo>
                    <a:cubicBezTo>
                      <a:pt x="300515" y="374664"/>
                      <a:pt x="221855" y="397555"/>
                      <a:pt x="159210" y="36307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5" name="任意多边形 124" descr="7e2c76b0-fc00-4dc0-a693-b3f6bf8228af"/>
              <p:cNvSpPr/>
              <p:nvPr/>
            </p:nvSpPr>
            <p:spPr>
              <a:xfrm>
                <a:off x="6111240" y="151932"/>
                <a:ext cx="661281" cy="751947"/>
              </a:xfrm>
              <a:custGeom>
                <a:avLst/>
                <a:gdLst>
                  <a:gd name="connsiteX0" fmla="*/ 433831 w 464286"/>
                  <a:gd name="connsiteY0" fmla="*/ 126996 h 527943"/>
                  <a:gd name="connsiteX1" fmla="*/ 265019 w 464286"/>
                  <a:gd name="connsiteY1" fmla="*/ 43720 h 527943"/>
                  <a:gd name="connsiteX2" fmla="*/ 243729 w 464286"/>
                  <a:gd name="connsiteY2" fmla="*/ 33735 h 527943"/>
                  <a:gd name="connsiteX3" fmla="*/ 233084 w 464286"/>
                  <a:gd name="connsiteY3" fmla="*/ 28648 h 527943"/>
                  <a:gd name="connsiteX4" fmla="*/ 227903 w 464286"/>
                  <a:gd name="connsiteY4" fmla="*/ 26104 h 527943"/>
                  <a:gd name="connsiteX5" fmla="*/ 225642 w 464286"/>
                  <a:gd name="connsiteY5" fmla="*/ 25539 h 527943"/>
                  <a:gd name="connsiteX6" fmla="*/ 213490 w 464286"/>
                  <a:gd name="connsiteY6" fmla="*/ 31380 h 527943"/>
                  <a:gd name="connsiteX7" fmla="*/ 193613 w 464286"/>
                  <a:gd name="connsiteY7" fmla="*/ 43909 h 527943"/>
                  <a:gd name="connsiteX8" fmla="*/ 112786 w 464286"/>
                  <a:gd name="connsiteY8" fmla="*/ 91952 h 527943"/>
                  <a:gd name="connsiteX9" fmla="*/ 30076 w 464286"/>
                  <a:gd name="connsiteY9" fmla="*/ 136981 h 527943"/>
                  <a:gd name="connsiteX10" fmla="*/ 20467 w 464286"/>
                  <a:gd name="connsiteY10" fmla="*/ 142257 h 527943"/>
                  <a:gd name="connsiteX11" fmla="*/ 15757 w 464286"/>
                  <a:gd name="connsiteY11" fmla="*/ 147626 h 527943"/>
                  <a:gd name="connsiteX12" fmla="*/ 14438 w 464286"/>
                  <a:gd name="connsiteY12" fmla="*/ 156387 h 527943"/>
                  <a:gd name="connsiteX13" fmla="*/ 14156 w 464286"/>
                  <a:gd name="connsiteY13" fmla="*/ 168163 h 527943"/>
                  <a:gd name="connsiteX14" fmla="*/ 13779 w 464286"/>
                  <a:gd name="connsiteY14" fmla="*/ 215170 h 527943"/>
                  <a:gd name="connsiteX15" fmla="*/ 16040 w 464286"/>
                  <a:gd name="connsiteY15" fmla="*/ 309185 h 527943"/>
                  <a:gd name="connsiteX16" fmla="*/ 18489 w 464286"/>
                  <a:gd name="connsiteY16" fmla="*/ 356193 h 527943"/>
                  <a:gd name="connsiteX17" fmla="*/ 19902 w 464286"/>
                  <a:gd name="connsiteY17" fmla="*/ 379649 h 527943"/>
                  <a:gd name="connsiteX18" fmla="*/ 20467 w 464286"/>
                  <a:gd name="connsiteY18" fmla="*/ 383983 h 527943"/>
                  <a:gd name="connsiteX19" fmla="*/ 21974 w 464286"/>
                  <a:gd name="connsiteY19" fmla="*/ 387280 h 527943"/>
                  <a:gd name="connsiteX20" fmla="*/ 27156 w 464286"/>
                  <a:gd name="connsiteY20" fmla="*/ 391896 h 527943"/>
                  <a:gd name="connsiteX21" fmla="*/ 194932 w 464286"/>
                  <a:gd name="connsiteY21" fmla="*/ 477055 h 527943"/>
                  <a:gd name="connsiteX22" fmla="*/ 215751 w 464286"/>
                  <a:gd name="connsiteY22" fmla="*/ 487983 h 527943"/>
                  <a:gd name="connsiteX23" fmla="*/ 226113 w 464286"/>
                  <a:gd name="connsiteY23" fmla="*/ 493447 h 527943"/>
                  <a:gd name="connsiteX24" fmla="*/ 231200 w 464286"/>
                  <a:gd name="connsiteY24" fmla="*/ 496084 h 527943"/>
                  <a:gd name="connsiteX25" fmla="*/ 232613 w 464286"/>
                  <a:gd name="connsiteY25" fmla="*/ 496461 h 527943"/>
                  <a:gd name="connsiteX26" fmla="*/ 242787 w 464286"/>
                  <a:gd name="connsiteY26" fmla="*/ 491469 h 527943"/>
                  <a:gd name="connsiteX27" fmla="*/ 262664 w 464286"/>
                  <a:gd name="connsiteY27" fmla="*/ 478939 h 527943"/>
                  <a:gd name="connsiteX28" fmla="*/ 342925 w 464286"/>
                  <a:gd name="connsiteY28" fmla="*/ 429859 h 527943"/>
                  <a:gd name="connsiteX29" fmla="*/ 424223 w 464286"/>
                  <a:gd name="connsiteY29" fmla="*/ 382570 h 527943"/>
                  <a:gd name="connsiteX30" fmla="*/ 433172 w 464286"/>
                  <a:gd name="connsiteY30" fmla="*/ 377577 h 527943"/>
                  <a:gd name="connsiteX31" fmla="*/ 435527 w 464286"/>
                  <a:gd name="connsiteY31" fmla="*/ 375033 h 527943"/>
                  <a:gd name="connsiteX32" fmla="*/ 436752 w 464286"/>
                  <a:gd name="connsiteY32" fmla="*/ 357040 h 527943"/>
                  <a:gd name="connsiteX33" fmla="*/ 438636 w 464286"/>
                  <a:gd name="connsiteY33" fmla="*/ 309939 h 527943"/>
                  <a:gd name="connsiteX34" fmla="*/ 442686 w 464286"/>
                  <a:gd name="connsiteY34" fmla="*/ 215830 h 527943"/>
                  <a:gd name="connsiteX35" fmla="*/ 443628 w 464286"/>
                  <a:gd name="connsiteY35" fmla="*/ 168822 h 527943"/>
                  <a:gd name="connsiteX36" fmla="*/ 443534 w 464286"/>
                  <a:gd name="connsiteY36" fmla="*/ 145271 h 527943"/>
                  <a:gd name="connsiteX37" fmla="*/ 433831 w 464286"/>
                  <a:gd name="connsiteY37" fmla="*/ 126996 h 527943"/>
                  <a:gd name="connsiteX38" fmla="*/ 435339 w 464286"/>
                  <a:gd name="connsiteY38" fmla="*/ 124264 h 527943"/>
                  <a:gd name="connsiteX39" fmla="*/ 447302 w 464286"/>
                  <a:gd name="connsiteY39" fmla="*/ 145177 h 527943"/>
                  <a:gd name="connsiteX40" fmla="*/ 448244 w 464286"/>
                  <a:gd name="connsiteY40" fmla="*/ 168634 h 527943"/>
                  <a:gd name="connsiteX41" fmla="*/ 451165 w 464286"/>
                  <a:gd name="connsiteY41" fmla="*/ 215547 h 527943"/>
                  <a:gd name="connsiteX42" fmla="*/ 459266 w 464286"/>
                  <a:gd name="connsiteY42" fmla="*/ 309374 h 527943"/>
                  <a:gd name="connsiteX43" fmla="*/ 463128 w 464286"/>
                  <a:gd name="connsiteY43" fmla="*/ 356287 h 527943"/>
                  <a:gd name="connsiteX44" fmla="*/ 463976 w 464286"/>
                  <a:gd name="connsiteY44" fmla="*/ 368062 h 527943"/>
                  <a:gd name="connsiteX45" fmla="*/ 462469 w 464286"/>
                  <a:gd name="connsiteY45" fmla="*/ 385019 h 527943"/>
                  <a:gd name="connsiteX46" fmla="*/ 450882 w 464286"/>
                  <a:gd name="connsiteY46" fmla="*/ 401128 h 527943"/>
                  <a:gd name="connsiteX47" fmla="*/ 444759 w 464286"/>
                  <a:gd name="connsiteY47" fmla="*/ 405272 h 527943"/>
                  <a:gd name="connsiteX48" fmla="*/ 439860 w 464286"/>
                  <a:gd name="connsiteY48" fmla="*/ 408475 h 527943"/>
                  <a:gd name="connsiteX49" fmla="*/ 360258 w 464286"/>
                  <a:gd name="connsiteY49" fmla="*/ 458592 h 527943"/>
                  <a:gd name="connsiteX50" fmla="*/ 279620 w 464286"/>
                  <a:gd name="connsiteY50" fmla="*/ 507012 h 527943"/>
                  <a:gd name="connsiteX51" fmla="*/ 259273 w 464286"/>
                  <a:gd name="connsiteY51" fmla="*/ 518882 h 527943"/>
                  <a:gd name="connsiteX52" fmla="*/ 246272 w 464286"/>
                  <a:gd name="connsiteY52" fmla="*/ 525759 h 527943"/>
                  <a:gd name="connsiteX53" fmla="*/ 225925 w 464286"/>
                  <a:gd name="connsiteY53" fmla="*/ 527077 h 527943"/>
                  <a:gd name="connsiteX54" fmla="*/ 216316 w 464286"/>
                  <a:gd name="connsiteY54" fmla="*/ 523403 h 527943"/>
                  <a:gd name="connsiteX55" fmla="*/ 211135 w 464286"/>
                  <a:gd name="connsiteY55" fmla="*/ 520483 h 527943"/>
                  <a:gd name="connsiteX56" fmla="*/ 200961 w 464286"/>
                  <a:gd name="connsiteY56" fmla="*/ 514642 h 527943"/>
                  <a:gd name="connsiteX57" fmla="*/ 180519 w 464286"/>
                  <a:gd name="connsiteY57" fmla="*/ 502961 h 527943"/>
                  <a:gd name="connsiteX58" fmla="*/ 18677 w 464286"/>
                  <a:gd name="connsiteY58" fmla="*/ 406968 h 527943"/>
                  <a:gd name="connsiteX59" fmla="*/ 7467 w 464286"/>
                  <a:gd name="connsiteY59" fmla="*/ 395099 h 527943"/>
                  <a:gd name="connsiteX60" fmla="*/ 4829 w 464286"/>
                  <a:gd name="connsiteY60" fmla="*/ 387374 h 527943"/>
                  <a:gd name="connsiteX61" fmla="*/ 4358 w 464286"/>
                  <a:gd name="connsiteY61" fmla="*/ 380026 h 527943"/>
                  <a:gd name="connsiteX62" fmla="*/ 4829 w 464286"/>
                  <a:gd name="connsiteY62" fmla="*/ 356475 h 527943"/>
                  <a:gd name="connsiteX63" fmla="*/ 5300 w 464286"/>
                  <a:gd name="connsiteY63" fmla="*/ 309468 h 527943"/>
                  <a:gd name="connsiteX64" fmla="*/ 3511 w 464286"/>
                  <a:gd name="connsiteY64" fmla="*/ 215453 h 527943"/>
                  <a:gd name="connsiteX65" fmla="*/ 1156 w 464286"/>
                  <a:gd name="connsiteY65" fmla="*/ 168445 h 527943"/>
                  <a:gd name="connsiteX66" fmla="*/ 308 w 464286"/>
                  <a:gd name="connsiteY66" fmla="*/ 156670 h 527943"/>
                  <a:gd name="connsiteX67" fmla="*/ 1438 w 464286"/>
                  <a:gd name="connsiteY67" fmla="*/ 142257 h 527943"/>
                  <a:gd name="connsiteX68" fmla="*/ 10576 w 464286"/>
                  <a:gd name="connsiteY68" fmla="*/ 129068 h 527943"/>
                  <a:gd name="connsiteX69" fmla="*/ 16040 w 464286"/>
                  <a:gd name="connsiteY69" fmla="*/ 125206 h 527943"/>
                  <a:gd name="connsiteX70" fmla="*/ 20938 w 464286"/>
                  <a:gd name="connsiteY70" fmla="*/ 121909 h 527943"/>
                  <a:gd name="connsiteX71" fmla="*/ 99127 w 464286"/>
                  <a:gd name="connsiteY71" fmla="*/ 69438 h 527943"/>
                  <a:gd name="connsiteX72" fmla="*/ 179200 w 464286"/>
                  <a:gd name="connsiteY72" fmla="*/ 20075 h 527943"/>
                  <a:gd name="connsiteX73" fmla="*/ 199548 w 464286"/>
                  <a:gd name="connsiteY73" fmla="*/ 8206 h 527943"/>
                  <a:gd name="connsiteX74" fmla="*/ 212265 w 464286"/>
                  <a:gd name="connsiteY74" fmla="*/ 1800 h 527943"/>
                  <a:gd name="connsiteX75" fmla="*/ 231012 w 464286"/>
                  <a:gd name="connsiteY75" fmla="*/ 952 h 527943"/>
                  <a:gd name="connsiteX76" fmla="*/ 239678 w 464286"/>
                  <a:gd name="connsiteY76" fmla="*/ 4437 h 527943"/>
                  <a:gd name="connsiteX77" fmla="*/ 244765 w 464286"/>
                  <a:gd name="connsiteY77" fmla="*/ 7546 h 527943"/>
                  <a:gd name="connsiteX78" fmla="*/ 254751 w 464286"/>
                  <a:gd name="connsiteY78" fmla="*/ 13764 h 527943"/>
                  <a:gd name="connsiteX79" fmla="*/ 274628 w 464286"/>
                  <a:gd name="connsiteY79" fmla="*/ 26387 h 527943"/>
                  <a:gd name="connsiteX80" fmla="*/ 435339 w 464286"/>
                  <a:gd name="connsiteY80" fmla="*/ 124264 h 527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464286" h="527943">
                    <a:moveTo>
                      <a:pt x="433831" y="126996"/>
                    </a:moveTo>
                    <a:cubicBezTo>
                      <a:pt x="379099" y="96380"/>
                      <a:pt x="321824" y="70474"/>
                      <a:pt x="265019" y="43720"/>
                    </a:cubicBezTo>
                    <a:lnTo>
                      <a:pt x="243729" y="33735"/>
                    </a:lnTo>
                    <a:cubicBezTo>
                      <a:pt x="240149" y="32039"/>
                      <a:pt x="236570" y="30438"/>
                      <a:pt x="233084" y="28648"/>
                    </a:cubicBezTo>
                    <a:lnTo>
                      <a:pt x="227903" y="26104"/>
                    </a:lnTo>
                    <a:cubicBezTo>
                      <a:pt x="227149" y="25822"/>
                      <a:pt x="226396" y="25633"/>
                      <a:pt x="225642" y="25539"/>
                    </a:cubicBezTo>
                    <a:cubicBezTo>
                      <a:pt x="221874" y="25351"/>
                      <a:pt x="221780" y="25916"/>
                      <a:pt x="213490" y="31380"/>
                    </a:cubicBezTo>
                    <a:lnTo>
                      <a:pt x="193613" y="43909"/>
                    </a:lnTo>
                    <a:cubicBezTo>
                      <a:pt x="167142" y="60677"/>
                      <a:pt x="140105" y="76503"/>
                      <a:pt x="112786" y="91952"/>
                    </a:cubicBezTo>
                    <a:lnTo>
                      <a:pt x="30076" y="136981"/>
                    </a:lnTo>
                    <a:lnTo>
                      <a:pt x="20467" y="142257"/>
                    </a:lnTo>
                    <a:cubicBezTo>
                      <a:pt x="18489" y="143482"/>
                      <a:pt x="16793" y="145366"/>
                      <a:pt x="15757" y="147626"/>
                    </a:cubicBezTo>
                    <a:cubicBezTo>
                      <a:pt x="14627" y="149982"/>
                      <a:pt x="14532" y="151866"/>
                      <a:pt x="14438" y="156387"/>
                    </a:cubicBezTo>
                    <a:lnTo>
                      <a:pt x="14156" y="168163"/>
                    </a:lnTo>
                    <a:lnTo>
                      <a:pt x="13779" y="215170"/>
                    </a:lnTo>
                    <a:cubicBezTo>
                      <a:pt x="13967" y="246540"/>
                      <a:pt x="14627" y="277815"/>
                      <a:pt x="16040" y="309185"/>
                    </a:cubicBezTo>
                    <a:cubicBezTo>
                      <a:pt x="16605" y="324823"/>
                      <a:pt x="17453" y="340461"/>
                      <a:pt x="18489" y="356193"/>
                    </a:cubicBezTo>
                    <a:lnTo>
                      <a:pt x="19902" y="379649"/>
                    </a:lnTo>
                    <a:cubicBezTo>
                      <a:pt x="19996" y="381910"/>
                      <a:pt x="20090" y="382664"/>
                      <a:pt x="20467" y="383983"/>
                    </a:cubicBezTo>
                    <a:cubicBezTo>
                      <a:pt x="20844" y="385113"/>
                      <a:pt x="21315" y="386243"/>
                      <a:pt x="21974" y="387280"/>
                    </a:cubicBezTo>
                    <a:cubicBezTo>
                      <a:pt x="23293" y="389258"/>
                      <a:pt x="25083" y="390859"/>
                      <a:pt x="27156" y="391896"/>
                    </a:cubicBezTo>
                    <a:cubicBezTo>
                      <a:pt x="83583" y="419403"/>
                      <a:pt x="139634" y="447476"/>
                      <a:pt x="194932" y="477055"/>
                    </a:cubicBezTo>
                    <a:lnTo>
                      <a:pt x="215751" y="487983"/>
                    </a:lnTo>
                    <a:lnTo>
                      <a:pt x="226113" y="493447"/>
                    </a:lnTo>
                    <a:lnTo>
                      <a:pt x="231200" y="496084"/>
                    </a:lnTo>
                    <a:cubicBezTo>
                      <a:pt x="231671" y="496273"/>
                      <a:pt x="232142" y="496461"/>
                      <a:pt x="232613" y="496461"/>
                    </a:cubicBezTo>
                    <a:cubicBezTo>
                      <a:pt x="235156" y="496461"/>
                      <a:pt x="233932" y="497026"/>
                      <a:pt x="242787" y="491469"/>
                    </a:cubicBezTo>
                    <a:lnTo>
                      <a:pt x="262664" y="478939"/>
                    </a:lnTo>
                    <a:cubicBezTo>
                      <a:pt x="289135" y="462171"/>
                      <a:pt x="316077" y="446157"/>
                      <a:pt x="342925" y="429859"/>
                    </a:cubicBezTo>
                    <a:cubicBezTo>
                      <a:pt x="370056" y="414128"/>
                      <a:pt x="396809" y="397830"/>
                      <a:pt x="424223" y="382570"/>
                    </a:cubicBezTo>
                    <a:lnTo>
                      <a:pt x="433172" y="377577"/>
                    </a:lnTo>
                    <a:cubicBezTo>
                      <a:pt x="434114" y="377011"/>
                      <a:pt x="434962" y="376164"/>
                      <a:pt x="435527" y="375033"/>
                    </a:cubicBezTo>
                    <a:cubicBezTo>
                      <a:pt x="436752" y="375222"/>
                      <a:pt x="436375" y="364200"/>
                      <a:pt x="436752" y="357040"/>
                    </a:cubicBezTo>
                    <a:cubicBezTo>
                      <a:pt x="437034" y="341403"/>
                      <a:pt x="437976" y="325671"/>
                      <a:pt x="438636" y="309939"/>
                    </a:cubicBezTo>
                    <a:cubicBezTo>
                      <a:pt x="439955" y="278569"/>
                      <a:pt x="441839" y="247199"/>
                      <a:pt x="442686" y="215830"/>
                    </a:cubicBezTo>
                    <a:cubicBezTo>
                      <a:pt x="443346" y="200098"/>
                      <a:pt x="443346" y="184460"/>
                      <a:pt x="443628" y="168822"/>
                    </a:cubicBezTo>
                    <a:cubicBezTo>
                      <a:pt x="443817" y="161003"/>
                      <a:pt x="443534" y="153184"/>
                      <a:pt x="443534" y="145271"/>
                    </a:cubicBezTo>
                    <a:cubicBezTo>
                      <a:pt x="444005" y="137735"/>
                      <a:pt x="440237" y="130670"/>
                      <a:pt x="433831" y="126996"/>
                    </a:cubicBezTo>
                    <a:close/>
                    <a:moveTo>
                      <a:pt x="435339" y="124264"/>
                    </a:moveTo>
                    <a:cubicBezTo>
                      <a:pt x="442875" y="128126"/>
                      <a:pt x="447679" y="136887"/>
                      <a:pt x="447302" y="145177"/>
                    </a:cubicBezTo>
                    <a:cubicBezTo>
                      <a:pt x="447585" y="152996"/>
                      <a:pt x="447773" y="160815"/>
                      <a:pt x="448244" y="168634"/>
                    </a:cubicBezTo>
                    <a:cubicBezTo>
                      <a:pt x="449186" y="184272"/>
                      <a:pt x="449846" y="199909"/>
                      <a:pt x="451165" y="215547"/>
                    </a:cubicBezTo>
                    <a:cubicBezTo>
                      <a:pt x="453426" y="246823"/>
                      <a:pt x="456534" y="278098"/>
                      <a:pt x="459266" y="309374"/>
                    </a:cubicBezTo>
                    <a:cubicBezTo>
                      <a:pt x="460585" y="325011"/>
                      <a:pt x="462187" y="340649"/>
                      <a:pt x="463128" y="356287"/>
                    </a:cubicBezTo>
                    <a:lnTo>
                      <a:pt x="463976" y="368062"/>
                    </a:lnTo>
                    <a:cubicBezTo>
                      <a:pt x="464353" y="370700"/>
                      <a:pt x="464824" y="378990"/>
                      <a:pt x="462469" y="385019"/>
                    </a:cubicBezTo>
                    <a:cubicBezTo>
                      <a:pt x="460302" y="391330"/>
                      <a:pt x="456252" y="396983"/>
                      <a:pt x="450882" y="401128"/>
                    </a:cubicBezTo>
                    <a:cubicBezTo>
                      <a:pt x="447679" y="403483"/>
                      <a:pt x="446455" y="404142"/>
                      <a:pt x="444759" y="405272"/>
                    </a:cubicBezTo>
                    <a:lnTo>
                      <a:pt x="439860" y="408475"/>
                    </a:lnTo>
                    <a:cubicBezTo>
                      <a:pt x="413578" y="425620"/>
                      <a:pt x="386824" y="441823"/>
                      <a:pt x="360258" y="458592"/>
                    </a:cubicBezTo>
                    <a:cubicBezTo>
                      <a:pt x="333411" y="474794"/>
                      <a:pt x="306751" y="491280"/>
                      <a:pt x="279620" y="507012"/>
                    </a:cubicBezTo>
                    <a:lnTo>
                      <a:pt x="259273" y="518882"/>
                    </a:lnTo>
                    <a:cubicBezTo>
                      <a:pt x="255504" y="520860"/>
                      <a:pt x="253903" y="522650"/>
                      <a:pt x="246272" y="525759"/>
                    </a:cubicBezTo>
                    <a:cubicBezTo>
                      <a:pt x="239773" y="528114"/>
                      <a:pt x="232613" y="528585"/>
                      <a:pt x="225925" y="527077"/>
                    </a:cubicBezTo>
                    <a:cubicBezTo>
                      <a:pt x="222533" y="526324"/>
                      <a:pt x="219330" y="525099"/>
                      <a:pt x="216316" y="523403"/>
                    </a:cubicBezTo>
                    <a:lnTo>
                      <a:pt x="211135" y="520483"/>
                    </a:lnTo>
                    <a:lnTo>
                      <a:pt x="200961" y="514642"/>
                    </a:lnTo>
                    <a:lnTo>
                      <a:pt x="180519" y="502961"/>
                    </a:lnTo>
                    <a:cubicBezTo>
                      <a:pt x="125881" y="472157"/>
                      <a:pt x="72185" y="439845"/>
                      <a:pt x="18677" y="406968"/>
                    </a:cubicBezTo>
                    <a:cubicBezTo>
                      <a:pt x="13873" y="404142"/>
                      <a:pt x="10011" y="399997"/>
                      <a:pt x="7467" y="395099"/>
                    </a:cubicBezTo>
                    <a:cubicBezTo>
                      <a:pt x="6243" y="392649"/>
                      <a:pt x="5300" y="390106"/>
                      <a:pt x="4829" y="387374"/>
                    </a:cubicBezTo>
                    <a:cubicBezTo>
                      <a:pt x="4264" y="384830"/>
                      <a:pt x="4264" y="381627"/>
                      <a:pt x="4358" y="380026"/>
                    </a:cubicBezTo>
                    <a:lnTo>
                      <a:pt x="4829" y="356475"/>
                    </a:lnTo>
                    <a:cubicBezTo>
                      <a:pt x="5206" y="340837"/>
                      <a:pt x="5300" y="325105"/>
                      <a:pt x="5300" y="309468"/>
                    </a:cubicBezTo>
                    <a:cubicBezTo>
                      <a:pt x="5300" y="278098"/>
                      <a:pt x="4641" y="246823"/>
                      <a:pt x="3511" y="215453"/>
                    </a:cubicBezTo>
                    <a:lnTo>
                      <a:pt x="1156" y="168445"/>
                    </a:lnTo>
                    <a:lnTo>
                      <a:pt x="308" y="156670"/>
                    </a:lnTo>
                    <a:cubicBezTo>
                      <a:pt x="-69" y="153373"/>
                      <a:pt x="-446" y="147250"/>
                      <a:pt x="1438" y="142257"/>
                    </a:cubicBezTo>
                    <a:cubicBezTo>
                      <a:pt x="3134" y="137170"/>
                      <a:pt x="6337" y="132554"/>
                      <a:pt x="10576" y="129068"/>
                    </a:cubicBezTo>
                    <a:cubicBezTo>
                      <a:pt x="13025" y="127184"/>
                      <a:pt x="14438" y="126336"/>
                      <a:pt x="16040" y="125206"/>
                    </a:cubicBezTo>
                    <a:lnTo>
                      <a:pt x="20938" y="121909"/>
                    </a:lnTo>
                    <a:lnTo>
                      <a:pt x="99127" y="69438"/>
                    </a:lnTo>
                    <a:cubicBezTo>
                      <a:pt x="125504" y="52387"/>
                      <a:pt x="151975" y="35807"/>
                      <a:pt x="179200" y="20075"/>
                    </a:cubicBezTo>
                    <a:lnTo>
                      <a:pt x="199548" y="8206"/>
                    </a:lnTo>
                    <a:cubicBezTo>
                      <a:pt x="203316" y="6322"/>
                      <a:pt x="205294" y="4532"/>
                      <a:pt x="212265" y="1800"/>
                    </a:cubicBezTo>
                    <a:cubicBezTo>
                      <a:pt x="218294" y="-273"/>
                      <a:pt x="224888" y="-555"/>
                      <a:pt x="231012" y="952"/>
                    </a:cubicBezTo>
                    <a:cubicBezTo>
                      <a:pt x="234026" y="1706"/>
                      <a:pt x="237041" y="2836"/>
                      <a:pt x="239678" y="4437"/>
                    </a:cubicBezTo>
                    <a:lnTo>
                      <a:pt x="244765" y="7546"/>
                    </a:lnTo>
                    <a:cubicBezTo>
                      <a:pt x="248157" y="9524"/>
                      <a:pt x="251454" y="11691"/>
                      <a:pt x="254751" y="13764"/>
                    </a:cubicBezTo>
                    <a:lnTo>
                      <a:pt x="274628" y="26387"/>
                    </a:lnTo>
                    <a:cubicBezTo>
                      <a:pt x="327664" y="60017"/>
                      <a:pt x="380230" y="94496"/>
                      <a:pt x="435339" y="124264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6" name="任意多边形 125" descr="fe806cba-7234-45fa-b3c9-626351e1152b"/>
              <p:cNvSpPr/>
              <p:nvPr/>
            </p:nvSpPr>
            <p:spPr>
              <a:xfrm>
                <a:off x="6233554" y="334485"/>
                <a:ext cx="410784" cy="385241"/>
              </a:xfrm>
              <a:custGeom>
                <a:avLst/>
                <a:gdLst>
                  <a:gd name="connsiteX0" fmla="*/ 79852 w 288412"/>
                  <a:gd name="connsiteY0" fmla="*/ 249123 h 270478"/>
                  <a:gd name="connsiteX1" fmla="*/ 9011 w 288412"/>
                  <a:gd name="connsiteY1" fmla="*/ 173289 h 270478"/>
                  <a:gd name="connsiteX2" fmla="*/ 439 w 288412"/>
                  <a:gd name="connsiteY2" fmla="*/ 118651 h 270478"/>
                  <a:gd name="connsiteX3" fmla="*/ 18055 w 288412"/>
                  <a:gd name="connsiteY3" fmla="*/ 65709 h 270478"/>
                  <a:gd name="connsiteX4" fmla="*/ 56584 w 288412"/>
                  <a:gd name="connsiteY4" fmla="*/ 26615 h 270478"/>
                  <a:gd name="connsiteX5" fmla="*/ 105381 w 288412"/>
                  <a:gd name="connsiteY5" fmla="*/ 5231 h 270478"/>
                  <a:gd name="connsiteX6" fmla="*/ 209382 w 288412"/>
                  <a:gd name="connsiteY6" fmla="*/ 13426 h 270478"/>
                  <a:gd name="connsiteX7" fmla="*/ 253751 w 288412"/>
                  <a:gd name="connsiteY7" fmla="*/ 45550 h 270478"/>
                  <a:gd name="connsiteX8" fmla="*/ 281447 w 288412"/>
                  <a:gd name="connsiteY8" fmla="*/ 94064 h 270478"/>
                  <a:gd name="connsiteX9" fmla="*/ 271085 w 288412"/>
                  <a:gd name="connsiteY9" fmla="*/ 204753 h 270478"/>
                  <a:gd name="connsiteX10" fmla="*/ 233403 w 288412"/>
                  <a:gd name="connsiteY10" fmla="*/ 247239 h 270478"/>
                  <a:gd name="connsiteX11" fmla="*/ 181968 w 288412"/>
                  <a:gd name="connsiteY11" fmla="*/ 268623 h 270478"/>
                  <a:gd name="connsiteX12" fmla="*/ 79852 w 288412"/>
                  <a:gd name="connsiteY12" fmla="*/ 249123 h 270478"/>
                  <a:gd name="connsiteX13" fmla="*/ 81359 w 288412"/>
                  <a:gd name="connsiteY13" fmla="*/ 246391 h 270478"/>
                  <a:gd name="connsiteX14" fmla="*/ 129215 w 288412"/>
                  <a:gd name="connsiteY14" fmla="*/ 258732 h 270478"/>
                  <a:gd name="connsiteX15" fmla="*/ 176128 w 288412"/>
                  <a:gd name="connsiteY15" fmla="*/ 248558 h 270478"/>
                  <a:gd name="connsiteX16" fmla="*/ 214280 w 288412"/>
                  <a:gd name="connsiteY16" fmla="*/ 223405 h 270478"/>
                  <a:gd name="connsiteX17" fmla="*/ 241599 w 288412"/>
                  <a:gd name="connsiteY17" fmla="*/ 188550 h 270478"/>
                  <a:gd name="connsiteX18" fmla="*/ 252903 w 288412"/>
                  <a:gd name="connsiteY18" fmla="*/ 102354 h 270478"/>
                  <a:gd name="connsiteX19" fmla="*/ 201092 w 288412"/>
                  <a:gd name="connsiteY19" fmla="*/ 28499 h 270478"/>
                  <a:gd name="connsiteX20" fmla="*/ 108207 w 288412"/>
                  <a:gd name="connsiteY20" fmla="*/ 14934 h 270478"/>
                  <a:gd name="connsiteX21" fmla="*/ 67417 w 288412"/>
                  <a:gd name="connsiteY21" fmla="*/ 40086 h 270478"/>
                  <a:gd name="connsiteX22" fmla="*/ 40946 w 288412"/>
                  <a:gd name="connsiteY22" fmla="*/ 78238 h 270478"/>
                  <a:gd name="connsiteX23" fmla="*/ 28229 w 288412"/>
                  <a:gd name="connsiteY23" fmla="*/ 167543 h 270478"/>
                  <a:gd name="connsiteX24" fmla="*/ 44997 w 288412"/>
                  <a:gd name="connsiteY24" fmla="*/ 212666 h 270478"/>
                  <a:gd name="connsiteX25" fmla="*/ 81359 w 288412"/>
                  <a:gd name="connsiteY25" fmla="*/ 246391 h 270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88412" h="270478">
                    <a:moveTo>
                      <a:pt x="79852" y="249123"/>
                    </a:moveTo>
                    <a:cubicBezTo>
                      <a:pt x="50272" y="232449"/>
                      <a:pt x="23424" y="207485"/>
                      <a:pt x="9011" y="173289"/>
                    </a:cubicBezTo>
                    <a:cubicBezTo>
                      <a:pt x="2040" y="156333"/>
                      <a:pt x="-1257" y="137398"/>
                      <a:pt x="439" y="118651"/>
                    </a:cubicBezTo>
                    <a:cubicBezTo>
                      <a:pt x="1946" y="99905"/>
                      <a:pt x="8257" y="81535"/>
                      <a:pt x="18055" y="65709"/>
                    </a:cubicBezTo>
                    <a:cubicBezTo>
                      <a:pt x="27946" y="49883"/>
                      <a:pt x="41417" y="36506"/>
                      <a:pt x="56584" y="26615"/>
                    </a:cubicBezTo>
                    <a:cubicBezTo>
                      <a:pt x="71751" y="16629"/>
                      <a:pt x="88330" y="9470"/>
                      <a:pt x="105381" y="5231"/>
                    </a:cubicBezTo>
                    <a:cubicBezTo>
                      <a:pt x="139388" y="-3624"/>
                      <a:pt x="176222" y="-1458"/>
                      <a:pt x="209382" y="13426"/>
                    </a:cubicBezTo>
                    <a:cubicBezTo>
                      <a:pt x="225773" y="20963"/>
                      <a:pt x="241316" y="31608"/>
                      <a:pt x="253751" y="45550"/>
                    </a:cubicBezTo>
                    <a:cubicBezTo>
                      <a:pt x="266280" y="59397"/>
                      <a:pt x="275606" y="76166"/>
                      <a:pt x="281447" y="94064"/>
                    </a:cubicBezTo>
                    <a:cubicBezTo>
                      <a:pt x="293317" y="129862"/>
                      <a:pt x="290114" y="171405"/>
                      <a:pt x="271085" y="204753"/>
                    </a:cubicBezTo>
                    <a:cubicBezTo>
                      <a:pt x="261664" y="221333"/>
                      <a:pt x="248759" y="236029"/>
                      <a:pt x="233403" y="247239"/>
                    </a:cubicBezTo>
                    <a:cubicBezTo>
                      <a:pt x="218048" y="258449"/>
                      <a:pt x="200055" y="265514"/>
                      <a:pt x="181968" y="268623"/>
                    </a:cubicBezTo>
                    <a:cubicBezTo>
                      <a:pt x="145229" y="274652"/>
                      <a:pt x="109620" y="265420"/>
                      <a:pt x="79852" y="249123"/>
                    </a:cubicBezTo>
                    <a:close/>
                    <a:moveTo>
                      <a:pt x="81359" y="246391"/>
                    </a:moveTo>
                    <a:cubicBezTo>
                      <a:pt x="96055" y="254398"/>
                      <a:pt x="112729" y="258732"/>
                      <a:pt x="129215" y="258732"/>
                    </a:cubicBezTo>
                    <a:cubicBezTo>
                      <a:pt x="145700" y="259014"/>
                      <a:pt x="161809" y="254964"/>
                      <a:pt x="176128" y="248558"/>
                    </a:cubicBezTo>
                    <a:cubicBezTo>
                      <a:pt x="190541" y="242246"/>
                      <a:pt x="203258" y="233391"/>
                      <a:pt x="214280" y="223405"/>
                    </a:cubicBezTo>
                    <a:cubicBezTo>
                      <a:pt x="225396" y="213420"/>
                      <a:pt x="234628" y="201645"/>
                      <a:pt x="241599" y="188550"/>
                    </a:cubicBezTo>
                    <a:cubicBezTo>
                      <a:pt x="255353" y="162550"/>
                      <a:pt x="260251" y="131652"/>
                      <a:pt x="252903" y="102354"/>
                    </a:cubicBezTo>
                    <a:cubicBezTo>
                      <a:pt x="245367" y="73340"/>
                      <a:pt x="227469" y="46492"/>
                      <a:pt x="201092" y="28499"/>
                    </a:cubicBezTo>
                    <a:cubicBezTo>
                      <a:pt x="174903" y="10412"/>
                      <a:pt x="139294" y="4665"/>
                      <a:pt x="108207" y="14934"/>
                    </a:cubicBezTo>
                    <a:cubicBezTo>
                      <a:pt x="92758" y="20115"/>
                      <a:pt x="78627" y="28876"/>
                      <a:pt x="67417" y="40086"/>
                    </a:cubicBezTo>
                    <a:cubicBezTo>
                      <a:pt x="56113" y="51296"/>
                      <a:pt x="47446" y="64485"/>
                      <a:pt x="40946" y="78238"/>
                    </a:cubicBezTo>
                    <a:cubicBezTo>
                      <a:pt x="28229" y="106028"/>
                      <a:pt x="23707" y="136267"/>
                      <a:pt x="28229" y="167543"/>
                    </a:cubicBezTo>
                    <a:cubicBezTo>
                      <a:pt x="30678" y="183086"/>
                      <a:pt x="35953" y="198818"/>
                      <a:pt x="44997" y="212666"/>
                    </a:cubicBezTo>
                    <a:cubicBezTo>
                      <a:pt x="53946" y="226608"/>
                      <a:pt x="66664" y="238384"/>
                      <a:pt x="81359" y="246391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7" name="任意多边形 126" descr="5accb82d-8d46-4566-ace6-e65bfaaaff62"/>
              <p:cNvSpPr/>
              <p:nvPr/>
            </p:nvSpPr>
            <p:spPr>
              <a:xfrm>
                <a:off x="6189155" y="280846"/>
                <a:ext cx="497027" cy="490429"/>
              </a:xfrm>
              <a:custGeom>
                <a:avLst/>
                <a:gdLst>
                  <a:gd name="connsiteX0" fmla="*/ 91618 w 348963"/>
                  <a:gd name="connsiteY0" fmla="*/ 322015 h 344331"/>
                  <a:gd name="connsiteX1" fmla="*/ 7683 w 348963"/>
                  <a:gd name="connsiteY1" fmla="*/ 220370 h 344331"/>
                  <a:gd name="connsiteX2" fmla="*/ 21531 w 348963"/>
                  <a:gd name="connsiteY2" fmla="*/ 88203 h 344331"/>
                  <a:gd name="connsiteX3" fmla="*/ 65901 w 348963"/>
                  <a:gd name="connsiteY3" fmla="*/ 37050 h 344331"/>
                  <a:gd name="connsiteX4" fmla="*/ 126003 w 348963"/>
                  <a:gd name="connsiteY4" fmla="*/ 6717 h 344331"/>
                  <a:gd name="connsiteX5" fmla="*/ 257416 w 348963"/>
                  <a:gd name="connsiteY5" fmla="*/ 20470 h 344331"/>
                  <a:gd name="connsiteX6" fmla="*/ 341728 w 348963"/>
                  <a:gd name="connsiteY6" fmla="*/ 123340 h 344331"/>
                  <a:gd name="connsiteX7" fmla="*/ 348040 w 348963"/>
                  <a:gd name="connsiteY7" fmla="*/ 191261 h 344331"/>
                  <a:gd name="connsiteX8" fmla="*/ 327409 w 348963"/>
                  <a:gd name="connsiteY8" fmla="*/ 256355 h 344331"/>
                  <a:gd name="connsiteX9" fmla="*/ 222561 w 348963"/>
                  <a:gd name="connsiteY9" fmla="*/ 338689 h 344331"/>
                  <a:gd name="connsiteX10" fmla="*/ 91618 w 348963"/>
                  <a:gd name="connsiteY10" fmla="*/ 322015 h 344331"/>
                  <a:gd name="connsiteX11" fmla="*/ 91995 w 348963"/>
                  <a:gd name="connsiteY11" fmla="*/ 321356 h 344331"/>
                  <a:gd name="connsiteX12" fmla="*/ 155488 w 348963"/>
                  <a:gd name="connsiteY12" fmla="*/ 340667 h 344331"/>
                  <a:gd name="connsiteX13" fmla="*/ 221054 w 348963"/>
                  <a:gd name="connsiteY13" fmla="*/ 333508 h 344331"/>
                  <a:gd name="connsiteX14" fmla="*/ 320250 w 348963"/>
                  <a:gd name="connsiteY14" fmla="*/ 252305 h 344331"/>
                  <a:gd name="connsiteX15" fmla="*/ 334569 w 348963"/>
                  <a:gd name="connsiteY15" fmla="*/ 125319 h 344331"/>
                  <a:gd name="connsiteX16" fmla="*/ 255344 w 348963"/>
                  <a:gd name="connsiteY16" fmla="*/ 24144 h 344331"/>
                  <a:gd name="connsiteX17" fmla="*/ 126851 w 348963"/>
                  <a:gd name="connsiteY17" fmla="*/ 9260 h 344331"/>
                  <a:gd name="connsiteX18" fmla="*/ 27278 w 348963"/>
                  <a:gd name="connsiteY18" fmla="*/ 91311 h 344331"/>
                  <a:gd name="connsiteX19" fmla="*/ 12488 w 348963"/>
                  <a:gd name="connsiteY19" fmla="*/ 218957 h 344331"/>
                  <a:gd name="connsiteX20" fmla="*/ 41691 w 348963"/>
                  <a:gd name="connsiteY20" fmla="*/ 278116 h 344331"/>
                  <a:gd name="connsiteX21" fmla="*/ 91995 w 348963"/>
                  <a:gd name="connsiteY21" fmla="*/ 321356 h 344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48963" h="344331">
                    <a:moveTo>
                      <a:pt x="91618" y="322015"/>
                    </a:moveTo>
                    <a:cubicBezTo>
                      <a:pt x="52241" y="300631"/>
                      <a:pt x="21249" y="263703"/>
                      <a:pt x="7683" y="220370"/>
                    </a:cubicBezTo>
                    <a:cubicBezTo>
                      <a:pt x="-6259" y="177036"/>
                      <a:pt x="-983" y="127862"/>
                      <a:pt x="21531" y="88203"/>
                    </a:cubicBezTo>
                    <a:cubicBezTo>
                      <a:pt x="32741" y="68420"/>
                      <a:pt x="48002" y="50898"/>
                      <a:pt x="65901" y="37050"/>
                    </a:cubicBezTo>
                    <a:cubicBezTo>
                      <a:pt x="83800" y="23202"/>
                      <a:pt x="104336" y="12934"/>
                      <a:pt x="126003" y="6717"/>
                    </a:cubicBezTo>
                    <a:cubicBezTo>
                      <a:pt x="169336" y="-5624"/>
                      <a:pt x="217286" y="-914"/>
                      <a:pt x="257416" y="20470"/>
                    </a:cubicBezTo>
                    <a:cubicBezTo>
                      <a:pt x="297453" y="41666"/>
                      <a:pt x="328917" y="79347"/>
                      <a:pt x="341728" y="123340"/>
                    </a:cubicBezTo>
                    <a:cubicBezTo>
                      <a:pt x="348228" y="145195"/>
                      <a:pt x="350395" y="168464"/>
                      <a:pt x="348040" y="191261"/>
                    </a:cubicBezTo>
                    <a:cubicBezTo>
                      <a:pt x="345685" y="214058"/>
                      <a:pt x="338431" y="236290"/>
                      <a:pt x="327409" y="256355"/>
                    </a:cubicBezTo>
                    <a:cubicBezTo>
                      <a:pt x="305460" y="296674"/>
                      <a:pt x="266648" y="327196"/>
                      <a:pt x="222561" y="338689"/>
                    </a:cubicBezTo>
                    <a:cubicBezTo>
                      <a:pt x="178568" y="350182"/>
                      <a:pt x="130713" y="343870"/>
                      <a:pt x="91618" y="322015"/>
                    </a:cubicBezTo>
                    <a:close/>
                    <a:moveTo>
                      <a:pt x="91995" y="321356"/>
                    </a:moveTo>
                    <a:cubicBezTo>
                      <a:pt x="111684" y="331812"/>
                      <a:pt x="133350" y="338689"/>
                      <a:pt x="155488" y="340667"/>
                    </a:cubicBezTo>
                    <a:cubicBezTo>
                      <a:pt x="177626" y="342646"/>
                      <a:pt x="200046" y="340196"/>
                      <a:pt x="221054" y="333508"/>
                    </a:cubicBezTo>
                    <a:cubicBezTo>
                      <a:pt x="263163" y="320225"/>
                      <a:pt x="299243" y="290645"/>
                      <a:pt x="320250" y="252305"/>
                    </a:cubicBezTo>
                    <a:cubicBezTo>
                      <a:pt x="341163" y="213964"/>
                      <a:pt x="346627" y="167522"/>
                      <a:pt x="334569" y="125319"/>
                    </a:cubicBezTo>
                    <a:cubicBezTo>
                      <a:pt x="322699" y="83210"/>
                      <a:pt x="293967" y="45811"/>
                      <a:pt x="255344" y="24144"/>
                    </a:cubicBezTo>
                    <a:cubicBezTo>
                      <a:pt x="217003" y="2101"/>
                      <a:pt x="169336" y="-3740"/>
                      <a:pt x="126851" y="9260"/>
                    </a:cubicBezTo>
                    <a:cubicBezTo>
                      <a:pt x="84082" y="21695"/>
                      <a:pt x="47814" y="52594"/>
                      <a:pt x="27278" y="91311"/>
                    </a:cubicBezTo>
                    <a:cubicBezTo>
                      <a:pt x="6364" y="129935"/>
                      <a:pt x="995" y="176377"/>
                      <a:pt x="12488" y="218957"/>
                    </a:cubicBezTo>
                    <a:cubicBezTo>
                      <a:pt x="18140" y="240247"/>
                      <a:pt x="28125" y="260500"/>
                      <a:pt x="41691" y="278116"/>
                    </a:cubicBezTo>
                    <a:cubicBezTo>
                      <a:pt x="55162" y="295827"/>
                      <a:pt x="72589" y="310334"/>
                      <a:pt x="91995" y="321356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4" name="组合 13" descr="fc74527c-c444-47a2-b341-8091822c0d9c"/>
            <p:cNvGrpSpPr/>
            <p:nvPr/>
          </p:nvGrpSpPr>
          <p:grpSpPr>
            <a:xfrm flipH="1">
              <a:off x="207536" y="6278454"/>
              <a:ext cx="393128" cy="446642"/>
              <a:chOff x="3343140" y="4592143"/>
              <a:chExt cx="203356" cy="231038"/>
            </a:xfrm>
          </p:grpSpPr>
          <p:grpSp>
            <p:nvGrpSpPr>
              <p:cNvPr id="24" name="组合 23" descr="9ec84678-12ea-41ea-8635-9ff7c0917df7"/>
              <p:cNvGrpSpPr/>
              <p:nvPr/>
            </p:nvGrpSpPr>
            <p:grpSpPr>
              <a:xfrm>
                <a:off x="3343140" y="4592143"/>
                <a:ext cx="203356" cy="231038"/>
                <a:chOff x="3343140" y="4592143"/>
                <a:chExt cx="203356" cy="231038"/>
              </a:xfrm>
            </p:grpSpPr>
            <p:sp>
              <p:nvSpPr>
                <p:cNvPr id="26" name="任意多边形 25" descr="3b85acad-4c59-443e-860d-623e5ed61e96"/>
                <p:cNvSpPr/>
                <p:nvPr/>
              </p:nvSpPr>
              <p:spPr>
                <a:xfrm>
                  <a:off x="3346509" y="4597739"/>
                  <a:ext cx="193746" cy="218457"/>
                </a:xfrm>
                <a:custGeom>
                  <a:avLst/>
                  <a:gdLst>
                    <a:gd name="connsiteX0" fmla="*/ 186980 w 193746"/>
                    <a:gd name="connsiteY0" fmla="*/ 49412 h 218457"/>
                    <a:gd name="connsiteX1" fmla="*/ 99159 w 193746"/>
                    <a:gd name="connsiteY1" fmla="*/ 1120 h 218457"/>
                    <a:gd name="connsiteX2" fmla="*/ 90110 w 193746"/>
                    <a:gd name="connsiteY2" fmla="*/ 1311 h 218457"/>
                    <a:gd name="connsiteX3" fmla="*/ 4385 w 193746"/>
                    <a:gd name="connsiteY3" fmla="*/ 53222 h 218457"/>
                    <a:gd name="connsiteX4" fmla="*/ 4 w 193746"/>
                    <a:gd name="connsiteY4" fmla="*/ 61128 h 218457"/>
                    <a:gd name="connsiteX5" fmla="*/ 2099 w 193746"/>
                    <a:gd name="connsiteY5" fmla="*/ 161331 h 218457"/>
                    <a:gd name="connsiteX6" fmla="*/ 6767 w 193746"/>
                    <a:gd name="connsiteY6" fmla="*/ 169046 h 218457"/>
                    <a:gd name="connsiteX7" fmla="*/ 94587 w 193746"/>
                    <a:gd name="connsiteY7" fmla="*/ 217338 h 218457"/>
                    <a:gd name="connsiteX8" fmla="*/ 103636 w 193746"/>
                    <a:gd name="connsiteY8" fmla="*/ 217147 h 218457"/>
                    <a:gd name="connsiteX9" fmla="*/ 189361 w 193746"/>
                    <a:gd name="connsiteY9" fmla="*/ 165236 h 218457"/>
                    <a:gd name="connsiteX10" fmla="*/ 193742 w 193746"/>
                    <a:gd name="connsiteY10" fmla="*/ 157330 h 218457"/>
                    <a:gd name="connsiteX11" fmla="*/ 191647 w 193746"/>
                    <a:gd name="connsiteY11" fmla="*/ 57127 h 218457"/>
                    <a:gd name="connsiteX12" fmla="*/ 186980 w 193746"/>
                    <a:gd name="connsiteY12" fmla="*/ 49412 h 218457"/>
                    <a:gd name="connsiteX13" fmla="*/ 69536 w 193746"/>
                    <a:gd name="connsiteY13" fmla="*/ 158950 h 218457"/>
                    <a:gd name="connsiteX14" fmla="*/ 47153 w 193746"/>
                    <a:gd name="connsiteY14" fmla="*/ 81987 h 218457"/>
                    <a:gd name="connsiteX15" fmla="*/ 124115 w 193746"/>
                    <a:gd name="connsiteY15" fmla="*/ 59604 h 218457"/>
                    <a:gd name="connsiteX16" fmla="*/ 146498 w 193746"/>
                    <a:gd name="connsiteY16" fmla="*/ 136566 h 218457"/>
                    <a:gd name="connsiteX17" fmla="*/ 69536 w 193746"/>
                    <a:gd name="connsiteY17" fmla="*/ 158950 h 218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3746" h="218457">
                      <a:moveTo>
                        <a:pt x="186980" y="49412"/>
                      </a:moveTo>
                      <a:lnTo>
                        <a:pt x="99159" y="1120"/>
                      </a:lnTo>
                      <a:cubicBezTo>
                        <a:pt x="96302" y="-404"/>
                        <a:pt x="92873" y="-404"/>
                        <a:pt x="90110" y="1311"/>
                      </a:cubicBezTo>
                      <a:lnTo>
                        <a:pt x="4385" y="53222"/>
                      </a:lnTo>
                      <a:cubicBezTo>
                        <a:pt x="1623" y="54936"/>
                        <a:pt x="-91" y="57889"/>
                        <a:pt x="4" y="61128"/>
                      </a:cubicBezTo>
                      <a:lnTo>
                        <a:pt x="2099" y="161331"/>
                      </a:lnTo>
                      <a:cubicBezTo>
                        <a:pt x="2195" y="164569"/>
                        <a:pt x="4004" y="167522"/>
                        <a:pt x="6767" y="169046"/>
                      </a:cubicBezTo>
                      <a:lnTo>
                        <a:pt x="94587" y="217338"/>
                      </a:lnTo>
                      <a:cubicBezTo>
                        <a:pt x="97445" y="218862"/>
                        <a:pt x="100874" y="218862"/>
                        <a:pt x="103636" y="217147"/>
                      </a:cubicBezTo>
                      <a:lnTo>
                        <a:pt x="189361" y="165236"/>
                      </a:lnTo>
                      <a:cubicBezTo>
                        <a:pt x="192123" y="163521"/>
                        <a:pt x="193838" y="160569"/>
                        <a:pt x="193742" y="157330"/>
                      </a:cubicBezTo>
                      <a:lnTo>
                        <a:pt x="191647" y="57127"/>
                      </a:lnTo>
                      <a:cubicBezTo>
                        <a:pt x="191552" y="53889"/>
                        <a:pt x="189837" y="50936"/>
                        <a:pt x="186980" y="49412"/>
                      </a:cubicBezTo>
                      <a:close/>
                      <a:moveTo>
                        <a:pt x="69536" y="158950"/>
                      </a:moveTo>
                      <a:cubicBezTo>
                        <a:pt x="42104" y="143900"/>
                        <a:pt x="32103" y="109419"/>
                        <a:pt x="47153" y="81987"/>
                      </a:cubicBezTo>
                      <a:cubicBezTo>
                        <a:pt x="62202" y="54555"/>
                        <a:pt x="96683" y="44554"/>
                        <a:pt x="124115" y="59604"/>
                      </a:cubicBezTo>
                      <a:cubicBezTo>
                        <a:pt x="151547" y="74653"/>
                        <a:pt x="161548" y="109134"/>
                        <a:pt x="146498" y="136566"/>
                      </a:cubicBezTo>
                      <a:cubicBezTo>
                        <a:pt x="131449" y="163998"/>
                        <a:pt x="96968" y="173999"/>
                        <a:pt x="69536" y="15895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7" name="组合 26" descr="c6177911-a92e-4dbf-9661-0fe41650c1a4"/>
                <p:cNvGrpSpPr/>
                <p:nvPr/>
              </p:nvGrpSpPr>
              <p:grpSpPr>
                <a:xfrm>
                  <a:off x="3343140" y="4592143"/>
                  <a:ext cx="203356" cy="231038"/>
                  <a:chOff x="3343140" y="4592143"/>
                  <a:chExt cx="203356" cy="231038"/>
                </a:xfrm>
                <a:solidFill>
                  <a:srgbClr val="333333"/>
                </a:solidFill>
              </p:grpSpPr>
              <p:sp>
                <p:nvSpPr>
                  <p:cNvPr id="28" name="任意多边形 27" descr="6ea99bcd-39b9-49c8-aa08-f9f801d9a3f8"/>
                  <p:cNvSpPr/>
                  <p:nvPr/>
                </p:nvSpPr>
                <p:spPr>
                  <a:xfrm>
                    <a:off x="3343140" y="4592143"/>
                    <a:ext cx="203356" cy="231038"/>
                  </a:xfrm>
                  <a:custGeom>
                    <a:avLst/>
                    <a:gdLst>
                      <a:gd name="connsiteX0" fmla="*/ 189967 w 203356"/>
                      <a:gd name="connsiteY0" fmla="*/ 55580 h 231038"/>
                      <a:gd name="connsiteX1" fmla="*/ 116053 w 203356"/>
                      <a:gd name="connsiteY1" fmla="*/ 19099 h 231038"/>
                      <a:gd name="connsiteX2" fmla="*/ 106719 w 203356"/>
                      <a:gd name="connsiteY2" fmla="*/ 14717 h 231038"/>
                      <a:gd name="connsiteX3" fmla="*/ 102052 w 203356"/>
                      <a:gd name="connsiteY3" fmla="*/ 12527 h 231038"/>
                      <a:gd name="connsiteX4" fmla="*/ 99766 w 203356"/>
                      <a:gd name="connsiteY4" fmla="*/ 11384 h 231038"/>
                      <a:gd name="connsiteX5" fmla="*/ 98718 w 203356"/>
                      <a:gd name="connsiteY5" fmla="*/ 11098 h 231038"/>
                      <a:gd name="connsiteX6" fmla="*/ 93384 w 203356"/>
                      <a:gd name="connsiteY6" fmla="*/ 13670 h 231038"/>
                      <a:gd name="connsiteX7" fmla="*/ 84716 w 203356"/>
                      <a:gd name="connsiteY7" fmla="*/ 19194 h 231038"/>
                      <a:gd name="connsiteX8" fmla="*/ 49378 w 203356"/>
                      <a:gd name="connsiteY8" fmla="*/ 40244 h 231038"/>
                      <a:gd name="connsiteX9" fmla="*/ 13183 w 203356"/>
                      <a:gd name="connsiteY9" fmla="*/ 59961 h 231038"/>
                      <a:gd name="connsiteX10" fmla="*/ 8992 w 203356"/>
                      <a:gd name="connsiteY10" fmla="*/ 62247 h 231038"/>
                      <a:gd name="connsiteX11" fmla="*/ 6897 w 203356"/>
                      <a:gd name="connsiteY11" fmla="*/ 64628 h 231038"/>
                      <a:gd name="connsiteX12" fmla="*/ 6135 w 203356"/>
                      <a:gd name="connsiteY12" fmla="*/ 73582 h 231038"/>
                      <a:gd name="connsiteX13" fmla="*/ 5944 w 203356"/>
                      <a:gd name="connsiteY13" fmla="*/ 94156 h 231038"/>
                      <a:gd name="connsiteX14" fmla="*/ 6897 w 203356"/>
                      <a:gd name="connsiteY14" fmla="*/ 135304 h 231038"/>
                      <a:gd name="connsiteX15" fmla="*/ 7945 w 203356"/>
                      <a:gd name="connsiteY15" fmla="*/ 155878 h 231038"/>
                      <a:gd name="connsiteX16" fmla="*/ 8611 w 203356"/>
                      <a:gd name="connsiteY16" fmla="*/ 166165 h 231038"/>
                      <a:gd name="connsiteX17" fmla="*/ 11755 w 203356"/>
                      <a:gd name="connsiteY17" fmla="*/ 171499 h 231038"/>
                      <a:gd name="connsiteX18" fmla="*/ 85192 w 203356"/>
                      <a:gd name="connsiteY18" fmla="*/ 208742 h 231038"/>
                      <a:gd name="connsiteX19" fmla="*/ 94336 w 203356"/>
                      <a:gd name="connsiteY19" fmla="*/ 213504 h 231038"/>
                      <a:gd name="connsiteX20" fmla="*/ 98908 w 203356"/>
                      <a:gd name="connsiteY20" fmla="*/ 215885 h 231038"/>
                      <a:gd name="connsiteX21" fmla="*/ 101099 w 203356"/>
                      <a:gd name="connsiteY21" fmla="*/ 217028 h 231038"/>
                      <a:gd name="connsiteX22" fmla="*/ 101671 w 203356"/>
                      <a:gd name="connsiteY22" fmla="*/ 217219 h 231038"/>
                      <a:gd name="connsiteX23" fmla="*/ 114815 w 203356"/>
                      <a:gd name="connsiteY23" fmla="*/ 209503 h 231038"/>
                      <a:gd name="connsiteX24" fmla="*/ 149962 w 203356"/>
                      <a:gd name="connsiteY24" fmla="*/ 188072 h 231038"/>
                      <a:gd name="connsiteX25" fmla="*/ 185491 w 203356"/>
                      <a:gd name="connsiteY25" fmla="*/ 167403 h 231038"/>
                      <a:gd name="connsiteX26" fmla="*/ 189396 w 203356"/>
                      <a:gd name="connsiteY26" fmla="*/ 165212 h 231038"/>
                      <a:gd name="connsiteX27" fmla="*/ 190444 w 203356"/>
                      <a:gd name="connsiteY27" fmla="*/ 164069 h 231038"/>
                      <a:gd name="connsiteX28" fmla="*/ 191015 w 203356"/>
                      <a:gd name="connsiteY28" fmla="*/ 156164 h 231038"/>
                      <a:gd name="connsiteX29" fmla="*/ 191872 w 203356"/>
                      <a:gd name="connsiteY29" fmla="*/ 135590 h 231038"/>
                      <a:gd name="connsiteX30" fmla="*/ 193587 w 203356"/>
                      <a:gd name="connsiteY30" fmla="*/ 94346 h 231038"/>
                      <a:gd name="connsiteX31" fmla="*/ 194063 w 203356"/>
                      <a:gd name="connsiteY31" fmla="*/ 73772 h 231038"/>
                      <a:gd name="connsiteX32" fmla="*/ 189967 w 203356"/>
                      <a:gd name="connsiteY32" fmla="*/ 55580 h 231038"/>
                      <a:gd name="connsiteX33" fmla="*/ 190634 w 203356"/>
                      <a:gd name="connsiteY33" fmla="*/ 54341 h 231038"/>
                      <a:gd name="connsiteX34" fmla="*/ 195873 w 203356"/>
                      <a:gd name="connsiteY34" fmla="*/ 63485 h 231038"/>
                      <a:gd name="connsiteX35" fmla="*/ 196254 w 203356"/>
                      <a:gd name="connsiteY35" fmla="*/ 73772 h 231038"/>
                      <a:gd name="connsiteX36" fmla="*/ 197587 w 203356"/>
                      <a:gd name="connsiteY36" fmla="*/ 94346 h 231038"/>
                      <a:gd name="connsiteX37" fmla="*/ 201112 w 203356"/>
                      <a:gd name="connsiteY37" fmla="*/ 135399 h 231038"/>
                      <a:gd name="connsiteX38" fmla="*/ 202826 w 203356"/>
                      <a:gd name="connsiteY38" fmla="*/ 155973 h 231038"/>
                      <a:gd name="connsiteX39" fmla="*/ 203207 w 203356"/>
                      <a:gd name="connsiteY39" fmla="*/ 161117 h 231038"/>
                      <a:gd name="connsiteX40" fmla="*/ 202540 w 203356"/>
                      <a:gd name="connsiteY40" fmla="*/ 168546 h 231038"/>
                      <a:gd name="connsiteX41" fmla="*/ 197492 w 203356"/>
                      <a:gd name="connsiteY41" fmla="*/ 175595 h 231038"/>
                      <a:gd name="connsiteX42" fmla="*/ 194825 w 203356"/>
                      <a:gd name="connsiteY42" fmla="*/ 177404 h 231038"/>
                      <a:gd name="connsiteX43" fmla="*/ 192634 w 203356"/>
                      <a:gd name="connsiteY43" fmla="*/ 178833 h 231038"/>
                      <a:gd name="connsiteX44" fmla="*/ 157773 w 203356"/>
                      <a:gd name="connsiteY44" fmla="*/ 200741 h 231038"/>
                      <a:gd name="connsiteX45" fmla="*/ 122530 w 203356"/>
                      <a:gd name="connsiteY45" fmla="*/ 221886 h 231038"/>
                      <a:gd name="connsiteX46" fmla="*/ 113672 w 203356"/>
                      <a:gd name="connsiteY46" fmla="*/ 227030 h 231038"/>
                      <a:gd name="connsiteX47" fmla="*/ 107957 w 203356"/>
                      <a:gd name="connsiteY47" fmla="*/ 230078 h 231038"/>
                      <a:gd name="connsiteX48" fmla="*/ 99004 w 203356"/>
                      <a:gd name="connsiteY48" fmla="*/ 230649 h 231038"/>
                      <a:gd name="connsiteX49" fmla="*/ 94813 w 203356"/>
                      <a:gd name="connsiteY49" fmla="*/ 229030 h 231038"/>
                      <a:gd name="connsiteX50" fmla="*/ 92527 w 203356"/>
                      <a:gd name="connsiteY50" fmla="*/ 227696 h 231038"/>
                      <a:gd name="connsiteX51" fmla="*/ 88050 w 203356"/>
                      <a:gd name="connsiteY51" fmla="*/ 225125 h 231038"/>
                      <a:gd name="connsiteX52" fmla="*/ 79096 w 203356"/>
                      <a:gd name="connsiteY52" fmla="*/ 219981 h 231038"/>
                      <a:gd name="connsiteX53" fmla="*/ 8230 w 203356"/>
                      <a:gd name="connsiteY53" fmla="*/ 177976 h 231038"/>
                      <a:gd name="connsiteX54" fmla="*/ 1944 w 203356"/>
                      <a:gd name="connsiteY54" fmla="*/ 166165 h 231038"/>
                      <a:gd name="connsiteX55" fmla="*/ 2134 w 203356"/>
                      <a:gd name="connsiteY55" fmla="*/ 155878 h 231038"/>
                      <a:gd name="connsiteX56" fmla="*/ 2325 w 203356"/>
                      <a:gd name="connsiteY56" fmla="*/ 135304 h 231038"/>
                      <a:gd name="connsiteX57" fmla="*/ 1563 w 203356"/>
                      <a:gd name="connsiteY57" fmla="*/ 94156 h 231038"/>
                      <a:gd name="connsiteX58" fmla="*/ 515 w 203356"/>
                      <a:gd name="connsiteY58" fmla="*/ 73582 h 231038"/>
                      <a:gd name="connsiteX59" fmla="*/ 134 w 203356"/>
                      <a:gd name="connsiteY59" fmla="*/ 68438 h 231038"/>
                      <a:gd name="connsiteX60" fmla="*/ 610 w 203356"/>
                      <a:gd name="connsiteY60" fmla="*/ 62152 h 231038"/>
                      <a:gd name="connsiteX61" fmla="*/ 4611 w 203356"/>
                      <a:gd name="connsiteY61" fmla="*/ 56342 h 231038"/>
                      <a:gd name="connsiteX62" fmla="*/ 9183 w 203356"/>
                      <a:gd name="connsiteY62" fmla="*/ 53198 h 231038"/>
                      <a:gd name="connsiteX63" fmla="*/ 43378 w 203356"/>
                      <a:gd name="connsiteY63" fmla="*/ 30243 h 231038"/>
                      <a:gd name="connsiteX64" fmla="*/ 78430 w 203356"/>
                      <a:gd name="connsiteY64" fmla="*/ 8621 h 231038"/>
                      <a:gd name="connsiteX65" fmla="*/ 87383 w 203356"/>
                      <a:gd name="connsiteY65" fmla="*/ 3668 h 231038"/>
                      <a:gd name="connsiteX66" fmla="*/ 92908 w 203356"/>
                      <a:gd name="connsiteY66" fmla="*/ 811 h 231038"/>
                      <a:gd name="connsiteX67" fmla="*/ 101099 w 203356"/>
                      <a:gd name="connsiteY67" fmla="*/ 430 h 231038"/>
                      <a:gd name="connsiteX68" fmla="*/ 104909 w 203356"/>
                      <a:gd name="connsiteY68" fmla="*/ 1954 h 231038"/>
                      <a:gd name="connsiteX69" fmla="*/ 107195 w 203356"/>
                      <a:gd name="connsiteY69" fmla="*/ 3287 h 231038"/>
                      <a:gd name="connsiteX70" fmla="*/ 111577 w 203356"/>
                      <a:gd name="connsiteY70" fmla="*/ 6050 h 231038"/>
                      <a:gd name="connsiteX71" fmla="*/ 120244 w 203356"/>
                      <a:gd name="connsiteY71" fmla="*/ 11574 h 231038"/>
                      <a:gd name="connsiteX72" fmla="*/ 190634 w 203356"/>
                      <a:gd name="connsiteY72" fmla="*/ 54341 h 2310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</a:cxnLst>
                    <a:rect l="l" t="t" r="r" b="b"/>
                    <a:pathLst>
                      <a:path w="203356" h="231038">
                        <a:moveTo>
                          <a:pt x="189967" y="55580"/>
                        </a:moveTo>
                        <a:cubicBezTo>
                          <a:pt x="166060" y="42149"/>
                          <a:pt x="140914" y="30910"/>
                          <a:pt x="116053" y="19099"/>
                        </a:cubicBezTo>
                        <a:lnTo>
                          <a:pt x="106719" y="14717"/>
                        </a:lnTo>
                        <a:lnTo>
                          <a:pt x="102052" y="12527"/>
                        </a:lnTo>
                        <a:lnTo>
                          <a:pt x="99766" y="11384"/>
                        </a:lnTo>
                        <a:cubicBezTo>
                          <a:pt x="99480" y="11288"/>
                          <a:pt x="99099" y="11193"/>
                          <a:pt x="98718" y="11098"/>
                        </a:cubicBezTo>
                        <a:cubicBezTo>
                          <a:pt x="97099" y="11003"/>
                          <a:pt x="97003" y="11288"/>
                          <a:pt x="93384" y="13670"/>
                        </a:cubicBezTo>
                        <a:lnTo>
                          <a:pt x="84716" y="19194"/>
                        </a:lnTo>
                        <a:cubicBezTo>
                          <a:pt x="73096" y="26528"/>
                          <a:pt x="61285" y="33482"/>
                          <a:pt x="49378" y="40244"/>
                        </a:cubicBezTo>
                        <a:lnTo>
                          <a:pt x="13183" y="59961"/>
                        </a:lnTo>
                        <a:lnTo>
                          <a:pt x="8992" y="62247"/>
                        </a:lnTo>
                        <a:cubicBezTo>
                          <a:pt x="8135" y="62819"/>
                          <a:pt x="7373" y="63581"/>
                          <a:pt x="6897" y="64628"/>
                        </a:cubicBezTo>
                        <a:cubicBezTo>
                          <a:pt x="6040" y="66152"/>
                          <a:pt x="6421" y="70343"/>
                          <a:pt x="6135" y="73582"/>
                        </a:cubicBezTo>
                        <a:lnTo>
                          <a:pt x="5944" y="94156"/>
                        </a:lnTo>
                        <a:cubicBezTo>
                          <a:pt x="6040" y="107872"/>
                          <a:pt x="6325" y="121588"/>
                          <a:pt x="6897" y="135304"/>
                        </a:cubicBezTo>
                        <a:cubicBezTo>
                          <a:pt x="7183" y="142162"/>
                          <a:pt x="7468" y="149020"/>
                          <a:pt x="7945" y="155878"/>
                        </a:cubicBezTo>
                        <a:lnTo>
                          <a:pt x="8611" y="166165"/>
                        </a:lnTo>
                        <a:cubicBezTo>
                          <a:pt x="8611" y="168927"/>
                          <a:pt x="9945" y="170546"/>
                          <a:pt x="11755" y="171499"/>
                        </a:cubicBezTo>
                        <a:cubicBezTo>
                          <a:pt x="36424" y="183596"/>
                          <a:pt x="60999" y="195883"/>
                          <a:pt x="85192" y="208742"/>
                        </a:cubicBezTo>
                        <a:lnTo>
                          <a:pt x="94336" y="213504"/>
                        </a:lnTo>
                        <a:lnTo>
                          <a:pt x="98908" y="215885"/>
                        </a:lnTo>
                        <a:lnTo>
                          <a:pt x="101099" y="217028"/>
                        </a:lnTo>
                        <a:cubicBezTo>
                          <a:pt x="101290" y="217124"/>
                          <a:pt x="101480" y="217219"/>
                          <a:pt x="101671" y="217219"/>
                        </a:cubicBezTo>
                        <a:cubicBezTo>
                          <a:pt x="101480" y="218552"/>
                          <a:pt x="109481" y="212647"/>
                          <a:pt x="114815" y="209503"/>
                        </a:cubicBezTo>
                        <a:cubicBezTo>
                          <a:pt x="126436" y="202169"/>
                          <a:pt x="138151" y="195121"/>
                          <a:pt x="149962" y="188072"/>
                        </a:cubicBezTo>
                        <a:cubicBezTo>
                          <a:pt x="161869" y="181215"/>
                          <a:pt x="173584" y="174071"/>
                          <a:pt x="185491" y="167403"/>
                        </a:cubicBezTo>
                        <a:lnTo>
                          <a:pt x="189396" y="165212"/>
                        </a:lnTo>
                        <a:cubicBezTo>
                          <a:pt x="189777" y="164927"/>
                          <a:pt x="190158" y="164546"/>
                          <a:pt x="190444" y="164069"/>
                        </a:cubicBezTo>
                        <a:cubicBezTo>
                          <a:pt x="190920" y="164165"/>
                          <a:pt x="190825" y="159307"/>
                          <a:pt x="191015" y="156164"/>
                        </a:cubicBezTo>
                        <a:lnTo>
                          <a:pt x="191872" y="135590"/>
                        </a:lnTo>
                        <a:lnTo>
                          <a:pt x="193587" y="94346"/>
                        </a:lnTo>
                        <a:cubicBezTo>
                          <a:pt x="193968" y="87488"/>
                          <a:pt x="193873" y="80630"/>
                          <a:pt x="194063" y="73772"/>
                        </a:cubicBezTo>
                        <a:cubicBezTo>
                          <a:pt x="193682" y="67295"/>
                          <a:pt x="196254" y="59009"/>
                          <a:pt x="189967" y="55580"/>
                        </a:cubicBezTo>
                        <a:close/>
                        <a:moveTo>
                          <a:pt x="190634" y="54341"/>
                        </a:moveTo>
                        <a:cubicBezTo>
                          <a:pt x="193968" y="56056"/>
                          <a:pt x="196063" y="59866"/>
                          <a:pt x="195873" y="63485"/>
                        </a:cubicBezTo>
                        <a:lnTo>
                          <a:pt x="196254" y="73772"/>
                        </a:lnTo>
                        <a:cubicBezTo>
                          <a:pt x="196730" y="80630"/>
                          <a:pt x="196921" y="87488"/>
                          <a:pt x="197587" y="94346"/>
                        </a:cubicBezTo>
                        <a:lnTo>
                          <a:pt x="201112" y="135399"/>
                        </a:lnTo>
                        <a:lnTo>
                          <a:pt x="202826" y="155973"/>
                        </a:lnTo>
                        <a:lnTo>
                          <a:pt x="203207" y="161117"/>
                        </a:lnTo>
                        <a:cubicBezTo>
                          <a:pt x="203398" y="162260"/>
                          <a:pt x="203588" y="165879"/>
                          <a:pt x="202540" y="168546"/>
                        </a:cubicBezTo>
                        <a:cubicBezTo>
                          <a:pt x="201588" y="171308"/>
                          <a:pt x="199778" y="173785"/>
                          <a:pt x="197492" y="175595"/>
                        </a:cubicBezTo>
                        <a:cubicBezTo>
                          <a:pt x="196063" y="176642"/>
                          <a:pt x="195587" y="176928"/>
                          <a:pt x="194825" y="177404"/>
                        </a:cubicBezTo>
                        <a:lnTo>
                          <a:pt x="192634" y="178833"/>
                        </a:lnTo>
                        <a:cubicBezTo>
                          <a:pt x="181109" y="186358"/>
                          <a:pt x="169393" y="193407"/>
                          <a:pt x="157773" y="200741"/>
                        </a:cubicBezTo>
                        <a:cubicBezTo>
                          <a:pt x="146057" y="207884"/>
                          <a:pt x="134341" y="215028"/>
                          <a:pt x="122530" y="221886"/>
                        </a:cubicBezTo>
                        <a:lnTo>
                          <a:pt x="113672" y="227030"/>
                        </a:lnTo>
                        <a:cubicBezTo>
                          <a:pt x="112053" y="227887"/>
                          <a:pt x="111291" y="228649"/>
                          <a:pt x="107957" y="230078"/>
                        </a:cubicBezTo>
                        <a:cubicBezTo>
                          <a:pt x="105100" y="231125"/>
                          <a:pt x="101956" y="231316"/>
                          <a:pt x="99004" y="230649"/>
                        </a:cubicBezTo>
                        <a:cubicBezTo>
                          <a:pt x="97575" y="230363"/>
                          <a:pt x="96146" y="229792"/>
                          <a:pt x="94813" y="229030"/>
                        </a:cubicBezTo>
                        <a:lnTo>
                          <a:pt x="92527" y="227696"/>
                        </a:lnTo>
                        <a:lnTo>
                          <a:pt x="88050" y="225125"/>
                        </a:lnTo>
                        <a:lnTo>
                          <a:pt x="79096" y="219981"/>
                        </a:lnTo>
                        <a:cubicBezTo>
                          <a:pt x="55284" y="206456"/>
                          <a:pt x="31662" y="192359"/>
                          <a:pt x="8230" y="177976"/>
                        </a:cubicBezTo>
                        <a:cubicBezTo>
                          <a:pt x="3944" y="175690"/>
                          <a:pt x="1563" y="170261"/>
                          <a:pt x="1944" y="166165"/>
                        </a:cubicBezTo>
                        <a:lnTo>
                          <a:pt x="2134" y="155878"/>
                        </a:lnTo>
                        <a:cubicBezTo>
                          <a:pt x="2325" y="149020"/>
                          <a:pt x="2325" y="142162"/>
                          <a:pt x="2325" y="135304"/>
                        </a:cubicBezTo>
                        <a:cubicBezTo>
                          <a:pt x="2325" y="121588"/>
                          <a:pt x="2039" y="107872"/>
                          <a:pt x="1563" y="94156"/>
                        </a:cubicBezTo>
                        <a:lnTo>
                          <a:pt x="515" y="73582"/>
                        </a:lnTo>
                        <a:lnTo>
                          <a:pt x="134" y="68438"/>
                        </a:lnTo>
                        <a:cubicBezTo>
                          <a:pt x="-56" y="67010"/>
                          <a:pt x="-152" y="64343"/>
                          <a:pt x="610" y="62152"/>
                        </a:cubicBezTo>
                        <a:cubicBezTo>
                          <a:pt x="1372" y="59961"/>
                          <a:pt x="2706" y="57866"/>
                          <a:pt x="4611" y="56342"/>
                        </a:cubicBezTo>
                        <a:cubicBezTo>
                          <a:pt x="6611" y="54913"/>
                          <a:pt x="7564" y="54246"/>
                          <a:pt x="9183" y="53198"/>
                        </a:cubicBezTo>
                        <a:lnTo>
                          <a:pt x="43378" y="30243"/>
                        </a:lnTo>
                        <a:cubicBezTo>
                          <a:pt x="54903" y="22814"/>
                          <a:pt x="66523" y="15479"/>
                          <a:pt x="78430" y="8621"/>
                        </a:cubicBezTo>
                        <a:lnTo>
                          <a:pt x="87383" y="3668"/>
                        </a:lnTo>
                        <a:cubicBezTo>
                          <a:pt x="89002" y="2811"/>
                          <a:pt x="89860" y="2049"/>
                          <a:pt x="92908" y="811"/>
                        </a:cubicBezTo>
                        <a:cubicBezTo>
                          <a:pt x="95575" y="-142"/>
                          <a:pt x="98432" y="-237"/>
                          <a:pt x="101099" y="430"/>
                        </a:cubicBezTo>
                        <a:cubicBezTo>
                          <a:pt x="102433" y="716"/>
                          <a:pt x="103766" y="1287"/>
                          <a:pt x="104909" y="1954"/>
                        </a:cubicBezTo>
                        <a:lnTo>
                          <a:pt x="107195" y="3287"/>
                        </a:lnTo>
                        <a:lnTo>
                          <a:pt x="111577" y="6050"/>
                        </a:lnTo>
                        <a:lnTo>
                          <a:pt x="120244" y="11574"/>
                        </a:lnTo>
                        <a:cubicBezTo>
                          <a:pt x="143581" y="26147"/>
                          <a:pt x="166536" y="41387"/>
                          <a:pt x="190634" y="54341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" name="任意多边形 28" descr="65c39f6b-5947-4480-ab1b-d5eee1cb9916"/>
                  <p:cNvSpPr/>
                  <p:nvPr/>
                </p:nvSpPr>
                <p:spPr>
                  <a:xfrm>
                    <a:off x="3380854" y="4648219"/>
                    <a:ext cx="126135" cy="118396"/>
                  </a:xfrm>
                  <a:custGeom>
                    <a:avLst/>
                    <a:gdLst>
                      <a:gd name="connsiteX0" fmla="*/ 34906 w 126135"/>
                      <a:gd name="connsiteY0" fmla="*/ 109041 h 118396"/>
                      <a:gd name="connsiteX1" fmla="*/ 3949 w 126135"/>
                      <a:gd name="connsiteY1" fmla="*/ 75799 h 118396"/>
                      <a:gd name="connsiteX2" fmla="*/ 7855 w 126135"/>
                      <a:gd name="connsiteY2" fmla="*/ 28745 h 118396"/>
                      <a:gd name="connsiteX3" fmla="*/ 46050 w 126135"/>
                      <a:gd name="connsiteY3" fmla="*/ 2266 h 118396"/>
                      <a:gd name="connsiteX4" fmla="*/ 91579 w 126135"/>
                      <a:gd name="connsiteY4" fmla="*/ 5885 h 118396"/>
                      <a:gd name="connsiteX5" fmla="*/ 123107 w 126135"/>
                      <a:gd name="connsiteY5" fmla="*/ 41223 h 118396"/>
                      <a:gd name="connsiteX6" fmla="*/ 118535 w 126135"/>
                      <a:gd name="connsiteY6" fmla="*/ 89706 h 118396"/>
                      <a:gd name="connsiteX7" fmla="*/ 79483 w 126135"/>
                      <a:gd name="connsiteY7" fmla="*/ 117614 h 118396"/>
                      <a:gd name="connsiteX8" fmla="*/ 34906 w 126135"/>
                      <a:gd name="connsiteY8" fmla="*/ 109041 h 118396"/>
                      <a:gd name="connsiteX9" fmla="*/ 35572 w 126135"/>
                      <a:gd name="connsiteY9" fmla="*/ 107803 h 118396"/>
                      <a:gd name="connsiteX10" fmla="*/ 77101 w 126135"/>
                      <a:gd name="connsiteY10" fmla="*/ 108756 h 118396"/>
                      <a:gd name="connsiteX11" fmla="*/ 105772 w 126135"/>
                      <a:gd name="connsiteY11" fmla="*/ 82466 h 118396"/>
                      <a:gd name="connsiteX12" fmla="*/ 110725 w 126135"/>
                      <a:gd name="connsiteY12" fmla="*/ 44748 h 118396"/>
                      <a:gd name="connsiteX13" fmla="*/ 88055 w 126135"/>
                      <a:gd name="connsiteY13" fmla="*/ 12458 h 118396"/>
                      <a:gd name="connsiteX14" fmla="*/ 47383 w 126135"/>
                      <a:gd name="connsiteY14" fmla="*/ 6552 h 118396"/>
                      <a:gd name="connsiteX15" fmla="*/ 17951 w 126135"/>
                      <a:gd name="connsiteY15" fmla="*/ 34270 h 118396"/>
                      <a:gd name="connsiteX16" fmla="*/ 12331 w 126135"/>
                      <a:gd name="connsiteY16" fmla="*/ 73418 h 118396"/>
                      <a:gd name="connsiteX17" fmla="*/ 35572 w 126135"/>
                      <a:gd name="connsiteY17" fmla="*/ 107803 h 1183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26135" h="118396">
                        <a:moveTo>
                          <a:pt x="34906" y="109041"/>
                        </a:moveTo>
                        <a:cubicBezTo>
                          <a:pt x="21952" y="101707"/>
                          <a:pt x="10141" y="90849"/>
                          <a:pt x="3949" y="75799"/>
                        </a:cubicBezTo>
                        <a:cubicBezTo>
                          <a:pt x="-2528" y="61035"/>
                          <a:pt x="-908" y="42557"/>
                          <a:pt x="7855" y="28745"/>
                        </a:cubicBezTo>
                        <a:cubicBezTo>
                          <a:pt x="16713" y="14744"/>
                          <a:pt x="31286" y="5981"/>
                          <a:pt x="46050" y="2266"/>
                        </a:cubicBezTo>
                        <a:cubicBezTo>
                          <a:pt x="60909" y="-1544"/>
                          <a:pt x="77101" y="-687"/>
                          <a:pt x="91579" y="5885"/>
                        </a:cubicBezTo>
                        <a:cubicBezTo>
                          <a:pt x="106153" y="12267"/>
                          <a:pt x="118249" y="25316"/>
                          <a:pt x="123107" y="41223"/>
                        </a:cubicBezTo>
                        <a:cubicBezTo>
                          <a:pt x="128251" y="56940"/>
                          <a:pt x="126917" y="75037"/>
                          <a:pt x="118535" y="89706"/>
                        </a:cubicBezTo>
                        <a:cubicBezTo>
                          <a:pt x="110344" y="104279"/>
                          <a:pt x="95580" y="115233"/>
                          <a:pt x="79483" y="117614"/>
                        </a:cubicBezTo>
                        <a:cubicBezTo>
                          <a:pt x="63576" y="120185"/>
                          <a:pt x="47955" y="116185"/>
                          <a:pt x="34906" y="109041"/>
                        </a:cubicBezTo>
                        <a:close/>
                        <a:moveTo>
                          <a:pt x="35572" y="107803"/>
                        </a:moveTo>
                        <a:cubicBezTo>
                          <a:pt x="48526" y="115042"/>
                          <a:pt x="64624" y="114470"/>
                          <a:pt x="77101" y="108756"/>
                        </a:cubicBezTo>
                        <a:cubicBezTo>
                          <a:pt x="89579" y="102945"/>
                          <a:pt x="99771" y="93992"/>
                          <a:pt x="105772" y="82466"/>
                        </a:cubicBezTo>
                        <a:cubicBezTo>
                          <a:pt x="111868" y="71132"/>
                          <a:pt x="113963" y="57511"/>
                          <a:pt x="110725" y="44748"/>
                        </a:cubicBezTo>
                        <a:cubicBezTo>
                          <a:pt x="107391" y="32079"/>
                          <a:pt x="99580" y="20268"/>
                          <a:pt x="88055" y="12458"/>
                        </a:cubicBezTo>
                        <a:cubicBezTo>
                          <a:pt x="76530" y="4647"/>
                          <a:pt x="61004" y="1980"/>
                          <a:pt x="47383" y="6552"/>
                        </a:cubicBezTo>
                        <a:cubicBezTo>
                          <a:pt x="33667" y="11029"/>
                          <a:pt x="23380" y="22173"/>
                          <a:pt x="17951" y="34270"/>
                        </a:cubicBezTo>
                        <a:cubicBezTo>
                          <a:pt x="12331" y="46367"/>
                          <a:pt x="10426" y="59702"/>
                          <a:pt x="12331" y="73418"/>
                        </a:cubicBezTo>
                        <a:cubicBezTo>
                          <a:pt x="14236" y="86943"/>
                          <a:pt x="22428" y="100945"/>
                          <a:pt x="35572" y="107803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25" name="任意多边形 24" descr="a38b1f17-73f6-46c6-8ccd-6656e475b06a"/>
              <p:cNvSpPr/>
              <p:nvPr/>
            </p:nvSpPr>
            <p:spPr>
              <a:xfrm>
                <a:off x="3367158" y="4631667"/>
                <a:ext cx="152720" cy="150788"/>
              </a:xfrm>
              <a:custGeom>
                <a:avLst/>
                <a:gdLst>
                  <a:gd name="connsiteX0" fmla="*/ 40124 w 152720"/>
                  <a:gd name="connsiteY0" fmla="*/ 141024 h 150788"/>
                  <a:gd name="connsiteX1" fmla="*/ 3358 w 152720"/>
                  <a:gd name="connsiteY1" fmla="*/ 96542 h 150788"/>
                  <a:gd name="connsiteX2" fmla="*/ 9549 w 152720"/>
                  <a:gd name="connsiteY2" fmla="*/ 38725 h 150788"/>
                  <a:gd name="connsiteX3" fmla="*/ 55174 w 152720"/>
                  <a:gd name="connsiteY3" fmla="*/ 2911 h 150788"/>
                  <a:gd name="connsiteX4" fmla="*/ 112705 w 152720"/>
                  <a:gd name="connsiteY4" fmla="*/ 9007 h 150788"/>
                  <a:gd name="connsiteX5" fmla="*/ 149567 w 152720"/>
                  <a:gd name="connsiteY5" fmla="*/ 54060 h 150788"/>
                  <a:gd name="connsiteX6" fmla="*/ 143280 w 152720"/>
                  <a:gd name="connsiteY6" fmla="*/ 112258 h 150788"/>
                  <a:gd name="connsiteX7" fmla="*/ 97370 w 152720"/>
                  <a:gd name="connsiteY7" fmla="*/ 148263 h 150788"/>
                  <a:gd name="connsiteX8" fmla="*/ 40124 w 152720"/>
                  <a:gd name="connsiteY8" fmla="*/ 141024 h 150788"/>
                  <a:gd name="connsiteX9" fmla="*/ 40315 w 152720"/>
                  <a:gd name="connsiteY9" fmla="*/ 140738 h 150788"/>
                  <a:gd name="connsiteX10" fmla="*/ 96798 w 152720"/>
                  <a:gd name="connsiteY10" fmla="*/ 146167 h 150788"/>
                  <a:gd name="connsiteX11" fmla="*/ 140232 w 152720"/>
                  <a:gd name="connsiteY11" fmla="*/ 110544 h 150788"/>
                  <a:gd name="connsiteX12" fmla="*/ 146519 w 152720"/>
                  <a:gd name="connsiteY12" fmla="*/ 55013 h 150788"/>
                  <a:gd name="connsiteX13" fmla="*/ 111848 w 152720"/>
                  <a:gd name="connsiteY13" fmla="*/ 10722 h 150788"/>
                  <a:gd name="connsiteX14" fmla="*/ 55650 w 152720"/>
                  <a:gd name="connsiteY14" fmla="*/ 4245 h 150788"/>
                  <a:gd name="connsiteX15" fmla="*/ 11930 w 152720"/>
                  <a:gd name="connsiteY15" fmla="*/ 40059 h 150788"/>
                  <a:gd name="connsiteX16" fmla="*/ 5549 w 152720"/>
                  <a:gd name="connsiteY16" fmla="*/ 95970 h 150788"/>
                  <a:gd name="connsiteX17" fmla="*/ 40315 w 152720"/>
                  <a:gd name="connsiteY17" fmla="*/ 140738 h 150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2720" h="150788">
                    <a:moveTo>
                      <a:pt x="40124" y="141024"/>
                    </a:moveTo>
                    <a:cubicBezTo>
                      <a:pt x="22884" y="131689"/>
                      <a:pt x="9359" y="115497"/>
                      <a:pt x="3358" y="96542"/>
                    </a:cubicBezTo>
                    <a:cubicBezTo>
                      <a:pt x="-2738" y="77587"/>
                      <a:pt x="-452" y="56061"/>
                      <a:pt x="9549" y="38725"/>
                    </a:cubicBezTo>
                    <a:cubicBezTo>
                      <a:pt x="19265" y="21294"/>
                      <a:pt x="36124" y="8150"/>
                      <a:pt x="55174" y="2911"/>
                    </a:cubicBezTo>
                    <a:cubicBezTo>
                      <a:pt x="74129" y="-2328"/>
                      <a:pt x="95179" y="-613"/>
                      <a:pt x="112705" y="9007"/>
                    </a:cubicBezTo>
                    <a:cubicBezTo>
                      <a:pt x="130231" y="18246"/>
                      <a:pt x="143947" y="34820"/>
                      <a:pt x="149567" y="54060"/>
                    </a:cubicBezTo>
                    <a:cubicBezTo>
                      <a:pt x="155377" y="73206"/>
                      <a:pt x="153091" y="94732"/>
                      <a:pt x="143280" y="112258"/>
                    </a:cubicBezTo>
                    <a:cubicBezTo>
                      <a:pt x="133755" y="129975"/>
                      <a:pt x="116610" y="143119"/>
                      <a:pt x="97370" y="148263"/>
                    </a:cubicBezTo>
                    <a:cubicBezTo>
                      <a:pt x="78224" y="153406"/>
                      <a:pt x="57269" y="150549"/>
                      <a:pt x="40124" y="141024"/>
                    </a:cubicBezTo>
                    <a:close/>
                    <a:moveTo>
                      <a:pt x="40315" y="140738"/>
                    </a:moveTo>
                    <a:cubicBezTo>
                      <a:pt x="57460" y="150168"/>
                      <a:pt x="78415" y="151977"/>
                      <a:pt x="96798" y="146167"/>
                    </a:cubicBezTo>
                    <a:cubicBezTo>
                      <a:pt x="115277" y="140452"/>
                      <a:pt x="130993" y="127308"/>
                      <a:pt x="140232" y="110544"/>
                    </a:cubicBezTo>
                    <a:cubicBezTo>
                      <a:pt x="149376" y="93780"/>
                      <a:pt x="151757" y="73396"/>
                      <a:pt x="146519" y="55013"/>
                    </a:cubicBezTo>
                    <a:cubicBezTo>
                      <a:pt x="141280" y="36535"/>
                      <a:pt x="128707" y="20247"/>
                      <a:pt x="111848" y="10722"/>
                    </a:cubicBezTo>
                    <a:cubicBezTo>
                      <a:pt x="94988" y="1292"/>
                      <a:pt x="74224" y="-1565"/>
                      <a:pt x="55650" y="4245"/>
                    </a:cubicBezTo>
                    <a:cubicBezTo>
                      <a:pt x="36981" y="9864"/>
                      <a:pt x="20979" y="23009"/>
                      <a:pt x="11930" y="40059"/>
                    </a:cubicBezTo>
                    <a:cubicBezTo>
                      <a:pt x="2882" y="57109"/>
                      <a:pt x="596" y="77302"/>
                      <a:pt x="5549" y="95970"/>
                    </a:cubicBezTo>
                    <a:cubicBezTo>
                      <a:pt x="10311" y="114639"/>
                      <a:pt x="23075" y="131308"/>
                      <a:pt x="40315" y="140738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" name="标题 4" descr="0478c272-8242-420b-97be-3a11a8978740"/>
          <p:cNvSpPr>
            <a:spLocks noGrp="1"/>
          </p:cNvSpPr>
          <p:nvPr>
            <p:ph type="ctrTitle" hasCustomPrompt="1"/>
          </p:nvPr>
        </p:nvSpPr>
        <p:spPr>
          <a:xfrm>
            <a:off x="660401" y="1130300"/>
            <a:ext cx="6456671" cy="2196215"/>
          </a:xfrm>
          <a:prstGeom prst="rect">
            <a:avLst/>
          </a:prstGeo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9" name="副标题 8" descr="e5c471c1-1a54-4a66-91df-b9041a34c208"/>
          <p:cNvSpPr>
            <a:spLocks noGrp="1"/>
          </p:cNvSpPr>
          <p:nvPr>
            <p:ph type="subTitle" sz="quarter" idx="1" hasCustomPrompt="1"/>
          </p:nvPr>
        </p:nvSpPr>
        <p:spPr>
          <a:xfrm>
            <a:off x="752506" y="3542246"/>
            <a:ext cx="4356802" cy="722772"/>
          </a:xfrm>
          <a:prstGeom prst="roundRect">
            <a:avLst>
              <a:gd name="adj" fmla="val 7909"/>
            </a:avLst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lang="en-US" sz="20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zh-CN" altLang="en-US" dirty="0"/>
              <a:t>Click to add subtitle</a:t>
            </a:r>
            <a:endParaRPr lang="en-US" dirty="0"/>
          </a:p>
        </p:txBody>
      </p:sp>
      <p:sp>
        <p:nvSpPr>
          <p:cNvPr id="4" name="文本占位符 3" descr="41fe186a-2a3e-4304-b3b4-379717431cef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857100"/>
            <a:ext cx="3780499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 descr="4b4292f0-4571-482b-9117-4a6ac82eecac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580101"/>
            <a:ext cx="3780499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20XX.XX.XX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6a1f9fd8-f410-4994-a377-46f6eb3084c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内容占位符 2" descr="1e66c7a1-d48f-40e9-8c97-a3017c17d119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 descr="605b7e1d-8f2c-417a-984a-a69e70c3252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d0965c61-cb38-4fa5-ae23-5055e71311c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 descr="26195ac8-a57f-4962-99c3-ad746bf4d11d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34397829-7d0b-46e1-ba6a-0032ef9f8add"/>
          <p:cNvSpPr>
            <a:spLocks noGrp="1"/>
          </p:cNvSpPr>
          <p:nvPr>
            <p:ph type="title" hasCustomPrompt="1"/>
          </p:nvPr>
        </p:nvSpPr>
        <p:spPr>
          <a:xfrm>
            <a:off x="800100" y="1605286"/>
            <a:ext cx="1922161" cy="864515"/>
          </a:xfrm>
          <a:prstGeom prst="rect">
            <a:avLst/>
          </a:prstGeom>
          <a:noFill/>
        </p:spPr>
        <p:txBody>
          <a:bodyPr anchor="t" anchorCtr="0">
            <a:normAutofit/>
          </a:bodyPr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Agenda</a:t>
            </a:r>
            <a:endParaRPr lang="en-US" dirty="0"/>
          </a:p>
        </p:txBody>
      </p:sp>
      <p:sp>
        <p:nvSpPr>
          <p:cNvPr id="3" name="内容占位符 2" descr="ce20ebc9-40ff-4787-9801-920814175b56"/>
          <p:cNvSpPr>
            <a:spLocks noGrp="1"/>
          </p:cNvSpPr>
          <p:nvPr>
            <p:ph sz="quarter" idx="1" hasCustomPrompt="1"/>
          </p:nvPr>
        </p:nvSpPr>
        <p:spPr>
          <a:xfrm>
            <a:off x="2970377" y="1605286"/>
            <a:ext cx="8231021" cy="4071936"/>
          </a:xfrm>
        </p:spPr>
        <p:txBody>
          <a:bodyPr numCol="1"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 descr="f9673578-11b3-4256-994b-38db8f2ba48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页脚占位符 4" descr="0d8975e3-a770-41c0-a87c-09c06d32c4a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 descr="3b6baec1-6d6a-45e8-af5c-037ecba3901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8E8E8E"/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 dirty="0"/>
          </a:p>
        </p:txBody>
      </p:sp>
      <p:cxnSp>
        <p:nvCxnSpPr>
          <p:cNvPr id="10" name="直接连接符 9" descr="c1cc63f0-39f2-4442-b23b-6a0044881ed0"/>
          <p:cNvCxnSpPr/>
          <p:nvPr/>
        </p:nvCxnSpPr>
        <p:spPr>
          <a:xfrm>
            <a:off x="2846319" y="1605285"/>
            <a:ext cx="0" cy="4071937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任意多边形 12" descr="88cb0899-4652-49bc-b9fc-110324edbcbf"/>
          <p:cNvSpPr>
            <a:spLocks noChangeAspect="1"/>
          </p:cNvSpPr>
          <p:nvPr/>
        </p:nvSpPr>
        <p:spPr bwMode="auto">
          <a:xfrm>
            <a:off x="1851756" y="4761555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matchingName="Section Header">
  <p:cSld name="Section Heade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 descr="73c958af-b1fc-4e49-a64b-5645bbf9030a"/>
          <p:cNvGrpSpPr/>
          <p:nvPr/>
        </p:nvGrpSpPr>
        <p:grpSpPr>
          <a:xfrm>
            <a:off x="-173218" y="0"/>
            <a:ext cx="11692118" cy="6858000"/>
            <a:chOff x="-173218" y="0"/>
            <a:chExt cx="11692118" cy="6858000"/>
          </a:xfrm>
        </p:grpSpPr>
        <p:grpSp>
          <p:nvGrpSpPr>
            <p:cNvPr id="10" name="组合 9" descr="cb0f310a-d6a0-401a-942c-cc1f14736384"/>
            <p:cNvGrpSpPr/>
            <p:nvPr/>
          </p:nvGrpSpPr>
          <p:grpSpPr>
            <a:xfrm>
              <a:off x="-173218" y="0"/>
              <a:ext cx="6965364" cy="6858000"/>
              <a:chOff x="-173218" y="0"/>
              <a:chExt cx="6965364" cy="6858000"/>
            </a:xfrm>
          </p:grpSpPr>
          <p:grpSp>
            <p:nvGrpSpPr>
              <p:cNvPr id="23" name="组合 22" descr="0e9d4799-6cf2-4bbc-bf33-9d927be0b985"/>
              <p:cNvGrpSpPr/>
              <p:nvPr/>
            </p:nvGrpSpPr>
            <p:grpSpPr>
              <a:xfrm flipH="1">
                <a:off x="3096848" y="1869756"/>
                <a:ext cx="796718" cy="805330"/>
                <a:chOff x="5464521" y="1199436"/>
                <a:chExt cx="1639056" cy="1656772"/>
              </a:xfrm>
            </p:grpSpPr>
            <p:sp>
              <p:nvSpPr>
                <p:cNvPr id="100" name="任意多边形 99" descr="81d413b7-4584-49f3-99d5-bc7b6f394c4e"/>
                <p:cNvSpPr/>
                <p:nvPr/>
              </p:nvSpPr>
              <p:spPr>
                <a:xfrm>
                  <a:off x="5470865" y="1212316"/>
                  <a:ext cx="1629399" cy="1629400"/>
                </a:xfrm>
                <a:custGeom>
                  <a:avLst/>
                  <a:gdLst>
                    <a:gd name="connsiteX0" fmla="*/ 1074106 w 1144004"/>
                    <a:gd name="connsiteY0" fmla="*/ 438045 h 1144004"/>
                    <a:gd name="connsiteX1" fmla="*/ 1071845 w 1144004"/>
                    <a:gd name="connsiteY1" fmla="*/ 438045 h 1144004"/>
                    <a:gd name="connsiteX2" fmla="*/ 1073824 w 1144004"/>
                    <a:gd name="connsiteY2" fmla="*/ 436915 h 1144004"/>
                    <a:gd name="connsiteX3" fmla="*/ 1099353 w 1144004"/>
                    <a:gd name="connsiteY3" fmla="*/ 341581 h 1144004"/>
                    <a:gd name="connsiteX4" fmla="*/ 1035200 w 1144004"/>
                    <a:gd name="connsiteY4" fmla="*/ 230421 h 1144004"/>
                    <a:gd name="connsiteX5" fmla="*/ 939866 w 1144004"/>
                    <a:gd name="connsiteY5" fmla="*/ 204892 h 1144004"/>
                    <a:gd name="connsiteX6" fmla="*/ 937888 w 1144004"/>
                    <a:gd name="connsiteY6" fmla="*/ 206023 h 1144004"/>
                    <a:gd name="connsiteX7" fmla="*/ 939019 w 1144004"/>
                    <a:gd name="connsiteY7" fmla="*/ 204044 h 1144004"/>
                    <a:gd name="connsiteX8" fmla="*/ 913489 w 1144004"/>
                    <a:gd name="connsiteY8" fmla="*/ 108711 h 1144004"/>
                    <a:gd name="connsiteX9" fmla="*/ 802330 w 1144004"/>
                    <a:gd name="connsiteY9" fmla="*/ 44558 h 1144004"/>
                    <a:gd name="connsiteX10" fmla="*/ 706996 w 1144004"/>
                    <a:gd name="connsiteY10" fmla="*/ 70087 h 1144004"/>
                    <a:gd name="connsiteX11" fmla="*/ 705865 w 1144004"/>
                    <a:gd name="connsiteY11" fmla="*/ 72065 h 1144004"/>
                    <a:gd name="connsiteX12" fmla="*/ 705865 w 1144004"/>
                    <a:gd name="connsiteY12" fmla="*/ 69805 h 1144004"/>
                    <a:gd name="connsiteX13" fmla="*/ 636061 w 1144004"/>
                    <a:gd name="connsiteY13" fmla="*/ 0 h 1144004"/>
                    <a:gd name="connsiteX14" fmla="*/ 507850 w 1144004"/>
                    <a:gd name="connsiteY14" fmla="*/ 0 h 1144004"/>
                    <a:gd name="connsiteX15" fmla="*/ 438045 w 1144004"/>
                    <a:gd name="connsiteY15" fmla="*/ 69805 h 1144004"/>
                    <a:gd name="connsiteX16" fmla="*/ 438045 w 1144004"/>
                    <a:gd name="connsiteY16" fmla="*/ 72065 h 1144004"/>
                    <a:gd name="connsiteX17" fmla="*/ 436915 w 1144004"/>
                    <a:gd name="connsiteY17" fmla="*/ 70087 h 1144004"/>
                    <a:gd name="connsiteX18" fmla="*/ 341581 w 1144004"/>
                    <a:gd name="connsiteY18" fmla="*/ 44558 h 1144004"/>
                    <a:gd name="connsiteX19" fmla="*/ 230421 w 1144004"/>
                    <a:gd name="connsiteY19" fmla="*/ 108711 h 1144004"/>
                    <a:gd name="connsiteX20" fmla="*/ 204892 w 1144004"/>
                    <a:gd name="connsiteY20" fmla="*/ 204044 h 1144004"/>
                    <a:gd name="connsiteX21" fmla="*/ 206023 w 1144004"/>
                    <a:gd name="connsiteY21" fmla="*/ 206023 h 1144004"/>
                    <a:gd name="connsiteX22" fmla="*/ 204044 w 1144004"/>
                    <a:gd name="connsiteY22" fmla="*/ 204892 h 1144004"/>
                    <a:gd name="connsiteX23" fmla="*/ 108711 w 1144004"/>
                    <a:gd name="connsiteY23" fmla="*/ 230421 h 1144004"/>
                    <a:gd name="connsiteX24" fmla="*/ 44558 w 1144004"/>
                    <a:gd name="connsiteY24" fmla="*/ 341581 h 1144004"/>
                    <a:gd name="connsiteX25" fmla="*/ 70087 w 1144004"/>
                    <a:gd name="connsiteY25" fmla="*/ 436915 h 1144004"/>
                    <a:gd name="connsiteX26" fmla="*/ 72066 w 1144004"/>
                    <a:gd name="connsiteY26" fmla="*/ 438045 h 1144004"/>
                    <a:gd name="connsiteX27" fmla="*/ 69805 w 1144004"/>
                    <a:gd name="connsiteY27" fmla="*/ 438045 h 1144004"/>
                    <a:gd name="connsiteX28" fmla="*/ 0 w 1144004"/>
                    <a:gd name="connsiteY28" fmla="*/ 507850 h 1144004"/>
                    <a:gd name="connsiteX29" fmla="*/ 0 w 1144004"/>
                    <a:gd name="connsiteY29" fmla="*/ 636155 h 1144004"/>
                    <a:gd name="connsiteX30" fmla="*/ 69805 w 1144004"/>
                    <a:gd name="connsiteY30" fmla="*/ 705959 h 1144004"/>
                    <a:gd name="connsiteX31" fmla="*/ 72066 w 1144004"/>
                    <a:gd name="connsiteY31" fmla="*/ 705959 h 1144004"/>
                    <a:gd name="connsiteX32" fmla="*/ 70087 w 1144004"/>
                    <a:gd name="connsiteY32" fmla="*/ 707090 h 1144004"/>
                    <a:gd name="connsiteX33" fmla="*/ 44558 w 1144004"/>
                    <a:gd name="connsiteY33" fmla="*/ 802424 h 1144004"/>
                    <a:gd name="connsiteX34" fmla="*/ 108711 w 1144004"/>
                    <a:gd name="connsiteY34" fmla="*/ 913584 h 1144004"/>
                    <a:gd name="connsiteX35" fmla="*/ 204044 w 1144004"/>
                    <a:gd name="connsiteY35" fmla="*/ 939113 h 1144004"/>
                    <a:gd name="connsiteX36" fmla="*/ 206023 w 1144004"/>
                    <a:gd name="connsiteY36" fmla="*/ 937982 h 1144004"/>
                    <a:gd name="connsiteX37" fmla="*/ 204892 w 1144004"/>
                    <a:gd name="connsiteY37" fmla="*/ 939960 h 1144004"/>
                    <a:gd name="connsiteX38" fmla="*/ 230421 w 1144004"/>
                    <a:gd name="connsiteY38" fmla="*/ 1035294 h 1144004"/>
                    <a:gd name="connsiteX39" fmla="*/ 341581 w 1144004"/>
                    <a:gd name="connsiteY39" fmla="*/ 1099447 h 1144004"/>
                    <a:gd name="connsiteX40" fmla="*/ 436915 w 1144004"/>
                    <a:gd name="connsiteY40" fmla="*/ 1073918 h 1144004"/>
                    <a:gd name="connsiteX41" fmla="*/ 438045 w 1144004"/>
                    <a:gd name="connsiteY41" fmla="*/ 1071939 h 1144004"/>
                    <a:gd name="connsiteX42" fmla="*/ 438045 w 1144004"/>
                    <a:gd name="connsiteY42" fmla="*/ 1074200 h 1144004"/>
                    <a:gd name="connsiteX43" fmla="*/ 507850 w 1144004"/>
                    <a:gd name="connsiteY43" fmla="*/ 1144005 h 1144004"/>
                    <a:gd name="connsiteX44" fmla="*/ 636155 w 1144004"/>
                    <a:gd name="connsiteY44" fmla="*/ 1144005 h 1144004"/>
                    <a:gd name="connsiteX45" fmla="*/ 705960 w 1144004"/>
                    <a:gd name="connsiteY45" fmla="*/ 1074200 h 1144004"/>
                    <a:gd name="connsiteX46" fmla="*/ 705960 w 1144004"/>
                    <a:gd name="connsiteY46" fmla="*/ 1071939 h 1144004"/>
                    <a:gd name="connsiteX47" fmla="*/ 707090 w 1144004"/>
                    <a:gd name="connsiteY47" fmla="*/ 1073918 h 1144004"/>
                    <a:gd name="connsiteX48" fmla="*/ 802424 w 1144004"/>
                    <a:gd name="connsiteY48" fmla="*/ 1099447 h 1144004"/>
                    <a:gd name="connsiteX49" fmla="*/ 913584 w 1144004"/>
                    <a:gd name="connsiteY49" fmla="*/ 1035294 h 1144004"/>
                    <a:gd name="connsiteX50" fmla="*/ 939113 w 1144004"/>
                    <a:gd name="connsiteY50" fmla="*/ 939960 h 1144004"/>
                    <a:gd name="connsiteX51" fmla="*/ 937982 w 1144004"/>
                    <a:gd name="connsiteY51" fmla="*/ 937982 h 1144004"/>
                    <a:gd name="connsiteX52" fmla="*/ 939961 w 1144004"/>
                    <a:gd name="connsiteY52" fmla="*/ 939113 h 1144004"/>
                    <a:gd name="connsiteX53" fmla="*/ 1035294 w 1144004"/>
                    <a:gd name="connsiteY53" fmla="*/ 913584 h 1144004"/>
                    <a:gd name="connsiteX54" fmla="*/ 1099447 w 1144004"/>
                    <a:gd name="connsiteY54" fmla="*/ 802424 h 1144004"/>
                    <a:gd name="connsiteX55" fmla="*/ 1073918 w 1144004"/>
                    <a:gd name="connsiteY55" fmla="*/ 707090 h 1144004"/>
                    <a:gd name="connsiteX56" fmla="*/ 1071939 w 1144004"/>
                    <a:gd name="connsiteY56" fmla="*/ 705959 h 1144004"/>
                    <a:gd name="connsiteX57" fmla="*/ 1074200 w 1144004"/>
                    <a:gd name="connsiteY57" fmla="*/ 705959 h 1144004"/>
                    <a:gd name="connsiteX58" fmla="*/ 1144005 w 1144004"/>
                    <a:gd name="connsiteY58" fmla="*/ 636155 h 1144004"/>
                    <a:gd name="connsiteX59" fmla="*/ 1144005 w 1144004"/>
                    <a:gd name="connsiteY59" fmla="*/ 507850 h 1144004"/>
                    <a:gd name="connsiteX60" fmla="*/ 1074106 w 1144004"/>
                    <a:gd name="connsiteY60" fmla="*/ 438045 h 1144004"/>
                    <a:gd name="connsiteX61" fmla="*/ 568705 w 1144004"/>
                    <a:gd name="connsiteY61" fmla="*/ 877598 h 1144004"/>
                    <a:gd name="connsiteX62" fmla="*/ 261791 w 1144004"/>
                    <a:gd name="connsiteY62" fmla="*/ 570684 h 1144004"/>
                    <a:gd name="connsiteX63" fmla="*/ 568705 w 1144004"/>
                    <a:gd name="connsiteY63" fmla="*/ 263769 h 1144004"/>
                    <a:gd name="connsiteX64" fmla="*/ 875620 w 1144004"/>
                    <a:gd name="connsiteY64" fmla="*/ 570684 h 1144004"/>
                    <a:gd name="connsiteX65" fmla="*/ 568705 w 1144004"/>
                    <a:gd name="connsiteY65" fmla="*/ 877598 h 11440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</a:cxnLst>
                  <a:rect l="l" t="t" r="r" b="b"/>
                  <a:pathLst>
                    <a:path w="1144004" h="1144004">
                      <a:moveTo>
                        <a:pt x="1074106" y="438045"/>
                      </a:moveTo>
                      <a:lnTo>
                        <a:pt x="1071845" y="438045"/>
                      </a:lnTo>
                      <a:lnTo>
                        <a:pt x="1073824" y="436915"/>
                      </a:lnTo>
                      <a:cubicBezTo>
                        <a:pt x="1107171" y="417603"/>
                        <a:pt x="1118664" y="375023"/>
                        <a:pt x="1099353" y="341581"/>
                      </a:cubicBezTo>
                      <a:lnTo>
                        <a:pt x="1035200" y="230421"/>
                      </a:lnTo>
                      <a:cubicBezTo>
                        <a:pt x="1015889" y="197073"/>
                        <a:pt x="973309" y="185580"/>
                        <a:pt x="939866" y="204892"/>
                      </a:cubicBezTo>
                      <a:lnTo>
                        <a:pt x="937888" y="206023"/>
                      </a:lnTo>
                      <a:lnTo>
                        <a:pt x="939019" y="204044"/>
                      </a:lnTo>
                      <a:cubicBezTo>
                        <a:pt x="958236" y="170696"/>
                        <a:pt x="946837" y="128022"/>
                        <a:pt x="913489" y="108711"/>
                      </a:cubicBezTo>
                      <a:lnTo>
                        <a:pt x="802330" y="44558"/>
                      </a:lnTo>
                      <a:cubicBezTo>
                        <a:pt x="768982" y="25341"/>
                        <a:pt x="726308" y="36739"/>
                        <a:pt x="706996" y="70087"/>
                      </a:cubicBezTo>
                      <a:lnTo>
                        <a:pt x="705865" y="72065"/>
                      </a:lnTo>
                      <a:lnTo>
                        <a:pt x="705865" y="69805"/>
                      </a:lnTo>
                      <a:cubicBezTo>
                        <a:pt x="705865" y="31275"/>
                        <a:pt x="674590" y="0"/>
                        <a:pt x="636061" y="0"/>
                      </a:cubicBezTo>
                      <a:lnTo>
                        <a:pt x="507850" y="0"/>
                      </a:lnTo>
                      <a:cubicBezTo>
                        <a:pt x="469321" y="0"/>
                        <a:pt x="438045" y="31275"/>
                        <a:pt x="438045" y="69805"/>
                      </a:cubicBezTo>
                      <a:lnTo>
                        <a:pt x="438045" y="72065"/>
                      </a:lnTo>
                      <a:lnTo>
                        <a:pt x="436915" y="70087"/>
                      </a:lnTo>
                      <a:cubicBezTo>
                        <a:pt x="417697" y="36739"/>
                        <a:pt x="375023" y="25246"/>
                        <a:pt x="341581" y="44558"/>
                      </a:cubicBezTo>
                      <a:lnTo>
                        <a:pt x="230421" y="108711"/>
                      </a:lnTo>
                      <a:cubicBezTo>
                        <a:pt x="197073" y="127928"/>
                        <a:pt x="185581" y="170602"/>
                        <a:pt x="204892" y="204044"/>
                      </a:cubicBezTo>
                      <a:lnTo>
                        <a:pt x="206023" y="206023"/>
                      </a:lnTo>
                      <a:lnTo>
                        <a:pt x="204044" y="204892"/>
                      </a:lnTo>
                      <a:cubicBezTo>
                        <a:pt x="170696" y="185675"/>
                        <a:pt x="128022" y="197073"/>
                        <a:pt x="108711" y="230421"/>
                      </a:cubicBezTo>
                      <a:lnTo>
                        <a:pt x="44558" y="341581"/>
                      </a:lnTo>
                      <a:cubicBezTo>
                        <a:pt x="25246" y="374929"/>
                        <a:pt x="36739" y="417603"/>
                        <a:pt x="70087" y="436915"/>
                      </a:cubicBezTo>
                      <a:lnTo>
                        <a:pt x="72066" y="438045"/>
                      </a:lnTo>
                      <a:lnTo>
                        <a:pt x="69805" y="438045"/>
                      </a:lnTo>
                      <a:cubicBezTo>
                        <a:pt x="31275" y="438045"/>
                        <a:pt x="0" y="469321"/>
                        <a:pt x="0" y="507850"/>
                      </a:cubicBezTo>
                      <a:lnTo>
                        <a:pt x="0" y="636155"/>
                      </a:lnTo>
                      <a:cubicBezTo>
                        <a:pt x="0" y="674684"/>
                        <a:pt x="31275" y="705959"/>
                        <a:pt x="69805" y="705959"/>
                      </a:cubicBezTo>
                      <a:lnTo>
                        <a:pt x="72066" y="705959"/>
                      </a:lnTo>
                      <a:lnTo>
                        <a:pt x="70087" y="707090"/>
                      </a:lnTo>
                      <a:cubicBezTo>
                        <a:pt x="36739" y="726307"/>
                        <a:pt x="25246" y="768981"/>
                        <a:pt x="44558" y="802424"/>
                      </a:cubicBezTo>
                      <a:lnTo>
                        <a:pt x="108711" y="913584"/>
                      </a:lnTo>
                      <a:cubicBezTo>
                        <a:pt x="127928" y="946932"/>
                        <a:pt x="170602" y="958424"/>
                        <a:pt x="204044" y="939113"/>
                      </a:cubicBezTo>
                      <a:lnTo>
                        <a:pt x="206023" y="937982"/>
                      </a:lnTo>
                      <a:lnTo>
                        <a:pt x="204892" y="939960"/>
                      </a:lnTo>
                      <a:cubicBezTo>
                        <a:pt x="185581" y="973308"/>
                        <a:pt x="197073" y="1015982"/>
                        <a:pt x="230421" y="1035294"/>
                      </a:cubicBezTo>
                      <a:lnTo>
                        <a:pt x="341581" y="1099447"/>
                      </a:lnTo>
                      <a:cubicBezTo>
                        <a:pt x="374929" y="1118664"/>
                        <a:pt x="417603" y="1107266"/>
                        <a:pt x="436915" y="1073918"/>
                      </a:cubicBezTo>
                      <a:lnTo>
                        <a:pt x="438045" y="1071939"/>
                      </a:lnTo>
                      <a:lnTo>
                        <a:pt x="438045" y="1074200"/>
                      </a:lnTo>
                      <a:cubicBezTo>
                        <a:pt x="438045" y="1112730"/>
                        <a:pt x="469321" y="1144005"/>
                        <a:pt x="507850" y="1144005"/>
                      </a:cubicBezTo>
                      <a:lnTo>
                        <a:pt x="636155" y="1144005"/>
                      </a:lnTo>
                      <a:cubicBezTo>
                        <a:pt x="674684" y="1144005"/>
                        <a:pt x="705960" y="1112730"/>
                        <a:pt x="705960" y="1074200"/>
                      </a:cubicBezTo>
                      <a:lnTo>
                        <a:pt x="705960" y="1071939"/>
                      </a:lnTo>
                      <a:lnTo>
                        <a:pt x="707090" y="1073918"/>
                      </a:lnTo>
                      <a:cubicBezTo>
                        <a:pt x="726308" y="1107266"/>
                        <a:pt x="768982" y="1118758"/>
                        <a:pt x="802424" y="1099447"/>
                      </a:cubicBezTo>
                      <a:lnTo>
                        <a:pt x="913584" y="1035294"/>
                      </a:lnTo>
                      <a:cubicBezTo>
                        <a:pt x="946932" y="1015982"/>
                        <a:pt x="958424" y="973403"/>
                        <a:pt x="939113" y="939960"/>
                      </a:cubicBezTo>
                      <a:lnTo>
                        <a:pt x="937982" y="937982"/>
                      </a:lnTo>
                      <a:lnTo>
                        <a:pt x="939961" y="939113"/>
                      </a:lnTo>
                      <a:cubicBezTo>
                        <a:pt x="973309" y="958424"/>
                        <a:pt x="1015983" y="946932"/>
                        <a:pt x="1035294" y="913584"/>
                      </a:cubicBezTo>
                      <a:lnTo>
                        <a:pt x="1099447" y="802424"/>
                      </a:lnTo>
                      <a:cubicBezTo>
                        <a:pt x="1118664" y="769076"/>
                        <a:pt x="1107266" y="726402"/>
                        <a:pt x="1073918" y="707090"/>
                      </a:cubicBezTo>
                      <a:lnTo>
                        <a:pt x="1071939" y="705959"/>
                      </a:lnTo>
                      <a:lnTo>
                        <a:pt x="1074200" y="705959"/>
                      </a:lnTo>
                      <a:cubicBezTo>
                        <a:pt x="1112730" y="705959"/>
                        <a:pt x="1144005" y="674684"/>
                        <a:pt x="1144005" y="636155"/>
                      </a:cubicBezTo>
                      <a:lnTo>
                        <a:pt x="1144005" y="507850"/>
                      </a:lnTo>
                      <a:cubicBezTo>
                        <a:pt x="1143911" y="469226"/>
                        <a:pt x="1112635" y="438045"/>
                        <a:pt x="1074106" y="438045"/>
                      </a:cubicBezTo>
                      <a:close/>
                      <a:moveTo>
                        <a:pt x="568705" y="877598"/>
                      </a:moveTo>
                      <a:cubicBezTo>
                        <a:pt x="399234" y="877598"/>
                        <a:pt x="261791" y="740155"/>
                        <a:pt x="261791" y="570684"/>
                      </a:cubicBezTo>
                      <a:cubicBezTo>
                        <a:pt x="261791" y="401212"/>
                        <a:pt x="399234" y="263769"/>
                        <a:pt x="568705" y="263769"/>
                      </a:cubicBezTo>
                      <a:cubicBezTo>
                        <a:pt x="738177" y="263769"/>
                        <a:pt x="875620" y="401212"/>
                        <a:pt x="875620" y="570684"/>
                      </a:cubicBezTo>
                      <a:cubicBezTo>
                        <a:pt x="875620" y="740155"/>
                        <a:pt x="738177" y="877598"/>
                        <a:pt x="568705" y="87759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4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1" name="任意多边形 100" descr="988ef17e-8a08-494c-8bdc-ef19035873df"/>
                <p:cNvSpPr/>
                <p:nvPr/>
              </p:nvSpPr>
              <p:spPr>
                <a:xfrm>
                  <a:off x="5464521" y="1199436"/>
                  <a:ext cx="1639056" cy="1656772"/>
                </a:xfrm>
                <a:custGeom>
                  <a:avLst/>
                  <a:gdLst>
                    <a:gd name="connsiteX0" fmla="*/ 1078560 w 1150784"/>
                    <a:gd name="connsiteY0" fmla="*/ 448031 h 1163222"/>
                    <a:gd name="connsiteX1" fmla="*/ 1076299 w 1150784"/>
                    <a:gd name="connsiteY1" fmla="*/ 448031 h 1163222"/>
                    <a:gd name="connsiteX2" fmla="*/ 1072343 w 1150784"/>
                    <a:gd name="connsiteY2" fmla="*/ 448031 h 1163222"/>
                    <a:gd name="connsiteX3" fmla="*/ 1075828 w 1150784"/>
                    <a:gd name="connsiteY3" fmla="*/ 446147 h 1163222"/>
                    <a:gd name="connsiteX4" fmla="*/ 1105220 w 1150784"/>
                    <a:gd name="connsiteY4" fmla="*/ 415248 h 1163222"/>
                    <a:gd name="connsiteX5" fmla="*/ 1110778 w 1150784"/>
                    <a:gd name="connsiteY5" fmla="*/ 373045 h 1163222"/>
                    <a:gd name="connsiteX6" fmla="*/ 1092502 w 1150784"/>
                    <a:gd name="connsiteY6" fmla="*/ 333762 h 1163222"/>
                    <a:gd name="connsiteX7" fmla="*/ 1070176 w 1150784"/>
                    <a:gd name="connsiteY7" fmla="*/ 295798 h 1163222"/>
                    <a:gd name="connsiteX8" fmla="*/ 1047850 w 1150784"/>
                    <a:gd name="connsiteY8" fmla="*/ 257834 h 1163222"/>
                    <a:gd name="connsiteX9" fmla="*/ 1022603 w 1150784"/>
                    <a:gd name="connsiteY9" fmla="*/ 223168 h 1163222"/>
                    <a:gd name="connsiteX10" fmla="*/ 984074 w 1150784"/>
                    <a:gd name="connsiteY10" fmla="*/ 207907 h 1163222"/>
                    <a:gd name="connsiteX11" fmla="*/ 944226 w 1150784"/>
                    <a:gd name="connsiteY11" fmla="*/ 218269 h 1163222"/>
                    <a:gd name="connsiteX12" fmla="*/ 930943 w 1150784"/>
                    <a:gd name="connsiteY12" fmla="*/ 226653 h 1163222"/>
                    <a:gd name="connsiteX13" fmla="*/ 939045 w 1150784"/>
                    <a:gd name="connsiteY13" fmla="*/ 212994 h 1163222"/>
                    <a:gd name="connsiteX14" fmla="*/ 948183 w 1150784"/>
                    <a:gd name="connsiteY14" fmla="*/ 173240 h 1163222"/>
                    <a:gd name="connsiteX15" fmla="*/ 932262 w 1150784"/>
                    <a:gd name="connsiteY15" fmla="*/ 136218 h 1163222"/>
                    <a:gd name="connsiteX16" fmla="*/ 916624 w 1150784"/>
                    <a:gd name="connsiteY16" fmla="*/ 123312 h 1163222"/>
                    <a:gd name="connsiteX17" fmla="*/ 897595 w 1150784"/>
                    <a:gd name="connsiteY17" fmla="*/ 112573 h 1163222"/>
                    <a:gd name="connsiteX18" fmla="*/ 859160 w 1150784"/>
                    <a:gd name="connsiteY18" fmla="*/ 91095 h 1163222"/>
                    <a:gd name="connsiteX19" fmla="*/ 820726 w 1150784"/>
                    <a:gd name="connsiteY19" fmla="*/ 69616 h 1163222"/>
                    <a:gd name="connsiteX20" fmla="*/ 801602 w 1150784"/>
                    <a:gd name="connsiteY20" fmla="*/ 59066 h 1163222"/>
                    <a:gd name="connsiteX21" fmla="*/ 783044 w 1150784"/>
                    <a:gd name="connsiteY21" fmla="*/ 52848 h 1163222"/>
                    <a:gd name="connsiteX22" fmla="*/ 744892 w 1150784"/>
                    <a:gd name="connsiteY22" fmla="*/ 58218 h 1163222"/>
                    <a:gd name="connsiteX23" fmla="*/ 717290 w 1150784"/>
                    <a:gd name="connsiteY23" fmla="*/ 85160 h 1163222"/>
                    <a:gd name="connsiteX24" fmla="*/ 701558 w 1150784"/>
                    <a:gd name="connsiteY24" fmla="*/ 114363 h 1163222"/>
                    <a:gd name="connsiteX25" fmla="*/ 702124 w 1150784"/>
                    <a:gd name="connsiteY25" fmla="*/ 81109 h 1163222"/>
                    <a:gd name="connsiteX26" fmla="*/ 691196 w 1150784"/>
                    <a:gd name="connsiteY26" fmla="*/ 44276 h 1163222"/>
                    <a:gd name="connsiteX27" fmla="*/ 660957 w 1150784"/>
                    <a:gd name="connsiteY27" fmla="*/ 21290 h 1163222"/>
                    <a:gd name="connsiteX28" fmla="*/ 642116 w 1150784"/>
                    <a:gd name="connsiteY28" fmla="*/ 17899 h 1163222"/>
                    <a:gd name="connsiteX29" fmla="*/ 620355 w 1150784"/>
                    <a:gd name="connsiteY29" fmla="*/ 17993 h 1163222"/>
                    <a:gd name="connsiteX30" fmla="*/ 576551 w 1150784"/>
                    <a:gd name="connsiteY30" fmla="*/ 17993 h 1163222"/>
                    <a:gd name="connsiteX31" fmla="*/ 532558 w 1150784"/>
                    <a:gd name="connsiteY31" fmla="*/ 17804 h 1163222"/>
                    <a:gd name="connsiteX32" fmla="*/ 510797 w 1150784"/>
                    <a:gd name="connsiteY32" fmla="*/ 17804 h 1163222"/>
                    <a:gd name="connsiteX33" fmla="*/ 491956 w 1150784"/>
                    <a:gd name="connsiteY33" fmla="*/ 21196 h 1163222"/>
                    <a:gd name="connsiteX34" fmla="*/ 461717 w 1150784"/>
                    <a:gd name="connsiteY34" fmla="*/ 44276 h 1163222"/>
                    <a:gd name="connsiteX35" fmla="*/ 450883 w 1150784"/>
                    <a:gd name="connsiteY35" fmla="*/ 81109 h 1163222"/>
                    <a:gd name="connsiteX36" fmla="*/ 451543 w 1150784"/>
                    <a:gd name="connsiteY36" fmla="*/ 114740 h 1163222"/>
                    <a:gd name="connsiteX37" fmla="*/ 435434 w 1150784"/>
                    <a:gd name="connsiteY37" fmla="*/ 85254 h 1163222"/>
                    <a:gd name="connsiteX38" fmla="*/ 407927 w 1150784"/>
                    <a:gd name="connsiteY38" fmla="*/ 58312 h 1163222"/>
                    <a:gd name="connsiteX39" fmla="*/ 369774 w 1150784"/>
                    <a:gd name="connsiteY39" fmla="*/ 52754 h 1163222"/>
                    <a:gd name="connsiteX40" fmla="*/ 351216 w 1150784"/>
                    <a:gd name="connsiteY40" fmla="*/ 59066 h 1163222"/>
                    <a:gd name="connsiteX41" fmla="*/ 332187 w 1150784"/>
                    <a:gd name="connsiteY41" fmla="*/ 69711 h 1163222"/>
                    <a:gd name="connsiteX42" fmla="*/ 293846 w 1150784"/>
                    <a:gd name="connsiteY42" fmla="*/ 91283 h 1163222"/>
                    <a:gd name="connsiteX43" fmla="*/ 255506 w 1150784"/>
                    <a:gd name="connsiteY43" fmla="*/ 112856 h 1163222"/>
                    <a:gd name="connsiteX44" fmla="*/ 236477 w 1150784"/>
                    <a:gd name="connsiteY44" fmla="*/ 123689 h 1163222"/>
                    <a:gd name="connsiteX45" fmla="*/ 221027 w 1150784"/>
                    <a:gd name="connsiteY45" fmla="*/ 136595 h 1163222"/>
                    <a:gd name="connsiteX46" fmla="*/ 205390 w 1150784"/>
                    <a:gd name="connsiteY46" fmla="*/ 173334 h 1163222"/>
                    <a:gd name="connsiteX47" fmla="*/ 214622 w 1150784"/>
                    <a:gd name="connsiteY47" fmla="*/ 212711 h 1163222"/>
                    <a:gd name="connsiteX48" fmla="*/ 224230 w 1150784"/>
                    <a:gd name="connsiteY48" fmla="*/ 228914 h 1163222"/>
                    <a:gd name="connsiteX49" fmla="*/ 208404 w 1150784"/>
                    <a:gd name="connsiteY49" fmla="*/ 219023 h 1163222"/>
                    <a:gd name="connsiteX50" fmla="*/ 168933 w 1150784"/>
                    <a:gd name="connsiteY50" fmla="*/ 208849 h 1163222"/>
                    <a:gd name="connsiteX51" fmla="*/ 131157 w 1150784"/>
                    <a:gd name="connsiteY51" fmla="*/ 224204 h 1163222"/>
                    <a:gd name="connsiteX52" fmla="*/ 117592 w 1150784"/>
                    <a:gd name="connsiteY52" fmla="*/ 239842 h 1163222"/>
                    <a:gd name="connsiteX53" fmla="*/ 106476 w 1150784"/>
                    <a:gd name="connsiteY53" fmla="*/ 258682 h 1163222"/>
                    <a:gd name="connsiteX54" fmla="*/ 84338 w 1150784"/>
                    <a:gd name="connsiteY54" fmla="*/ 296646 h 1163222"/>
                    <a:gd name="connsiteX55" fmla="*/ 62201 w 1150784"/>
                    <a:gd name="connsiteY55" fmla="*/ 334610 h 1163222"/>
                    <a:gd name="connsiteX56" fmla="*/ 51273 w 1150784"/>
                    <a:gd name="connsiteY56" fmla="*/ 353545 h 1163222"/>
                    <a:gd name="connsiteX57" fmla="*/ 44208 w 1150784"/>
                    <a:gd name="connsiteY57" fmla="*/ 373233 h 1163222"/>
                    <a:gd name="connsiteX58" fmla="*/ 49671 w 1150784"/>
                    <a:gd name="connsiteY58" fmla="*/ 414212 h 1163222"/>
                    <a:gd name="connsiteX59" fmla="*/ 78404 w 1150784"/>
                    <a:gd name="connsiteY59" fmla="*/ 443980 h 1163222"/>
                    <a:gd name="connsiteX60" fmla="*/ 90085 w 1150784"/>
                    <a:gd name="connsiteY60" fmla="*/ 450292 h 1163222"/>
                    <a:gd name="connsiteX61" fmla="*/ 76802 w 1150784"/>
                    <a:gd name="connsiteY61" fmla="*/ 450009 h 1163222"/>
                    <a:gd name="connsiteX62" fmla="*/ 37142 w 1150784"/>
                    <a:gd name="connsiteY62" fmla="*/ 461690 h 1163222"/>
                    <a:gd name="connsiteX63" fmla="*/ 12179 w 1150784"/>
                    <a:gd name="connsiteY63" fmla="*/ 494379 h 1163222"/>
                    <a:gd name="connsiteX64" fmla="*/ 8410 w 1150784"/>
                    <a:gd name="connsiteY64" fmla="*/ 514821 h 1163222"/>
                    <a:gd name="connsiteX65" fmla="*/ 8410 w 1150784"/>
                    <a:gd name="connsiteY65" fmla="*/ 536771 h 1163222"/>
                    <a:gd name="connsiteX66" fmla="*/ 8693 w 1150784"/>
                    <a:gd name="connsiteY66" fmla="*/ 580763 h 1163222"/>
                    <a:gd name="connsiteX67" fmla="*/ 9070 w 1150784"/>
                    <a:gd name="connsiteY67" fmla="*/ 624756 h 1163222"/>
                    <a:gd name="connsiteX68" fmla="*/ 9352 w 1150784"/>
                    <a:gd name="connsiteY68" fmla="*/ 646612 h 1163222"/>
                    <a:gd name="connsiteX69" fmla="*/ 13309 w 1150784"/>
                    <a:gd name="connsiteY69" fmla="*/ 666677 h 1163222"/>
                    <a:gd name="connsiteX70" fmla="*/ 38179 w 1150784"/>
                    <a:gd name="connsiteY70" fmla="*/ 698329 h 1163222"/>
                    <a:gd name="connsiteX71" fmla="*/ 76896 w 1150784"/>
                    <a:gd name="connsiteY71" fmla="*/ 709162 h 1163222"/>
                    <a:gd name="connsiteX72" fmla="*/ 99317 w 1150784"/>
                    <a:gd name="connsiteY72" fmla="*/ 708409 h 1163222"/>
                    <a:gd name="connsiteX73" fmla="*/ 79628 w 1150784"/>
                    <a:gd name="connsiteY73" fmla="*/ 719431 h 1163222"/>
                    <a:gd name="connsiteX74" fmla="*/ 52309 w 1150784"/>
                    <a:gd name="connsiteY74" fmla="*/ 748539 h 1163222"/>
                    <a:gd name="connsiteX75" fmla="*/ 47505 w 1150784"/>
                    <a:gd name="connsiteY75" fmla="*/ 787728 h 1163222"/>
                    <a:gd name="connsiteX76" fmla="*/ 54287 w 1150784"/>
                    <a:gd name="connsiteY76" fmla="*/ 806380 h 1163222"/>
                    <a:gd name="connsiteX77" fmla="*/ 65309 w 1150784"/>
                    <a:gd name="connsiteY77" fmla="*/ 825221 h 1163222"/>
                    <a:gd name="connsiteX78" fmla="*/ 87730 w 1150784"/>
                    <a:gd name="connsiteY78" fmla="*/ 863091 h 1163222"/>
                    <a:gd name="connsiteX79" fmla="*/ 110056 w 1150784"/>
                    <a:gd name="connsiteY79" fmla="*/ 901055 h 1163222"/>
                    <a:gd name="connsiteX80" fmla="*/ 121172 w 1150784"/>
                    <a:gd name="connsiteY80" fmla="*/ 919801 h 1163222"/>
                    <a:gd name="connsiteX81" fmla="*/ 133889 w 1150784"/>
                    <a:gd name="connsiteY81" fmla="*/ 934497 h 1163222"/>
                    <a:gd name="connsiteX82" fmla="*/ 169310 w 1150784"/>
                    <a:gd name="connsiteY82" fmla="*/ 948816 h 1163222"/>
                    <a:gd name="connsiteX83" fmla="*/ 206426 w 1150784"/>
                    <a:gd name="connsiteY83" fmla="*/ 939395 h 1163222"/>
                    <a:gd name="connsiteX84" fmla="*/ 236100 w 1150784"/>
                    <a:gd name="connsiteY84" fmla="*/ 921026 h 1163222"/>
                    <a:gd name="connsiteX85" fmla="*/ 218107 w 1150784"/>
                    <a:gd name="connsiteY85" fmla="*/ 950982 h 1163222"/>
                    <a:gd name="connsiteX86" fmla="*/ 209252 w 1150784"/>
                    <a:gd name="connsiteY86" fmla="*/ 988099 h 1163222"/>
                    <a:gd name="connsiteX87" fmla="*/ 223853 w 1150784"/>
                    <a:gd name="connsiteY87" fmla="*/ 1022860 h 1163222"/>
                    <a:gd name="connsiteX88" fmla="*/ 238361 w 1150784"/>
                    <a:gd name="connsiteY88" fmla="*/ 1035200 h 1163222"/>
                    <a:gd name="connsiteX89" fmla="*/ 257201 w 1150784"/>
                    <a:gd name="connsiteY89" fmla="*/ 1046128 h 1163222"/>
                    <a:gd name="connsiteX90" fmla="*/ 295354 w 1150784"/>
                    <a:gd name="connsiteY90" fmla="*/ 1067983 h 1163222"/>
                    <a:gd name="connsiteX91" fmla="*/ 333506 w 1150784"/>
                    <a:gd name="connsiteY91" fmla="*/ 1089838 h 1163222"/>
                    <a:gd name="connsiteX92" fmla="*/ 352441 w 1150784"/>
                    <a:gd name="connsiteY92" fmla="*/ 1100577 h 1163222"/>
                    <a:gd name="connsiteX93" fmla="*/ 370245 w 1150784"/>
                    <a:gd name="connsiteY93" fmla="*/ 1106795 h 1163222"/>
                    <a:gd name="connsiteX94" fmla="*/ 407079 w 1150784"/>
                    <a:gd name="connsiteY94" fmla="*/ 1101708 h 1163222"/>
                    <a:gd name="connsiteX95" fmla="*/ 433927 w 1150784"/>
                    <a:gd name="connsiteY95" fmla="*/ 1075708 h 1163222"/>
                    <a:gd name="connsiteX96" fmla="*/ 453521 w 1150784"/>
                    <a:gd name="connsiteY96" fmla="*/ 1039533 h 1163222"/>
                    <a:gd name="connsiteX97" fmla="*/ 452767 w 1150784"/>
                    <a:gd name="connsiteY97" fmla="*/ 1080700 h 1163222"/>
                    <a:gd name="connsiteX98" fmla="*/ 463224 w 1150784"/>
                    <a:gd name="connsiteY98" fmla="*/ 1116497 h 1163222"/>
                    <a:gd name="connsiteX99" fmla="*/ 492521 w 1150784"/>
                    <a:gd name="connsiteY99" fmla="*/ 1138824 h 1163222"/>
                    <a:gd name="connsiteX100" fmla="*/ 510797 w 1150784"/>
                    <a:gd name="connsiteY100" fmla="*/ 1142121 h 1163222"/>
                    <a:gd name="connsiteX101" fmla="*/ 532558 w 1150784"/>
                    <a:gd name="connsiteY101" fmla="*/ 1142121 h 1163222"/>
                    <a:gd name="connsiteX102" fmla="*/ 576551 w 1150784"/>
                    <a:gd name="connsiteY102" fmla="*/ 1142121 h 1163222"/>
                    <a:gd name="connsiteX103" fmla="*/ 620544 w 1150784"/>
                    <a:gd name="connsiteY103" fmla="*/ 1142215 h 1163222"/>
                    <a:gd name="connsiteX104" fmla="*/ 642305 w 1150784"/>
                    <a:gd name="connsiteY104" fmla="*/ 1142121 h 1163222"/>
                    <a:gd name="connsiteX105" fmla="*/ 660580 w 1150784"/>
                    <a:gd name="connsiteY105" fmla="*/ 1138730 h 1163222"/>
                    <a:gd name="connsiteX106" fmla="*/ 689783 w 1150784"/>
                    <a:gd name="connsiteY106" fmla="*/ 1116309 h 1163222"/>
                    <a:gd name="connsiteX107" fmla="*/ 700145 w 1150784"/>
                    <a:gd name="connsiteY107" fmla="*/ 1080606 h 1163222"/>
                    <a:gd name="connsiteX108" fmla="*/ 699297 w 1150784"/>
                    <a:gd name="connsiteY108" fmla="*/ 1038497 h 1163222"/>
                    <a:gd name="connsiteX109" fmla="*/ 719457 w 1150784"/>
                    <a:gd name="connsiteY109" fmla="*/ 1075425 h 1163222"/>
                    <a:gd name="connsiteX110" fmla="*/ 746211 w 1150784"/>
                    <a:gd name="connsiteY110" fmla="*/ 1101237 h 1163222"/>
                    <a:gd name="connsiteX111" fmla="*/ 782856 w 1150784"/>
                    <a:gd name="connsiteY111" fmla="*/ 1106135 h 1163222"/>
                    <a:gd name="connsiteX112" fmla="*/ 800472 w 1150784"/>
                    <a:gd name="connsiteY112" fmla="*/ 1099918 h 1163222"/>
                    <a:gd name="connsiteX113" fmla="*/ 819313 w 1150784"/>
                    <a:gd name="connsiteY113" fmla="*/ 1089179 h 1163222"/>
                    <a:gd name="connsiteX114" fmla="*/ 857465 w 1150784"/>
                    <a:gd name="connsiteY114" fmla="*/ 1067229 h 1163222"/>
                    <a:gd name="connsiteX115" fmla="*/ 895617 w 1150784"/>
                    <a:gd name="connsiteY115" fmla="*/ 1045374 h 1163222"/>
                    <a:gd name="connsiteX116" fmla="*/ 914458 w 1150784"/>
                    <a:gd name="connsiteY116" fmla="*/ 1034635 h 1163222"/>
                    <a:gd name="connsiteX117" fmla="*/ 928965 w 1150784"/>
                    <a:gd name="connsiteY117" fmla="*/ 1022483 h 1163222"/>
                    <a:gd name="connsiteX118" fmla="*/ 943661 w 1150784"/>
                    <a:gd name="connsiteY118" fmla="*/ 988004 h 1163222"/>
                    <a:gd name="connsiteX119" fmla="*/ 934900 w 1150784"/>
                    <a:gd name="connsiteY119" fmla="*/ 950982 h 1163222"/>
                    <a:gd name="connsiteX120" fmla="*/ 916719 w 1150784"/>
                    <a:gd name="connsiteY120" fmla="*/ 920366 h 1163222"/>
                    <a:gd name="connsiteX121" fmla="*/ 946864 w 1150784"/>
                    <a:gd name="connsiteY121" fmla="*/ 939113 h 1163222"/>
                    <a:gd name="connsiteX122" fmla="*/ 983980 w 1150784"/>
                    <a:gd name="connsiteY122" fmla="*/ 948627 h 1163222"/>
                    <a:gd name="connsiteX123" fmla="*/ 1019494 w 1150784"/>
                    <a:gd name="connsiteY123" fmla="*/ 934403 h 1163222"/>
                    <a:gd name="connsiteX124" fmla="*/ 1032400 w 1150784"/>
                    <a:gd name="connsiteY124" fmla="*/ 919801 h 1163222"/>
                    <a:gd name="connsiteX125" fmla="*/ 1043705 w 1150784"/>
                    <a:gd name="connsiteY125" fmla="*/ 901149 h 1163222"/>
                    <a:gd name="connsiteX126" fmla="*/ 1066314 w 1150784"/>
                    <a:gd name="connsiteY126" fmla="*/ 863373 h 1163222"/>
                    <a:gd name="connsiteX127" fmla="*/ 1088922 w 1150784"/>
                    <a:gd name="connsiteY127" fmla="*/ 825598 h 1163222"/>
                    <a:gd name="connsiteX128" fmla="*/ 1100038 w 1150784"/>
                    <a:gd name="connsiteY128" fmla="*/ 806757 h 1163222"/>
                    <a:gd name="connsiteX129" fmla="*/ 1107104 w 1150784"/>
                    <a:gd name="connsiteY129" fmla="*/ 787822 h 1163222"/>
                    <a:gd name="connsiteX130" fmla="*/ 1102393 w 1150784"/>
                    <a:gd name="connsiteY130" fmla="*/ 747880 h 1163222"/>
                    <a:gd name="connsiteX131" fmla="*/ 1074603 w 1150784"/>
                    <a:gd name="connsiteY131" fmla="*/ 718018 h 1163222"/>
                    <a:gd name="connsiteX132" fmla="*/ 1060379 w 1150784"/>
                    <a:gd name="connsiteY132" fmla="*/ 710010 h 1163222"/>
                    <a:gd name="connsiteX133" fmla="*/ 1076582 w 1150784"/>
                    <a:gd name="connsiteY133" fmla="*/ 710670 h 1163222"/>
                    <a:gd name="connsiteX134" fmla="*/ 1116053 w 1150784"/>
                    <a:gd name="connsiteY134" fmla="*/ 699931 h 1163222"/>
                    <a:gd name="connsiteX135" fmla="*/ 1141770 w 1150784"/>
                    <a:gd name="connsiteY135" fmla="*/ 667807 h 1163222"/>
                    <a:gd name="connsiteX136" fmla="*/ 1146386 w 1150784"/>
                    <a:gd name="connsiteY136" fmla="*/ 625510 h 1163222"/>
                    <a:gd name="connsiteX137" fmla="*/ 1146669 w 1150784"/>
                    <a:gd name="connsiteY137" fmla="*/ 581800 h 1163222"/>
                    <a:gd name="connsiteX138" fmla="*/ 1146952 w 1150784"/>
                    <a:gd name="connsiteY138" fmla="*/ 538089 h 1163222"/>
                    <a:gd name="connsiteX139" fmla="*/ 1143749 w 1150784"/>
                    <a:gd name="connsiteY139" fmla="*/ 495227 h 1163222"/>
                    <a:gd name="connsiteX140" fmla="*/ 1078560 w 1150784"/>
                    <a:gd name="connsiteY140" fmla="*/ 448031 h 1163222"/>
                    <a:gd name="connsiteX141" fmla="*/ 1078560 w 1150784"/>
                    <a:gd name="connsiteY141" fmla="*/ 446053 h 1163222"/>
                    <a:gd name="connsiteX142" fmla="*/ 1120198 w 1150784"/>
                    <a:gd name="connsiteY142" fmla="*/ 459335 h 1163222"/>
                    <a:gd name="connsiteX143" fmla="*/ 1146292 w 1150784"/>
                    <a:gd name="connsiteY143" fmla="*/ 494567 h 1163222"/>
                    <a:gd name="connsiteX144" fmla="*/ 1149966 w 1150784"/>
                    <a:gd name="connsiteY144" fmla="*/ 516517 h 1163222"/>
                    <a:gd name="connsiteX145" fmla="*/ 1150060 w 1150784"/>
                    <a:gd name="connsiteY145" fmla="*/ 538372 h 1163222"/>
                    <a:gd name="connsiteX146" fmla="*/ 1150343 w 1150784"/>
                    <a:gd name="connsiteY146" fmla="*/ 582082 h 1163222"/>
                    <a:gd name="connsiteX147" fmla="*/ 1150625 w 1150784"/>
                    <a:gd name="connsiteY147" fmla="*/ 625792 h 1163222"/>
                    <a:gd name="connsiteX148" fmla="*/ 1150720 w 1150784"/>
                    <a:gd name="connsiteY148" fmla="*/ 647742 h 1163222"/>
                    <a:gd name="connsiteX149" fmla="*/ 1146669 w 1150784"/>
                    <a:gd name="connsiteY149" fmla="*/ 669974 h 1163222"/>
                    <a:gd name="connsiteX150" fmla="*/ 1119539 w 1150784"/>
                    <a:gd name="connsiteY150" fmla="*/ 705771 h 1163222"/>
                    <a:gd name="connsiteX151" fmla="*/ 1076299 w 1150784"/>
                    <a:gd name="connsiteY151" fmla="*/ 718865 h 1163222"/>
                    <a:gd name="connsiteX152" fmla="*/ 1078277 w 1150784"/>
                    <a:gd name="connsiteY152" fmla="*/ 711423 h 1163222"/>
                    <a:gd name="connsiteX153" fmla="*/ 1110306 w 1150784"/>
                    <a:gd name="connsiteY153" fmla="*/ 744112 h 1163222"/>
                    <a:gd name="connsiteX154" fmla="*/ 1116995 w 1150784"/>
                    <a:gd name="connsiteY154" fmla="*/ 789895 h 1163222"/>
                    <a:gd name="connsiteX155" fmla="*/ 1109459 w 1150784"/>
                    <a:gd name="connsiteY155" fmla="*/ 812221 h 1163222"/>
                    <a:gd name="connsiteX156" fmla="*/ 1098720 w 1150784"/>
                    <a:gd name="connsiteY156" fmla="*/ 831627 h 1163222"/>
                    <a:gd name="connsiteX157" fmla="*/ 1077335 w 1150784"/>
                    <a:gd name="connsiteY157" fmla="*/ 870062 h 1163222"/>
                    <a:gd name="connsiteX158" fmla="*/ 1055951 w 1150784"/>
                    <a:gd name="connsiteY158" fmla="*/ 908497 h 1163222"/>
                    <a:gd name="connsiteX159" fmla="*/ 1045024 w 1150784"/>
                    <a:gd name="connsiteY159" fmla="*/ 927808 h 1163222"/>
                    <a:gd name="connsiteX160" fmla="*/ 1029480 w 1150784"/>
                    <a:gd name="connsiteY160" fmla="*/ 946555 h 1163222"/>
                    <a:gd name="connsiteX161" fmla="*/ 985016 w 1150784"/>
                    <a:gd name="connsiteY161" fmla="*/ 965301 h 1163222"/>
                    <a:gd name="connsiteX162" fmla="*/ 938009 w 1150784"/>
                    <a:gd name="connsiteY162" fmla="*/ 954280 h 1163222"/>
                    <a:gd name="connsiteX163" fmla="*/ 949878 w 1150784"/>
                    <a:gd name="connsiteY163" fmla="*/ 942410 h 1163222"/>
                    <a:gd name="connsiteX164" fmla="*/ 961654 w 1150784"/>
                    <a:gd name="connsiteY164" fmla="*/ 989512 h 1163222"/>
                    <a:gd name="connsiteX165" fmla="*/ 943284 w 1150784"/>
                    <a:gd name="connsiteY165" fmla="*/ 1035012 h 1163222"/>
                    <a:gd name="connsiteX166" fmla="*/ 924443 w 1150784"/>
                    <a:gd name="connsiteY166" fmla="*/ 1051309 h 1163222"/>
                    <a:gd name="connsiteX167" fmla="*/ 905320 w 1150784"/>
                    <a:gd name="connsiteY167" fmla="*/ 1062707 h 1163222"/>
                    <a:gd name="connsiteX168" fmla="*/ 867262 w 1150784"/>
                    <a:gd name="connsiteY168" fmla="*/ 1084845 h 1163222"/>
                    <a:gd name="connsiteX169" fmla="*/ 829204 w 1150784"/>
                    <a:gd name="connsiteY169" fmla="*/ 1106889 h 1163222"/>
                    <a:gd name="connsiteX170" fmla="*/ 809892 w 1150784"/>
                    <a:gd name="connsiteY170" fmla="*/ 1118005 h 1163222"/>
                    <a:gd name="connsiteX171" fmla="*/ 786247 w 1150784"/>
                    <a:gd name="connsiteY171" fmla="*/ 1126389 h 1163222"/>
                    <a:gd name="connsiteX172" fmla="*/ 737073 w 1150784"/>
                    <a:gd name="connsiteY172" fmla="*/ 1119889 h 1163222"/>
                    <a:gd name="connsiteX173" fmla="*/ 701276 w 1150784"/>
                    <a:gd name="connsiteY173" fmla="*/ 1085881 h 1163222"/>
                    <a:gd name="connsiteX174" fmla="*/ 720493 w 1150784"/>
                    <a:gd name="connsiteY174" fmla="*/ 1080700 h 1163222"/>
                    <a:gd name="connsiteX175" fmla="*/ 706645 w 1150784"/>
                    <a:gd name="connsiteY175" fmla="*/ 1128085 h 1163222"/>
                    <a:gd name="connsiteX176" fmla="*/ 667268 w 1150784"/>
                    <a:gd name="connsiteY176" fmla="*/ 1158418 h 1163222"/>
                    <a:gd name="connsiteX177" fmla="*/ 642493 w 1150784"/>
                    <a:gd name="connsiteY177" fmla="*/ 1163034 h 1163222"/>
                    <a:gd name="connsiteX178" fmla="*/ 620261 w 1150784"/>
                    <a:gd name="connsiteY178" fmla="*/ 1163128 h 1163222"/>
                    <a:gd name="connsiteX179" fmla="*/ 576268 w 1150784"/>
                    <a:gd name="connsiteY179" fmla="*/ 1163222 h 1163222"/>
                    <a:gd name="connsiteX180" fmla="*/ 532275 w 1150784"/>
                    <a:gd name="connsiteY180" fmla="*/ 1163222 h 1163222"/>
                    <a:gd name="connsiteX181" fmla="*/ 510043 w 1150784"/>
                    <a:gd name="connsiteY181" fmla="*/ 1163034 h 1163222"/>
                    <a:gd name="connsiteX182" fmla="*/ 485268 w 1150784"/>
                    <a:gd name="connsiteY182" fmla="*/ 1158324 h 1163222"/>
                    <a:gd name="connsiteX183" fmla="*/ 445985 w 1150784"/>
                    <a:gd name="connsiteY183" fmla="*/ 1127896 h 1163222"/>
                    <a:gd name="connsiteX184" fmla="*/ 432231 w 1150784"/>
                    <a:gd name="connsiteY184" fmla="*/ 1080512 h 1163222"/>
                    <a:gd name="connsiteX185" fmla="*/ 451072 w 1150784"/>
                    <a:gd name="connsiteY185" fmla="*/ 1085599 h 1163222"/>
                    <a:gd name="connsiteX186" fmla="*/ 415369 w 1150784"/>
                    <a:gd name="connsiteY186" fmla="*/ 1119418 h 1163222"/>
                    <a:gd name="connsiteX187" fmla="*/ 366383 w 1150784"/>
                    <a:gd name="connsiteY187" fmla="*/ 1125824 h 1163222"/>
                    <a:gd name="connsiteX188" fmla="*/ 342926 w 1150784"/>
                    <a:gd name="connsiteY188" fmla="*/ 1117440 h 1163222"/>
                    <a:gd name="connsiteX189" fmla="*/ 323615 w 1150784"/>
                    <a:gd name="connsiteY189" fmla="*/ 1106324 h 1163222"/>
                    <a:gd name="connsiteX190" fmla="*/ 285557 w 1150784"/>
                    <a:gd name="connsiteY190" fmla="*/ 1084186 h 1163222"/>
                    <a:gd name="connsiteX191" fmla="*/ 247498 w 1150784"/>
                    <a:gd name="connsiteY191" fmla="*/ 1062048 h 1163222"/>
                    <a:gd name="connsiteX192" fmla="*/ 228375 w 1150784"/>
                    <a:gd name="connsiteY192" fmla="*/ 1050744 h 1163222"/>
                    <a:gd name="connsiteX193" fmla="*/ 209629 w 1150784"/>
                    <a:gd name="connsiteY193" fmla="*/ 1034635 h 1163222"/>
                    <a:gd name="connsiteX194" fmla="*/ 191259 w 1150784"/>
                    <a:gd name="connsiteY194" fmla="*/ 989417 h 1163222"/>
                    <a:gd name="connsiteX195" fmla="*/ 202940 w 1150784"/>
                    <a:gd name="connsiteY195" fmla="*/ 942410 h 1163222"/>
                    <a:gd name="connsiteX196" fmla="*/ 214622 w 1150784"/>
                    <a:gd name="connsiteY196" fmla="*/ 954091 h 1163222"/>
                    <a:gd name="connsiteX197" fmla="*/ 167708 w 1150784"/>
                    <a:gd name="connsiteY197" fmla="*/ 965207 h 1163222"/>
                    <a:gd name="connsiteX198" fmla="*/ 123150 w 1150784"/>
                    <a:gd name="connsiteY198" fmla="*/ 946555 h 1163222"/>
                    <a:gd name="connsiteX199" fmla="*/ 107418 w 1150784"/>
                    <a:gd name="connsiteY199" fmla="*/ 927903 h 1163222"/>
                    <a:gd name="connsiteX200" fmla="*/ 96396 w 1150784"/>
                    <a:gd name="connsiteY200" fmla="*/ 908685 h 1163222"/>
                    <a:gd name="connsiteX201" fmla="*/ 74730 w 1150784"/>
                    <a:gd name="connsiteY201" fmla="*/ 870438 h 1163222"/>
                    <a:gd name="connsiteX202" fmla="*/ 53157 w 1150784"/>
                    <a:gd name="connsiteY202" fmla="*/ 832098 h 1163222"/>
                    <a:gd name="connsiteX203" fmla="*/ 42324 w 1150784"/>
                    <a:gd name="connsiteY203" fmla="*/ 812786 h 1163222"/>
                    <a:gd name="connsiteX204" fmla="*/ 34599 w 1150784"/>
                    <a:gd name="connsiteY204" fmla="*/ 790177 h 1163222"/>
                    <a:gd name="connsiteX205" fmla="*/ 41287 w 1150784"/>
                    <a:gd name="connsiteY205" fmla="*/ 743547 h 1163222"/>
                    <a:gd name="connsiteX206" fmla="*/ 73788 w 1150784"/>
                    <a:gd name="connsiteY206" fmla="*/ 710105 h 1163222"/>
                    <a:gd name="connsiteX207" fmla="*/ 76519 w 1150784"/>
                    <a:gd name="connsiteY207" fmla="*/ 720373 h 1163222"/>
                    <a:gd name="connsiteX208" fmla="*/ 32055 w 1150784"/>
                    <a:gd name="connsiteY208" fmla="*/ 706996 h 1163222"/>
                    <a:gd name="connsiteX209" fmla="*/ 4077 w 1150784"/>
                    <a:gd name="connsiteY209" fmla="*/ 670068 h 1163222"/>
                    <a:gd name="connsiteX210" fmla="*/ 26 w 1150784"/>
                    <a:gd name="connsiteY210" fmla="*/ 647082 h 1163222"/>
                    <a:gd name="connsiteX211" fmla="*/ 121 w 1150784"/>
                    <a:gd name="connsiteY211" fmla="*/ 624945 h 1163222"/>
                    <a:gd name="connsiteX212" fmla="*/ 497 w 1150784"/>
                    <a:gd name="connsiteY212" fmla="*/ 580952 h 1163222"/>
                    <a:gd name="connsiteX213" fmla="*/ 780 w 1150784"/>
                    <a:gd name="connsiteY213" fmla="*/ 536959 h 1163222"/>
                    <a:gd name="connsiteX214" fmla="*/ 968 w 1150784"/>
                    <a:gd name="connsiteY214" fmla="*/ 514915 h 1163222"/>
                    <a:gd name="connsiteX215" fmla="*/ 5208 w 1150784"/>
                    <a:gd name="connsiteY215" fmla="*/ 492307 h 1163222"/>
                    <a:gd name="connsiteX216" fmla="*/ 32998 w 1150784"/>
                    <a:gd name="connsiteY216" fmla="*/ 456415 h 1163222"/>
                    <a:gd name="connsiteX217" fmla="*/ 76425 w 1150784"/>
                    <a:gd name="connsiteY217" fmla="*/ 443886 h 1163222"/>
                    <a:gd name="connsiteX218" fmla="*/ 74824 w 1150784"/>
                    <a:gd name="connsiteY218" fmla="*/ 449915 h 1163222"/>
                    <a:gd name="connsiteX219" fmla="*/ 43737 w 1150784"/>
                    <a:gd name="connsiteY219" fmla="*/ 417132 h 1163222"/>
                    <a:gd name="connsiteX220" fmla="*/ 37802 w 1150784"/>
                    <a:gd name="connsiteY220" fmla="*/ 372386 h 1163222"/>
                    <a:gd name="connsiteX221" fmla="*/ 45338 w 1150784"/>
                    <a:gd name="connsiteY221" fmla="*/ 350813 h 1163222"/>
                    <a:gd name="connsiteX222" fmla="*/ 56172 w 1150784"/>
                    <a:gd name="connsiteY222" fmla="*/ 331596 h 1163222"/>
                    <a:gd name="connsiteX223" fmla="*/ 78027 w 1150784"/>
                    <a:gd name="connsiteY223" fmla="*/ 293349 h 1163222"/>
                    <a:gd name="connsiteX224" fmla="*/ 99882 w 1150784"/>
                    <a:gd name="connsiteY224" fmla="*/ 255103 h 1163222"/>
                    <a:gd name="connsiteX225" fmla="*/ 110904 w 1150784"/>
                    <a:gd name="connsiteY225" fmla="*/ 235979 h 1163222"/>
                    <a:gd name="connsiteX226" fmla="*/ 125788 w 1150784"/>
                    <a:gd name="connsiteY226" fmla="*/ 218363 h 1163222"/>
                    <a:gd name="connsiteX227" fmla="*/ 167991 w 1150784"/>
                    <a:gd name="connsiteY227" fmla="*/ 200747 h 1163222"/>
                    <a:gd name="connsiteX228" fmla="*/ 212643 w 1150784"/>
                    <a:gd name="connsiteY228" fmla="*/ 211110 h 1163222"/>
                    <a:gd name="connsiteX229" fmla="*/ 206426 w 1150784"/>
                    <a:gd name="connsiteY229" fmla="*/ 217327 h 1163222"/>
                    <a:gd name="connsiteX230" fmla="*/ 195027 w 1150784"/>
                    <a:gd name="connsiteY230" fmla="*/ 172581 h 1163222"/>
                    <a:gd name="connsiteX231" fmla="*/ 212361 w 1150784"/>
                    <a:gd name="connsiteY231" fmla="*/ 129341 h 1163222"/>
                    <a:gd name="connsiteX232" fmla="*/ 230165 w 1150784"/>
                    <a:gd name="connsiteY232" fmla="*/ 113798 h 1163222"/>
                    <a:gd name="connsiteX233" fmla="*/ 249194 w 1150784"/>
                    <a:gd name="connsiteY233" fmla="*/ 102399 h 1163222"/>
                    <a:gd name="connsiteX234" fmla="*/ 287064 w 1150784"/>
                    <a:gd name="connsiteY234" fmla="*/ 79979 h 1163222"/>
                    <a:gd name="connsiteX235" fmla="*/ 324934 w 1150784"/>
                    <a:gd name="connsiteY235" fmla="*/ 57558 h 1163222"/>
                    <a:gd name="connsiteX236" fmla="*/ 344057 w 1150784"/>
                    <a:gd name="connsiteY236" fmla="*/ 46348 h 1163222"/>
                    <a:gd name="connsiteX237" fmla="*/ 366760 w 1150784"/>
                    <a:gd name="connsiteY237" fmla="*/ 38058 h 1163222"/>
                    <a:gd name="connsiteX238" fmla="*/ 414427 w 1150784"/>
                    <a:gd name="connsiteY238" fmla="*/ 43993 h 1163222"/>
                    <a:gd name="connsiteX239" fmla="*/ 449470 w 1150784"/>
                    <a:gd name="connsiteY239" fmla="*/ 76870 h 1163222"/>
                    <a:gd name="connsiteX240" fmla="*/ 434021 w 1150784"/>
                    <a:gd name="connsiteY240" fmla="*/ 81015 h 1163222"/>
                    <a:gd name="connsiteX241" fmla="*/ 447492 w 1150784"/>
                    <a:gd name="connsiteY241" fmla="*/ 34667 h 1163222"/>
                    <a:gd name="connsiteX242" fmla="*/ 485833 w 1150784"/>
                    <a:gd name="connsiteY242" fmla="*/ 4993 h 1163222"/>
                    <a:gd name="connsiteX243" fmla="*/ 510043 w 1150784"/>
                    <a:gd name="connsiteY243" fmla="*/ 471 h 1163222"/>
                    <a:gd name="connsiteX244" fmla="*/ 532275 w 1150784"/>
                    <a:gd name="connsiteY244" fmla="*/ 283 h 1163222"/>
                    <a:gd name="connsiteX245" fmla="*/ 576268 w 1150784"/>
                    <a:gd name="connsiteY245" fmla="*/ 94 h 1163222"/>
                    <a:gd name="connsiteX246" fmla="*/ 620261 w 1150784"/>
                    <a:gd name="connsiteY246" fmla="*/ 0 h 1163222"/>
                    <a:gd name="connsiteX247" fmla="*/ 642493 w 1150784"/>
                    <a:gd name="connsiteY247" fmla="*/ 283 h 1163222"/>
                    <a:gd name="connsiteX248" fmla="*/ 666703 w 1150784"/>
                    <a:gd name="connsiteY248" fmla="*/ 4899 h 1163222"/>
                    <a:gd name="connsiteX249" fmla="*/ 705044 w 1150784"/>
                    <a:gd name="connsiteY249" fmla="*/ 34761 h 1163222"/>
                    <a:gd name="connsiteX250" fmla="*/ 718327 w 1150784"/>
                    <a:gd name="connsiteY250" fmla="*/ 81015 h 1163222"/>
                    <a:gd name="connsiteX251" fmla="*/ 703160 w 1150784"/>
                    <a:gd name="connsiteY251" fmla="*/ 76964 h 1163222"/>
                    <a:gd name="connsiteX252" fmla="*/ 738109 w 1150784"/>
                    <a:gd name="connsiteY252" fmla="*/ 43993 h 1163222"/>
                    <a:gd name="connsiteX253" fmla="*/ 785776 w 1150784"/>
                    <a:gd name="connsiteY253" fmla="*/ 37870 h 1163222"/>
                    <a:gd name="connsiteX254" fmla="*/ 808479 w 1150784"/>
                    <a:gd name="connsiteY254" fmla="*/ 46254 h 1163222"/>
                    <a:gd name="connsiteX255" fmla="*/ 827602 w 1150784"/>
                    <a:gd name="connsiteY255" fmla="*/ 57558 h 1163222"/>
                    <a:gd name="connsiteX256" fmla="*/ 865378 w 1150784"/>
                    <a:gd name="connsiteY256" fmla="*/ 80073 h 1163222"/>
                    <a:gd name="connsiteX257" fmla="*/ 903153 w 1150784"/>
                    <a:gd name="connsiteY257" fmla="*/ 102587 h 1163222"/>
                    <a:gd name="connsiteX258" fmla="*/ 922088 w 1150784"/>
                    <a:gd name="connsiteY258" fmla="*/ 113986 h 1163222"/>
                    <a:gd name="connsiteX259" fmla="*/ 939799 w 1150784"/>
                    <a:gd name="connsiteY259" fmla="*/ 129530 h 1163222"/>
                    <a:gd name="connsiteX260" fmla="*/ 956849 w 1150784"/>
                    <a:gd name="connsiteY260" fmla="*/ 172486 h 1163222"/>
                    <a:gd name="connsiteX261" fmla="*/ 945451 w 1150784"/>
                    <a:gd name="connsiteY261" fmla="*/ 216762 h 1163222"/>
                    <a:gd name="connsiteX262" fmla="*/ 940175 w 1150784"/>
                    <a:gd name="connsiteY262" fmla="*/ 211486 h 1163222"/>
                    <a:gd name="connsiteX263" fmla="*/ 984357 w 1150784"/>
                    <a:gd name="connsiteY263" fmla="*/ 201313 h 1163222"/>
                    <a:gd name="connsiteX264" fmla="*/ 1025806 w 1150784"/>
                    <a:gd name="connsiteY264" fmla="*/ 219023 h 1163222"/>
                    <a:gd name="connsiteX265" fmla="*/ 1040313 w 1150784"/>
                    <a:gd name="connsiteY265" fmla="*/ 236450 h 1163222"/>
                    <a:gd name="connsiteX266" fmla="*/ 1051147 w 1150784"/>
                    <a:gd name="connsiteY266" fmla="*/ 255668 h 1163222"/>
                    <a:gd name="connsiteX267" fmla="*/ 1072814 w 1150784"/>
                    <a:gd name="connsiteY267" fmla="*/ 293914 h 1163222"/>
                    <a:gd name="connsiteX268" fmla="*/ 1094480 w 1150784"/>
                    <a:gd name="connsiteY268" fmla="*/ 332161 h 1163222"/>
                    <a:gd name="connsiteX269" fmla="*/ 1112662 w 1150784"/>
                    <a:gd name="connsiteY269" fmla="*/ 372386 h 1163222"/>
                    <a:gd name="connsiteX270" fmla="*/ 1106727 w 1150784"/>
                    <a:gd name="connsiteY270" fmla="*/ 416002 h 1163222"/>
                    <a:gd name="connsiteX271" fmla="*/ 1076299 w 1150784"/>
                    <a:gd name="connsiteY271" fmla="*/ 447654 h 1163222"/>
                    <a:gd name="connsiteX272" fmla="*/ 1075828 w 1150784"/>
                    <a:gd name="connsiteY272" fmla="*/ 445770 h 1163222"/>
                    <a:gd name="connsiteX273" fmla="*/ 1078560 w 1150784"/>
                    <a:gd name="connsiteY273" fmla="*/ 446053 h 11632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  <a:cxn ang="0">
                      <a:pos x="connsiteX200" y="connsiteY200"/>
                    </a:cxn>
                    <a:cxn ang="0">
                      <a:pos x="connsiteX201" y="connsiteY201"/>
                    </a:cxn>
                    <a:cxn ang="0">
                      <a:pos x="connsiteX202" y="connsiteY202"/>
                    </a:cxn>
                    <a:cxn ang="0">
                      <a:pos x="connsiteX203" y="connsiteY203"/>
                    </a:cxn>
                    <a:cxn ang="0">
                      <a:pos x="connsiteX204" y="connsiteY204"/>
                    </a:cxn>
                    <a:cxn ang="0">
                      <a:pos x="connsiteX205" y="connsiteY205"/>
                    </a:cxn>
                    <a:cxn ang="0">
                      <a:pos x="connsiteX206" y="connsiteY206"/>
                    </a:cxn>
                    <a:cxn ang="0">
                      <a:pos x="connsiteX207" y="connsiteY207"/>
                    </a:cxn>
                    <a:cxn ang="0">
                      <a:pos x="connsiteX208" y="connsiteY208"/>
                    </a:cxn>
                    <a:cxn ang="0">
                      <a:pos x="connsiteX209" y="connsiteY209"/>
                    </a:cxn>
                    <a:cxn ang="0">
                      <a:pos x="connsiteX210" y="connsiteY210"/>
                    </a:cxn>
                    <a:cxn ang="0">
                      <a:pos x="connsiteX211" y="connsiteY211"/>
                    </a:cxn>
                    <a:cxn ang="0">
                      <a:pos x="connsiteX212" y="connsiteY212"/>
                    </a:cxn>
                    <a:cxn ang="0">
                      <a:pos x="connsiteX213" y="connsiteY213"/>
                    </a:cxn>
                    <a:cxn ang="0">
                      <a:pos x="connsiteX214" y="connsiteY214"/>
                    </a:cxn>
                    <a:cxn ang="0">
                      <a:pos x="connsiteX215" y="connsiteY215"/>
                    </a:cxn>
                    <a:cxn ang="0">
                      <a:pos x="connsiteX216" y="connsiteY216"/>
                    </a:cxn>
                    <a:cxn ang="0">
                      <a:pos x="connsiteX217" y="connsiteY217"/>
                    </a:cxn>
                    <a:cxn ang="0">
                      <a:pos x="connsiteX218" y="connsiteY218"/>
                    </a:cxn>
                    <a:cxn ang="0">
                      <a:pos x="connsiteX219" y="connsiteY219"/>
                    </a:cxn>
                    <a:cxn ang="0">
                      <a:pos x="connsiteX220" y="connsiteY220"/>
                    </a:cxn>
                    <a:cxn ang="0">
                      <a:pos x="connsiteX221" y="connsiteY221"/>
                    </a:cxn>
                    <a:cxn ang="0">
                      <a:pos x="connsiteX222" y="connsiteY222"/>
                    </a:cxn>
                    <a:cxn ang="0">
                      <a:pos x="connsiteX223" y="connsiteY223"/>
                    </a:cxn>
                    <a:cxn ang="0">
                      <a:pos x="connsiteX224" y="connsiteY224"/>
                    </a:cxn>
                    <a:cxn ang="0">
                      <a:pos x="connsiteX225" y="connsiteY225"/>
                    </a:cxn>
                    <a:cxn ang="0">
                      <a:pos x="connsiteX226" y="connsiteY226"/>
                    </a:cxn>
                    <a:cxn ang="0">
                      <a:pos x="connsiteX227" y="connsiteY227"/>
                    </a:cxn>
                    <a:cxn ang="0">
                      <a:pos x="connsiteX228" y="connsiteY228"/>
                    </a:cxn>
                    <a:cxn ang="0">
                      <a:pos x="connsiteX229" y="connsiteY229"/>
                    </a:cxn>
                    <a:cxn ang="0">
                      <a:pos x="connsiteX230" y="connsiteY230"/>
                    </a:cxn>
                    <a:cxn ang="0">
                      <a:pos x="connsiteX231" y="connsiteY231"/>
                    </a:cxn>
                    <a:cxn ang="0">
                      <a:pos x="connsiteX232" y="connsiteY232"/>
                    </a:cxn>
                    <a:cxn ang="0">
                      <a:pos x="connsiteX233" y="connsiteY233"/>
                    </a:cxn>
                    <a:cxn ang="0">
                      <a:pos x="connsiteX234" y="connsiteY234"/>
                    </a:cxn>
                    <a:cxn ang="0">
                      <a:pos x="connsiteX235" y="connsiteY235"/>
                    </a:cxn>
                    <a:cxn ang="0">
                      <a:pos x="connsiteX236" y="connsiteY236"/>
                    </a:cxn>
                    <a:cxn ang="0">
                      <a:pos x="connsiteX237" y="connsiteY237"/>
                    </a:cxn>
                    <a:cxn ang="0">
                      <a:pos x="connsiteX238" y="connsiteY238"/>
                    </a:cxn>
                    <a:cxn ang="0">
                      <a:pos x="connsiteX239" y="connsiteY239"/>
                    </a:cxn>
                    <a:cxn ang="0">
                      <a:pos x="connsiteX240" y="connsiteY240"/>
                    </a:cxn>
                    <a:cxn ang="0">
                      <a:pos x="connsiteX241" y="connsiteY241"/>
                    </a:cxn>
                    <a:cxn ang="0">
                      <a:pos x="connsiteX242" y="connsiteY242"/>
                    </a:cxn>
                    <a:cxn ang="0">
                      <a:pos x="connsiteX243" y="connsiteY243"/>
                    </a:cxn>
                    <a:cxn ang="0">
                      <a:pos x="connsiteX244" y="connsiteY244"/>
                    </a:cxn>
                    <a:cxn ang="0">
                      <a:pos x="connsiteX245" y="connsiteY245"/>
                    </a:cxn>
                    <a:cxn ang="0">
                      <a:pos x="connsiteX246" y="connsiteY246"/>
                    </a:cxn>
                    <a:cxn ang="0">
                      <a:pos x="connsiteX247" y="connsiteY247"/>
                    </a:cxn>
                    <a:cxn ang="0">
                      <a:pos x="connsiteX248" y="connsiteY248"/>
                    </a:cxn>
                    <a:cxn ang="0">
                      <a:pos x="connsiteX249" y="connsiteY249"/>
                    </a:cxn>
                    <a:cxn ang="0">
                      <a:pos x="connsiteX250" y="connsiteY250"/>
                    </a:cxn>
                    <a:cxn ang="0">
                      <a:pos x="connsiteX251" y="connsiteY251"/>
                    </a:cxn>
                    <a:cxn ang="0">
                      <a:pos x="connsiteX252" y="connsiteY252"/>
                    </a:cxn>
                    <a:cxn ang="0">
                      <a:pos x="connsiteX253" y="connsiteY253"/>
                    </a:cxn>
                    <a:cxn ang="0">
                      <a:pos x="connsiteX254" y="connsiteY254"/>
                    </a:cxn>
                    <a:cxn ang="0">
                      <a:pos x="connsiteX255" y="connsiteY255"/>
                    </a:cxn>
                    <a:cxn ang="0">
                      <a:pos x="connsiteX256" y="connsiteY256"/>
                    </a:cxn>
                    <a:cxn ang="0">
                      <a:pos x="connsiteX257" y="connsiteY257"/>
                    </a:cxn>
                    <a:cxn ang="0">
                      <a:pos x="connsiteX258" y="connsiteY258"/>
                    </a:cxn>
                    <a:cxn ang="0">
                      <a:pos x="connsiteX259" y="connsiteY259"/>
                    </a:cxn>
                    <a:cxn ang="0">
                      <a:pos x="connsiteX260" y="connsiteY260"/>
                    </a:cxn>
                    <a:cxn ang="0">
                      <a:pos x="connsiteX261" y="connsiteY261"/>
                    </a:cxn>
                    <a:cxn ang="0">
                      <a:pos x="connsiteX262" y="connsiteY262"/>
                    </a:cxn>
                    <a:cxn ang="0">
                      <a:pos x="connsiteX263" y="connsiteY263"/>
                    </a:cxn>
                    <a:cxn ang="0">
                      <a:pos x="connsiteX264" y="connsiteY264"/>
                    </a:cxn>
                    <a:cxn ang="0">
                      <a:pos x="connsiteX265" y="connsiteY265"/>
                    </a:cxn>
                    <a:cxn ang="0">
                      <a:pos x="connsiteX266" y="connsiteY266"/>
                    </a:cxn>
                    <a:cxn ang="0">
                      <a:pos x="connsiteX267" y="connsiteY267"/>
                    </a:cxn>
                    <a:cxn ang="0">
                      <a:pos x="connsiteX268" y="connsiteY268"/>
                    </a:cxn>
                    <a:cxn ang="0">
                      <a:pos x="connsiteX269" y="connsiteY269"/>
                    </a:cxn>
                    <a:cxn ang="0">
                      <a:pos x="connsiteX270" y="connsiteY270"/>
                    </a:cxn>
                    <a:cxn ang="0">
                      <a:pos x="connsiteX271" y="connsiteY271"/>
                    </a:cxn>
                    <a:cxn ang="0">
                      <a:pos x="connsiteX272" y="connsiteY272"/>
                    </a:cxn>
                    <a:cxn ang="0">
                      <a:pos x="connsiteX273" y="connsiteY273"/>
                    </a:cxn>
                  </a:cxnLst>
                  <a:rect l="l" t="t" r="r" b="b"/>
                  <a:pathLst>
                    <a:path w="1150784" h="1163222">
                      <a:moveTo>
                        <a:pt x="1078560" y="448031"/>
                      </a:moveTo>
                      <a:lnTo>
                        <a:pt x="1076299" y="448031"/>
                      </a:lnTo>
                      <a:lnTo>
                        <a:pt x="1072343" y="448031"/>
                      </a:lnTo>
                      <a:lnTo>
                        <a:pt x="1075828" y="446147"/>
                      </a:lnTo>
                      <a:cubicBezTo>
                        <a:pt x="1088546" y="439176"/>
                        <a:pt x="1099002" y="428248"/>
                        <a:pt x="1105220" y="415248"/>
                      </a:cubicBezTo>
                      <a:cubicBezTo>
                        <a:pt x="1111249" y="402154"/>
                        <a:pt x="1113604" y="387270"/>
                        <a:pt x="1110778" y="373045"/>
                      </a:cubicBezTo>
                      <a:cubicBezTo>
                        <a:pt x="1108517" y="358632"/>
                        <a:pt x="1099756" y="346480"/>
                        <a:pt x="1092502" y="333762"/>
                      </a:cubicBezTo>
                      <a:lnTo>
                        <a:pt x="1070176" y="295798"/>
                      </a:lnTo>
                      <a:lnTo>
                        <a:pt x="1047850" y="257834"/>
                      </a:lnTo>
                      <a:cubicBezTo>
                        <a:pt x="1040125" y="245305"/>
                        <a:pt x="1033908" y="231834"/>
                        <a:pt x="1022603" y="223168"/>
                      </a:cubicBezTo>
                      <a:cubicBezTo>
                        <a:pt x="1011864" y="214030"/>
                        <a:pt x="998016" y="208943"/>
                        <a:pt x="984074" y="207907"/>
                      </a:cubicBezTo>
                      <a:cubicBezTo>
                        <a:pt x="970038" y="207153"/>
                        <a:pt x="956190" y="210733"/>
                        <a:pt x="944226" y="218269"/>
                      </a:cubicBezTo>
                      <a:lnTo>
                        <a:pt x="930943" y="226653"/>
                      </a:lnTo>
                      <a:lnTo>
                        <a:pt x="939045" y="212994"/>
                      </a:lnTo>
                      <a:cubicBezTo>
                        <a:pt x="946204" y="200842"/>
                        <a:pt x="949407" y="186994"/>
                        <a:pt x="948183" y="173240"/>
                      </a:cubicBezTo>
                      <a:cubicBezTo>
                        <a:pt x="946770" y="159580"/>
                        <a:pt x="941400" y="146298"/>
                        <a:pt x="932262" y="136218"/>
                      </a:cubicBezTo>
                      <a:cubicBezTo>
                        <a:pt x="927741" y="131131"/>
                        <a:pt x="922559" y="126609"/>
                        <a:pt x="916624" y="123312"/>
                      </a:cubicBezTo>
                      <a:cubicBezTo>
                        <a:pt x="910595" y="119732"/>
                        <a:pt x="903907" y="116153"/>
                        <a:pt x="897595" y="112573"/>
                      </a:cubicBezTo>
                      <a:lnTo>
                        <a:pt x="859160" y="91095"/>
                      </a:lnTo>
                      <a:lnTo>
                        <a:pt x="820726" y="69616"/>
                      </a:lnTo>
                      <a:cubicBezTo>
                        <a:pt x="814414" y="66131"/>
                        <a:pt x="807820" y="62268"/>
                        <a:pt x="801602" y="59066"/>
                      </a:cubicBezTo>
                      <a:cubicBezTo>
                        <a:pt x="795856" y="55863"/>
                        <a:pt x="789450" y="53979"/>
                        <a:pt x="783044" y="52848"/>
                      </a:cubicBezTo>
                      <a:cubicBezTo>
                        <a:pt x="770138" y="50399"/>
                        <a:pt x="756667" y="52660"/>
                        <a:pt x="744892" y="58218"/>
                      </a:cubicBezTo>
                      <a:cubicBezTo>
                        <a:pt x="733117" y="64152"/>
                        <a:pt x="723696" y="73196"/>
                        <a:pt x="717290" y="85160"/>
                      </a:cubicBezTo>
                      <a:lnTo>
                        <a:pt x="701558" y="114363"/>
                      </a:lnTo>
                      <a:lnTo>
                        <a:pt x="702124" y="81109"/>
                      </a:lnTo>
                      <a:cubicBezTo>
                        <a:pt x="702312" y="67544"/>
                        <a:pt x="698544" y="55109"/>
                        <a:pt x="691196" y="44276"/>
                      </a:cubicBezTo>
                      <a:cubicBezTo>
                        <a:pt x="683754" y="33819"/>
                        <a:pt x="673109" y="25341"/>
                        <a:pt x="660957" y="21290"/>
                      </a:cubicBezTo>
                      <a:cubicBezTo>
                        <a:pt x="654928" y="19218"/>
                        <a:pt x="648522" y="17899"/>
                        <a:pt x="642116" y="17899"/>
                      </a:cubicBezTo>
                      <a:cubicBezTo>
                        <a:pt x="635239" y="17804"/>
                        <a:pt x="627609" y="17899"/>
                        <a:pt x="620355" y="17993"/>
                      </a:cubicBezTo>
                      <a:lnTo>
                        <a:pt x="576551" y="17993"/>
                      </a:lnTo>
                      <a:lnTo>
                        <a:pt x="532558" y="17804"/>
                      </a:lnTo>
                      <a:cubicBezTo>
                        <a:pt x="525304" y="17804"/>
                        <a:pt x="517674" y="17710"/>
                        <a:pt x="510797" y="17804"/>
                      </a:cubicBezTo>
                      <a:cubicBezTo>
                        <a:pt x="504297" y="17804"/>
                        <a:pt x="497985" y="19218"/>
                        <a:pt x="491956" y="21196"/>
                      </a:cubicBezTo>
                      <a:cubicBezTo>
                        <a:pt x="479710" y="25247"/>
                        <a:pt x="469159" y="33725"/>
                        <a:pt x="461717" y="44276"/>
                      </a:cubicBezTo>
                      <a:cubicBezTo>
                        <a:pt x="454463" y="55109"/>
                        <a:pt x="450695" y="67544"/>
                        <a:pt x="450883" y="81109"/>
                      </a:cubicBezTo>
                      <a:lnTo>
                        <a:pt x="451543" y="114740"/>
                      </a:lnTo>
                      <a:lnTo>
                        <a:pt x="435434" y="85254"/>
                      </a:lnTo>
                      <a:cubicBezTo>
                        <a:pt x="428934" y="73384"/>
                        <a:pt x="419608" y="64247"/>
                        <a:pt x="407927" y="58312"/>
                      </a:cubicBezTo>
                      <a:cubicBezTo>
                        <a:pt x="396245" y="52660"/>
                        <a:pt x="382680" y="50399"/>
                        <a:pt x="369774" y="52754"/>
                      </a:cubicBezTo>
                      <a:cubicBezTo>
                        <a:pt x="363369" y="53884"/>
                        <a:pt x="356963" y="55863"/>
                        <a:pt x="351216" y="59066"/>
                      </a:cubicBezTo>
                      <a:cubicBezTo>
                        <a:pt x="345093" y="62363"/>
                        <a:pt x="338499" y="66131"/>
                        <a:pt x="332187" y="69711"/>
                      </a:cubicBezTo>
                      <a:lnTo>
                        <a:pt x="293846" y="91283"/>
                      </a:lnTo>
                      <a:lnTo>
                        <a:pt x="255506" y="112856"/>
                      </a:lnTo>
                      <a:cubicBezTo>
                        <a:pt x="249194" y="116435"/>
                        <a:pt x="242506" y="120015"/>
                        <a:pt x="236477" y="123689"/>
                      </a:cubicBezTo>
                      <a:cubicBezTo>
                        <a:pt x="230636" y="126986"/>
                        <a:pt x="225549" y="131602"/>
                        <a:pt x="221027" y="136595"/>
                      </a:cubicBezTo>
                      <a:cubicBezTo>
                        <a:pt x="211984" y="146675"/>
                        <a:pt x="206708" y="159863"/>
                        <a:pt x="205390" y="173334"/>
                      </a:cubicBezTo>
                      <a:cubicBezTo>
                        <a:pt x="204259" y="186994"/>
                        <a:pt x="207368" y="200653"/>
                        <a:pt x="214622" y="212711"/>
                      </a:cubicBezTo>
                      <a:lnTo>
                        <a:pt x="224230" y="228914"/>
                      </a:lnTo>
                      <a:lnTo>
                        <a:pt x="208404" y="219023"/>
                      </a:lnTo>
                      <a:cubicBezTo>
                        <a:pt x="196534" y="211581"/>
                        <a:pt x="182781" y="208095"/>
                        <a:pt x="168933" y="208849"/>
                      </a:cubicBezTo>
                      <a:cubicBezTo>
                        <a:pt x="155179" y="209885"/>
                        <a:pt x="141614" y="215066"/>
                        <a:pt x="131157" y="224204"/>
                      </a:cubicBezTo>
                      <a:cubicBezTo>
                        <a:pt x="125882" y="228726"/>
                        <a:pt x="121172" y="233907"/>
                        <a:pt x="117592" y="239842"/>
                      </a:cubicBezTo>
                      <a:cubicBezTo>
                        <a:pt x="113824" y="245871"/>
                        <a:pt x="110150" y="252465"/>
                        <a:pt x="106476" y="258682"/>
                      </a:cubicBezTo>
                      <a:lnTo>
                        <a:pt x="84338" y="296646"/>
                      </a:lnTo>
                      <a:lnTo>
                        <a:pt x="62201" y="334610"/>
                      </a:lnTo>
                      <a:cubicBezTo>
                        <a:pt x="58527" y="340922"/>
                        <a:pt x="54664" y="347328"/>
                        <a:pt x="51273" y="353545"/>
                      </a:cubicBezTo>
                      <a:cubicBezTo>
                        <a:pt x="47787" y="359574"/>
                        <a:pt x="45621" y="366357"/>
                        <a:pt x="44208" y="373233"/>
                      </a:cubicBezTo>
                      <a:cubicBezTo>
                        <a:pt x="41382" y="386987"/>
                        <a:pt x="43737" y="401589"/>
                        <a:pt x="49671" y="414212"/>
                      </a:cubicBezTo>
                      <a:cubicBezTo>
                        <a:pt x="55889" y="426835"/>
                        <a:pt x="65874" y="437292"/>
                        <a:pt x="78404" y="443980"/>
                      </a:cubicBezTo>
                      <a:lnTo>
                        <a:pt x="90085" y="450292"/>
                      </a:lnTo>
                      <a:lnTo>
                        <a:pt x="76802" y="450009"/>
                      </a:lnTo>
                      <a:cubicBezTo>
                        <a:pt x="62577" y="449726"/>
                        <a:pt x="48729" y="453777"/>
                        <a:pt x="37142" y="461690"/>
                      </a:cubicBezTo>
                      <a:cubicBezTo>
                        <a:pt x="25744" y="469698"/>
                        <a:pt x="16606" y="481096"/>
                        <a:pt x="12179" y="494379"/>
                      </a:cubicBezTo>
                      <a:cubicBezTo>
                        <a:pt x="9918" y="500973"/>
                        <a:pt x="8410" y="507850"/>
                        <a:pt x="8410" y="514821"/>
                      </a:cubicBezTo>
                      <a:cubicBezTo>
                        <a:pt x="8222" y="521981"/>
                        <a:pt x="8410" y="529423"/>
                        <a:pt x="8410" y="536771"/>
                      </a:cubicBezTo>
                      <a:lnTo>
                        <a:pt x="8693" y="580763"/>
                      </a:lnTo>
                      <a:lnTo>
                        <a:pt x="9070" y="624756"/>
                      </a:lnTo>
                      <a:cubicBezTo>
                        <a:pt x="9164" y="632010"/>
                        <a:pt x="9070" y="639546"/>
                        <a:pt x="9352" y="646612"/>
                      </a:cubicBezTo>
                      <a:cubicBezTo>
                        <a:pt x="9447" y="653488"/>
                        <a:pt x="10954" y="660271"/>
                        <a:pt x="13309" y="666677"/>
                      </a:cubicBezTo>
                      <a:cubicBezTo>
                        <a:pt x="17831" y="679583"/>
                        <a:pt x="26969" y="690699"/>
                        <a:pt x="38179" y="698329"/>
                      </a:cubicBezTo>
                      <a:cubicBezTo>
                        <a:pt x="49577" y="705865"/>
                        <a:pt x="62954" y="709634"/>
                        <a:pt x="76896" y="709162"/>
                      </a:cubicBezTo>
                      <a:lnTo>
                        <a:pt x="99317" y="708409"/>
                      </a:lnTo>
                      <a:lnTo>
                        <a:pt x="79628" y="719431"/>
                      </a:lnTo>
                      <a:cubicBezTo>
                        <a:pt x="67476" y="726213"/>
                        <a:pt x="58150" y="736293"/>
                        <a:pt x="52309" y="748539"/>
                      </a:cubicBezTo>
                      <a:cubicBezTo>
                        <a:pt x="46751" y="760692"/>
                        <a:pt x="44773" y="774634"/>
                        <a:pt x="47505" y="787728"/>
                      </a:cubicBezTo>
                      <a:cubicBezTo>
                        <a:pt x="48824" y="794228"/>
                        <a:pt x="50990" y="800634"/>
                        <a:pt x="54287" y="806380"/>
                      </a:cubicBezTo>
                      <a:cubicBezTo>
                        <a:pt x="57679" y="812503"/>
                        <a:pt x="61635" y="818909"/>
                        <a:pt x="65309" y="825221"/>
                      </a:cubicBezTo>
                      <a:lnTo>
                        <a:pt x="87730" y="863091"/>
                      </a:lnTo>
                      <a:lnTo>
                        <a:pt x="110056" y="901055"/>
                      </a:lnTo>
                      <a:cubicBezTo>
                        <a:pt x="113730" y="907272"/>
                        <a:pt x="117498" y="913960"/>
                        <a:pt x="121172" y="919801"/>
                      </a:cubicBezTo>
                      <a:cubicBezTo>
                        <a:pt x="124469" y="925453"/>
                        <a:pt x="128991" y="930258"/>
                        <a:pt x="133889" y="934497"/>
                      </a:cubicBezTo>
                      <a:cubicBezTo>
                        <a:pt x="143686" y="942975"/>
                        <a:pt x="156498" y="947780"/>
                        <a:pt x="169310" y="948816"/>
                      </a:cubicBezTo>
                      <a:cubicBezTo>
                        <a:pt x="182310" y="949569"/>
                        <a:pt x="195027" y="946461"/>
                        <a:pt x="206426" y="939395"/>
                      </a:cubicBezTo>
                      <a:lnTo>
                        <a:pt x="236100" y="921026"/>
                      </a:lnTo>
                      <a:lnTo>
                        <a:pt x="218107" y="950982"/>
                      </a:lnTo>
                      <a:cubicBezTo>
                        <a:pt x="211230" y="962569"/>
                        <a:pt x="208310" y="975192"/>
                        <a:pt x="209252" y="988099"/>
                      </a:cubicBezTo>
                      <a:cubicBezTo>
                        <a:pt x="210477" y="1000816"/>
                        <a:pt x="215375" y="1013345"/>
                        <a:pt x="223853" y="1022860"/>
                      </a:cubicBezTo>
                      <a:cubicBezTo>
                        <a:pt x="227998" y="1027664"/>
                        <a:pt x="232803" y="1031997"/>
                        <a:pt x="238361" y="1035200"/>
                      </a:cubicBezTo>
                      <a:cubicBezTo>
                        <a:pt x="244201" y="1038780"/>
                        <a:pt x="250984" y="1042454"/>
                        <a:pt x="257201" y="1046128"/>
                      </a:cubicBezTo>
                      <a:lnTo>
                        <a:pt x="295354" y="1067983"/>
                      </a:lnTo>
                      <a:lnTo>
                        <a:pt x="333506" y="1089838"/>
                      </a:lnTo>
                      <a:cubicBezTo>
                        <a:pt x="339818" y="1093418"/>
                        <a:pt x="346412" y="1097280"/>
                        <a:pt x="352441" y="1100577"/>
                      </a:cubicBezTo>
                      <a:cubicBezTo>
                        <a:pt x="357999" y="1103686"/>
                        <a:pt x="364028" y="1105570"/>
                        <a:pt x="370245" y="1106795"/>
                      </a:cubicBezTo>
                      <a:cubicBezTo>
                        <a:pt x="382680" y="1109244"/>
                        <a:pt x="395680" y="1107077"/>
                        <a:pt x="407079" y="1101708"/>
                      </a:cubicBezTo>
                      <a:cubicBezTo>
                        <a:pt x="418477" y="1096055"/>
                        <a:pt x="427615" y="1087295"/>
                        <a:pt x="433927" y="1075708"/>
                      </a:cubicBezTo>
                      <a:lnTo>
                        <a:pt x="453521" y="1039533"/>
                      </a:lnTo>
                      <a:lnTo>
                        <a:pt x="452767" y="1080700"/>
                      </a:lnTo>
                      <a:cubicBezTo>
                        <a:pt x="452485" y="1093983"/>
                        <a:pt x="456159" y="1105947"/>
                        <a:pt x="463224" y="1116497"/>
                      </a:cubicBezTo>
                      <a:cubicBezTo>
                        <a:pt x="470478" y="1126672"/>
                        <a:pt x="480652" y="1134867"/>
                        <a:pt x="492521" y="1138824"/>
                      </a:cubicBezTo>
                      <a:cubicBezTo>
                        <a:pt x="498362" y="1140802"/>
                        <a:pt x="504579" y="1142121"/>
                        <a:pt x="510797" y="1142121"/>
                      </a:cubicBezTo>
                      <a:cubicBezTo>
                        <a:pt x="517579" y="1142309"/>
                        <a:pt x="525304" y="1142121"/>
                        <a:pt x="532558" y="1142121"/>
                      </a:cubicBezTo>
                      <a:lnTo>
                        <a:pt x="576551" y="1142121"/>
                      </a:lnTo>
                      <a:lnTo>
                        <a:pt x="620544" y="1142215"/>
                      </a:lnTo>
                      <a:cubicBezTo>
                        <a:pt x="627797" y="1142215"/>
                        <a:pt x="635522" y="1142309"/>
                        <a:pt x="642305" y="1142121"/>
                      </a:cubicBezTo>
                      <a:cubicBezTo>
                        <a:pt x="648616" y="1142121"/>
                        <a:pt x="654739" y="1140802"/>
                        <a:pt x="660580" y="1138730"/>
                      </a:cubicBezTo>
                      <a:cubicBezTo>
                        <a:pt x="672450" y="1134773"/>
                        <a:pt x="682624" y="1126483"/>
                        <a:pt x="689783" y="1116309"/>
                      </a:cubicBezTo>
                      <a:cubicBezTo>
                        <a:pt x="696848" y="1105758"/>
                        <a:pt x="700428" y="1093795"/>
                        <a:pt x="700145" y="1080606"/>
                      </a:cubicBezTo>
                      <a:lnTo>
                        <a:pt x="699297" y="1038497"/>
                      </a:lnTo>
                      <a:lnTo>
                        <a:pt x="719457" y="1075425"/>
                      </a:lnTo>
                      <a:cubicBezTo>
                        <a:pt x="725769" y="1087012"/>
                        <a:pt x="734906" y="1095679"/>
                        <a:pt x="746211" y="1101237"/>
                      </a:cubicBezTo>
                      <a:cubicBezTo>
                        <a:pt x="757515" y="1106512"/>
                        <a:pt x="770515" y="1108584"/>
                        <a:pt x="782856" y="1106135"/>
                      </a:cubicBezTo>
                      <a:cubicBezTo>
                        <a:pt x="788979" y="1104911"/>
                        <a:pt x="795008" y="1103026"/>
                        <a:pt x="800472" y="1099918"/>
                      </a:cubicBezTo>
                      <a:cubicBezTo>
                        <a:pt x="806501" y="1096715"/>
                        <a:pt x="813095" y="1092758"/>
                        <a:pt x="819313" y="1089179"/>
                      </a:cubicBezTo>
                      <a:lnTo>
                        <a:pt x="857465" y="1067229"/>
                      </a:lnTo>
                      <a:lnTo>
                        <a:pt x="895617" y="1045374"/>
                      </a:lnTo>
                      <a:cubicBezTo>
                        <a:pt x="901929" y="1041794"/>
                        <a:pt x="908617" y="1038120"/>
                        <a:pt x="914458" y="1034635"/>
                      </a:cubicBezTo>
                      <a:cubicBezTo>
                        <a:pt x="920016" y="1031526"/>
                        <a:pt x="924726" y="1027193"/>
                        <a:pt x="928965" y="1022483"/>
                      </a:cubicBezTo>
                      <a:cubicBezTo>
                        <a:pt x="937443" y="1013062"/>
                        <a:pt x="942342" y="1000627"/>
                        <a:pt x="943661" y="988004"/>
                      </a:cubicBezTo>
                      <a:cubicBezTo>
                        <a:pt x="944603" y="975192"/>
                        <a:pt x="941777" y="962569"/>
                        <a:pt x="934900" y="950982"/>
                      </a:cubicBezTo>
                      <a:lnTo>
                        <a:pt x="916719" y="920366"/>
                      </a:lnTo>
                      <a:lnTo>
                        <a:pt x="946864" y="939113"/>
                      </a:lnTo>
                      <a:cubicBezTo>
                        <a:pt x="958262" y="946178"/>
                        <a:pt x="970886" y="949381"/>
                        <a:pt x="983980" y="948627"/>
                      </a:cubicBezTo>
                      <a:cubicBezTo>
                        <a:pt x="996792" y="947685"/>
                        <a:pt x="1009603" y="942881"/>
                        <a:pt x="1019494" y="934403"/>
                      </a:cubicBezTo>
                      <a:cubicBezTo>
                        <a:pt x="1024487" y="930258"/>
                        <a:pt x="1029009" y="925453"/>
                        <a:pt x="1032400" y="919801"/>
                      </a:cubicBezTo>
                      <a:cubicBezTo>
                        <a:pt x="1036074" y="913960"/>
                        <a:pt x="1039937" y="907366"/>
                        <a:pt x="1043705" y="901149"/>
                      </a:cubicBezTo>
                      <a:lnTo>
                        <a:pt x="1066314" y="863373"/>
                      </a:lnTo>
                      <a:lnTo>
                        <a:pt x="1088922" y="825598"/>
                      </a:lnTo>
                      <a:cubicBezTo>
                        <a:pt x="1092596" y="819380"/>
                        <a:pt x="1096647" y="812880"/>
                        <a:pt x="1100038" y="806757"/>
                      </a:cubicBezTo>
                      <a:cubicBezTo>
                        <a:pt x="1103524" y="800916"/>
                        <a:pt x="1105691" y="794417"/>
                        <a:pt x="1107104" y="787822"/>
                      </a:cubicBezTo>
                      <a:cubicBezTo>
                        <a:pt x="1110024" y="774540"/>
                        <a:pt x="1107951" y="760315"/>
                        <a:pt x="1102393" y="747880"/>
                      </a:cubicBezTo>
                      <a:cubicBezTo>
                        <a:pt x="1096553" y="735445"/>
                        <a:pt x="1086944" y="724989"/>
                        <a:pt x="1074603" y="718018"/>
                      </a:cubicBezTo>
                      <a:lnTo>
                        <a:pt x="1060379" y="710010"/>
                      </a:lnTo>
                      <a:lnTo>
                        <a:pt x="1076582" y="710670"/>
                      </a:lnTo>
                      <a:cubicBezTo>
                        <a:pt x="1090618" y="711235"/>
                        <a:pt x="1104277" y="707467"/>
                        <a:pt x="1116053" y="699931"/>
                      </a:cubicBezTo>
                      <a:cubicBezTo>
                        <a:pt x="1127546" y="692206"/>
                        <a:pt x="1136966" y="680996"/>
                        <a:pt x="1141770" y="667807"/>
                      </a:cubicBezTo>
                      <a:cubicBezTo>
                        <a:pt x="1147328" y="654807"/>
                        <a:pt x="1146104" y="640206"/>
                        <a:pt x="1146386" y="625510"/>
                      </a:cubicBezTo>
                      <a:lnTo>
                        <a:pt x="1146669" y="581800"/>
                      </a:lnTo>
                      <a:lnTo>
                        <a:pt x="1146952" y="538089"/>
                      </a:lnTo>
                      <a:cubicBezTo>
                        <a:pt x="1146763" y="523488"/>
                        <a:pt x="1148459" y="508792"/>
                        <a:pt x="1143749" y="495227"/>
                      </a:cubicBezTo>
                      <a:cubicBezTo>
                        <a:pt x="1134988" y="468096"/>
                        <a:pt x="1107575" y="447748"/>
                        <a:pt x="1078560" y="448031"/>
                      </a:cubicBezTo>
                      <a:close/>
                      <a:moveTo>
                        <a:pt x="1078560" y="446053"/>
                      </a:moveTo>
                      <a:cubicBezTo>
                        <a:pt x="1093350" y="446053"/>
                        <a:pt x="1108140" y="450575"/>
                        <a:pt x="1120198" y="459335"/>
                      </a:cubicBezTo>
                      <a:cubicBezTo>
                        <a:pt x="1132350" y="467814"/>
                        <a:pt x="1141488" y="480531"/>
                        <a:pt x="1146292" y="494567"/>
                      </a:cubicBezTo>
                      <a:cubicBezTo>
                        <a:pt x="1148553" y="501633"/>
                        <a:pt x="1149872" y="509075"/>
                        <a:pt x="1149966" y="516517"/>
                      </a:cubicBezTo>
                      <a:lnTo>
                        <a:pt x="1150060" y="538372"/>
                      </a:lnTo>
                      <a:lnTo>
                        <a:pt x="1150343" y="582082"/>
                      </a:lnTo>
                      <a:lnTo>
                        <a:pt x="1150625" y="625792"/>
                      </a:lnTo>
                      <a:cubicBezTo>
                        <a:pt x="1150625" y="633140"/>
                        <a:pt x="1150908" y="640300"/>
                        <a:pt x="1150720" y="647742"/>
                      </a:cubicBezTo>
                      <a:cubicBezTo>
                        <a:pt x="1150720" y="655278"/>
                        <a:pt x="1149212" y="662815"/>
                        <a:pt x="1146669" y="669974"/>
                      </a:cubicBezTo>
                      <a:cubicBezTo>
                        <a:pt x="1141865" y="684387"/>
                        <a:pt x="1131973" y="696916"/>
                        <a:pt x="1119539" y="705771"/>
                      </a:cubicBezTo>
                      <a:cubicBezTo>
                        <a:pt x="1107009" y="714438"/>
                        <a:pt x="1091466" y="719054"/>
                        <a:pt x="1076299" y="718865"/>
                      </a:cubicBezTo>
                      <a:lnTo>
                        <a:pt x="1078277" y="711423"/>
                      </a:lnTo>
                      <a:cubicBezTo>
                        <a:pt x="1091748" y="718488"/>
                        <a:pt x="1103430" y="730170"/>
                        <a:pt x="1110306" y="744112"/>
                      </a:cubicBezTo>
                      <a:cubicBezTo>
                        <a:pt x="1117089" y="758148"/>
                        <a:pt x="1119821" y="774351"/>
                        <a:pt x="1116995" y="789895"/>
                      </a:cubicBezTo>
                      <a:cubicBezTo>
                        <a:pt x="1115582" y="797619"/>
                        <a:pt x="1113227" y="805344"/>
                        <a:pt x="1109459" y="812221"/>
                      </a:cubicBezTo>
                      <a:cubicBezTo>
                        <a:pt x="1105879" y="819004"/>
                        <a:pt x="1102299" y="825127"/>
                        <a:pt x="1098720" y="831627"/>
                      </a:cubicBezTo>
                      <a:lnTo>
                        <a:pt x="1077335" y="870062"/>
                      </a:lnTo>
                      <a:lnTo>
                        <a:pt x="1055951" y="908497"/>
                      </a:lnTo>
                      <a:cubicBezTo>
                        <a:pt x="1052277" y="914997"/>
                        <a:pt x="1048980" y="921214"/>
                        <a:pt x="1045024" y="927808"/>
                      </a:cubicBezTo>
                      <a:cubicBezTo>
                        <a:pt x="1040973" y="934873"/>
                        <a:pt x="1035509" y="941091"/>
                        <a:pt x="1029480" y="946555"/>
                      </a:cubicBezTo>
                      <a:cubicBezTo>
                        <a:pt x="1017234" y="957482"/>
                        <a:pt x="1001313" y="963794"/>
                        <a:pt x="985016" y="965301"/>
                      </a:cubicBezTo>
                      <a:cubicBezTo>
                        <a:pt x="968719" y="966714"/>
                        <a:pt x="951668" y="962475"/>
                        <a:pt x="938009" y="954280"/>
                      </a:cubicBezTo>
                      <a:lnTo>
                        <a:pt x="949878" y="942410"/>
                      </a:lnTo>
                      <a:cubicBezTo>
                        <a:pt x="958357" y="955881"/>
                        <a:pt x="962878" y="973026"/>
                        <a:pt x="961654" y="989512"/>
                      </a:cubicBezTo>
                      <a:cubicBezTo>
                        <a:pt x="960429" y="1005997"/>
                        <a:pt x="954212" y="1022294"/>
                        <a:pt x="943284" y="1035012"/>
                      </a:cubicBezTo>
                      <a:cubicBezTo>
                        <a:pt x="937915" y="1041323"/>
                        <a:pt x="931603" y="1047070"/>
                        <a:pt x="924443" y="1051309"/>
                      </a:cubicBezTo>
                      <a:cubicBezTo>
                        <a:pt x="917755" y="1055454"/>
                        <a:pt x="911726" y="1058845"/>
                        <a:pt x="905320" y="1062707"/>
                      </a:cubicBezTo>
                      <a:lnTo>
                        <a:pt x="867262" y="1084845"/>
                      </a:lnTo>
                      <a:lnTo>
                        <a:pt x="829204" y="1106889"/>
                      </a:lnTo>
                      <a:cubicBezTo>
                        <a:pt x="822704" y="1110563"/>
                        <a:pt x="816769" y="1114237"/>
                        <a:pt x="809892" y="1118005"/>
                      </a:cubicBezTo>
                      <a:cubicBezTo>
                        <a:pt x="802639" y="1122150"/>
                        <a:pt x="794443" y="1124787"/>
                        <a:pt x="786247" y="1126389"/>
                      </a:cubicBezTo>
                      <a:cubicBezTo>
                        <a:pt x="769667" y="1129686"/>
                        <a:pt x="752240" y="1127048"/>
                        <a:pt x="737073" y="1119889"/>
                      </a:cubicBezTo>
                      <a:cubicBezTo>
                        <a:pt x="722001" y="1112729"/>
                        <a:pt x="709000" y="1100106"/>
                        <a:pt x="701276" y="1085881"/>
                      </a:cubicBezTo>
                      <a:lnTo>
                        <a:pt x="720493" y="1080700"/>
                      </a:lnTo>
                      <a:cubicBezTo>
                        <a:pt x="720964" y="1096809"/>
                        <a:pt x="716066" y="1114331"/>
                        <a:pt x="706645" y="1128085"/>
                      </a:cubicBezTo>
                      <a:cubicBezTo>
                        <a:pt x="697037" y="1141838"/>
                        <a:pt x="683283" y="1152954"/>
                        <a:pt x="667268" y="1158418"/>
                      </a:cubicBezTo>
                      <a:cubicBezTo>
                        <a:pt x="659355" y="1161150"/>
                        <a:pt x="650971" y="1162940"/>
                        <a:pt x="642493" y="1163034"/>
                      </a:cubicBezTo>
                      <a:cubicBezTo>
                        <a:pt x="634580" y="1163222"/>
                        <a:pt x="627703" y="1163128"/>
                        <a:pt x="620261" y="1163128"/>
                      </a:cubicBezTo>
                      <a:lnTo>
                        <a:pt x="576268" y="1163222"/>
                      </a:lnTo>
                      <a:lnTo>
                        <a:pt x="532275" y="1163222"/>
                      </a:lnTo>
                      <a:cubicBezTo>
                        <a:pt x="524833" y="1163128"/>
                        <a:pt x="517862" y="1163222"/>
                        <a:pt x="510043" y="1163034"/>
                      </a:cubicBezTo>
                      <a:cubicBezTo>
                        <a:pt x="501565" y="1162940"/>
                        <a:pt x="493275" y="1161150"/>
                        <a:pt x="485268" y="1158324"/>
                      </a:cubicBezTo>
                      <a:cubicBezTo>
                        <a:pt x="469253" y="1152766"/>
                        <a:pt x="455499" y="1141650"/>
                        <a:pt x="445985" y="1127896"/>
                      </a:cubicBezTo>
                      <a:cubicBezTo>
                        <a:pt x="436564" y="1114048"/>
                        <a:pt x="431760" y="1096621"/>
                        <a:pt x="432231" y="1080512"/>
                      </a:cubicBezTo>
                      <a:lnTo>
                        <a:pt x="451072" y="1085599"/>
                      </a:lnTo>
                      <a:cubicBezTo>
                        <a:pt x="443347" y="1099729"/>
                        <a:pt x="430441" y="1112353"/>
                        <a:pt x="415369" y="1119418"/>
                      </a:cubicBezTo>
                      <a:cubicBezTo>
                        <a:pt x="400202" y="1126483"/>
                        <a:pt x="382869" y="1129027"/>
                        <a:pt x="366383" y="1125824"/>
                      </a:cubicBezTo>
                      <a:cubicBezTo>
                        <a:pt x="358187" y="1124222"/>
                        <a:pt x="350086" y="1121584"/>
                        <a:pt x="342926" y="1117440"/>
                      </a:cubicBezTo>
                      <a:cubicBezTo>
                        <a:pt x="336050" y="1113671"/>
                        <a:pt x="330115" y="1109998"/>
                        <a:pt x="323615" y="1106324"/>
                      </a:cubicBezTo>
                      <a:lnTo>
                        <a:pt x="285557" y="1084186"/>
                      </a:lnTo>
                      <a:lnTo>
                        <a:pt x="247498" y="1062048"/>
                      </a:lnTo>
                      <a:cubicBezTo>
                        <a:pt x="241093" y="1058280"/>
                        <a:pt x="234969" y="1054889"/>
                        <a:pt x="228375" y="1050744"/>
                      </a:cubicBezTo>
                      <a:cubicBezTo>
                        <a:pt x="221216" y="1046504"/>
                        <a:pt x="214998" y="1040852"/>
                        <a:pt x="209629" y="1034635"/>
                      </a:cubicBezTo>
                      <a:cubicBezTo>
                        <a:pt x="198701" y="1022106"/>
                        <a:pt x="192484" y="1005809"/>
                        <a:pt x="191259" y="989417"/>
                      </a:cubicBezTo>
                      <a:cubicBezTo>
                        <a:pt x="190129" y="973026"/>
                        <a:pt x="194556" y="955881"/>
                        <a:pt x="202940" y="942410"/>
                      </a:cubicBezTo>
                      <a:lnTo>
                        <a:pt x="214622" y="954091"/>
                      </a:lnTo>
                      <a:cubicBezTo>
                        <a:pt x="201056" y="962287"/>
                        <a:pt x="183911" y="966526"/>
                        <a:pt x="167708" y="965207"/>
                      </a:cubicBezTo>
                      <a:cubicBezTo>
                        <a:pt x="151411" y="963700"/>
                        <a:pt x="135491" y="957388"/>
                        <a:pt x="123150" y="946555"/>
                      </a:cubicBezTo>
                      <a:cubicBezTo>
                        <a:pt x="117027" y="941185"/>
                        <a:pt x="111469" y="934968"/>
                        <a:pt x="107418" y="927903"/>
                      </a:cubicBezTo>
                      <a:cubicBezTo>
                        <a:pt x="103462" y="921308"/>
                        <a:pt x="100070" y="915091"/>
                        <a:pt x="96396" y="908685"/>
                      </a:cubicBezTo>
                      <a:lnTo>
                        <a:pt x="74730" y="870438"/>
                      </a:lnTo>
                      <a:lnTo>
                        <a:pt x="53157" y="832098"/>
                      </a:lnTo>
                      <a:cubicBezTo>
                        <a:pt x="49577" y="825598"/>
                        <a:pt x="45998" y="819474"/>
                        <a:pt x="42324" y="812786"/>
                      </a:cubicBezTo>
                      <a:cubicBezTo>
                        <a:pt x="38461" y="805815"/>
                        <a:pt x="36012" y="797996"/>
                        <a:pt x="34599" y="790177"/>
                      </a:cubicBezTo>
                      <a:cubicBezTo>
                        <a:pt x="31679" y="774351"/>
                        <a:pt x="34411" y="757866"/>
                        <a:pt x="41287" y="743547"/>
                      </a:cubicBezTo>
                      <a:cubicBezTo>
                        <a:pt x="48258" y="729322"/>
                        <a:pt x="60128" y="717358"/>
                        <a:pt x="73788" y="710105"/>
                      </a:cubicBezTo>
                      <a:lnTo>
                        <a:pt x="76519" y="720373"/>
                      </a:lnTo>
                      <a:cubicBezTo>
                        <a:pt x="61070" y="720655"/>
                        <a:pt x="44961" y="715945"/>
                        <a:pt x="32055" y="706996"/>
                      </a:cubicBezTo>
                      <a:cubicBezTo>
                        <a:pt x="19244" y="697952"/>
                        <a:pt x="9070" y="684952"/>
                        <a:pt x="4077" y="670068"/>
                      </a:cubicBezTo>
                      <a:cubicBezTo>
                        <a:pt x="1628" y="662626"/>
                        <a:pt x="26" y="654901"/>
                        <a:pt x="26" y="647082"/>
                      </a:cubicBezTo>
                      <a:cubicBezTo>
                        <a:pt x="-68" y="639546"/>
                        <a:pt x="121" y="632387"/>
                        <a:pt x="121" y="624945"/>
                      </a:cubicBezTo>
                      <a:lnTo>
                        <a:pt x="497" y="580952"/>
                      </a:lnTo>
                      <a:lnTo>
                        <a:pt x="780" y="536959"/>
                      </a:lnTo>
                      <a:cubicBezTo>
                        <a:pt x="874" y="529611"/>
                        <a:pt x="780" y="522357"/>
                        <a:pt x="968" y="514915"/>
                      </a:cubicBezTo>
                      <a:cubicBezTo>
                        <a:pt x="1063" y="507191"/>
                        <a:pt x="2664" y="499560"/>
                        <a:pt x="5208" y="492307"/>
                      </a:cubicBezTo>
                      <a:cubicBezTo>
                        <a:pt x="10200" y="477705"/>
                        <a:pt x="20374" y="465176"/>
                        <a:pt x="32998" y="456415"/>
                      </a:cubicBezTo>
                      <a:cubicBezTo>
                        <a:pt x="45715" y="447843"/>
                        <a:pt x="61353" y="443415"/>
                        <a:pt x="76425" y="443886"/>
                      </a:cubicBezTo>
                      <a:lnTo>
                        <a:pt x="74824" y="449915"/>
                      </a:lnTo>
                      <a:cubicBezTo>
                        <a:pt x="61541" y="442661"/>
                        <a:pt x="50331" y="430980"/>
                        <a:pt x="43737" y="417132"/>
                      </a:cubicBezTo>
                      <a:cubicBezTo>
                        <a:pt x="37331" y="403284"/>
                        <a:pt x="34976" y="387458"/>
                        <a:pt x="37802" y="372386"/>
                      </a:cubicBezTo>
                      <a:cubicBezTo>
                        <a:pt x="39215" y="364849"/>
                        <a:pt x="41570" y="357502"/>
                        <a:pt x="45338" y="350813"/>
                      </a:cubicBezTo>
                      <a:cubicBezTo>
                        <a:pt x="48918" y="344219"/>
                        <a:pt x="52592" y="338001"/>
                        <a:pt x="56172" y="331596"/>
                      </a:cubicBezTo>
                      <a:lnTo>
                        <a:pt x="78027" y="293349"/>
                      </a:lnTo>
                      <a:lnTo>
                        <a:pt x="99882" y="255103"/>
                      </a:lnTo>
                      <a:cubicBezTo>
                        <a:pt x="103556" y="248697"/>
                        <a:pt x="107041" y="242385"/>
                        <a:pt x="110904" y="235979"/>
                      </a:cubicBezTo>
                      <a:cubicBezTo>
                        <a:pt x="114766" y="229291"/>
                        <a:pt x="120041" y="223450"/>
                        <a:pt x="125788" y="218363"/>
                      </a:cubicBezTo>
                      <a:cubicBezTo>
                        <a:pt x="137469" y="208095"/>
                        <a:pt x="152542" y="202254"/>
                        <a:pt x="167991" y="200747"/>
                      </a:cubicBezTo>
                      <a:cubicBezTo>
                        <a:pt x="183440" y="199428"/>
                        <a:pt x="199455" y="203291"/>
                        <a:pt x="212643" y="211110"/>
                      </a:cubicBezTo>
                      <a:lnTo>
                        <a:pt x="206426" y="217327"/>
                      </a:lnTo>
                      <a:cubicBezTo>
                        <a:pt x="198230" y="204327"/>
                        <a:pt x="194085" y="188312"/>
                        <a:pt x="195027" y="172581"/>
                      </a:cubicBezTo>
                      <a:cubicBezTo>
                        <a:pt x="196158" y="156943"/>
                        <a:pt x="201998" y="141399"/>
                        <a:pt x="212361" y="129341"/>
                      </a:cubicBezTo>
                      <a:cubicBezTo>
                        <a:pt x="217448" y="123312"/>
                        <a:pt x="223382" y="117848"/>
                        <a:pt x="230165" y="113798"/>
                      </a:cubicBezTo>
                      <a:cubicBezTo>
                        <a:pt x="236665" y="109747"/>
                        <a:pt x="242788" y="106261"/>
                        <a:pt x="249194" y="102399"/>
                      </a:cubicBezTo>
                      <a:lnTo>
                        <a:pt x="287064" y="79979"/>
                      </a:lnTo>
                      <a:lnTo>
                        <a:pt x="324934" y="57558"/>
                      </a:lnTo>
                      <a:cubicBezTo>
                        <a:pt x="331339" y="53790"/>
                        <a:pt x="337368" y="50116"/>
                        <a:pt x="344057" y="46348"/>
                      </a:cubicBezTo>
                      <a:cubicBezTo>
                        <a:pt x="351028" y="42297"/>
                        <a:pt x="358847" y="39660"/>
                        <a:pt x="366760" y="38058"/>
                      </a:cubicBezTo>
                      <a:cubicBezTo>
                        <a:pt x="382680" y="34761"/>
                        <a:pt x="399637" y="37210"/>
                        <a:pt x="414427" y="43993"/>
                      </a:cubicBezTo>
                      <a:cubicBezTo>
                        <a:pt x="429122" y="50870"/>
                        <a:pt x="441840" y="62928"/>
                        <a:pt x="449470" y="76870"/>
                      </a:cubicBezTo>
                      <a:lnTo>
                        <a:pt x="434021" y="81015"/>
                      </a:lnTo>
                      <a:cubicBezTo>
                        <a:pt x="433550" y="65189"/>
                        <a:pt x="438260" y="48232"/>
                        <a:pt x="447492" y="34667"/>
                      </a:cubicBezTo>
                      <a:cubicBezTo>
                        <a:pt x="456818" y="21196"/>
                        <a:pt x="470195" y="10362"/>
                        <a:pt x="485833" y="4993"/>
                      </a:cubicBezTo>
                      <a:cubicBezTo>
                        <a:pt x="493557" y="2261"/>
                        <a:pt x="501753" y="471"/>
                        <a:pt x="510043" y="471"/>
                      </a:cubicBezTo>
                      <a:cubicBezTo>
                        <a:pt x="517862" y="283"/>
                        <a:pt x="524833" y="377"/>
                        <a:pt x="532275" y="283"/>
                      </a:cubicBezTo>
                      <a:lnTo>
                        <a:pt x="576268" y="94"/>
                      </a:lnTo>
                      <a:lnTo>
                        <a:pt x="620261" y="0"/>
                      </a:lnTo>
                      <a:cubicBezTo>
                        <a:pt x="627703" y="94"/>
                        <a:pt x="634674" y="0"/>
                        <a:pt x="642493" y="283"/>
                      </a:cubicBezTo>
                      <a:cubicBezTo>
                        <a:pt x="650783" y="377"/>
                        <a:pt x="658978" y="2167"/>
                        <a:pt x="666703" y="4899"/>
                      </a:cubicBezTo>
                      <a:cubicBezTo>
                        <a:pt x="682341" y="10362"/>
                        <a:pt x="695718" y="21196"/>
                        <a:pt x="705044" y="34761"/>
                      </a:cubicBezTo>
                      <a:cubicBezTo>
                        <a:pt x="714182" y="48326"/>
                        <a:pt x="718892" y="65189"/>
                        <a:pt x="718327" y="81015"/>
                      </a:cubicBezTo>
                      <a:lnTo>
                        <a:pt x="703160" y="76964"/>
                      </a:lnTo>
                      <a:cubicBezTo>
                        <a:pt x="710790" y="63116"/>
                        <a:pt x="723414" y="50964"/>
                        <a:pt x="738109" y="43993"/>
                      </a:cubicBezTo>
                      <a:cubicBezTo>
                        <a:pt x="752899" y="37210"/>
                        <a:pt x="769762" y="34667"/>
                        <a:pt x="785776" y="37870"/>
                      </a:cubicBezTo>
                      <a:cubicBezTo>
                        <a:pt x="793689" y="39471"/>
                        <a:pt x="801508" y="42109"/>
                        <a:pt x="808479" y="46254"/>
                      </a:cubicBezTo>
                      <a:cubicBezTo>
                        <a:pt x="815168" y="50022"/>
                        <a:pt x="821197" y="53790"/>
                        <a:pt x="827602" y="57558"/>
                      </a:cubicBezTo>
                      <a:lnTo>
                        <a:pt x="865378" y="80073"/>
                      </a:lnTo>
                      <a:lnTo>
                        <a:pt x="903153" y="102587"/>
                      </a:lnTo>
                      <a:cubicBezTo>
                        <a:pt x="909465" y="106450"/>
                        <a:pt x="915683" y="109935"/>
                        <a:pt x="922088" y="113986"/>
                      </a:cubicBezTo>
                      <a:cubicBezTo>
                        <a:pt x="928871" y="118037"/>
                        <a:pt x="934712" y="123501"/>
                        <a:pt x="939799" y="129530"/>
                      </a:cubicBezTo>
                      <a:cubicBezTo>
                        <a:pt x="950067" y="141588"/>
                        <a:pt x="955719" y="156943"/>
                        <a:pt x="956849" y="172486"/>
                      </a:cubicBezTo>
                      <a:cubicBezTo>
                        <a:pt x="957791" y="188030"/>
                        <a:pt x="953552" y="203950"/>
                        <a:pt x="945451" y="216762"/>
                      </a:cubicBezTo>
                      <a:lnTo>
                        <a:pt x="940175" y="211486"/>
                      </a:lnTo>
                      <a:cubicBezTo>
                        <a:pt x="953270" y="203668"/>
                        <a:pt x="969096" y="199994"/>
                        <a:pt x="984357" y="201313"/>
                      </a:cubicBezTo>
                      <a:cubicBezTo>
                        <a:pt x="999618" y="202820"/>
                        <a:pt x="1014502" y="208849"/>
                        <a:pt x="1025806" y="219023"/>
                      </a:cubicBezTo>
                      <a:cubicBezTo>
                        <a:pt x="1031458" y="224110"/>
                        <a:pt x="1036545" y="229856"/>
                        <a:pt x="1040313" y="236450"/>
                      </a:cubicBezTo>
                      <a:cubicBezTo>
                        <a:pt x="1044082" y="242856"/>
                        <a:pt x="1047473" y="249262"/>
                        <a:pt x="1051147" y="255668"/>
                      </a:cubicBezTo>
                      <a:lnTo>
                        <a:pt x="1072814" y="293914"/>
                      </a:lnTo>
                      <a:lnTo>
                        <a:pt x="1094480" y="332161"/>
                      </a:lnTo>
                      <a:cubicBezTo>
                        <a:pt x="1101357" y="344878"/>
                        <a:pt x="1110401" y="357313"/>
                        <a:pt x="1112662" y="372386"/>
                      </a:cubicBezTo>
                      <a:cubicBezTo>
                        <a:pt x="1115488" y="387081"/>
                        <a:pt x="1113133" y="402531"/>
                        <a:pt x="1106727" y="416002"/>
                      </a:cubicBezTo>
                      <a:cubicBezTo>
                        <a:pt x="1100227" y="429379"/>
                        <a:pt x="1089393" y="440589"/>
                        <a:pt x="1076299" y="447654"/>
                      </a:cubicBezTo>
                      <a:lnTo>
                        <a:pt x="1075828" y="445770"/>
                      </a:lnTo>
                      <a:lnTo>
                        <a:pt x="1078560" y="446053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94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2" name="任意多边形 101" descr="0ff10c20-b222-4fc2-b6ad-f64a20af5d10"/>
                <p:cNvSpPr/>
                <p:nvPr/>
              </p:nvSpPr>
              <p:spPr>
                <a:xfrm>
                  <a:off x="5831884" y="1580062"/>
                  <a:ext cx="901281" cy="883555"/>
                </a:xfrm>
                <a:custGeom>
                  <a:avLst/>
                  <a:gdLst>
                    <a:gd name="connsiteX0" fmla="*/ 315233 w 632791"/>
                    <a:gd name="connsiteY0" fmla="*/ 620345 h 620345"/>
                    <a:gd name="connsiteX1" fmla="*/ 93761 w 632791"/>
                    <a:gd name="connsiteY1" fmla="*/ 533867 h 620345"/>
                    <a:gd name="connsiteX2" fmla="*/ 23579 w 632791"/>
                    <a:gd name="connsiteY2" fmla="*/ 433257 h 620345"/>
                    <a:gd name="connsiteX3" fmla="*/ 28 w 632791"/>
                    <a:gd name="connsiteY3" fmla="*/ 312489 h 620345"/>
                    <a:gd name="connsiteX4" fmla="*/ 26594 w 632791"/>
                    <a:gd name="connsiteY4" fmla="*/ 192945 h 620345"/>
                    <a:gd name="connsiteX5" fmla="*/ 95927 w 632791"/>
                    <a:gd name="connsiteY5" fmla="*/ 93183 h 620345"/>
                    <a:gd name="connsiteX6" fmla="*/ 196442 w 632791"/>
                    <a:gd name="connsiteY6" fmla="*/ 25734 h 620345"/>
                    <a:gd name="connsiteX7" fmla="*/ 315233 w 632791"/>
                    <a:gd name="connsiteY7" fmla="*/ 111 h 620345"/>
                    <a:gd name="connsiteX8" fmla="*/ 538871 w 632791"/>
                    <a:gd name="connsiteY8" fmla="*/ 88850 h 620345"/>
                    <a:gd name="connsiteX9" fmla="*/ 608393 w 632791"/>
                    <a:gd name="connsiteY9" fmla="*/ 191061 h 620345"/>
                    <a:gd name="connsiteX10" fmla="*/ 632792 w 632791"/>
                    <a:gd name="connsiteY10" fmla="*/ 312489 h 620345"/>
                    <a:gd name="connsiteX11" fmla="*/ 607640 w 632791"/>
                    <a:gd name="connsiteY11" fmla="*/ 433634 h 620345"/>
                    <a:gd name="connsiteX12" fmla="*/ 536893 w 632791"/>
                    <a:gd name="connsiteY12" fmla="*/ 534149 h 620345"/>
                    <a:gd name="connsiteX13" fmla="*/ 315233 w 632791"/>
                    <a:gd name="connsiteY13" fmla="*/ 620345 h 620345"/>
                    <a:gd name="connsiteX14" fmla="*/ 315233 w 632791"/>
                    <a:gd name="connsiteY14" fmla="*/ 618367 h 620345"/>
                    <a:gd name="connsiteX15" fmla="*/ 431574 w 632791"/>
                    <a:gd name="connsiteY15" fmla="*/ 593403 h 620345"/>
                    <a:gd name="connsiteX16" fmla="*/ 527567 w 632791"/>
                    <a:gd name="connsiteY16" fmla="*/ 524823 h 620345"/>
                    <a:gd name="connsiteX17" fmla="*/ 611408 w 632791"/>
                    <a:gd name="connsiteY17" fmla="*/ 312489 h 620345"/>
                    <a:gd name="connsiteX18" fmla="*/ 525494 w 632791"/>
                    <a:gd name="connsiteY18" fmla="*/ 102133 h 620345"/>
                    <a:gd name="connsiteX19" fmla="*/ 429501 w 632791"/>
                    <a:gd name="connsiteY19" fmla="*/ 36285 h 620345"/>
                    <a:gd name="connsiteX20" fmla="*/ 315138 w 632791"/>
                    <a:gd name="connsiteY20" fmla="*/ 11038 h 620345"/>
                    <a:gd name="connsiteX21" fmla="*/ 100449 w 632791"/>
                    <a:gd name="connsiteY21" fmla="*/ 97705 h 620345"/>
                    <a:gd name="connsiteX22" fmla="*/ 16608 w 632791"/>
                    <a:gd name="connsiteY22" fmla="*/ 312394 h 620345"/>
                    <a:gd name="connsiteX23" fmla="*/ 102616 w 632791"/>
                    <a:gd name="connsiteY23" fmla="*/ 525011 h 620345"/>
                    <a:gd name="connsiteX24" fmla="*/ 198703 w 632791"/>
                    <a:gd name="connsiteY24" fmla="*/ 593591 h 620345"/>
                    <a:gd name="connsiteX25" fmla="*/ 315233 w 632791"/>
                    <a:gd name="connsiteY25" fmla="*/ 618367 h 6203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632791" h="620345">
                      <a:moveTo>
                        <a:pt x="315233" y="620345"/>
                      </a:moveTo>
                      <a:cubicBezTo>
                        <a:pt x="234783" y="620251"/>
                        <a:pt x="153580" y="590577"/>
                        <a:pt x="93761" y="533867"/>
                      </a:cubicBezTo>
                      <a:cubicBezTo>
                        <a:pt x="63898" y="505794"/>
                        <a:pt x="39499" y="471410"/>
                        <a:pt x="23579" y="433257"/>
                      </a:cubicBezTo>
                      <a:cubicBezTo>
                        <a:pt x="7376" y="395199"/>
                        <a:pt x="-537" y="353656"/>
                        <a:pt x="28" y="312489"/>
                      </a:cubicBezTo>
                      <a:cubicBezTo>
                        <a:pt x="876" y="271228"/>
                        <a:pt x="10014" y="230343"/>
                        <a:pt x="26594" y="192945"/>
                      </a:cubicBezTo>
                      <a:cubicBezTo>
                        <a:pt x="43173" y="155546"/>
                        <a:pt x="67007" y="121727"/>
                        <a:pt x="95927" y="93183"/>
                      </a:cubicBezTo>
                      <a:cubicBezTo>
                        <a:pt x="124942" y="64828"/>
                        <a:pt x="159043" y="41560"/>
                        <a:pt x="196442" y="25734"/>
                      </a:cubicBezTo>
                      <a:cubicBezTo>
                        <a:pt x="233935" y="10096"/>
                        <a:pt x="274254" y="864"/>
                        <a:pt x="315233" y="111"/>
                      </a:cubicBezTo>
                      <a:cubicBezTo>
                        <a:pt x="397095" y="-2150"/>
                        <a:pt x="480088" y="30350"/>
                        <a:pt x="538871" y="88850"/>
                      </a:cubicBezTo>
                      <a:cubicBezTo>
                        <a:pt x="568357" y="117865"/>
                        <a:pt x="592190" y="152814"/>
                        <a:pt x="608393" y="191061"/>
                      </a:cubicBezTo>
                      <a:cubicBezTo>
                        <a:pt x="624690" y="229307"/>
                        <a:pt x="632698" y="270945"/>
                        <a:pt x="632792" y="312489"/>
                      </a:cubicBezTo>
                      <a:cubicBezTo>
                        <a:pt x="632321" y="354032"/>
                        <a:pt x="624219" y="395576"/>
                        <a:pt x="607640" y="433634"/>
                      </a:cubicBezTo>
                      <a:cubicBezTo>
                        <a:pt x="591342" y="471787"/>
                        <a:pt x="566850" y="506171"/>
                        <a:pt x="536893" y="534149"/>
                      </a:cubicBezTo>
                      <a:cubicBezTo>
                        <a:pt x="476885" y="590671"/>
                        <a:pt x="395682" y="620533"/>
                        <a:pt x="315233" y="620345"/>
                      </a:cubicBezTo>
                      <a:close/>
                      <a:moveTo>
                        <a:pt x="315233" y="618367"/>
                      </a:moveTo>
                      <a:cubicBezTo>
                        <a:pt x="355269" y="618084"/>
                        <a:pt x="395305" y="609889"/>
                        <a:pt x="431574" y="593403"/>
                      </a:cubicBezTo>
                      <a:cubicBezTo>
                        <a:pt x="467936" y="577106"/>
                        <a:pt x="500719" y="553555"/>
                        <a:pt x="527567" y="524823"/>
                      </a:cubicBezTo>
                      <a:cubicBezTo>
                        <a:pt x="581168" y="467170"/>
                        <a:pt x="612067" y="390206"/>
                        <a:pt x="611408" y="312489"/>
                      </a:cubicBezTo>
                      <a:cubicBezTo>
                        <a:pt x="611408" y="234865"/>
                        <a:pt x="580415" y="157713"/>
                        <a:pt x="525494" y="102133"/>
                      </a:cubicBezTo>
                      <a:cubicBezTo>
                        <a:pt x="498081" y="74437"/>
                        <a:pt x="465487" y="51828"/>
                        <a:pt x="429501" y="36285"/>
                      </a:cubicBezTo>
                      <a:cubicBezTo>
                        <a:pt x="393516" y="20835"/>
                        <a:pt x="354610" y="11980"/>
                        <a:pt x="315138" y="11038"/>
                      </a:cubicBezTo>
                      <a:cubicBezTo>
                        <a:pt x="236102" y="8966"/>
                        <a:pt x="156123" y="40712"/>
                        <a:pt x="100449" y="97705"/>
                      </a:cubicBezTo>
                      <a:cubicBezTo>
                        <a:pt x="44304" y="154510"/>
                        <a:pt x="14818" y="234394"/>
                        <a:pt x="16608" y="312394"/>
                      </a:cubicBezTo>
                      <a:cubicBezTo>
                        <a:pt x="17738" y="390677"/>
                        <a:pt x="48731" y="467359"/>
                        <a:pt x="102616" y="525011"/>
                      </a:cubicBezTo>
                      <a:cubicBezTo>
                        <a:pt x="129558" y="553743"/>
                        <a:pt x="162435" y="577200"/>
                        <a:pt x="198703" y="593591"/>
                      </a:cubicBezTo>
                      <a:cubicBezTo>
                        <a:pt x="235066" y="609983"/>
                        <a:pt x="275196" y="618178"/>
                        <a:pt x="315233" y="618367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94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3" name="任意多边形 102" descr="0955005b-4102-4b75-bf2f-e11852e0c223"/>
                <p:cNvSpPr/>
                <p:nvPr/>
              </p:nvSpPr>
              <p:spPr>
                <a:xfrm>
                  <a:off x="5750213" y="1502079"/>
                  <a:ext cx="1057981" cy="1039628"/>
                </a:xfrm>
                <a:custGeom>
                  <a:avLst/>
                  <a:gdLst>
                    <a:gd name="connsiteX0" fmla="*/ 372574 w 742810"/>
                    <a:gd name="connsiteY0" fmla="*/ 729924 h 729924"/>
                    <a:gd name="connsiteX1" fmla="*/ 112102 w 742810"/>
                    <a:gd name="connsiteY1" fmla="*/ 627713 h 729924"/>
                    <a:gd name="connsiteX2" fmla="*/ 29391 w 742810"/>
                    <a:gd name="connsiteY2" fmla="*/ 509394 h 729924"/>
                    <a:gd name="connsiteX3" fmla="*/ 0 w 742810"/>
                    <a:gd name="connsiteY3" fmla="*/ 367241 h 729924"/>
                    <a:gd name="connsiteX4" fmla="*/ 28638 w 742810"/>
                    <a:gd name="connsiteY4" fmla="*/ 224806 h 729924"/>
                    <a:gd name="connsiteX5" fmla="*/ 110029 w 742810"/>
                    <a:gd name="connsiteY5" fmla="*/ 104791 h 729924"/>
                    <a:gd name="connsiteX6" fmla="*/ 231081 w 742810"/>
                    <a:gd name="connsiteY6" fmla="*/ 25754 h 729924"/>
                    <a:gd name="connsiteX7" fmla="*/ 372574 w 742810"/>
                    <a:gd name="connsiteY7" fmla="*/ 37 h 729924"/>
                    <a:gd name="connsiteX8" fmla="*/ 512372 w 742810"/>
                    <a:gd name="connsiteY8" fmla="*/ 29805 h 729924"/>
                    <a:gd name="connsiteX9" fmla="*/ 630691 w 742810"/>
                    <a:gd name="connsiteY9" fmla="*/ 109124 h 729924"/>
                    <a:gd name="connsiteX10" fmla="*/ 711989 w 742810"/>
                    <a:gd name="connsiteY10" fmla="*/ 226690 h 729924"/>
                    <a:gd name="connsiteX11" fmla="*/ 742793 w 742810"/>
                    <a:gd name="connsiteY11" fmla="*/ 367241 h 729924"/>
                    <a:gd name="connsiteX12" fmla="*/ 715003 w 742810"/>
                    <a:gd name="connsiteY12" fmla="*/ 509111 h 729924"/>
                    <a:gd name="connsiteX13" fmla="*/ 632858 w 742810"/>
                    <a:gd name="connsiteY13" fmla="*/ 627525 h 729924"/>
                    <a:gd name="connsiteX14" fmla="*/ 372574 w 742810"/>
                    <a:gd name="connsiteY14" fmla="*/ 729924 h 729924"/>
                    <a:gd name="connsiteX15" fmla="*/ 372574 w 742810"/>
                    <a:gd name="connsiteY15" fmla="*/ 727946 h 729924"/>
                    <a:gd name="connsiteX16" fmla="*/ 510017 w 742810"/>
                    <a:gd name="connsiteY16" fmla="*/ 698931 h 729924"/>
                    <a:gd name="connsiteX17" fmla="*/ 623908 w 742810"/>
                    <a:gd name="connsiteY17" fmla="*/ 618481 h 729924"/>
                    <a:gd name="connsiteX18" fmla="*/ 725931 w 742810"/>
                    <a:gd name="connsiteY18" fmla="*/ 367241 h 729924"/>
                    <a:gd name="connsiteX19" fmla="*/ 626075 w 742810"/>
                    <a:gd name="connsiteY19" fmla="*/ 113835 h 729924"/>
                    <a:gd name="connsiteX20" fmla="*/ 372668 w 742810"/>
                    <a:gd name="connsiteY20" fmla="*/ 11153 h 729924"/>
                    <a:gd name="connsiteX21" fmla="*/ 237298 w 742810"/>
                    <a:gd name="connsiteY21" fmla="*/ 40544 h 729924"/>
                    <a:gd name="connsiteX22" fmla="*/ 123595 w 742810"/>
                    <a:gd name="connsiteY22" fmla="*/ 118262 h 729924"/>
                    <a:gd name="connsiteX23" fmla="*/ 21761 w 742810"/>
                    <a:gd name="connsiteY23" fmla="*/ 367241 h 729924"/>
                    <a:gd name="connsiteX24" fmla="*/ 121616 w 742810"/>
                    <a:gd name="connsiteY24" fmla="*/ 618293 h 729924"/>
                    <a:gd name="connsiteX25" fmla="*/ 235320 w 742810"/>
                    <a:gd name="connsiteY25" fmla="*/ 698837 h 729924"/>
                    <a:gd name="connsiteX26" fmla="*/ 372574 w 742810"/>
                    <a:gd name="connsiteY26" fmla="*/ 727946 h 729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42810" h="729924">
                      <a:moveTo>
                        <a:pt x="372574" y="729924"/>
                      </a:moveTo>
                      <a:cubicBezTo>
                        <a:pt x="277711" y="730112"/>
                        <a:pt x="182283" y="694409"/>
                        <a:pt x="112102" y="627713"/>
                      </a:cubicBezTo>
                      <a:cubicBezTo>
                        <a:pt x="77058" y="594554"/>
                        <a:pt x="48421" y="554141"/>
                        <a:pt x="29391" y="509394"/>
                      </a:cubicBezTo>
                      <a:cubicBezTo>
                        <a:pt x="10080" y="464742"/>
                        <a:pt x="471" y="415944"/>
                        <a:pt x="0" y="367241"/>
                      </a:cubicBezTo>
                      <a:cubicBezTo>
                        <a:pt x="94" y="318538"/>
                        <a:pt x="9515" y="269647"/>
                        <a:pt x="28638" y="224806"/>
                      </a:cubicBezTo>
                      <a:cubicBezTo>
                        <a:pt x="47573" y="179871"/>
                        <a:pt x="75457" y="138893"/>
                        <a:pt x="110029" y="104791"/>
                      </a:cubicBezTo>
                      <a:cubicBezTo>
                        <a:pt x="144602" y="70595"/>
                        <a:pt x="186052" y="43653"/>
                        <a:pt x="231081" y="25754"/>
                      </a:cubicBezTo>
                      <a:cubicBezTo>
                        <a:pt x="276016" y="7573"/>
                        <a:pt x="324530" y="-623"/>
                        <a:pt x="372574" y="37"/>
                      </a:cubicBezTo>
                      <a:cubicBezTo>
                        <a:pt x="420712" y="790"/>
                        <a:pt x="468285" y="11530"/>
                        <a:pt x="512372" y="29805"/>
                      </a:cubicBezTo>
                      <a:cubicBezTo>
                        <a:pt x="556459" y="48363"/>
                        <a:pt x="596590" y="75682"/>
                        <a:pt x="630691" y="109124"/>
                      </a:cubicBezTo>
                      <a:cubicBezTo>
                        <a:pt x="664699" y="142661"/>
                        <a:pt x="692583" y="182603"/>
                        <a:pt x="711989" y="226690"/>
                      </a:cubicBezTo>
                      <a:cubicBezTo>
                        <a:pt x="731300" y="270683"/>
                        <a:pt x="741851" y="318821"/>
                        <a:pt x="742793" y="367241"/>
                      </a:cubicBezTo>
                      <a:cubicBezTo>
                        <a:pt x="743264" y="415662"/>
                        <a:pt x="734032" y="464459"/>
                        <a:pt x="715003" y="509111"/>
                      </a:cubicBezTo>
                      <a:cubicBezTo>
                        <a:pt x="696351" y="553952"/>
                        <a:pt x="667807" y="594460"/>
                        <a:pt x="632858" y="627525"/>
                      </a:cubicBezTo>
                      <a:cubicBezTo>
                        <a:pt x="562865" y="694315"/>
                        <a:pt x="467343" y="729924"/>
                        <a:pt x="372574" y="729924"/>
                      </a:cubicBezTo>
                      <a:close/>
                      <a:moveTo>
                        <a:pt x="372574" y="727946"/>
                      </a:moveTo>
                      <a:cubicBezTo>
                        <a:pt x="419770" y="727757"/>
                        <a:pt x="467060" y="718149"/>
                        <a:pt x="510017" y="698931"/>
                      </a:cubicBezTo>
                      <a:cubicBezTo>
                        <a:pt x="552973" y="679808"/>
                        <a:pt x="591879" y="652301"/>
                        <a:pt x="623908" y="618481"/>
                      </a:cubicBezTo>
                      <a:cubicBezTo>
                        <a:pt x="687967" y="550749"/>
                        <a:pt x="724800" y="459843"/>
                        <a:pt x="725931" y="367241"/>
                      </a:cubicBezTo>
                      <a:cubicBezTo>
                        <a:pt x="727815" y="274828"/>
                        <a:pt x="692394" y="180719"/>
                        <a:pt x="626075" y="113835"/>
                      </a:cubicBezTo>
                      <a:cubicBezTo>
                        <a:pt x="560227" y="46573"/>
                        <a:pt x="466024" y="8986"/>
                        <a:pt x="372668" y="11153"/>
                      </a:cubicBezTo>
                      <a:cubicBezTo>
                        <a:pt x="325943" y="12095"/>
                        <a:pt x="279878" y="22457"/>
                        <a:pt x="237298" y="40544"/>
                      </a:cubicBezTo>
                      <a:cubicBezTo>
                        <a:pt x="194718" y="58820"/>
                        <a:pt x="156095" y="85479"/>
                        <a:pt x="123595" y="118262"/>
                      </a:cubicBezTo>
                      <a:cubicBezTo>
                        <a:pt x="58500" y="183922"/>
                        <a:pt x="21667" y="275299"/>
                        <a:pt x="21761" y="367241"/>
                      </a:cubicBezTo>
                      <a:cubicBezTo>
                        <a:pt x="21102" y="459372"/>
                        <a:pt x="57841" y="550561"/>
                        <a:pt x="121616" y="618293"/>
                      </a:cubicBezTo>
                      <a:cubicBezTo>
                        <a:pt x="153551" y="652112"/>
                        <a:pt x="192363" y="679714"/>
                        <a:pt x="235320" y="698837"/>
                      </a:cubicBezTo>
                      <a:cubicBezTo>
                        <a:pt x="278182" y="717960"/>
                        <a:pt x="325284" y="727663"/>
                        <a:pt x="372574" y="727946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94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4" name="任意多边形 103" descr="95d3fa98-f9c7-423f-9c91-998709c2d680"/>
                <p:cNvSpPr/>
                <p:nvPr/>
              </p:nvSpPr>
              <p:spPr>
                <a:xfrm rot="16997148">
                  <a:off x="6015884" y="1760469"/>
                  <a:ext cx="529695" cy="529695"/>
                </a:xfrm>
                <a:custGeom>
                  <a:avLst/>
                  <a:gdLst>
                    <a:gd name="connsiteX0" fmla="*/ 371901 w 371900"/>
                    <a:gd name="connsiteY0" fmla="*/ 185951 h 371900"/>
                    <a:gd name="connsiteX1" fmla="*/ 185951 w 371900"/>
                    <a:gd name="connsiteY1" fmla="*/ 371901 h 371900"/>
                    <a:gd name="connsiteX2" fmla="*/ 0 w 371900"/>
                    <a:gd name="connsiteY2" fmla="*/ 185951 h 371900"/>
                    <a:gd name="connsiteX3" fmla="*/ 185951 w 371900"/>
                    <a:gd name="connsiteY3" fmla="*/ 0 h 371900"/>
                    <a:gd name="connsiteX4" fmla="*/ 371901 w 371900"/>
                    <a:gd name="connsiteY4" fmla="*/ 185951 h 371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900" h="371900">
                      <a:moveTo>
                        <a:pt x="371901" y="185951"/>
                      </a:moveTo>
                      <a:cubicBezTo>
                        <a:pt x="371901" y="288648"/>
                        <a:pt x="288648" y="371901"/>
                        <a:pt x="185951" y="371901"/>
                      </a:cubicBezTo>
                      <a:cubicBezTo>
                        <a:pt x="83253" y="371901"/>
                        <a:pt x="0" y="288648"/>
                        <a:pt x="0" y="185951"/>
                      </a:cubicBezTo>
                      <a:cubicBezTo>
                        <a:pt x="0" y="83253"/>
                        <a:pt x="83253" y="0"/>
                        <a:pt x="185951" y="0"/>
                      </a:cubicBezTo>
                      <a:cubicBezTo>
                        <a:pt x="288648" y="0"/>
                        <a:pt x="371901" y="83253"/>
                        <a:pt x="371901" y="18595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94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5" name="任意多边形 104" descr="64e3456f-009a-427e-9d9f-02400f516eaf"/>
                <p:cNvSpPr/>
                <p:nvPr/>
              </p:nvSpPr>
              <p:spPr>
                <a:xfrm>
                  <a:off x="6000849" y="1752131"/>
                  <a:ext cx="556788" cy="539341"/>
                </a:xfrm>
                <a:custGeom>
                  <a:avLst/>
                  <a:gdLst>
                    <a:gd name="connsiteX0" fmla="*/ 196602 w 390922"/>
                    <a:gd name="connsiteY0" fmla="*/ 378672 h 378672"/>
                    <a:gd name="connsiteX1" fmla="*/ 60479 w 390922"/>
                    <a:gd name="connsiteY1" fmla="*/ 327896 h 378672"/>
                    <a:gd name="connsiteX2" fmla="*/ 15920 w 390922"/>
                    <a:gd name="connsiteY2" fmla="*/ 266570 h 378672"/>
                    <a:gd name="connsiteX3" fmla="*/ 0 w 390922"/>
                    <a:gd name="connsiteY3" fmla="*/ 191679 h 378672"/>
                    <a:gd name="connsiteX4" fmla="*/ 15167 w 390922"/>
                    <a:gd name="connsiteY4" fmla="*/ 116504 h 378672"/>
                    <a:gd name="connsiteX5" fmla="*/ 58406 w 390922"/>
                    <a:gd name="connsiteY5" fmla="*/ 53482 h 378672"/>
                    <a:gd name="connsiteX6" fmla="*/ 196602 w 390922"/>
                    <a:gd name="connsiteY6" fmla="*/ 163 h 378672"/>
                    <a:gd name="connsiteX7" fmla="*/ 330371 w 390922"/>
                    <a:gd name="connsiteY7" fmla="*/ 57816 h 378672"/>
                    <a:gd name="connsiteX8" fmla="*/ 373516 w 390922"/>
                    <a:gd name="connsiteY8" fmla="*/ 118294 h 378672"/>
                    <a:gd name="connsiteX9" fmla="*/ 390849 w 390922"/>
                    <a:gd name="connsiteY9" fmla="*/ 191584 h 378672"/>
                    <a:gd name="connsiteX10" fmla="*/ 332538 w 390922"/>
                    <a:gd name="connsiteY10" fmla="*/ 327520 h 378672"/>
                    <a:gd name="connsiteX11" fmla="*/ 196602 w 390922"/>
                    <a:gd name="connsiteY11" fmla="*/ 378672 h 378672"/>
                    <a:gd name="connsiteX12" fmla="*/ 196602 w 390922"/>
                    <a:gd name="connsiteY12" fmla="*/ 376600 h 378672"/>
                    <a:gd name="connsiteX13" fmla="*/ 266784 w 390922"/>
                    <a:gd name="connsiteY13" fmla="*/ 361056 h 378672"/>
                    <a:gd name="connsiteX14" fmla="*/ 323683 w 390922"/>
                    <a:gd name="connsiteY14" fmla="*/ 318664 h 378672"/>
                    <a:gd name="connsiteX15" fmla="*/ 374270 w 390922"/>
                    <a:gd name="connsiteY15" fmla="*/ 191584 h 378672"/>
                    <a:gd name="connsiteX16" fmla="*/ 325849 w 390922"/>
                    <a:gd name="connsiteY16" fmla="*/ 62337 h 378672"/>
                    <a:gd name="connsiteX17" fmla="*/ 266501 w 390922"/>
                    <a:gd name="connsiteY17" fmla="*/ 22866 h 378672"/>
                    <a:gd name="connsiteX18" fmla="*/ 196602 w 390922"/>
                    <a:gd name="connsiteY18" fmla="*/ 10997 h 378672"/>
                    <a:gd name="connsiteX19" fmla="*/ 71783 w 390922"/>
                    <a:gd name="connsiteY19" fmla="*/ 66671 h 378672"/>
                    <a:gd name="connsiteX20" fmla="*/ 21290 w 390922"/>
                    <a:gd name="connsiteY20" fmla="*/ 191490 h 378672"/>
                    <a:gd name="connsiteX21" fmla="*/ 69710 w 390922"/>
                    <a:gd name="connsiteY21" fmla="*/ 318382 h 378672"/>
                    <a:gd name="connsiteX22" fmla="*/ 126421 w 390922"/>
                    <a:gd name="connsiteY22" fmla="*/ 360773 h 378672"/>
                    <a:gd name="connsiteX23" fmla="*/ 196602 w 390922"/>
                    <a:gd name="connsiteY23" fmla="*/ 376600 h 3786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90922" h="378672">
                      <a:moveTo>
                        <a:pt x="196602" y="378672"/>
                      </a:moveTo>
                      <a:cubicBezTo>
                        <a:pt x="147805" y="378766"/>
                        <a:pt x="98160" y="361810"/>
                        <a:pt x="60479" y="327896"/>
                      </a:cubicBezTo>
                      <a:cubicBezTo>
                        <a:pt x="41732" y="311034"/>
                        <a:pt x="26189" y="290121"/>
                        <a:pt x="15920" y="266570"/>
                      </a:cubicBezTo>
                      <a:cubicBezTo>
                        <a:pt x="5464" y="243114"/>
                        <a:pt x="377" y="217396"/>
                        <a:pt x="0" y="191679"/>
                      </a:cubicBezTo>
                      <a:cubicBezTo>
                        <a:pt x="0" y="165961"/>
                        <a:pt x="4993" y="140149"/>
                        <a:pt x="15167" y="116504"/>
                      </a:cubicBezTo>
                      <a:cubicBezTo>
                        <a:pt x="25341" y="92859"/>
                        <a:pt x="40131" y="71381"/>
                        <a:pt x="58406" y="53482"/>
                      </a:cubicBezTo>
                      <a:cubicBezTo>
                        <a:pt x="94863" y="17497"/>
                        <a:pt x="146392" y="-2003"/>
                        <a:pt x="196602" y="163"/>
                      </a:cubicBezTo>
                      <a:cubicBezTo>
                        <a:pt x="246813" y="1859"/>
                        <a:pt x="294951" y="23243"/>
                        <a:pt x="330371" y="57816"/>
                      </a:cubicBezTo>
                      <a:cubicBezTo>
                        <a:pt x="348081" y="75055"/>
                        <a:pt x="362965" y="95497"/>
                        <a:pt x="373516" y="118294"/>
                      </a:cubicBezTo>
                      <a:cubicBezTo>
                        <a:pt x="383973" y="141091"/>
                        <a:pt x="390002" y="166150"/>
                        <a:pt x="390849" y="191584"/>
                      </a:cubicBezTo>
                      <a:cubicBezTo>
                        <a:pt x="392357" y="242548"/>
                        <a:pt x="370313" y="294078"/>
                        <a:pt x="332538" y="327520"/>
                      </a:cubicBezTo>
                      <a:cubicBezTo>
                        <a:pt x="294951" y="361621"/>
                        <a:pt x="245305" y="378484"/>
                        <a:pt x="196602" y="378672"/>
                      </a:cubicBezTo>
                      <a:close/>
                      <a:moveTo>
                        <a:pt x="196602" y="376600"/>
                      </a:moveTo>
                      <a:cubicBezTo>
                        <a:pt x="220812" y="376505"/>
                        <a:pt x="245023" y="371324"/>
                        <a:pt x="266784" y="361056"/>
                      </a:cubicBezTo>
                      <a:cubicBezTo>
                        <a:pt x="288639" y="350976"/>
                        <a:pt x="307856" y="336092"/>
                        <a:pt x="323683" y="318664"/>
                      </a:cubicBezTo>
                      <a:cubicBezTo>
                        <a:pt x="355052" y="283433"/>
                        <a:pt x="373045" y="238215"/>
                        <a:pt x="374270" y="191584"/>
                      </a:cubicBezTo>
                      <a:cubicBezTo>
                        <a:pt x="375965" y="145236"/>
                        <a:pt x="359480" y="96816"/>
                        <a:pt x="325849" y="62337"/>
                      </a:cubicBezTo>
                      <a:cubicBezTo>
                        <a:pt x="309081" y="45192"/>
                        <a:pt x="288733" y="31627"/>
                        <a:pt x="266501" y="22866"/>
                      </a:cubicBezTo>
                      <a:cubicBezTo>
                        <a:pt x="244269" y="13917"/>
                        <a:pt x="220247" y="10432"/>
                        <a:pt x="196602" y="10997"/>
                      </a:cubicBezTo>
                      <a:cubicBezTo>
                        <a:pt x="149218" y="12787"/>
                        <a:pt x="104000" y="33417"/>
                        <a:pt x="71783" y="66671"/>
                      </a:cubicBezTo>
                      <a:cubicBezTo>
                        <a:pt x="39377" y="99925"/>
                        <a:pt x="21478" y="145613"/>
                        <a:pt x="21290" y="191490"/>
                      </a:cubicBezTo>
                      <a:cubicBezTo>
                        <a:pt x="20819" y="237556"/>
                        <a:pt x="38623" y="283056"/>
                        <a:pt x="69710" y="318382"/>
                      </a:cubicBezTo>
                      <a:cubicBezTo>
                        <a:pt x="85442" y="335810"/>
                        <a:pt x="104660" y="350694"/>
                        <a:pt x="126421" y="360773"/>
                      </a:cubicBezTo>
                      <a:cubicBezTo>
                        <a:pt x="148182" y="371230"/>
                        <a:pt x="172392" y="376411"/>
                        <a:pt x="196602" y="376600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94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106" name="任意多边形 105" descr="0db734f7-2d70-4c4e-80b3-6ee5c22a738a"/>
                <p:cNvSpPr/>
                <p:nvPr/>
              </p:nvSpPr>
              <p:spPr>
                <a:xfrm rot="16997148">
                  <a:off x="6175409" y="1920009"/>
                  <a:ext cx="210643" cy="210643"/>
                </a:xfrm>
                <a:custGeom>
                  <a:avLst/>
                  <a:gdLst>
                    <a:gd name="connsiteX0" fmla="*/ 147894 w 147893"/>
                    <a:gd name="connsiteY0" fmla="*/ 73947 h 147893"/>
                    <a:gd name="connsiteX1" fmla="*/ 73947 w 147893"/>
                    <a:gd name="connsiteY1" fmla="*/ 147894 h 147893"/>
                    <a:gd name="connsiteX2" fmla="*/ 0 w 147893"/>
                    <a:gd name="connsiteY2" fmla="*/ 73947 h 147893"/>
                    <a:gd name="connsiteX3" fmla="*/ 73947 w 147893"/>
                    <a:gd name="connsiteY3" fmla="*/ 0 h 147893"/>
                    <a:gd name="connsiteX4" fmla="*/ 147894 w 147893"/>
                    <a:gd name="connsiteY4" fmla="*/ 73947 h 1478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47893" h="147893">
                      <a:moveTo>
                        <a:pt x="147894" y="73947"/>
                      </a:moveTo>
                      <a:cubicBezTo>
                        <a:pt x="147894" y="114787"/>
                        <a:pt x="114787" y="147894"/>
                        <a:pt x="73947" y="147894"/>
                      </a:cubicBezTo>
                      <a:cubicBezTo>
                        <a:pt x="33107" y="147894"/>
                        <a:pt x="0" y="114787"/>
                        <a:pt x="0" y="73947"/>
                      </a:cubicBezTo>
                      <a:cubicBezTo>
                        <a:pt x="0" y="33107"/>
                        <a:pt x="33107" y="0"/>
                        <a:pt x="73947" y="0"/>
                      </a:cubicBezTo>
                      <a:cubicBezTo>
                        <a:pt x="114787" y="0"/>
                        <a:pt x="147894" y="33107"/>
                        <a:pt x="147894" y="73947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94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4" name="任意多边形 23" descr="2db4c8fa-6d64-4284-9de9-d7dcce9fe898"/>
              <p:cNvSpPr/>
              <p:nvPr/>
            </p:nvSpPr>
            <p:spPr>
              <a:xfrm flipH="1">
                <a:off x="0" y="0"/>
                <a:ext cx="2989042" cy="3675203"/>
              </a:xfrm>
              <a:custGeom>
                <a:avLst/>
                <a:gdLst>
                  <a:gd name="connsiteX0" fmla="*/ 809650 w 2989042"/>
                  <a:gd name="connsiteY0" fmla="*/ 0 h 3675203"/>
                  <a:gd name="connsiteX1" fmla="*/ 430072 w 2989042"/>
                  <a:gd name="connsiteY1" fmla="*/ 0 h 3675203"/>
                  <a:gd name="connsiteX2" fmla="*/ 379442 w 2989042"/>
                  <a:gd name="connsiteY2" fmla="*/ 142015 h 3675203"/>
                  <a:gd name="connsiteX3" fmla="*/ 115926 w 2989042"/>
                  <a:gd name="connsiteY3" fmla="*/ 86601 h 3675203"/>
                  <a:gd name="connsiteX4" fmla="*/ 15832 w 2989042"/>
                  <a:gd name="connsiteY4" fmla="*/ 562515 h 3675203"/>
                  <a:gd name="connsiteX5" fmla="*/ 279752 w 2989042"/>
                  <a:gd name="connsiteY5" fmla="*/ 618063 h 3675203"/>
                  <a:gd name="connsiteX6" fmla="*/ 265932 w 2989042"/>
                  <a:gd name="connsiteY6" fmla="*/ 813150 h 3675203"/>
                  <a:gd name="connsiteX7" fmla="*/ 267006 w 2989042"/>
                  <a:gd name="connsiteY7" fmla="*/ 1008642 h 3675203"/>
                  <a:gd name="connsiteX8" fmla="*/ 0 w 2989042"/>
                  <a:gd name="connsiteY8" fmla="*/ 1046746 h 3675203"/>
                  <a:gd name="connsiteX9" fmla="*/ 68697 w 2989042"/>
                  <a:gd name="connsiteY9" fmla="*/ 1528161 h 3675203"/>
                  <a:gd name="connsiteX10" fmla="*/ 335299 w 2989042"/>
                  <a:gd name="connsiteY10" fmla="*/ 1490055 h 3675203"/>
                  <a:gd name="connsiteX11" fmla="*/ 456860 w 2989042"/>
                  <a:gd name="connsiteY11" fmla="*/ 1861581 h 3675203"/>
                  <a:gd name="connsiteX12" fmla="*/ 219373 w 2989042"/>
                  <a:gd name="connsiteY12" fmla="*/ 1988509 h 3675203"/>
                  <a:gd name="connsiteX13" fmla="*/ 448542 w 2989042"/>
                  <a:gd name="connsiteY13" fmla="*/ 2417327 h 3675203"/>
                  <a:gd name="connsiteX14" fmla="*/ 686431 w 2989042"/>
                  <a:gd name="connsiteY14" fmla="*/ 2290130 h 3675203"/>
                  <a:gd name="connsiteX15" fmla="*/ 927809 w 2989042"/>
                  <a:gd name="connsiteY15" fmla="*/ 2597254 h 3675203"/>
                  <a:gd name="connsiteX16" fmla="*/ 747614 w 2989042"/>
                  <a:gd name="connsiteY16" fmla="*/ 2798245 h 3675203"/>
                  <a:gd name="connsiteX17" fmla="*/ 1109747 w 2989042"/>
                  <a:gd name="connsiteY17" fmla="*/ 3122811 h 3675203"/>
                  <a:gd name="connsiteX18" fmla="*/ 1289808 w 2989042"/>
                  <a:gd name="connsiteY18" fmla="*/ 2921954 h 3675203"/>
                  <a:gd name="connsiteX19" fmla="*/ 1621486 w 2989042"/>
                  <a:gd name="connsiteY19" fmla="*/ 3128715 h 3675203"/>
                  <a:gd name="connsiteX20" fmla="*/ 1521124 w 2989042"/>
                  <a:gd name="connsiteY20" fmla="*/ 3378545 h 3675203"/>
                  <a:gd name="connsiteX21" fmla="*/ 1972349 w 2989042"/>
                  <a:gd name="connsiteY21" fmla="*/ 3559679 h 3675203"/>
                  <a:gd name="connsiteX22" fmla="*/ 2072711 w 2989042"/>
                  <a:gd name="connsiteY22" fmla="*/ 3309848 h 3675203"/>
                  <a:gd name="connsiteX23" fmla="*/ 2455238 w 2989042"/>
                  <a:gd name="connsiteY23" fmla="*/ 3389681 h 3675203"/>
                  <a:gd name="connsiteX24" fmla="*/ 2446384 w 2989042"/>
                  <a:gd name="connsiteY24" fmla="*/ 3659236 h 3675203"/>
                  <a:gd name="connsiteX25" fmla="*/ 2932359 w 2989042"/>
                  <a:gd name="connsiteY25" fmla="*/ 3675203 h 3675203"/>
                  <a:gd name="connsiteX26" fmla="*/ 2941216 w 2989042"/>
                  <a:gd name="connsiteY26" fmla="*/ 3405648 h 3675203"/>
                  <a:gd name="connsiteX27" fmla="*/ 2989042 w 2989042"/>
                  <a:gd name="connsiteY27" fmla="*/ 3400769 h 3675203"/>
                  <a:gd name="connsiteX28" fmla="*/ 2989042 w 2989042"/>
                  <a:gd name="connsiteY28" fmla="*/ 3050553 h 3675203"/>
                  <a:gd name="connsiteX29" fmla="*/ 2780341 w 2989042"/>
                  <a:gd name="connsiteY29" fmla="*/ 3061090 h 3675203"/>
                  <a:gd name="connsiteX30" fmla="*/ 614380 w 2989042"/>
                  <a:gd name="connsiteY30" fmla="*/ 895131 h 3675203"/>
                  <a:gd name="connsiteX31" fmla="*/ 784583 w 2989042"/>
                  <a:gd name="connsiteY31" fmla="*/ 52036 h 3675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989042" h="3675203">
                    <a:moveTo>
                      <a:pt x="809650" y="0"/>
                    </a:moveTo>
                    <a:lnTo>
                      <a:pt x="430072" y="0"/>
                    </a:lnTo>
                    <a:lnTo>
                      <a:pt x="379442" y="142015"/>
                    </a:lnTo>
                    <a:lnTo>
                      <a:pt x="115926" y="86601"/>
                    </a:lnTo>
                    <a:lnTo>
                      <a:pt x="15832" y="562515"/>
                    </a:lnTo>
                    <a:lnTo>
                      <a:pt x="279752" y="618063"/>
                    </a:lnTo>
                    <a:cubicBezTo>
                      <a:pt x="272640" y="682331"/>
                      <a:pt x="268078" y="747406"/>
                      <a:pt x="265932" y="813150"/>
                    </a:cubicBezTo>
                    <a:cubicBezTo>
                      <a:pt x="263785" y="878895"/>
                      <a:pt x="264187" y="944104"/>
                      <a:pt x="267006" y="1008642"/>
                    </a:cubicBezTo>
                    <a:lnTo>
                      <a:pt x="0" y="1046746"/>
                    </a:lnTo>
                    <a:lnTo>
                      <a:pt x="68697" y="1528161"/>
                    </a:lnTo>
                    <a:lnTo>
                      <a:pt x="335299" y="1490055"/>
                    </a:lnTo>
                    <a:cubicBezTo>
                      <a:pt x="366293" y="1617923"/>
                      <a:pt x="407082" y="1742033"/>
                      <a:pt x="456860" y="1861581"/>
                    </a:cubicBezTo>
                    <a:lnTo>
                      <a:pt x="219373" y="1988509"/>
                    </a:lnTo>
                    <a:lnTo>
                      <a:pt x="448542" y="2417327"/>
                    </a:lnTo>
                    <a:lnTo>
                      <a:pt x="686431" y="2290130"/>
                    </a:lnTo>
                    <a:cubicBezTo>
                      <a:pt x="758885" y="2398811"/>
                      <a:pt x="839791" y="2501455"/>
                      <a:pt x="927809" y="2597254"/>
                    </a:cubicBezTo>
                    <a:lnTo>
                      <a:pt x="747614" y="2798245"/>
                    </a:lnTo>
                    <a:lnTo>
                      <a:pt x="1109747" y="3122811"/>
                    </a:lnTo>
                    <a:lnTo>
                      <a:pt x="1289808" y="2921954"/>
                    </a:lnTo>
                    <a:cubicBezTo>
                      <a:pt x="1394464" y="2998968"/>
                      <a:pt x="1505158" y="3068336"/>
                      <a:pt x="1621486" y="3128715"/>
                    </a:cubicBezTo>
                    <a:lnTo>
                      <a:pt x="1521124" y="3378545"/>
                    </a:lnTo>
                    <a:lnTo>
                      <a:pt x="1972349" y="3559679"/>
                    </a:lnTo>
                    <a:lnTo>
                      <a:pt x="2072711" y="3309848"/>
                    </a:lnTo>
                    <a:cubicBezTo>
                      <a:pt x="2196418" y="3345941"/>
                      <a:pt x="2324286" y="3372776"/>
                      <a:pt x="2455238" y="3389681"/>
                    </a:cubicBezTo>
                    <a:lnTo>
                      <a:pt x="2446384" y="3659236"/>
                    </a:lnTo>
                    <a:lnTo>
                      <a:pt x="2932359" y="3675203"/>
                    </a:lnTo>
                    <a:lnTo>
                      <a:pt x="2941216" y="3405648"/>
                    </a:lnTo>
                    <a:lnTo>
                      <a:pt x="2989042" y="3400769"/>
                    </a:lnTo>
                    <a:lnTo>
                      <a:pt x="2989042" y="3050553"/>
                    </a:lnTo>
                    <a:lnTo>
                      <a:pt x="2780341" y="3061090"/>
                    </a:lnTo>
                    <a:cubicBezTo>
                      <a:pt x="1584186" y="3061090"/>
                      <a:pt x="614380" y="2091420"/>
                      <a:pt x="614380" y="895131"/>
                    </a:cubicBezTo>
                    <a:cubicBezTo>
                      <a:pt x="614380" y="596058"/>
                      <a:pt x="674984" y="311158"/>
                      <a:pt x="784583" y="5203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" name="任意多边形 25" descr="eb3df940-d2bb-4a0e-85e3-63d9386c090d"/>
              <p:cNvSpPr/>
              <p:nvPr/>
            </p:nvSpPr>
            <p:spPr>
              <a:xfrm flipH="1">
                <a:off x="0" y="0"/>
                <a:ext cx="3014936" cy="3714920"/>
              </a:xfrm>
              <a:custGeom>
                <a:avLst/>
                <a:gdLst>
                  <a:gd name="connsiteX0" fmla="*/ 469552 w 3014936"/>
                  <a:gd name="connsiteY0" fmla="*/ 0 h 3714920"/>
                  <a:gd name="connsiteX1" fmla="*/ 441952 w 3014936"/>
                  <a:gd name="connsiteY1" fmla="*/ 0 h 3714920"/>
                  <a:gd name="connsiteX2" fmla="*/ 396356 w 3014936"/>
                  <a:gd name="connsiteY2" fmla="*/ 126679 h 3714920"/>
                  <a:gd name="connsiteX3" fmla="*/ 407753 w 3014936"/>
                  <a:gd name="connsiteY3" fmla="*/ 129136 h 3714920"/>
                  <a:gd name="connsiteX4" fmla="*/ 392188 w 3014936"/>
                  <a:gd name="connsiteY4" fmla="*/ 138261 h 3714920"/>
                  <a:gd name="connsiteX5" fmla="*/ 396356 w 3014936"/>
                  <a:gd name="connsiteY5" fmla="*/ 126679 h 3714920"/>
                  <a:gd name="connsiteX6" fmla="*/ 144505 w 3014936"/>
                  <a:gd name="connsiteY6" fmla="*/ 72381 h 3714920"/>
                  <a:gd name="connsiteX7" fmla="*/ 130148 w 3014936"/>
                  <a:gd name="connsiteY7" fmla="*/ 69295 h 3714920"/>
                  <a:gd name="connsiteX8" fmla="*/ 127063 w 3014936"/>
                  <a:gd name="connsiteY8" fmla="*/ 83785 h 3714920"/>
                  <a:gd name="connsiteX9" fmla="*/ 24420 w 3014936"/>
                  <a:gd name="connsiteY9" fmla="*/ 559161 h 3714920"/>
                  <a:gd name="connsiteX10" fmla="*/ 20796 w 3014936"/>
                  <a:gd name="connsiteY10" fmla="*/ 575934 h 3714920"/>
                  <a:gd name="connsiteX11" fmla="*/ 37836 w 3014936"/>
                  <a:gd name="connsiteY11" fmla="*/ 579556 h 3714920"/>
                  <a:gd name="connsiteX12" fmla="*/ 285429 w 3014936"/>
                  <a:gd name="connsiteY12" fmla="*/ 632980 h 3714920"/>
                  <a:gd name="connsiteX13" fmla="*/ 286728 w 3014936"/>
                  <a:gd name="connsiteY13" fmla="*/ 616050 h 3714920"/>
                  <a:gd name="connsiteX14" fmla="*/ 301488 w 3014936"/>
                  <a:gd name="connsiteY14" fmla="*/ 636445 h 3714920"/>
                  <a:gd name="connsiteX15" fmla="*/ 285429 w 3014936"/>
                  <a:gd name="connsiteY15" fmla="*/ 632980 h 3714920"/>
                  <a:gd name="connsiteX16" fmla="*/ 271651 w 3014936"/>
                  <a:gd name="connsiteY16" fmla="*/ 812514 h 3714920"/>
                  <a:gd name="connsiteX17" fmla="*/ 271574 w 3014936"/>
                  <a:gd name="connsiteY17" fmla="*/ 990434 h 3714920"/>
                  <a:gd name="connsiteX18" fmla="*/ 289547 w 3014936"/>
                  <a:gd name="connsiteY18" fmla="*/ 987980 h 3714920"/>
                  <a:gd name="connsiteX19" fmla="*/ 271566 w 3014936"/>
                  <a:gd name="connsiteY19" fmla="*/ 1009582 h 3714920"/>
                  <a:gd name="connsiteX20" fmla="*/ 271574 w 3014936"/>
                  <a:gd name="connsiteY20" fmla="*/ 990434 h 3714920"/>
                  <a:gd name="connsiteX21" fmla="*/ 22273 w 3014936"/>
                  <a:gd name="connsiteY21" fmla="*/ 1024474 h 3714920"/>
                  <a:gd name="connsiteX22" fmla="*/ 0 w 3014936"/>
                  <a:gd name="connsiteY22" fmla="*/ 1027561 h 3714920"/>
                  <a:gd name="connsiteX23" fmla="*/ 3086 w 3014936"/>
                  <a:gd name="connsiteY23" fmla="*/ 1050102 h 3714920"/>
                  <a:gd name="connsiteX24" fmla="*/ 68831 w 3014936"/>
                  <a:gd name="connsiteY24" fmla="*/ 1531918 h 3714920"/>
                  <a:gd name="connsiteX25" fmla="*/ 72319 w 3014936"/>
                  <a:gd name="connsiteY25" fmla="*/ 1557143 h 3714920"/>
                  <a:gd name="connsiteX26" fmla="*/ 97812 w 3014936"/>
                  <a:gd name="connsiteY26" fmla="*/ 1553655 h 3714920"/>
                  <a:gd name="connsiteX27" fmla="*/ 341142 w 3014936"/>
                  <a:gd name="connsiteY27" fmla="*/ 1520379 h 3714920"/>
                  <a:gd name="connsiteX28" fmla="*/ 334494 w 3014936"/>
                  <a:gd name="connsiteY28" fmla="*/ 1496631 h 3714920"/>
                  <a:gd name="connsiteX29" fmla="*/ 364684 w 3014936"/>
                  <a:gd name="connsiteY29" fmla="*/ 1517160 h 3714920"/>
                  <a:gd name="connsiteX30" fmla="*/ 341142 w 3014936"/>
                  <a:gd name="connsiteY30" fmla="*/ 1520379 h 3714920"/>
                  <a:gd name="connsiteX31" fmla="*/ 387811 w 3014936"/>
                  <a:gd name="connsiteY31" fmla="*/ 1687107 h 3714920"/>
                  <a:gd name="connsiteX32" fmla="*/ 446871 w 3014936"/>
                  <a:gd name="connsiteY32" fmla="*/ 1848172 h 3714920"/>
                  <a:gd name="connsiteX33" fmla="*/ 468937 w 3014936"/>
                  <a:gd name="connsiteY33" fmla="*/ 1836493 h 3714920"/>
                  <a:gd name="connsiteX34" fmla="*/ 455921 w 3014936"/>
                  <a:gd name="connsiteY34" fmla="*/ 1872853 h 3714920"/>
                  <a:gd name="connsiteX35" fmla="*/ 446871 w 3014936"/>
                  <a:gd name="connsiteY35" fmla="*/ 1848172 h 3714920"/>
                  <a:gd name="connsiteX36" fmla="*/ 230913 w 3014936"/>
                  <a:gd name="connsiteY36" fmla="*/ 1962482 h 3714920"/>
                  <a:gd name="connsiteX37" fmla="*/ 204748 w 3014936"/>
                  <a:gd name="connsiteY37" fmla="*/ 1976300 h 3714920"/>
                  <a:gd name="connsiteX38" fmla="*/ 218702 w 3014936"/>
                  <a:gd name="connsiteY38" fmla="*/ 2002732 h 3714920"/>
                  <a:gd name="connsiteX39" fmla="*/ 446260 w 3014936"/>
                  <a:gd name="connsiteY39" fmla="*/ 2432491 h 3714920"/>
                  <a:gd name="connsiteX40" fmla="*/ 461019 w 3014936"/>
                  <a:gd name="connsiteY40" fmla="*/ 2460398 h 3714920"/>
                  <a:gd name="connsiteX41" fmla="*/ 489196 w 3014936"/>
                  <a:gd name="connsiteY41" fmla="*/ 2445505 h 3714920"/>
                  <a:gd name="connsiteX42" fmla="*/ 702328 w 3014936"/>
                  <a:gd name="connsiteY42" fmla="*/ 2332578 h 3714920"/>
                  <a:gd name="connsiteX43" fmla="*/ 684955 w 3014936"/>
                  <a:gd name="connsiteY43" fmla="*/ 2308514 h 3714920"/>
                  <a:gd name="connsiteX44" fmla="*/ 727488 w 3014936"/>
                  <a:gd name="connsiteY44" fmla="*/ 2319248 h 3714920"/>
                  <a:gd name="connsiteX45" fmla="*/ 702328 w 3014936"/>
                  <a:gd name="connsiteY45" fmla="*/ 2332578 h 3714920"/>
                  <a:gd name="connsiteX46" fmla="*/ 800931 w 3014936"/>
                  <a:gd name="connsiteY46" fmla="*/ 2469154 h 3714920"/>
                  <a:gd name="connsiteX47" fmla="*/ 909078 w 3014936"/>
                  <a:gd name="connsiteY47" fmla="*/ 2596933 h 3714920"/>
                  <a:gd name="connsiteX48" fmla="*/ 928614 w 3014936"/>
                  <a:gd name="connsiteY48" fmla="*/ 2575251 h 3714920"/>
                  <a:gd name="connsiteX49" fmla="*/ 928883 w 3014936"/>
                  <a:gd name="connsiteY49" fmla="*/ 2620333 h 3714920"/>
                  <a:gd name="connsiteX50" fmla="*/ 909078 w 3014936"/>
                  <a:gd name="connsiteY50" fmla="*/ 2596933 h 3714920"/>
                  <a:gd name="connsiteX51" fmla="*/ 747882 w 3014936"/>
                  <a:gd name="connsiteY51" fmla="*/ 2775840 h 3714920"/>
                  <a:gd name="connsiteX52" fmla="*/ 725073 w 3014936"/>
                  <a:gd name="connsiteY52" fmla="*/ 2801198 h 3714920"/>
                  <a:gd name="connsiteX53" fmla="*/ 750565 w 3014936"/>
                  <a:gd name="connsiteY53" fmla="*/ 2824142 h 3714920"/>
                  <a:gd name="connsiteX54" fmla="*/ 1111895 w 3014936"/>
                  <a:gd name="connsiteY54" fmla="*/ 3149513 h 3714920"/>
                  <a:gd name="connsiteX55" fmla="*/ 1138058 w 3014936"/>
                  <a:gd name="connsiteY55" fmla="*/ 3173127 h 3714920"/>
                  <a:gd name="connsiteX56" fmla="*/ 1161807 w 3014936"/>
                  <a:gd name="connsiteY56" fmla="*/ 3146829 h 3714920"/>
                  <a:gd name="connsiteX57" fmla="*/ 1321224 w 3014936"/>
                  <a:gd name="connsiteY57" fmla="*/ 2969752 h 3714920"/>
                  <a:gd name="connsiteX58" fmla="*/ 1294236 w 3014936"/>
                  <a:gd name="connsiteY58" fmla="*/ 2951339 h 3714920"/>
                  <a:gd name="connsiteX59" fmla="*/ 1342271 w 3014936"/>
                  <a:gd name="connsiteY59" fmla="*/ 2946374 h 3714920"/>
                  <a:gd name="connsiteX60" fmla="*/ 1321224 w 3014936"/>
                  <a:gd name="connsiteY60" fmla="*/ 2969752 h 3714920"/>
                  <a:gd name="connsiteX61" fmla="*/ 1458096 w 3014936"/>
                  <a:gd name="connsiteY61" fmla="*/ 3063139 h 3714920"/>
                  <a:gd name="connsiteX62" fmla="*/ 1601034 w 3014936"/>
                  <a:gd name="connsiteY62" fmla="*/ 3145125 h 3714920"/>
                  <a:gd name="connsiteX63" fmla="*/ 1613032 w 3014936"/>
                  <a:gd name="connsiteY63" fmla="*/ 3115434 h 3714920"/>
                  <a:gd name="connsiteX64" fmla="*/ 1630206 w 3014936"/>
                  <a:gd name="connsiteY64" fmla="*/ 3161857 h 3714920"/>
                  <a:gd name="connsiteX65" fmla="*/ 1601034 w 3014936"/>
                  <a:gd name="connsiteY65" fmla="*/ 3145125 h 3714920"/>
                  <a:gd name="connsiteX66" fmla="*/ 1512134 w 3014936"/>
                  <a:gd name="connsiteY66" fmla="*/ 3365130 h 3714920"/>
                  <a:gd name="connsiteX67" fmla="*/ 1498180 w 3014936"/>
                  <a:gd name="connsiteY67" fmla="*/ 3399746 h 3714920"/>
                  <a:gd name="connsiteX68" fmla="*/ 1533065 w 3014936"/>
                  <a:gd name="connsiteY68" fmla="*/ 3413835 h 3714920"/>
                  <a:gd name="connsiteX69" fmla="*/ 1984021 w 3014936"/>
                  <a:gd name="connsiteY69" fmla="*/ 3595908 h 3714920"/>
                  <a:gd name="connsiteX70" fmla="*/ 2019578 w 3014936"/>
                  <a:gd name="connsiteY70" fmla="*/ 3610264 h 3714920"/>
                  <a:gd name="connsiteX71" fmla="*/ 2033935 w 3014936"/>
                  <a:gd name="connsiteY71" fmla="*/ 3574574 h 3714920"/>
                  <a:gd name="connsiteX72" fmla="*/ 2121832 w 3014936"/>
                  <a:gd name="connsiteY72" fmla="*/ 3355770 h 3714920"/>
                  <a:gd name="connsiteX73" fmla="*/ 2087871 w 3014936"/>
                  <a:gd name="connsiteY73" fmla="*/ 3347285 h 3714920"/>
                  <a:gd name="connsiteX74" fmla="*/ 2134296 w 3014936"/>
                  <a:gd name="connsiteY74" fmla="*/ 3324744 h 3714920"/>
                  <a:gd name="connsiteX75" fmla="*/ 2121832 w 3014936"/>
                  <a:gd name="connsiteY75" fmla="*/ 3355770 h 3714920"/>
                  <a:gd name="connsiteX76" fmla="*/ 2280528 w 3014936"/>
                  <a:gd name="connsiteY76" fmla="*/ 3395419 h 3714920"/>
                  <a:gd name="connsiteX77" fmla="*/ 2441656 w 3014936"/>
                  <a:gd name="connsiteY77" fmla="*/ 3422612 h 3714920"/>
                  <a:gd name="connsiteX78" fmla="*/ 2442760 w 3014936"/>
                  <a:gd name="connsiteY78" fmla="*/ 3389012 h 3714920"/>
                  <a:gd name="connsiteX79" fmla="*/ 2476304 w 3014936"/>
                  <a:gd name="connsiteY79" fmla="*/ 3428460 h 3714920"/>
                  <a:gd name="connsiteX80" fmla="*/ 2441656 w 3014936"/>
                  <a:gd name="connsiteY80" fmla="*/ 3422612 h 3714920"/>
                  <a:gd name="connsiteX81" fmla="*/ 2433905 w 3014936"/>
                  <a:gd name="connsiteY81" fmla="*/ 3658566 h 3714920"/>
                  <a:gd name="connsiteX82" fmla="*/ 2432563 w 3014936"/>
                  <a:gd name="connsiteY82" fmla="*/ 3697209 h 3714920"/>
                  <a:gd name="connsiteX83" fmla="*/ 2471205 w 3014936"/>
                  <a:gd name="connsiteY83" fmla="*/ 3698416 h 3714920"/>
                  <a:gd name="connsiteX84" fmla="*/ 2957181 w 3014936"/>
                  <a:gd name="connsiteY84" fmla="*/ 3713712 h 3714920"/>
                  <a:gd name="connsiteX85" fmla="*/ 2995287 w 3014936"/>
                  <a:gd name="connsiteY85" fmla="*/ 3714920 h 3714920"/>
                  <a:gd name="connsiteX86" fmla="*/ 2996495 w 3014936"/>
                  <a:gd name="connsiteY86" fmla="*/ 3676948 h 3714920"/>
                  <a:gd name="connsiteX87" fmla="*/ 3003805 w 3014936"/>
                  <a:gd name="connsiteY87" fmla="*/ 3439947 h 3714920"/>
                  <a:gd name="connsiteX88" fmla="*/ 2969660 w 3014936"/>
                  <a:gd name="connsiteY88" fmla="*/ 3443487 h 3714920"/>
                  <a:gd name="connsiteX89" fmla="*/ 3004813 w 3014936"/>
                  <a:gd name="connsiteY89" fmla="*/ 3407260 h 3714920"/>
                  <a:gd name="connsiteX90" fmla="*/ 3003805 w 3014936"/>
                  <a:gd name="connsiteY90" fmla="*/ 3439947 h 3714920"/>
                  <a:gd name="connsiteX91" fmla="*/ 3014936 w 3014936"/>
                  <a:gd name="connsiteY91" fmla="*/ 3438793 h 3714920"/>
                  <a:gd name="connsiteX92" fmla="*/ 3014936 w 3014936"/>
                  <a:gd name="connsiteY92" fmla="*/ 3362803 h 3714920"/>
                  <a:gd name="connsiteX93" fmla="*/ 2964695 w 3014936"/>
                  <a:gd name="connsiteY93" fmla="*/ 3367813 h 3714920"/>
                  <a:gd name="connsiteX94" fmla="*/ 2930749 w 3014936"/>
                  <a:gd name="connsiteY94" fmla="*/ 3369826 h 3714920"/>
                  <a:gd name="connsiteX95" fmla="*/ 2929542 w 3014936"/>
                  <a:gd name="connsiteY95" fmla="*/ 3404040 h 3714920"/>
                  <a:gd name="connsiteX96" fmla="*/ 2921476 w 3014936"/>
                  <a:gd name="connsiteY96" fmla="*/ 3635541 h 3714920"/>
                  <a:gd name="connsiteX97" fmla="*/ 2959462 w 3014936"/>
                  <a:gd name="connsiteY97" fmla="*/ 3636831 h 3714920"/>
                  <a:gd name="connsiteX98" fmla="*/ 2920150 w 3014936"/>
                  <a:gd name="connsiteY98" fmla="*/ 3673594 h 3714920"/>
                  <a:gd name="connsiteX99" fmla="*/ 2921476 w 3014936"/>
                  <a:gd name="connsiteY99" fmla="*/ 3635541 h 3714920"/>
                  <a:gd name="connsiteX100" fmla="*/ 2512033 w 3014936"/>
                  <a:gd name="connsiteY100" fmla="*/ 3621635 h 3714920"/>
                  <a:gd name="connsiteX101" fmla="*/ 2510786 w 3014936"/>
                  <a:gd name="connsiteY101" fmla="*/ 3660177 h 3714920"/>
                  <a:gd name="connsiteX102" fmla="*/ 2473487 w 3014936"/>
                  <a:gd name="connsiteY102" fmla="*/ 3620326 h 3714920"/>
                  <a:gd name="connsiteX103" fmla="*/ 2512033 w 3014936"/>
                  <a:gd name="connsiteY103" fmla="*/ 3621635 h 3714920"/>
                  <a:gd name="connsiteX104" fmla="*/ 2519508 w 3014936"/>
                  <a:gd name="connsiteY104" fmla="*/ 3390622 h 3714920"/>
                  <a:gd name="connsiteX105" fmla="*/ 2520581 w 3014936"/>
                  <a:gd name="connsiteY105" fmla="*/ 3355603 h 3714920"/>
                  <a:gd name="connsiteX106" fmla="*/ 2485831 w 3014936"/>
                  <a:gd name="connsiteY106" fmla="*/ 3351176 h 3714920"/>
                  <a:gd name="connsiteX107" fmla="*/ 2109072 w 3014936"/>
                  <a:gd name="connsiteY107" fmla="*/ 3272684 h 3714920"/>
                  <a:gd name="connsiteX108" fmla="*/ 2075528 w 3014936"/>
                  <a:gd name="connsiteY108" fmla="*/ 3262889 h 3714920"/>
                  <a:gd name="connsiteX109" fmla="*/ 2062513 w 3014936"/>
                  <a:gd name="connsiteY109" fmla="*/ 3295225 h 3714920"/>
                  <a:gd name="connsiteX110" fmla="*/ 1976554 w 3014936"/>
                  <a:gd name="connsiteY110" fmla="*/ 3509490 h 3714920"/>
                  <a:gd name="connsiteX111" fmla="*/ 2012198 w 3014936"/>
                  <a:gd name="connsiteY111" fmla="*/ 3523722 h 3714920"/>
                  <a:gd name="connsiteX112" fmla="*/ 1962285 w 3014936"/>
                  <a:gd name="connsiteY112" fmla="*/ 3545057 h 3714920"/>
                  <a:gd name="connsiteX113" fmla="*/ 1976554 w 3014936"/>
                  <a:gd name="connsiteY113" fmla="*/ 3509490 h 3714920"/>
                  <a:gd name="connsiteX114" fmla="*/ 1595260 w 3014936"/>
                  <a:gd name="connsiteY114" fmla="*/ 3357244 h 3714920"/>
                  <a:gd name="connsiteX115" fmla="*/ 1581367 w 3014936"/>
                  <a:gd name="connsiteY115" fmla="*/ 3392099 h 3714920"/>
                  <a:gd name="connsiteX116" fmla="*/ 1560571 w 3014936"/>
                  <a:gd name="connsiteY116" fmla="*/ 3343394 h 3714920"/>
                  <a:gd name="connsiteX117" fmla="*/ 1595260 w 3014936"/>
                  <a:gd name="connsiteY117" fmla="*/ 3357244 h 3714920"/>
                  <a:gd name="connsiteX118" fmla="*/ 1681058 w 3014936"/>
                  <a:gd name="connsiteY118" fmla="*/ 3142000 h 3714920"/>
                  <a:gd name="connsiteX119" fmla="*/ 1693536 w 3014936"/>
                  <a:gd name="connsiteY119" fmla="*/ 3110870 h 3714920"/>
                  <a:gd name="connsiteX120" fmla="*/ 1663884 w 3014936"/>
                  <a:gd name="connsiteY120" fmla="*/ 3095575 h 3714920"/>
                  <a:gd name="connsiteX121" fmla="*/ 1336501 w 3014936"/>
                  <a:gd name="connsiteY121" fmla="*/ 2892571 h 3714920"/>
                  <a:gd name="connsiteX122" fmla="*/ 1310069 w 3014936"/>
                  <a:gd name="connsiteY122" fmla="*/ 2873251 h 3714920"/>
                  <a:gd name="connsiteX123" fmla="*/ 1288333 w 3014936"/>
                  <a:gd name="connsiteY123" fmla="*/ 2897535 h 3714920"/>
                  <a:gd name="connsiteX124" fmla="*/ 1132263 w 3014936"/>
                  <a:gd name="connsiteY124" fmla="*/ 3072500 h 3714920"/>
                  <a:gd name="connsiteX125" fmla="*/ 1158722 w 3014936"/>
                  <a:gd name="connsiteY125" fmla="*/ 3096112 h 3714920"/>
                  <a:gd name="connsiteX126" fmla="*/ 1108809 w 3014936"/>
                  <a:gd name="connsiteY126" fmla="*/ 3098795 h 3714920"/>
                  <a:gd name="connsiteX127" fmla="*/ 1132263 w 3014936"/>
                  <a:gd name="connsiteY127" fmla="*/ 3072500 h 3714920"/>
                  <a:gd name="connsiteX128" fmla="*/ 821411 w 3014936"/>
                  <a:gd name="connsiteY128" fmla="*/ 2795102 h 3714920"/>
                  <a:gd name="connsiteX129" fmla="*/ 798600 w 3014936"/>
                  <a:gd name="connsiteY129" fmla="*/ 2820654 h 3714920"/>
                  <a:gd name="connsiteX130" fmla="*/ 795917 w 3014936"/>
                  <a:gd name="connsiteY130" fmla="*/ 2772352 h 3714920"/>
                  <a:gd name="connsiteX131" fmla="*/ 821411 w 3014936"/>
                  <a:gd name="connsiteY131" fmla="*/ 2795102 h 3714920"/>
                  <a:gd name="connsiteX132" fmla="*/ 978392 w 3014936"/>
                  <a:gd name="connsiteY132" fmla="*/ 2619260 h 3714920"/>
                  <a:gd name="connsiteX133" fmla="*/ 998786 w 3014936"/>
                  <a:gd name="connsiteY133" fmla="*/ 2596450 h 3714920"/>
                  <a:gd name="connsiteX134" fmla="*/ 978124 w 3014936"/>
                  <a:gd name="connsiteY134" fmla="*/ 2574043 h 3714920"/>
                  <a:gd name="connsiteX135" fmla="*/ 739161 w 3014936"/>
                  <a:gd name="connsiteY135" fmla="*/ 2271483 h 3714920"/>
                  <a:gd name="connsiteX136" fmla="*/ 722524 w 3014936"/>
                  <a:gd name="connsiteY136" fmla="*/ 2246794 h 3714920"/>
                  <a:gd name="connsiteX137" fmla="*/ 696493 w 3014936"/>
                  <a:gd name="connsiteY137" fmla="*/ 2260883 h 3714920"/>
                  <a:gd name="connsiteX138" fmla="*/ 486958 w 3014936"/>
                  <a:gd name="connsiteY138" fmla="*/ 2373883 h 3714920"/>
                  <a:gd name="connsiteX139" fmla="*/ 502077 w 3014936"/>
                  <a:gd name="connsiteY139" fmla="*/ 2401898 h 3714920"/>
                  <a:gd name="connsiteX140" fmla="*/ 459142 w 3014936"/>
                  <a:gd name="connsiteY140" fmla="*/ 2388885 h 3714920"/>
                  <a:gd name="connsiteX141" fmla="*/ 486958 w 3014936"/>
                  <a:gd name="connsiteY141" fmla="*/ 2373883 h 3714920"/>
                  <a:gd name="connsiteX142" fmla="*/ 285290 w 3014936"/>
                  <a:gd name="connsiteY142" fmla="*/ 2000194 h 3714920"/>
                  <a:gd name="connsiteX143" fmla="*/ 258954 w 3014936"/>
                  <a:gd name="connsiteY143" fmla="*/ 2014406 h 3714920"/>
                  <a:gd name="connsiteX144" fmla="*/ 271165 w 3014936"/>
                  <a:gd name="connsiteY144" fmla="*/ 1974020 h 3714920"/>
                  <a:gd name="connsiteX145" fmla="*/ 285290 w 3014936"/>
                  <a:gd name="connsiteY145" fmla="*/ 2000194 h 3714920"/>
                  <a:gd name="connsiteX146" fmla="*/ 495904 w 3014936"/>
                  <a:gd name="connsiteY146" fmla="*/ 1886538 h 3714920"/>
                  <a:gd name="connsiteX147" fmla="*/ 518982 w 3014936"/>
                  <a:gd name="connsiteY147" fmla="*/ 1874061 h 3714920"/>
                  <a:gd name="connsiteX148" fmla="*/ 508919 w 3014936"/>
                  <a:gd name="connsiteY148" fmla="*/ 1850177 h 3714920"/>
                  <a:gd name="connsiteX149" fmla="*/ 387225 w 3014936"/>
                  <a:gd name="connsiteY149" fmla="*/ 1483348 h 3714920"/>
                  <a:gd name="connsiteX150" fmla="*/ 381321 w 3014936"/>
                  <a:gd name="connsiteY150" fmla="*/ 1459331 h 3714920"/>
                  <a:gd name="connsiteX151" fmla="*/ 357035 w 3014936"/>
                  <a:gd name="connsiteY151" fmla="*/ 1462954 h 3714920"/>
                  <a:gd name="connsiteX152" fmla="*/ 115887 w 3014936"/>
                  <a:gd name="connsiteY152" fmla="*/ 1498792 h 3714920"/>
                  <a:gd name="connsiteX153" fmla="*/ 119682 w 3014936"/>
                  <a:gd name="connsiteY153" fmla="*/ 1524271 h 3714920"/>
                  <a:gd name="connsiteX154" fmla="*/ 90702 w 3014936"/>
                  <a:gd name="connsiteY154" fmla="*/ 1502535 h 3714920"/>
                  <a:gd name="connsiteX155" fmla="*/ 115887 w 3014936"/>
                  <a:gd name="connsiteY155" fmla="*/ 1498792 h 3714920"/>
                  <a:gd name="connsiteX156" fmla="*/ 51352 w 3014936"/>
                  <a:gd name="connsiteY156" fmla="*/ 1065536 h 3714920"/>
                  <a:gd name="connsiteX157" fmla="*/ 28848 w 3014936"/>
                  <a:gd name="connsiteY157" fmla="*/ 1068887 h 3714920"/>
                  <a:gd name="connsiteX158" fmla="*/ 48034 w 3014936"/>
                  <a:gd name="connsiteY158" fmla="*/ 1043259 h 3714920"/>
                  <a:gd name="connsiteX159" fmla="*/ 51352 w 3014936"/>
                  <a:gd name="connsiteY159" fmla="*/ 1065536 h 3714920"/>
                  <a:gd name="connsiteX160" fmla="*/ 295584 w 3014936"/>
                  <a:gd name="connsiteY160" fmla="*/ 1029170 h 3714920"/>
                  <a:gd name="connsiteX161" fmla="*/ 314503 w 3014936"/>
                  <a:gd name="connsiteY161" fmla="*/ 1026353 h 3714920"/>
                  <a:gd name="connsiteX162" fmla="*/ 313563 w 3014936"/>
                  <a:gd name="connsiteY162" fmla="*/ 1007569 h 3714920"/>
                  <a:gd name="connsiteX163" fmla="*/ 324029 w 3014936"/>
                  <a:gd name="connsiteY163" fmla="*/ 619942 h 3714920"/>
                  <a:gd name="connsiteX164" fmla="*/ 325773 w 3014936"/>
                  <a:gd name="connsiteY164" fmla="*/ 602903 h 3714920"/>
                  <a:gd name="connsiteX165" fmla="*/ 309270 w 3014936"/>
                  <a:gd name="connsiteY165" fmla="*/ 599547 h 3714920"/>
                  <a:gd name="connsiteX166" fmla="*/ 61994 w 3014936"/>
                  <a:gd name="connsiteY166" fmla="*/ 548938 h 3714920"/>
                  <a:gd name="connsiteX167" fmla="*/ 58500 w 3014936"/>
                  <a:gd name="connsiteY167" fmla="*/ 566005 h 3714920"/>
                  <a:gd name="connsiteX168" fmla="*/ 45082 w 3014936"/>
                  <a:gd name="connsiteY168" fmla="*/ 545477 h 3714920"/>
                  <a:gd name="connsiteX169" fmla="*/ 61994 w 3014936"/>
                  <a:gd name="connsiteY169" fmla="*/ 548938 h 3714920"/>
                  <a:gd name="connsiteX170" fmla="*/ 153100 w 3014936"/>
                  <a:gd name="connsiteY170" fmla="*/ 103932 h 3714920"/>
                  <a:gd name="connsiteX171" fmla="*/ 138601 w 3014936"/>
                  <a:gd name="connsiteY171" fmla="*/ 100960 h 3714920"/>
                  <a:gd name="connsiteX172" fmla="*/ 156043 w 3014936"/>
                  <a:gd name="connsiteY172" fmla="*/ 89555 h 3714920"/>
                  <a:gd name="connsiteX173" fmla="*/ 153100 w 3014936"/>
                  <a:gd name="connsiteY173" fmla="*/ 103932 h 3714920"/>
                  <a:gd name="connsiteX174" fmla="*/ 402386 w 3014936"/>
                  <a:gd name="connsiteY174" fmla="*/ 155032 h 3714920"/>
                  <a:gd name="connsiteX175" fmla="*/ 414328 w 3014936"/>
                  <a:gd name="connsiteY175" fmla="*/ 157447 h 3714920"/>
                  <a:gd name="connsiteX176" fmla="*/ 417950 w 3014936"/>
                  <a:gd name="connsiteY176" fmla="*/ 145908 h 3714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</a:cxnLst>
                <a:rect l="l" t="t" r="r" b="b"/>
                <a:pathLst>
                  <a:path w="3014936" h="3714920">
                    <a:moveTo>
                      <a:pt x="469552" y="0"/>
                    </a:moveTo>
                    <a:lnTo>
                      <a:pt x="441952" y="0"/>
                    </a:lnTo>
                    <a:lnTo>
                      <a:pt x="396356" y="126679"/>
                    </a:lnTo>
                    <a:lnTo>
                      <a:pt x="407753" y="129136"/>
                    </a:lnTo>
                    <a:lnTo>
                      <a:pt x="392188" y="138261"/>
                    </a:lnTo>
                    <a:lnTo>
                      <a:pt x="396356" y="126679"/>
                    </a:lnTo>
                    <a:lnTo>
                      <a:pt x="144505" y="72381"/>
                    </a:lnTo>
                    <a:lnTo>
                      <a:pt x="130148" y="69295"/>
                    </a:lnTo>
                    <a:lnTo>
                      <a:pt x="127063" y="83785"/>
                    </a:lnTo>
                    <a:lnTo>
                      <a:pt x="24420" y="559161"/>
                    </a:lnTo>
                    <a:lnTo>
                      <a:pt x="20796" y="575934"/>
                    </a:lnTo>
                    <a:lnTo>
                      <a:pt x="37836" y="579556"/>
                    </a:lnTo>
                    <a:lnTo>
                      <a:pt x="285429" y="632980"/>
                    </a:lnTo>
                    <a:lnTo>
                      <a:pt x="286728" y="616050"/>
                    </a:lnTo>
                    <a:lnTo>
                      <a:pt x="301488" y="636445"/>
                    </a:lnTo>
                    <a:lnTo>
                      <a:pt x="285429" y="632980"/>
                    </a:lnTo>
                    <a:lnTo>
                      <a:pt x="271651" y="812514"/>
                    </a:lnTo>
                    <a:lnTo>
                      <a:pt x="271574" y="990434"/>
                    </a:lnTo>
                    <a:lnTo>
                      <a:pt x="289547" y="987980"/>
                    </a:lnTo>
                    <a:lnTo>
                      <a:pt x="271566" y="1009582"/>
                    </a:lnTo>
                    <a:lnTo>
                      <a:pt x="271574" y="990434"/>
                    </a:lnTo>
                    <a:lnTo>
                      <a:pt x="22273" y="1024474"/>
                    </a:lnTo>
                    <a:lnTo>
                      <a:pt x="0" y="1027561"/>
                    </a:lnTo>
                    <a:lnTo>
                      <a:pt x="3086" y="1050102"/>
                    </a:lnTo>
                    <a:lnTo>
                      <a:pt x="68831" y="1531918"/>
                    </a:lnTo>
                    <a:lnTo>
                      <a:pt x="72319" y="1557143"/>
                    </a:lnTo>
                    <a:lnTo>
                      <a:pt x="97812" y="1553655"/>
                    </a:lnTo>
                    <a:lnTo>
                      <a:pt x="341142" y="1520379"/>
                    </a:lnTo>
                    <a:lnTo>
                      <a:pt x="334494" y="1496631"/>
                    </a:lnTo>
                    <a:lnTo>
                      <a:pt x="364684" y="1517160"/>
                    </a:lnTo>
                    <a:lnTo>
                      <a:pt x="341142" y="1520379"/>
                    </a:lnTo>
                    <a:lnTo>
                      <a:pt x="387811" y="1687107"/>
                    </a:lnTo>
                    <a:lnTo>
                      <a:pt x="446871" y="1848172"/>
                    </a:lnTo>
                    <a:lnTo>
                      <a:pt x="468937" y="1836493"/>
                    </a:lnTo>
                    <a:lnTo>
                      <a:pt x="455921" y="1872853"/>
                    </a:lnTo>
                    <a:lnTo>
                      <a:pt x="446871" y="1848172"/>
                    </a:lnTo>
                    <a:lnTo>
                      <a:pt x="230913" y="1962482"/>
                    </a:lnTo>
                    <a:lnTo>
                      <a:pt x="204748" y="1976300"/>
                    </a:lnTo>
                    <a:lnTo>
                      <a:pt x="218702" y="2002732"/>
                    </a:lnTo>
                    <a:lnTo>
                      <a:pt x="446260" y="2432491"/>
                    </a:lnTo>
                    <a:lnTo>
                      <a:pt x="461019" y="2460398"/>
                    </a:lnTo>
                    <a:lnTo>
                      <a:pt x="489196" y="2445505"/>
                    </a:lnTo>
                    <a:lnTo>
                      <a:pt x="702328" y="2332578"/>
                    </a:lnTo>
                    <a:lnTo>
                      <a:pt x="684955" y="2308514"/>
                    </a:lnTo>
                    <a:lnTo>
                      <a:pt x="727488" y="2319248"/>
                    </a:lnTo>
                    <a:lnTo>
                      <a:pt x="702328" y="2332578"/>
                    </a:lnTo>
                    <a:lnTo>
                      <a:pt x="800931" y="2469154"/>
                    </a:lnTo>
                    <a:lnTo>
                      <a:pt x="909078" y="2596933"/>
                    </a:lnTo>
                    <a:lnTo>
                      <a:pt x="928614" y="2575251"/>
                    </a:lnTo>
                    <a:lnTo>
                      <a:pt x="928883" y="2620333"/>
                    </a:lnTo>
                    <a:lnTo>
                      <a:pt x="909078" y="2596933"/>
                    </a:lnTo>
                    <a:lnTo>
                      <a:pt x="747882" y="2775840"/>
                    </a:lnTo>
                    <a:lnTo>
                      <a:pt x="725073" y="2801198"/>
                    </a:lnTo>
                    <a:lnTo>
                      <a:pt x="750565" y="2824142"/>
                    </a:lnTo>
                    <a:lnTo>
                      <a:pt x="1111895" y="3149513"/>
                    </a:lnTo>
                    <a:lnTo>
                      <a:pt x="1138058" y="3173127"/>
                    </a:lnTo>
                    <a:lnTo>
                      <a:pt x="1161807" y="3146829"/>
                    </a:lnTo>
                    <a:lnTo>
                      <a:pt x="1321224" y="2969752"/>
                    </a:lnTo>
                    <a:lnTo>
                      <a:pt x="1294236" y="2951339"/>
                    </a:lnTo>
                    <a:lnTo>
                      <a:pt x="1342271" y="2946374"/>
                    </a:lnTo>
                    <a:lnTo>
                      <a:pt x="1321224" y="2969752"/>
                    </a:lnTo>
                    <a:lnTo>
                      <a:pt x="1458096" y="3063139"/>
                    </a:lnTo>
                    <a:lnTo>
                      <a:pt x="1601034" y="3145125"/>
                    </a:lnTo>
                    <a:lnTo>
                      <a:pt x="1613032" y="3115434"/>
                    </a:lnTo>
                    <a:lnTo>
                      <a:pt x="1630206" y="3161857"/>
                    </a:lnTo>
                    <a:lnTo>
                      <a:pt x="1601034" y="3145125"/>
                    </a:lnTo>
                    <a:lnTo>
                      <a:pt x="1512134" y="3365130"/>
                    </a:lnTo>
                    <a:lnTo>
                      <a:pt x="1498180" y="3399746"/>
                    </a:lnTo>
                    <a:lnTo>
                      <a:pt x="1533065" y="3413835"/>
                    </a:lnTo>
                    <a:lnTo>
                      <a:pt x="1984021" y="3595908"/>
                    </a:lnTo>
                    <a:lnTo>
                      <a:pt x="2019578" y="3610264"/>
                    </a:lnTo>
                    <a:lnTo>
                      <a:pt x="2033935" y="3574574"/>
                    </a:lnTo>
                    <a:lnTo>
                      <a:pt x="2121832" y="3355770"/>
                    </a:lnTo>
                    <a:lnTo>
                      <a:pt x="2087871" y="3347285"/>
                    </a:lnTo>
                    <a:lnTo>
                      <a:pt x="2134296" y="3324744"/>
                    </a:lnTo>
                    <a:lnTo>
                      <a:pt x="2121832" y="3355770"/>
                    </a:lnTo>
                    <a:lnTo>
                      <a:pt x="2280528" y="3395419"/>
                    </a:lnTo>
                    <a:lnTo>
                      <a:pt x="2441656" y="3422612"/>
                    </a:lnTo>
                    <a:lnTo>
                      <a:pt x="2442760" y="3389012"/>
                    </a:lnTo>
                    <a:lnTo>
                      <a:pt x="2476304" y="3428460"/>
                    </a:lnTo>
                    <a:lnTo>
                      <a:pt x="2441656" y="3422612"/>
                    </a:lnTo>
                    <a:lnTo>
                      <a:pt x="2433905" y="3658566"/>
                    </a:lnTo>
                    <a:lnTo>
                      <a:pt x="2432563" y="3697209"/>
                    </a:lnTo>
                    <a:lnTo>
                      <a:pt x="2471205" y="3698416"/>
                    </a:lnTo>
                    <a:lnTo>
                      <a:pt x="2957181" y="3713712"/>
                    </a:lnTo>
                    <a:lnTo>
                      <a:pt x="2995287" y="3714920"/>
                    </a:lnTo>
                    <a:lnTo>
                      <a:pt x="2996495" y="3676948"/>
                    </a:lnTo>
                    <a:lnTo>
                      <a:pt x="3003805" y="3439947"/>
                    </a:lnTo>
                    <a:lnTo>
                      <a:pt x="2969660" y="3443487"/>
                    </a:lnTo>
                    <a:lnTo>
                      <a:pt x="3004813" y="3407260"/>
                    </a:lnTo>
                    <a:lnTo>
                      <a:pt x="3003805" y="3439947"/>
                    </a:lnTo>
                    <a:lnTo>
                      <a:pt x="3014936" y="3438793"/>
                    </a:lnTo>
                    <a:lnTo>
                      <a:pt x="3014936" y="3362803"/>
                    </a:lnTo>
                    <a:lnTo>
                      <a:pt x="2964695" y="3367813"/>
                    </a:lnTo>
                    <a:lnTo>
                      <a:pt x="2930749" y="3369826"/>
                    </a:lnTo>
                    <a:lnTo>
                      <a:pt x="2929542" y="3404040"/>
                    </a:lnTo>
                    <a:lnTo>
                      <a:pt x="2921476" y="3635541"/>
                    </a:lnTo>
                    <a:lnTo>
                      <a:pt x="2959462" y="3636831"/>
                    </a:lnTo>
                    <a:lnTo>
                      <a:pt x="2920150" y="3673594"/>
                    </a:lnTo>
                    <a:lnTo>
                      <a:pt x="2921476" y="3635541"/>
                    </a:lnTo>
                    <a:lnTo>
                      <a:pt x="2512033" y="3621635"/>
                    </a:lnTo>
                    <a:lnTo>
                      <a:pt x="2510786" y="3660177"/>
                    </a:lnTo>
                    <a:lnTo>
                      <a:pt x="2473487" y="3620326"/>
                    </a:lnTo>
                    <a:lnTo>
                      <a:pt x="2512033" y="3621635"/>
                    </a:lnTo>
                    <a:lnTo>
                      <a:pt x="2519508" y="3390622"/>
                    </a:lnTo>
                    <a:lnTo>
                      <a:pt x="2520581" y="3355603"/>
                    </a:lnTo>
                    <a:lnTo>
                      <a:pt x="2485831" y="3351176"/>
                    </a:lnTo>
                    <a:cubicBezTo>
                      <a:pt x="2358365" y="3334806"/>
                      <a:pt x="2232242" y="3308642"/>
                      <a:pt x="2109072" y="3272684"/>
                    </a:cubicBezTo>
                    <a:lnTo>
                      <a:pt x="2075528" y="3262889"/>
                    </a:lnTo>
                    <a:lnTo>
                      <a:pt x="2062513" y="3295225"/>
                    </a:lnTo>
                    <a:lnTo>
                      <a:pt x="1976554" y="3509490"/>
                    </a:lnTo>
                    <a:lnTo>
                      <a:pt x="2012198" y="3523722"/>
                    </a:lnTo>
                    <a:lnTo>
                      <a:pt x="1962285" y="3545057"/>
                    </a:lnTo>
                    <a:lnTo>
                      <a:pt x="1976554" y="3509490"/>
                    </a:lnTo>
                    <a:lnTo>
                      <a:pt x="1595260" y="3357244"/>
                    </a:lnTo>
                    <a:lnTo>
                      <a:pt x="1581367" y="3392099"/>
                    </a:lnTo>
                    <a:lnTo>
                      <a:pt x="1560571" y="3343394"/>
                    </a:lnTo>
                    <a:lnTo>
                      <a:pt x="1595260" y="3357244"/>
                    </a:lnTo>
                    <a:lnTo>
                      <a:pt x="1681058" y="3142000"/>
                    </a:lnTo>
                    <a:lnTo>
                      <a:pt x="1693536" y="3110870"/>
                    </a:lnTo>
                    <a:lnTo>
                      <a:pt x="1663884" y="3095575"/>
                    </a:lnTo>
                    <a:cubicBezTo>
                      <a:pt x="1549702" y="3036539"/>
                      <a:pt x="1440217" y="2968647"/>
                      <a:pt x="1336501" y="2892571"/>
                    </a:cubicBezTo>
                    <a:lnTo>
                      <a:pt x="1310069" y="2873251"/>
                    </a:lnTo>
                    <a:lnTo>
                      <a:pt x="1288333" y="2897535"/>
                    </a:lnTo>
                    <a:lnTo>
                      <a:pt x="1132263" y="3072500"/>
                    </a:lnTo>
                    <a:lnTo>
                      <a:pt x="1158722" y="3096112"/>
                    </a:lnTo>
                    <a:lnTo>
                      <a:pt x="1108809" y="3098795"/>
                    </a:lnTo>
                    <a:lnTo>
                      <a:pt x="1132263" y="3072500"/>
                    </a:lnTo>
                    <a:lnTo>
                      <a:pt x="821411" y="2795102"/>
                    </a:lnTo>
                    <a:lnTo>
                      <a:pt x="798600" y="2820654"/>
                    </a:lnTo>
                    <a:lnTo>
                      <a:pt x="795917" y="2772352"/>
                    </a:lnTo>
                    <a:lnTo>
                      <a:pt x="821411" y="2795102"/>
                    </a:lnTo>
                    <a:lnTo>
                      <a:pt x="978392" y="2619260"/>
                    </a:lnTo>
                    <a:lnTo>
                      <a:pt x="998786" y="2596450"/>
                    </a:lnTo>
                    <a:lnTo>
                      <a:pt x="978124" y="2574043"/>
                    </a:lnTo>
                    <a:cubicBezTo>
                      <a:pt x="890911" y="2479585"/>
                      <a:pt x="810810" y="2378285"/>
                      <a:pt x="739161" y="2271483"/>
                    </a:cubicBezTo>
                    <a:lnTo>
                      <a:pt x="722524" y="2246794"/>
                    </a:lnTo>
                    <a:lnTo>
                      <a:pt x="696493" y="2260883"/>
                    </a:lnTo>
                    <a:lnTo>
                      <a:pt x="486958" y="2373883"/>
                    </a:lnTo>
                    <a:lnTo>
                      <a:pt x="502077" y="2401898"/>
                    </a:lnTo>
                    <a:lnTo>
                      <a:pt x="459142" y="2388885"/>
                    </a:lnTo>
                    <a:lnTo>
                      <a:pt x="486958" y="2373883"/>
                    </a:lnTo>
                    <a:lnTo>
                      <a:pt x="285290" y="2000194"/>
                    </a:lnTo>
                    <a:lnTo>
                      <a:pt x="258954" y="2014406"/>
                    </a:lnTo>
                    <a:lnTo>
                      <a:pt x="271165" y="1974020"/>
                    </a:lnTo>
                    <a:lnTo>
                      <a:pt x="285290" y="2000194"/>
                    </a:lnTo>
                    <a:lnTo>
                      <a:pt x="495904" y="1886538"/>
                    </a:lnTo>
                    <a:lnTo>
                      <a:pt x="518982" y="1874061"/>
                    </a:lnTo>
                    <a:lnTo>
                      <a:pt x="508919" y="1850177"/>
                    </a:lnTo>
                    <a:cubicBezTo>
                      <a:pt x="458873" y="1731434"/>
                      <a:pt x="418219" y="1608665"/>
                      <a:pt x="387225" y="1483348"/>
                    </a:cubicBezTo>
                    <a:lnTo>
                      <a:pt x="381321" y="1459331"/>
                    </a:lnTo>
                    <a:lnTo>
                      <a:pt x="357035" y="1462954"/>
                    </a:lnTo>
                    <a:lnTo>
                      <a:pt x="115887" y="1498792"/>
                    </a:lnTo>
                    <a:lnTo>
                      <a:pt x="119682" y="1524271"/>
                    </a:lnTo>
                    <a:lnTo>
                      <a:pt x="90702" y="1502535"/>
                    </a:lnTo>
                    <a:lnTo>
                      <a:pt x="115887" y="1498792"/>
                    </a:lnTo>
                    <a:lnTo>
                      <a:pt x="51352" y="1065536"/>
                    </a:lnTo>
                    <a:lnTo>
                      <a:pt x="28848" y="1068887"/>
                    </a:lnTo>
                    <a:lnTo>
                      <a:pt x="48034" y="1043259"/>
                    </a:lnTo>
                    <a:lnTo>
                      <a:pt x="51352" y="1065536"/>
                    </a:lnTo>
                    <a:lnTo>
                      <a:pt x="295584" y="1029170"/>
                    </a:lnTo>
                    <a:lnTo>
                      <a:pt x="314503" y="1026353"/>
                    </a:lnTo>
                    <a:lnTo>
                      <a:pt x="313563" y="1007569"/>
                    </a:lnTo>
                    <a:cubicBezTo>
                      <a:pt x="306988" y="878360"/>
                      <a:pt x="310612" y="748614"/>
                      <a:pt x="324029" y="619942"/>
                    </a:cubicBezTo>
                    <a:lnTo>
                      <a:pt x="325773" y="602903"/>
                    </a:lnTo>
                    <a:lnTo>
                      <a:pt x="309270" y="599547"/>
                    </a:lnTo>
                    <a:lnTo>
                      <a:pt x="61994" y="548938"/>
                    </a:lnTo>
                    <a:lnTo>
                      <a:pt x="58500" y="566005"/>
                    </a:lnTo>
                    <a:lnTo>
                      <a:pt x="45082" y="545477"/>
                    </a:lnTo>
                    <a:lnTo>
                      <a:pt x="61994" y="548938"/>
                    </a:lnTo>
                    <a:lnTo>
                      <a:pt x="153100" y="103932"/>
                    </a:lnTo>
                    <a:lnTo>
                      <a:pt x="138601" y="100960"/>
                    </a:lnTo>
                    <a:lnTo>
                      <a:pt x="156043" y="89555"/>
                    </a:lnTo>
                    <a:lnTo>
                      <a:pt x="153100" y="103932"/>
                    </a:lnTo>
                    <a:lnTo>
                      <a:pt x="402386" y="155032"/>
                    </a:lnTo>
                    <a:lnTo>
                      <a:pt x="414328" y="157447"/>
                    </a:lnTo>
                    <a:lnTo>
                      <a:pt x="417950" y="145908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任意多边形 26" descr="53beace7-5543-48c4-ac16-5d0796f6fd90"/>
              <p:cNvSpPr/>
              <p:nvPr/>
            </p:nvSpPr>
            <p:spPr>
              <a:xfrm flipH="1">
                <a:off x="0" y="0"/>
                <a:ext cx="2404635" cy="3064714"/>
              </a:xfrm>
              <a:custGeom>
                <a:avLst/>
                <a:gdLst>
                  <a:gd name="connsiteX0" fmla="*/ 247180 w 2404635"/>
                  <a:gd name="connsiteY0" fmla="*/ 0 h 3064714"/>
                  <a:gd name="connsiteX1" fmla="*/ 204766 w 2404635"/>
                  <a:gd name="connsiteY1" fmla="*/ 0 h 3064714"/>
                  <a:gd name="connsiteX2" fmla="*/ 176222 w 2404635"/>
                  <a:gd name="connsiteY2" fmla="*/ 58426 h 3064714"/>
                  <a:gd name="connsiteX3" fmla="*/ 53 w 2404635"/>
                  <a:gd name="connsiteY3" fmla="*/ 895130 h 3064714"/>
                  <a:gd name="connsiteX4" fmla="*/ 165355 w 2404635"/>
                  <a:gd name="connsiteY4" fmla="*/ 1736263 h 3064714"/>
                  <a:gd name="connsiteX5" fmla="*/ 209498 w 2404635"/>
                  <a:gd name="connsiteY5" fmla="*/ 1834612 h 3064714"/>
                  <a:gd name="connsiteX6" fmla="*/ 258471 w 2404635"/>
                  <a:gd name="connsiteY6" fmla="*/ 1930680 h 3064714"/>
                  <a:gd name="connsiteX7" fmla="*/ 312543 w 2404635"/>
                  <a:gd name="connsiteY7" fmla="*/ 2023931 h 3064714"/>
                  <a:gd name="connsiteX8" fmla="*/ 371176 w 2404635"/>
                  <a:gd name="connsiteY8" fmla="*/ 2114364 h 3064714"/>
                  <a:gd name="connsiteX9" fmla="*/ 648378 w 2404635"/>
                  <a:gd name="connsiteY9" fmla="*/ 2442685 h 3064714"/>
                  <a:gd name="connsiteX10" fmla="*/ 1363389 w 2404635"/>
                  <a:gd name="connsiteY10" fmla="*/ 2905181 h 3064714"/>
                  <a:gd name="connsiteX11" fmla="*/ 2195934 w 2404635"/>
                  <a:gd name="connsiteY11" fmla="*/ 3064714 h 3064714"/>
                  <a:gd name="connsiteX12" fmla="*/ 2404635 w 2404635"/>
                  <a:gd name="connsiteY12" fmla="*/ 3055128 h 3064714"/>
                  <a:gd name="connsiteX13" fmla="*/ 2404635 w 2404635"/>
                  <a:gd name="connsiteY13" fmla="*/ 3046401 h 3064714"/>
                  <a:gd name="connsiteX14" fmla="*/ 2195934 w 2404635"/>
                  <a:gd name="connsiteY14" fmla="*/ 3057469 h 3064714"/>
                  <a:gd name="connsiteX15" fmla="*/ 1774630 w 2404635"/>
                  <a:gd name="connsiteY15" fmla="*/ 3014533 h 3064714"/>
                  <a:gd name="connsiteX16" fmla="*/ 1370902 w 2404635"/>
                  <a:gd name="connsiteY16" fmla="*/ 2887604 h 3064714"/>
                  <a:gd name="connsiteX17" fmla="*/ 680715 w 2404635"/>
                  <a:gd name="connsiteY17" fmla="*/ 2410484 h 3064714"/>
                  <a:gd name="connsiteX18" fmla="*/ 419076 w 2404635"/>
                  <a:gd name="connsiteY18" fmla="*/ 2082296 h 3064714"/>
                  <a:gd name="connsiteX19" fmla="*/ 363796 w 2404635"/>
                  <a:gd name="connsiteY19" fmla="*/ 1993071 h 3064714"/>
                  <a:gd name="connsiteX20" fmla="*/ 312945 w 2404635"/>
                  <a:gd name="connsiteY20" fmla="*/ 1901430 h 3064714"/>
                  <a:gd name="connsiteX21" fmla="*/ 266252 w 2404635"/>
                  <a:gd name="connsiteY21" fmla="*/ 1807643 h 3064714"/>
                  <a:gd name="connsiteX22" fmla="*/ 224257 w 2404635"/>
                  <a:gd name="connsiteY22" fmla="*/ 1711710 h 3064714"/>
                  <a:gd name="connsiteX23" fmla="*/ 103367 w 2404635"/>
                  <a:gd name="connsiteY23" fmla="*/ 1311336 h 3064714"/>
                  <a:gd name="connsiteX24" fmla="*/ 60298 w 2404635"/>
                  <a:gd name="connsiteY24" fmla="*/ 894996 h 3064714"/>
                  <a:gd name="connsiteX25" fmla="*/ 213388 w 2404635"/>
                  <a:gd name="connsiteY25" fmla="*/ 73721 h 3064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404635" h="3064714">
                    <a:moveTo>
                      <a:pt x="247180" y="0"/>
                    </a:moveTo>
                    <a:lnTo>
                      <a:pt x="204766" y="0"/>
                    </a:lnTo>
                    <a:lnTo>
                      <a:pt x="176222" y="58426"/>
                    </a:lnTo>
                    <a:cubicBezTo>
                      <a:pt x="63249" y="321405"/>
                      <a:pt x="3005" y="607731"/>
                      <a:pt x="53" y="895130"/>
                    </a:cubicBezTo>
                    <a:cubicBezTo>
                      <a:pt x="-1960" y="1182530"/>
                      <a:pt x="53588" y="1471002"/>
                      <a:pt x="165355" y="1736263"/>
                    </a:cubicBezTo>
                    <a:cubicBezTo>
                      <a:pt x="178906" y="1769538"/>
                      <a:pt x="194872" y="1801740"/>
                      <a:pt x="209498" y="1834612"/>
                    </a:cubicBezTo>
                    <a:cubicBezTo>
                      <a:pt x="224794" y="1867082"/>
                      <a:pt x="242236" y="1898613"/>
                      <a:pt x="258471" y="1930680"/>
                    </a:cubicBezTo>
                    <a:cubicBezTo>
                      <a:pt x="275510" y="1962346"/>
                      <a:pt x="294563" y="1992803"/>
                      <a:pt x="312543" y="2023931"/>
                    </a:cubicBezTo>
                    <a:cubicBezTo>
                      <a:pt x="331327" y="2054522"/>
                      <a:pt x="351721" y="2084175"/>
                      <a:pt x="371176" y="2114364"/>
                    </a:cubicBezTo>
                    <a:cubicBezTo>
                      <a:pt x="451949" y="2233242"/>
                      <a:pt x="545602" y="2342861"/>
                      <a:pt x="648378" y="2442685"/>
                    </a:cubicBezTo>
                    <a:cubicBezTo>
                      <a:pt x="854200" y="2642067"/>
                      <a:pt x="1098529" y="2800258"/>
                      <a:pt x="1363389" y="2905181"/>
                    </a:cubicBezTo>
                    <a:cubicBezTo>
                      <a:pt x="1627979" y="3010373"/>
                      <a:pt x="1911889" y="3064982"/>
                      <a:pt x="2195934" y="3064714"/>
                    </a:cubicBezTo>
                    <a:lnTo>
                      <a:pt x="2404635" y="3055128"/>
                    </a:lnTo>
                    <a:lnTo>
                      <a:pt x="2404635" y="3046401"/>
                    </a:lnTo>
                    <a:lnTo>
                      <a:pt x="2195934" y="3057469"/>
                    </a:lnTo>
                    <a:cubicBezTo>
                      <a:pt x="2054381" y="3056932"/>
                      <a:pt x="1912828" y="3043112"/>
                      <a:pt x="1774630" y="3014533"/>
                    </a:cubicBezTo>
                    <a:cubicBezTo>
                      <a:pt x="1636163" y="2985686"/>
                      <a:pt x="1500379" y="2944092"/>
                      <a:pt x="1370902" y="2887604"/>
                    </a:cubicBezTo>
                    <a:cubicBezTo>
                      <a:pt x="1111679" y="2775571"/>
                      <a:pt x="875936" y="2612147"/>
                      <a:pt x="680715" y="2410484"/>
                    </a:cubicBezTo>
                    <a:cubicBezTo>
                      <a:pt x="583037" y="2309585"/>
                      <a:pt x="495958" y="2199161"/>
                      <a:pt x="419076" y="2082296"/>
                    </a:cubicBezTo>
                    <a:cubicBezTo>
                      <a:pt x="400694" y="2052510"/>
                      <a:pt x="381508" y="2023260"/>
                      <a:pt x="363796" y="1993071"/>
                    </a:cubicBezTo>
                    <a:cubicBezTo>
                      <a:pt x="346891" y="1962480"/>
                      <a:pt x="329047" y="1932424"/>
                      <a:pt x="312945" y="1901430"/>
                    </a:cubicBezTo>
                    <a:cubicBezTo>
                      <a:pt x="297515" y="1870168"/>
                      <a:pt x="280743" y="1839442"/>
                      <a:pt x="266252" y="1807643"/>
                    </a:cubicBezTo>
                    <a:cubicBezTo>
                      <a:pt x="252432" y="1775575"/>
                      <a:pt x="237137" y="1744179"/>
                      <a:pt x="224257" y="1711710"/>
                    </a:cubicBezTo>
                    <a:cubicBezTo>
                      <a:pt x="171660" y="1582367"/>
                      <a:pt x="130738" y="1448326"/>
                      <a:pt x="103367" y="1311336"/>
                    </a:cubicBezTo>
                    <a:cubicBezTo>
                      <a:pt x="76262" y="1174344"/>
                      <a:pt x="61236" y="1034939"/>
                      <a:pt x="60298" y="894996"/>
                    </a:cubicBezTo>
                    <a:cubicBezTo>
                      <a:pt x="57479" y="615244"/>
                      <a:pt x="108734" y="334554"/>
                      <a:pt x="213388" y="73721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任意多边形 27" descr="ea024ac0-7a45-49de-b125-56310ae083d0"/>
              <p:cNvSpPr/>
              <p:nvPr/>
            </p:nvSpPr>
            <p:spPr>
              <a:xfrm flipH="1">
                <a:off x="0" y="0"/>
                <a:ext cx="1970396" cy="2656828"/>
              </a:xfrm>
              <a:custGeom>
                <a:avLst/>
                <a:gdLst>
                  <a:gd name="connsiteX0" fmla="*/ 1761696 w 1970396"/>
                  <a:gd name="connsiteY0" fmla="*/ 2420145 h 2656828"/>
                  <a:gd name="connsiteX1" fmla="*/ 1831199 w 1970396"/>
                  <a:gd name="connsiteY1" fmla="*/ 2489647 h 2656828"/>
                  <a:gd name="connsiteX2" fmla="*/ 1761696 w 1970396"/>
                  <a:gd name="connsiteY2" fmla="*/ 2559149 h 2656828"/>
                  <a:gd name="connsiteX3" fmla="*/ 1692195 w 1970396"/>
                  <a:gd name="connsiteY3" fmla="*/ 2489647 h 2656828"/>
                  <a:gd name="connsiteX4" fmla="*/ 1761696 w 1970396"/>
                  <a:gd name="connsiteY4" fmla="*/ 2420145 h 2656828"/>
                  <a:gd name="connsiteX5" fmla="*/ 638397 w 1970396"/>
                  <a:gd name="connsiteY5" fmla="*/ 1954899 h 2656828"/>
                  <a:gd name="connsiteX6" fmla="*/ 687505 w 1970396"/>
                  <a:gd name="connsiteY6" fmla="*/ 1975226 h 2656828"/>
                  <a:gd name="connsiteX7" fmla="*/ 687505 w 1970396"/>
                  <a:gd name="connsiteY7" fmla="*/ 2073442 h 2656828"/>
                  <a:gd name="connsiteX8" fmla="*/ 589290 w 1970396"/>
                  <a:gd name="connsiteY8" fmla="*/ 2073442 h 2656828"/>
                  <a:gd name="connsiteX9" fmla="*/ 589290 w 1970396"/>
                  <a:gd name="connsiteY9" fmla="*/ 1975226 h 2656828"/>
                  <a:gd name="connsiteX10" fmla="*/ 638397 w 1970396"/>
                  <a:gd name="connsiteY10" fmla="*/ 1954899 h 2656828"/>
                  <a:gd name="connsiteX11" fmla="*/ 173083 w 1970396"/>
                  <a:gd name="connsiteY11" fmla="*/ 831533 h 2656828"/>
                  <a:gd name="connsiteX12" fmla="*/ 242585 w 1970396"/>
                  <a:gd name="connsiteY12" fmla="*/ 901034 h 2656828"/>
                  <a:gd name="connsiteX13" fmla="*/ 173083 w 1970396"/>
                  <a:gd name="connsiteY13" fmla="*/ 970537 h 2656828"/>
                  <a:gd name="connsiteX14" fmla="*/ 103582 w 1970396"/>
                  <a:gd name="connsiteY14" fmla="*/ 901034 h 2656828"/>
                  <a:gd name="connsiteX15" fmla="*/ 173083 w 1970396"/>
                  <a:gd name="connsiteY15" fmla="*/ 831533 h 2656828"/>
                  <a:gd name="connsiteX16" fmla="*/ 647627 w 1970396"/>
                  <a:gd name="connsiteY16" fmla="*/ 0 h 2656828"/>
                  <a:gd name="connsiteX17" fmla="*/ 246287 w 1970396"/>
                  <a:gd name="connsiteY17" fmla="*/ 0 h 2656828"/>
                  <a:gd name="connsiteX18" fmla="*/ 212614 w 1970396"/>
                  <a:gd name="connsiteY18" fmla="*/ 55431 h 2656828"/>
                  <a:gd name="connsiteX19" fmla="*/ 0 w 1970396"/>
                  <a:gd name="connsiteY19" fmla="*/ 895130 h 2656828"/>
                  <a:gd name="connsiteX20" fmla="*/ 1761696 w 1970396"/>
                  <a:gd name="connsiteY20" fmla="*/ 2656828 h 2656828"/>
                  <a:gd name="connsiteX21" fmla="*/ 1941830 w 1970396"/>
                  <a:gd name="connsiteY21" fmla="*/ 2647732 h 2656828"/>
                  <a:gd name="connsiteX22" fmla="*/ 1970396 w 1970396"/>
                  <a:gd name="connsiteY22" fmla="*/ 2643372 h 2656828"/>
                  <a:gd name="connsiteX23" fmla="*/ 1970396 w 1970396"/>
                  <a:gd name="connsiteY23" fmla="*/ 2309709 h 2656828"/>
                  <a:gd name="connsiteX24" fmla="*/ 1871700 w 1970396"/>
                  <a:gd name="connsiteY24" fmla="*/ 2320982 h 2656828"/>
                  <a:gd name="connsiteX25" fmla="*/ 1761696 w 1970396"/>
                  <a:gd name="connsiteY25" fmla="*/ 2325151 h 2656828"/>
                  <a:gd name="connsiteX26" fmla="*/ 331811 w 1970396"/>
                  <a:gd name="connsiteY26" fmla="*/ 895265 h 2656828"/>
                  <a:gd name="connsiteX27" fmla="*/ 576002 w 1970396"/>
                  <a:gd name="connsiteY27" fmla="*/ 95785 h 265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970396" h="2656828">
                    <a:moveTo>
                      <a:pt x="1761696" y="2420145"/>
                    </a:moveTo>
                    <a:cubicBezTo>
                      <a:pt x="1800071" y="2420145"/>
                      <a:pt x="1831199" y="2451273"/>
                      <a:pt x="1831199" y="2489647"/>
                    </a:cubicBezTo>
                    <a:cubicBezTo>
                      <a:pt x="1831065" y="2528020"/>
                      <a:pt x="1800071" y="2559149"/>
                      <a:pt x="1761696" y="2559149"/>
                    </a:cubicBezTo>
                    <a:cubicBezTo>
                      <a:pt x="1723323" y="2559149"/>
                      <a:pt x="1692195" y="2528020"/>
                      <a:pt x="1692195" y="2489647"/>
                    </a:cubicBezTo>
                    <a:cubicBezTo>
                      <a:pt x="1692195" y="2451273"/>
                      <a:pt x="1723323" y="2420145"/>
                      <a:pt x="1761696" y="2420145"/>
                    </a:cubicBezTo>
                    <a:close/>
                    <a:moveTo>
                      <a:pt x="638397" y="1954899"/>
                    </a:moveTo>
                    <a:cubicBezTo>
                      <a:pt x="656175" y="1954899"/>
                      <a:pt x="673953" y="1961675"/>
                      <a:pt x="687505" y="1975226"/>
                    </a:cubicBezTo>
                    <a:cubicBezTo>
                      <a:pt x="714608" y="2002329"/>
                      <a:pt x="714608" y="2046339"/>
                      <a:pt x="687505" y="2073442"/>
                    </a:cubicBezTo>
                    <a:cubicBezTo>
                      <a:pt x="660402" y="2100545"/>
                      <a:pt x="616393" y="2100545"/>
                      <a:pt x="589290" y="2073442"/>
                    </a:cubicBezTo>
                    <a:cubicBezTo>
                      <a:pt x="562187" y="2046339"/>
                      <a:pt x="562187" y="2002329"/>
                      <a:pt x="589290" y="1975226"/>
                    </a:cubicBezTo>
                    <a:cubicBezTo>
                      <a:pt x="602841" y="1961675"/>
                      <a:pt x="620619" y="1954899"/>
                      <a:pt x="638397" y="1954899"/>
                    </a:cubicBezTo>
                    <a:close/>
                    <a:moveTo>
                      <a:pt x="173083" y="831533"/>
                    </a:moveTo>
                    <a:cubicBezTo>
                      <a:pt x="211457" y="831533"/>
                      <a:pt x="242585" y="862661"/>
                      <a:pt x="242585" y="901034"/>
                    </a:cubicBezTo>
                    <a:cubicBezTo>
                      <a:pt x="242585" y="939407"/>
                      <a:pt x="211457" y="970537"/>
                      <a:pt x="173083" y="970537"/>
                    </a:cubicBezTo>
                    <a:cubicBezTo>
                      <a:pt x="134710" y="970537"/>
                      <a:pt x="103582" y="939407"/>
                      <a:pt x="103582" y="901034"/>
                    </a:cubicBezTo>
                    <a:cubicBezTo>
                      <a:pt x="103582" y="862661"/>
                      <a:pt x="134710" y="831533"/>
                      <a:pt x="173083" y="831533"/>
                    </a:cubicBezTo>
                    <a:close/>
                    <a:moveTo>
                      <a:pt x="647627" y="0"/>
                    </a:moveTo>
                    <a:lnTo>
                      <a:pt x="246287" y="0"/>
                    </a:lnTo>
                    <a:lnTo>
                      <a:pt x="212614" y="55431"/>
                    </a:lnTo>
                    <a:cubicBezTo>
                      <a:pt x="77019" y="305050"/>
                      <a:pt x="0" y="591102"/>
                      <a:pt x="0" y="895130"/>
                    </a:cubicBezTo>
                    <a:cubicBezTo>
                      <a:pt x="0" y="1868156"/>
                      <a:pt x="788805" y="2656828"/>
                      <a:pt x="1761696" y="2656828"/>
                    </a:cubicBezTo>
                    <a:cubicBezTo>
                      <a:pt x="1822510" y="2656828"/>
                      <a:pt x="1882604" y="2653747"/>
                      <a:pt x="1941830" y="2647732"/>
                    </a:cubicBezTo>
                    <a:lnTo>
                      <a:pt x="1970396" y="2643372"/>
                    </a:lnTo>
                    <a:lnTo>
                      <a:pt x="1970396" y="2309709"/>
                    </a:lnTo>
                    <a:lnTo>
                      <a:pt x="1871700" y="2320982"/>
                    </a:lnTo>
                    <a:cubicBezTo>
                      <a:pt x="1835394" y="2323745"/>
                      <a:pt x="1798709" y="2325151"/>
                      <a:pt x="1761696" y="2325151"/>
                    </a:cubicBezTo>
                    <a:cubicBezTo>
                      <a:pt x="971952" y="2325151"/>
                      <a:pt x="331811" y="1685009"/>
                      <a:pt x="331811" y="895265"/>
                    </a:cubicBezTo>
                    <a:cubicBezTo>
                      <a:pt x="331811" y="599111"/>
                      <a:pt x="421831" y="323995"/>
                      <a:pt x="576002" y="957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" name="任意多边形 28" descr="136d17d5-6ff8-432e-aadf-8a671020977f"/>
              <p:cNvSpPr/>
              <p:nvPr/>
            </p:nvSpPr>
            <p:spPr>
              <a:xfrm flipH="1">
                <a:off x="0" y="0"/>
                <a:ext cx="1988780" cy="2669357"/>
              </a:xfrm>
              <a:custGeom>
                <a:avLst/>
                <a:gdLst>
                  <a:gd name="connsiteX0" fmla="*/ 286499 w 1988780"/>
                  <a:gd name="connsiteY0" fmla="*/ 0 h 2669357"/>
                  <a:gd name="connsiteX1" fmla="*/ 243706 w 1988780"/>
                  <a:gd name="connsiteY1" fmla="*/ 0 h 2669357"/>
                  <a:gd name="connsiteX2" fmla="*/ 209653 w 1988780"/>
                  <a:gd name="connsiteY2" fmla="*/ 55826 h 2669357"/>
                  <a:gd name="connsiteX3" fmla="*/ 134308 w 1988780"/>
                  <a:gd name="connsiteY3" fmla="*/ 213531 h 2669357"/>
                  <a:gd name="connsiteX4" fmla="*/ 1 w 1988780"/>
                  <a:gd name="connsiteY4" fmla="*/ 895266 h 2669357"/>
                  <a:gd name="connsiteX5" fmla="*/ 140883 w 1988780"/>
                  <a:gd name="connsiteY5" fmla="*/ 1574317 h 2669357"/>
                  <a:gd name="connsiteX6" fmla="*/ 307661 w 1988780"/>
                  <a:gd name="connsiteY6" fmla="*/ 1879160 h 2669357"/>
                  <a:gd name="connsiteX7" fmla="*/ 528912 w 1988780"/>
                  <a:gd name="connsiteY7" fmla="*/ 2146433 h 2669357"/>
                  <a:gd name="connsiteX8" fmla="*/ 1102906 w 1988780"/>
                  <a:gd name="connsiteY8" fmla="*/ 2530302 h 2669357"/>
                  <a:gd name="connsiteX9" fmla="*/ 1434582 w 1988780"/>
                  <a:gd name="connsiteY9" fmla="*/ 2632676 h 2669357"/>
                  <a:gd name="connsiteX10" fmla="*/ 1780213 w 1988780"/>
                  <a:gd name="connsiteY10" fmla="*/ 2669306 h 2669357"/>
                  <a:gd name="connsiteX11" fmla="*/ 1954234 w 1988780"/>
                  <a:gd name="connsiteY11" fmla="*/ 2662222 h 2669357"/>
                  <a:gd name="connsiteX12" fmla="*/ 1988780 w 1988780"/>
                  <a:gd name="connsiteY12" fmla="*/ 2657436 h 2669357"/>
                  <a:gd name="connsiteX13" fmla="*/ 1988780 w 1988780"/>
                  <a:gd name="connsiteY13" fmla="*/ 2628747 h 2669357"/>
                  <a:gd name="connsiteX14" fmla="*/ 1951720 w 1988780"/>
                  <a:gd name="connsiteY14" fmla="*/ 2634572 h 2669357"/>
                  <a:gd name="connsiteX15" fmla="*/ 1780347 w 1988780"/>
                  <a:gd name="connsiteY15" fmla="*/ 2644484 h 2669357"/>
                  <a:gd name="connsiteX16" fmla="*/ 1109078 w 1988780"/>
                  <a:gd name="connsiteY16" fmla="*/ 2515544 h 2669357"/>
                  <a:gd name="connsiteX17" fmla="*/ 805444 w 1988780"/>
                  <a:gd name="connsiteY17" fmla="*/ 2354132 h 2669357"/>
                  <a:gd name="connsiteX18" fmla="*/ 540049 w 1988780"/>
                  <a:gd name="connsiteY18" fmla="*/ 2135296 h 2669357"/>
                  <a:gd name="connsiteX19" fmla="*/ 323090 w 1988780"/>
                  <a:gd name="connsiteY19" fmla="*/ 1868694 h 2669357"/>
                  <a:gd name="connsiteX20" fmla="*/ 163961 w 1988780"/>
                  <a:gd name="connsiteY20" fmla="*/ 1564523 h 2669357"/>
                  <a:gd name="connsiteX21" fmla="*/ 37033 w 1988780"/>
                  <a:gd name="connsiteY21" fmla="*/ 894997 h 2669357"/>
                  <a:gd name="connsiteX22" fmla="*/ 71381 w 1988780"/>
                  <a:gd name="connsiteY22" fmla="*/ 555001 h 2669357"/>
                  <a:gd name="connsiteX23" fmla="*/ 170535 w 1988780"/>
                  <a:gd name="connsiteY23" fmla="*/ 228289 h 2669357"/>
                  <a:gd name="connsiteX24" fmla="*/ 243094 w 1988780"/>
                  <a:gd name="connsiteY24" fmla="*/ 73510 h 2669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988780" h="2669357">
                    <a:moveTo>
                      <a:pt x="286499" y="0"/>
                    </a:moveTo>
                    <a:lnTo>
                      <a:pt x="243706" y="0"/>
                    </a:lnTo>
                    <a:lnTo>
                      <a:pt x="209653" y="55826"/>
                    </a:lnTo>
                    <a:cubicBezTo>
                      <a:pt x="181864" y="107047"/>
                      <a:pt x="156682" y="159693"/>
                      <a:pt x="134308" y="213531"/>
                    </a:cubicBezTo>
                    <a:cubicBezTo>
                      <a:pt x="43742" y="428611"/>
                      <a:pt x="-268" y="662341"/>
                      <a:pt x="1" y="895266"/>
                    </a:cubicBezTo>
                    <a:cubicBezTo>
                      <a:pt x="1611" y="1128325"/>
                      <a:pt x="49779" y="1360579"/>
                      <a:pt x="140883" y="1574317"/>
                    </a:cubicBezTo>
                    <a:cubicBezTo>
                      <a:pt x="186368" y="1681118"/>
                      <a:pt x="242318" y="1783359"/>
                      <a:pt x="307661" y="1879160"/>
                    </a:cubicBezTo>
                    <a:cubicBezTo>
                      <a:pt x="372735" y="1974959"/>
                      <a:pt x="446664" y="2064855"/>
                      <a:pt x="528912" y="2146433"/>
                    </a:cubicBezTo>
                    <a:cubicBezTo>
                      <a:pt x="693812" y="2309051"/>
                      <a:pt x="889034" y="2440943"/>
                      <a:pt x="1102906" y="2530302"/>
                    </a:cubicBezTo>
                    <a:cubicBezTo>
                      <a:pt x="1209843" y="2574849"/>
                      <a:pt x="1321073" y="2609061"/>
                      <a:pt x="1434582" y="2632676"/>
                    </a:cubicBezTo>
                    <a:cubicBezTo>
                      <a:pt x="1548228" y="2656157"/>
                      <a:pt x="1664153" y="2668232"/>
                      <a:pt x="1780213" y="2669306"/>
                    </a:cubicBezTo>
                    <a:cubicBezTo>
                      <a:pt x="1838243" y="2669742"/>
                      <a:pt x="1896349" y="2667386"/>
                      <a:pt x="1954234" y="2662222"/>
                    </a:cubicBezTo>
                    <a:lnTo>
                      <a:pt x="1988780" y="2657436"/>
                    </a:lnTo>
                    <a:lnTo>
                      <a:pt x="1988780" y="2628747"/>
                    </a:lnTo>
                    <a:lnTo>
                      <a:pt x="1951720" y="2634572"/>
                    </a:lnTo>
                    <a:cubicBezTo>
                      <a:pt x="1894847" y="2640685"/>
                      <a:pt x="1837639" y="2644014"/>
                      <a:pt x="1780347" y="2644484"/>
                    </a:cubicBezTo>
                    <a:cubicBezTo>
                      <a:pt x="1551447" y="2645826"/>
                      <a:pt x="1321207" y="2603561"/>
                      <a:pt x="1109078" y="2515544"/>
                    </a:cubicBezTo>
                    <a:cubicBezTo>
                      <a:pt x="1002948" y="2471937"/>
                      <a:pt x="901109" y="2417732"/>
                      <a:pt x="805444" y="2354132"/>
                    </a:cubicBezTo>
                    <a:cubicBezTo>
                      <a:pt x="709644" y="2290669"/>
                      <a:pt x="621090" y="2216605"/>
                      <a:pt x="540049" y="2135296"/>
                    </a:cubicBezTo>
                    <a:cubicBezTo>
                      <a:pt x="459277" y="2053718"/>
                      <a:pt x="386286" y="1964493"/>
                      <a:pt x="323090" y="1868694"/>
                    </a:cubicBezTo>
                    <a:cubicBezTo>
                      <a:pt x="260163" y="1772759"/>
                      <a:pt x="206762" y="1670654"/>
                      <a:pt x="163961" y="1564523"/>
                    </a:cubicBezTo>
                    <a:cubicBezTo>
                      <a:pt x="77956" y="1352126"/>
                      <a:pt x="35558" y="1123226"/>
                      <a:pt x="37033" y="894997"/>
                    </a:cubicBezTo>
                    <a:cubicBezTo>
                      <a:pt x="37435" y="780815"/>
                      <a:pt x="48841" y="666769"/>
                      <a:pt x="71381" y="555001"/>
                    </a:cubicBezTo>
                    <a:cubicBezTo>
                      <a:pt x="93922" y="443236"/>
                      <a:pt x="127466" y="333884"/>
                      <a:pt x="170535" y="228289"/>
                    </a:cubicBezTo>
                    <a:cubicBezTo>
                      <a:pt x="192238" y="175593"/>
                      <a:pt x="216465" y="123928"/>
                      <a:pt x="243094" y="7351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" name="任意多边形 29" descr="1e7727df-2576-4c10-8787-8b6dac441422"/>
              <p:cNvSpPr/>
              <p:nvPr/>
            </p:nvSpPr>
            <p:spPr>
              <a:xfrm flipH="1">
                <a:off x="1704012" y="818057"/>
                <a:ext cx="181925" cy="154760"/>
              </a:xfrm>
              <a:custGeom>
                <a:avLst/>
                <a:gdLst>
                  <a:gd name="connsiteX0" fmla="*/ 62223 w 127730"/>
                  <a:gd name="connsiteY0" fmla="*/ 108658 h 108657"/>
                  <a:gd name="connsiteX1" fmla="*/ 42063 w 127730"/>
                  <a:gd name="connsiteY1" fmla="*/ 107056 h 108657"/>
                  <a:gd name="connsiteX2" fmla="*/ 20679 w 127730"/>
                  <a:gd name="connsiteY2" fmla="*/ 99897 h 108657"/>
                  <a:gd name="connsiteX3" fmla="*/ 4288 w 127730"/>
                  <a:gd name="connsiteY3" fmla="*/ 82375 h 108657"/>
                  <a:gd name="connsiteX4" fmla="*/ 331 w 127730"/>
                  <a:gd name="connsiteY4" fmla="*/ 58353 h 108657"/>
                  <a:gd name="connsiteX5" fmla="*/ 9187 w 127730"/>
                  <a:gd name="connsiteY5" fmla="*/ 36404 h 108657"/>
                  <a:gd name="connsiteX6" fmla="*/ 24165 w 127730"/>
                  <a:gd name="connsiteY6" fmla="*/ 20295 h 108657"/>
                  <a:gd name="connsiteX7" fmla="*/ 62223 w 127730"/>
                  <a:gd name="connsiteY7" fmla="*/ 983 h 108657"/>
                  <a:gd name="connsiteX8" fmla="*/ 85680 w 127730"/>
                  <a:gd name="connsiteY8" fmla="*/ 1643 h 108657"/>
                  <a:gd name="connsiteX9" fmla="*/ 107158 w 127730"/>
                  <a:gd name="connsiteY9" fmla="*/ 13324 h 108657"/>
                  <a:gd name="connsiteX10" fmla="*/ 127695 w 127730"/>
                  <a:gd name="connsiteY10" fmla="*/ 58353 h 108657"/>
                  <a:gd name="connsiteX11" fmla="*/ 121288 w 127730"/>
                  <a:gd name="connsiteY11" fmla="*/ 82846 h 108657"/>
                  <a:gd name="connsiteX12" fmla="*/ 104049 w 127730"/>
                  <a:gd name="connsiteY12" fmla="*/ 100179 h 108657"/>
                  <a:gd name="connsiteX13" fmla="*/ 82477 w 127730"/>
                  <a:gd name="connsiteY13" fmla="*/ 107245 h 108657"/>
                  <a:gd name="connsiteX14" fmla="*/ 62223 w 127730"/>
                  <a:gd name="connsiteY14" fmla="*/ 108658 h 108657"/>
                  <a:gd name="connsiteX15" fmla="*/ 62223 w 127730"/>
                  <a:gd name="connsiteY15" fmla="*/ 105455 h 108657"/>
                  <a:gd name="connsiteX16" fmla="*/ 79274 w 127730"/>
                  <a:gd name="connsiteY16" fmla="*/ 99426 h 108657"/>
                  <a:gd name="connsiteX17" fmla="*/ 89354 w 127730"/>
                  <a:gd name="connsiteY17" fmla="*/ 85389 h 108657"/>
                  <a:gd name="connsiteX18" fmla="*/ 93216 w 127730"/>
                  <a:gd name="connsiteY18" fmla="*/ 71165 h 108657"/>
                  <a:gd name="connsiteX19" fmla="*/ 94252 w 127730"/>
                  <a:gd name="connsiteY19" fmla="*/ 58353 h 108657"/>
                  <a:gd name="connsiteX20" fmla="*/ 86245 w 127730"/>
                  <a:gd name="connsiteY20" fmla="*/ 34331 h 108657"/>
                  <a:gd name="connsiteX21" fmla="*/ 62223 w 127730"/>
                  <a:gd name="connsiteY21" fmla="*/ 18128 h 108657"/>
                  <a:gd name="connsiteX22" fmla="*/ 31324 w 127730"/>
                  <a:gd name="connsiteY22" fmla="*/ 27360 h 108657"/>
                  <a:gd name="connsiteX23" fmla="*/ 25201 w 127730"/>
                  <a:gd name="connsiteY23" fmla="*/ 42904 h 108657"/>
                  <a:gd name="connsiteX24" fmla="*/ 26614 w 127730"/>
                  <a:gd name="connsiteY24" fmla="*/ 58259 h 108657"/>
                  <a:gd name="connsiteX25" fmla="*/ 34904 w 127730"/>
                  <a:gd name="connsiteY25" fmla="*/ 85672 h 108657"/>
                  <a:gd name="connsiteX26" fmla="*/ 45172 w 127730"/>
                  <a:gd name="connsiteY26" fmla="*/ 99614 h 108657"/>
                  <a:gd name="connsiteX27" fmla="*/ 62223 w 127730"/>
                  <a:gd name="connsiteY27" fmla="*/ 105455 h 108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27730" h="108657">
                    <a:moveTo>
                      <a:pt x="62223" y="108658"/>
                    </a:moveTo>
                    <a:cubicBezTo>
                      <a:pt x="55629" y="108564"/>
                      <a:pt x="49035" y="108187"/>
                      <a:pt x="42063" y="107056"/>
                    </a:cubicBezTo>
                    <a:cubicBezTo>
                      <a:pt x="35093" y="105926"/>
                      <a:pt x="27556" y="103948"/>
                      <a:pt x="20679" y="99897"/>
                    </a:cubicBezTo>
                    <a:cubicBezTo>
                      <a:pt x="13897" y="95846"/>
                      <a:pt x="7868" y="89817"/>
                      <a:pt x="4288" y="82375"/>
                    </a:cubicBezTo>
                    <a:cubicBezTo>
                      <a:pt x="708" y="74933"/>
                      <a:pt x="-705" y="66455"/>
                      <a:pt x="331" y="58353"/>
                    </a:cubicBezTo>
                    <a:cubicBezTo>
                      <a:pt x="1462" y="50252"/>
                      <a:pt x="4665" y="42621"/>
                      <a:pt x="9187" y="36404"/>
                    </a:cubicBezTo>
                    <a:cubicBezTo>
                      <a:pt x="13614" y="30092"/>
                      <a:pt x="18890" y="24911"/>
                      <a:pt x="24165" y="20295"/>
                    </a:cubicBezTo>
                    <a:cubicBezTo>
                      <a:pt x="34810" y="11252"/>
                      <a:pt x="47151" y="3998"/>
                      <a:pt x="62223" y="983"/>
                    </a:cubicBezTo>
                    <a:cubicBezTo>
                      <a:pt x="69665" y="-335"/>
                      <a:pt x="77861" y="-524"/>
                      <a:pt x="85680" y="1643"/>
                    </a:cubicBezTo>
                    <a:cubicBezTo>
                      <a:pt x="93593" y="3621"/>
                      <a:pt x="100847" y="7954"/>
                      <a:pt x="107158" y="13324"/>
                    </a:cubicBezTo>
                    <a:cubicBezTo>
                      <a:pt x="119781" y="24063"/>
                      <a:pt x="128354" y="41020"/>
                      <a:pt x="127695" y="58353"/>
                    </a:cubicBezTo>
                    <a:cubicBezTo>
                      <a:pt x="127412" y="66926"/>
                      <a:pt x="125245" y="75404"/>
                      <a:pt x="121288" y="82846"/>
                    </a:cubicBezTo>
                    <a:cubicBezTo>
                      <a:pt x="117332" y="90288"/>
                      <a:pt x="111020" y="96223"/>
                      <a:pt x="104049" y="100179"/>
                    </a:cubicBezTo>
                    <a:cubicBezTo>
                      <a:pt x="97078" y="104230"/>
                      <a:pt x="89448" y="106208"/>
                      <a:pt x="82477" y="107245"/>
                    </a:cubicBezTo>
                    <a:cubicBezTo>
                      <a:pt x="75506" y="108375"/>
                      <a:pt x="68817" y="108658"/>
                      <a:pt x="62223" y="108658"/>
                    </a:cubicBezTo>
                    <a:close/>
                    <a:moveTo>
                      <a:pt x="62223" y="105455"/>
                    </a:moveTo>
                    <a:cubicBezTo>
                      <a:pt x="68441" y="105361"/>
                      <a:pt x="74564" y="103194"/>
                      <a:pt x="79274" y="99426"/>
                    </a:cubicBezTo>
                    <a:cubicBezTo>
                      <a:pt x="84078" y="95658"/>
                      <a:pt x="87281" y="90382"/>
                      <a:pt x="89354" y="85389"/>
                    </a:cubicBezTo>
                    <a:cubicBezTo>
                      <a:pt x="91426" y="80303"/>
                      <a:pt x="92368" y="75498"/>
                      <a:pt x="93216" y="71165"/>
                    </a:cubicBezTo>
                    <a:cubicBezTo>
                      <a:pt x="94064" y="66831"/>
                      <a:pt x="94440" y="62592"/>
                      <a:pt x="94252" y="58353"/>
                    </a:cubicBezTo>
                    <a:cubicBezTo>
                      <a:pt x="93687" y="50063"/>
                      <a:pt x="91709" y="41679"/>
                      <a:pt x="86245" y="34331"/>
                    </a:cubicBezTo>
                    <a:cubicBezTo>
                      <a:pt x="80593" y="27549"/>
                      <a:pt x="72868" y="21237"/>
                      <a:pt x="62223" y="18128"/>
                    </a:cubicBezTo>
                    <a:cubicBezTo>
                      <a:pt x="51766" y="15020"/>
                      <a:pt x="38672" y="18317"/>
                      <a:pt x="31324" y="27360"/>
                    </a:cubicBezTo>
                    <a:cubicBezTo>
                      <a:pt x="27556" y="31788"/>
                      <a:pt x="25672" y="37440"/>
                      <a:pt x="25201" y="42904"/>
                    </a:cubicBezTo>
                    <a:cubicBezTo>
                      <a:pt x="24730" y="48368"/>
                      <a:pt x="25484" y="53549"/>
                      <a:pt x="26614" y="58259"/>
                    </a:cubicBezTo>
                    <a:cubicBezTo>
                      <a:pt x="28875" y="67585"/>
                      <a:pt x="30853" y="75404"/>
                      <a:pt x="34904" y="85672"/>
                    </a:cubicBezTo>
                    <a:cubicBezTo>
                      <a:pt x="37071" y="90665"/>
                      <a:pt x="40368" y="95846"/>
                      <a:pt x="45172" y="99614"/>
                    </a:cubicBezTo>
                    <a:cubicBezTo>
                      <a:pt x="49882" y="103476"/>
                      <a:pt x="56006" y="105549"/>
                      <a:pt x="62223" y="105455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" name="任意多边形 30" descr="88353dfb-596d-4596-b494-4912d562211f"/>
              <p:cNvSpPr/>
              <p:nvPr/>
            </p:nvSpPr>
            <p:spPr>
              <a:xfrm flipH="1">
                <a:off x="1245391" y="1933615"/>
                <a:ext cx="163850" cy="176426"/>
              </a:xfrm>
              <a:custGeom>
                <a:avLst/>
                <a:gdLst>
                  <a:gd name="connsiteX0" fmla="*/ 89839 w 115039"/>
                  <a:gd name="connsiteY0" fmla="*/ 99304 h 123869"/>
                  <a:gd name="connsiteX1" fmla="*/ 74390 w 115039"/>
                  <a:gd name="connsiteY1" fmla="*/ 112398 h 123869"/>
                  <a:gd name="connsiteX2" fmla="*/ 54230 w 115039"/>
                  <a:gd name="connsiteY2" fmla="*/ 122478 h 123869"/>
                  <a:gd name="connsiteX3" fmla="*/ 30209 w 115039"/>
                  <a:gd name="connsiteY3" fmla="*/ 121630 h 123869"/>
                  <a:gd name="connsiteX4" fmla="*/ 10426 w 115039"/>
                  <a:gd name="connsiteY4" fmla="*/ 107500 h 123869"/>
                  <a:gd name="connsiteX5" fmla="*/ 1100 w 115039"/>
                  <a:gd name="connsiteY5" fmla="*/ 85739 h 123869"/>
                  <a:gd name="connsiteX6" fmla="*/ 346 w 115039"/>
                  <a:gd name="connsiteY6" fmla="*/ 63789 h 123869"/>
                  <a:gd name="connsiteX7" fmla="*/ 13629 w 115039"/>
                  <a:gd name="connsiteY7" fmla="*/ 23188 h 123869"/>
                  <a:gd name="connsiteX8" fmla="*/ 30680 w 115039"/>
                  <a:gd name="connsiteY8" fmla="*/ 7079 h 123869"/>
                  <a:gd name="connsiteX9" fmla="*/ 54136 w 115039"/>
                  <a:gd name="connsiteY9" fmla="*/ 202 h 123869"/>
                  <a:gd name="connsiteX10" fmla="*/ 100484 w 115039"/>
                  <a:gd name="connsiteY10" fmla="*/ 17441 h 123869"/>
                  <a:gd name="connsiteX11" fmla="*/ 113296 w 115039"/>
                  <a:gd name="connsiteY11" fmla="*/ 39297 h 123869"/>
                  <a:gd name="connsiteX12" fmla="*/ 113390 w 115039"/>
                  <a:gd name="connsiteY12" fmla="*/ 63789 h 123869"/>
                  <a:gd name="connsiteX13" fmla="*/ 103122 w 115039"/>
                  <a:gd name="connsiteY13" fmla="*/ 84043 h 123869"/>
                  <a:gd name="connsiteX14" fmla="*/ 89839 w 115039"/>
                  <a:gd name="connsiteY14" fmla="*/ 99304 h 123869"/>
                  <a:gd name="connsiteX15" fmla="*/ 87579 w 115039"/>
                  <a:gd name="connsiteY15" fmla="*/ 97043 h 123869"/>
                  <a:gd name="connsiteX16" fmla="*/ 95303 w 115039"/>
                  <a:gd name="connsiteY16" fmla="*/ 80746 h 123869"/>
                  <a:gd name="connsiteX17" fmla="*/ 92477 w 115039"/>
                  <a:gd name="connsiteY17" fmla="*/ 63695 h 123869"/>
                  <a:gd name="connsiteX18" fmla="*/ 85129 w 115039"/>
                  <a:gd name="connsiteY18" fmla="*/ 50883 h 123869"/>
                  <a:gd name="connsiteX19" fmla="*/ 76745 w 115039"/>
                  <a:gd name="connsiteY19" fmla="*/ 41086 h 123869"/>
                  <a:gd name="connsiteX20" fmla="*/ 54136 w 115039"/>
                  <a:gd name="connsiteY20" fmla="*/ 29782 h 123869"/>
                  <a:gd name="connsiteX21" fmla="*/ 25687 w 115039"/>
                  <a:gd name="connsiteY21" fmla="*/ 35340 h 123869"/>
                  <a:gd name="connsiteX22" fmla="*/ 10426 w 115039"/>
                  <a:gd name="connsiteY22" fmla="*/ 63789 h 123869"/>
                  <a:gd name="connsiteX23" fmla="*/ 17114 w 115039"/>
                  <a:gd name="connsiteY23" fmla="*/ 79144 h 123869"/>
                  <a:gd name="connsiteX24" fmla="*/ 28984 w 115039"/>
                  <a:gd name="connsiteY24" fmla="*/ 89036 h 123869"/>
                  <a:gd name="connsiteX25" fmla="*/ 54230 w 115039"/>
                  <a:gd name="connsiteY25" fmla="*/ 102601 h 123869"/>
                  <a:gd name="connsiteX26" fmla="*/ 71376 w 115039"/>
                  <a:gd name="connsiteY26" fmla="*/ 105239 h 123869"/>
                  <a:gd name="connsiteX27" fmla="*/ 87579 w 115039"/>
                  <a:gd name="connsiteY27" fmla="*/ 97043 h 123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15039" h="123869">
                    <a:moveTo>
                      <a:pt x="89839" y="99304"/>
                    </a:moveTo>
                    <a:cubicBezTo>
                      <a:pt x="85129" y="103920"/>
                      <a:pt x="80136" y="108253"/>
                      <a:pt x="74390" y="112398"/>
                    </a:cubicBezTo>
                    <a:cubicBezTo>
                      <a:pt x="68644" y="116543"/>
                      <a:pt x="61955" y="120500"/>
                      <a:pt x="54230" y="122478"/>
                    </a:cubicBezTo>
                    <a:cubicBezTo>
                      <a:pt x="46600" y="124456"/>
                      <a:pt x="38027" y="124456"/>
                      <a:pt x="30209" y="121630"/>
                    </a:cubicBezTo>
                    <a:cubicBezTo>
                      <a:pt x="22390" y="118898"/>
                      <a:pt x="15419" y="113905"/>
                      <a:pt x="10426" y="107500"/>
                    </a:cubicBezTo>
                    <a:cubicBezTo>
                      <a:pt x="5433" y="101000"/>
                      <a:pt x="2419" y="93275"/>
                      <a:pt x="1100" y="85739"/>
                    </a:cubicBezTo>
                    <a:cubicBezTo>
                      <a:pt x="-313" y="78108"/>
                      <a:pt x="-125" y="70760"/>
                      <a:pt x="346" y="63789"/>
                    </a:cubicBezTo>
                    <a:cubicBezTo>
                      <a:pt x="1477" y="49847"/>
                      <a:pt x="5056" y="35999"/>
                      <a:pt x="13629" y="23188"/>
                    </a:cubicBezTo>
                    <a:cubicBezTo>
                      <a:pt x="17962" y="16970"/>
                      <a:pt x="23614" y="11036"/>
                      <a:pt x="30680" y="7079"/>
                    </a:cubicBezTo>
                    <a:cubicBezTo>
                      <a:pt x="37651" y="2934"/>
                      <a:pt x="45847" y="767"/>
                      <a:pt x="54136" y="202"/>
                    </a:cubicBezTo>
                    <a:cubicBezTo>
                      <a:pt x="70716" y="-1211"/>
                      <a:pt x="88709" y="4818"/>
                      <a:pt x="100484" y="17441"/>
                    </a:cubicBezTo>
                    <a:cubicBezTo>
                      <a:pt x="106325" y="23659"/>
                      <a:pt x="110847" y="31195"/>
                      <a:pt x="113296" y="39297"/>
                    </a:cubicBezTo>
                    <a:cubicBezTo>
                      <a:pt x="115745" y="47398"/>
                      <a:pt x="115463" y="56065"/>
                      <a:pt x="113390" y="63789"/>
                    </a:cubicBezTo>
                    <a:cubicBezTo>
                      <a:pt x="111318" y="71608"/>
                      <a:pt x="107361" y="78297"/>
                      <a:pt x="103122" y="84043"/>
                    </a:cubicBezTo>
                    <a:cubicBezTo>
                      <a:pt x="98977" y="89789"/>
                      <a:pt x="94549" y="94688"/>
                      <a:pt x="89839" y="99304"/>
                    </a:cubicBezTo>
                    <a:close/>
                    <a:moveTo>
                      <a:pt x="87579" y="97043"/>
                    </a:moveTo>
                    <a:cubicBezTo>
                      <a:pt x="91912" y="92616"/>
                      <a:pt x="94644" y="86775"/>
                      <a:pt x="95303" y="80746"/>
                    </a:cubicBezTo>
                    <a:cubicBezTo>
                      <a:pt x="96057" y="74717"/>
                      <a:pt x="94549" y="68688"/>
                      <a:pt x="92477" y="63695"/>
                    </a:cubicBezTo>
                    <a:cubicBezTo>
                      <a:pt x="90405" y="58608"/>
                      <a:pt x="87579" y="54557"/>
                      <a:pt x="85129" y="50883"/>
                    </a:cubicBezTo>
                    <a:cubicBezTo>
                      <a:pt x="82680" y="47210"/>
                      <a:pt x="79948" y="43912"/>
                      <a:pt x="76745" y="41086"/>
                    </a:cubicBezTo>
                    <a:cubicBezTo>
                      <a:pt x="70528" y="35622"/>
                      <a:pt x="63180" y="31101"/>
                      <a:pt x="54136" y="29782"/>
                    </a:cubicBezTo>
                    <a:cubicBezTo>
                      <a:pt x="45281" y="29028"/>
                      <a:pt x="35484" y="29970"/>
                      <a:pt x="25687" y="35340"/>
                    </a:cubicBezTo>
                    <a:cubicBezTo>
                      <a:pt x="16078" y="40521"/>
                      <a:pt x="9107" y="52108"/>
                      <a:pt x="10426" y="63789"/>
                    </a:cubicBezTo>
                    <a:cubicBezTo>
                      <a:pt x="10897" y="69536"/>
                      <a:pt x="13535" y="74905"/>
                      <a:pt x="17114" y="79144"/>
                    </a:cubicBezTo>
                    <a:cubicBezTo>
                      <a:pt x="20694" y="83384"/>
                      <a:pt x="24839" y="86492"/>
                      <a:pt x="28984" y="89036"/>
                    </a:cubicBezTo>
                    <a:cubicBezTo>
                      <a:pt x="37180" y="94029"/>
                      <a:pt x="44057" y="98174"/>
                      <a:pt x="54230" y="102601"/>
                    </a:cubicBezTo>
                    <a:cubicBezTo>
                      <a:pt x="59318" y="104579"/>
                      <a:pt x="65346" y="105992"/>
                      <a:pt x="71376" y="105239"/>
                    </a:cubicBezTo>
                    <a:cubicBezTo>
                      <a:pt x="77404" y="104391"/>
                      <a:pt x="83245" y="101565"/>
                      <a:pt x="87579" y="97043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" name="任意多边形 31" descr="44688861-393d-4faf-9a7e-89fab3bee6f9"/>
              <p:cNvSpPr/>
              <p:nvPr/>
            </p:nvSpPr>
            <p:spPr>
              <a:xfrm flipH="1">
                <a:off x="115400" y="2406536"/>
                <a:ext cx="181925" cy="154784"/>
              </a:xfrm>
              <a:custGeom>
                <a:avLst/>
                <a:gdLst>
                  <a:gd name="connsiteX0" fmla="*/ 62223 w 127730"/>
                  <a:gd name="connsiteY0" fmla="*/ 108658 h 108674"/>
                  <a:gd name="connsiteX1" fmla="*/ 42064 w 127730"/>
                  <a:gd name="connsiteY1" fmla="*/ 107056 h 108674"/>
                  <a:gd name="connsiteX2" fmla="*/ 20679 w 127730"/>
                  <a:gd name="connsiteY2" fmla="*/ 99897 h 108674"/>
                  <a:gd name="connsiteX3" fmla="*/ 4288 w 127730"/>
                  <a:gd name="connsiteY3" fmla="*/ 82375 h 108674"/>
                  <a:gd name="connsiteX4" fmla="*/ 331 w 127730"/>
                  <a:gd name="connsiteY4" fmla="*/ 58353 h 108674"/>
                  <a:gd name="connsiteX5" fmla="*/ 9187 w 127730"/>
                  <a:gd name="connsiteY5" fmla="*/ 36404 h 108674"/>
                  <a:gd name="connsiteX6" fmla="*/ 24165 w 127730"/>
                  <a:gd name="connsiteY6" fmla="*/ 20295 h 108674"/>
                  <a:gd name="connsiteX7" fmla="*/ 62223 w 127730"/>
                  <a:gd name="connsiteY7" fmla="*/ 983 h 108674"/>
                  <a:gd name="connsiteX8" fmla="*/ 85680 w 127730"/>
                  <a:gd name="connsiteY8" fmla="*/ 1643 h 108674"/>
                  <a:gd name="connsiteX9" fmla="*/ 107158 w 127730"/>
                  <a:gd name="connsiteY9" fmla="*/ 13324 h 108674"/>
                  <a:gd name="connsiteX10" fmla="*/ 127695 w 127730"/>
                  <a:gd name="connsiteY10" fmla="*/ 58353 h 108674"/>
                  <a:gd name="connsiteX11" fmla="*/ 121288 w 127730"/>
                  <a:gd name="connsiteY11" fmla="*/ 82846 h 108674"/>
                  <a:gd name="connsiteX12" fmla="*/ 104049 w 127730"/>
                  <a:gd name="connsiteY12" fmla="*/ 100179 h 108674"/>
                  <a:gd name="connsiteX13" fmla="*/ 82477 w 127730"/>
                  <a:gd name="connsiteY13" fmla="*/ 107245 h 108674"/>
                  <a:gd name="connsiteX14" fmla="*/ 62223 w 127730"/>
                  <a:gd name="connsiteY14" fmla="*/ 108658 h 108674"/>
                  <a:gd name="connsiteX15" fmla="*/ 62223 w 127730"/>
                  <a:gd name="connsiteY15" fmla="*/ 105549 h 108674"/>
                  <a:gd name="connsiteX16" fmla="*/ 79274 w 127730"/>
                  <a:gd name="connsiteY16" fmla="*/ 99520 h 108674"/>
                  <a:gd name="connsiteX17" fmla="*/ 89354 w 127730"/>
                  <a:gd name="connsiteY17" fmla="*/ 85484 h 108674"/>
                  <a:gd name="connsiteX18" fmla="*/ 93216 w 127730"/>
                  <a:gd name="connsiteY18" fmla="*/ 71165 h 108674"/>
                  <a:gd name="connsiteX19" fmla="*/ 94252 w 127730"/>
                  <a:gd name="connsiteY19" fmla="*/ 58353 h 108674"/>
                  <a:gd name="connsiteX20" fmla="*/ 86245 w 127730"/>
                  <a:gd name="connsiteY20" fmla="*/ 34331 h 108674"/>
                  <a:gd name="connsiteX21" fmla="*/ 62223 w 127730"/>
                  <a:gd name="connsiteY21" fmla="*/ 18129 h 108674"/>
                  <a:gd name="connsiteX22" fmla="*/ 31324 w 127730"/>
                  <a:gd name="connsiteY22" fmla="*/ 27360 h 108674"/>
                  <a:gd name="connsiteX23" fmla="*/ 25201 w 127730"/>
                  <a:gd name="connsiteY23" fmla="*/ 42904 h 108674"/>
                  <a:gd name="connsiteX24" fmla="*/ 26614 w 127730"/>
                  <a:gd name="connsiteY24" fmla="*/ 58259 h 108674"/>
                  <a:gd name="connsiteX25" fmla="*/ 34904 w 127730"/>
                  <a:gd name="connsiteY25" fmla="*/ 85672 h 108674"/>
                  <a:gd name="connsiteX26" fmla="*/ 45172 w 127730"/>
                  <a:gd name="connsiteY26" fmla="*/ 99614 h 108674"/>
                  <a:gd name="connsiteX27" fmla="*/ 62223 w 127730"/>
                  <a:gd name="connsiteY27" fmla="*/ 105549 h 108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27730" h="108674">
                    <a:moveTo>
                      <a:pt x="62223" y="108658"/>
                    </a:moveTo>
                    <a:cubicBezTo>
                      <a:pt x="55629" y="108563"/>
                      <a:pt x="49035" y="108187"/>
                      <a:pt x="42064" y="107056"/>
                    </a:cubicBezTo>
                    <a:cubicBezTo>
                      <a:pt x="35093" y="105926"/>
                      <a:pt x="27556" y="103948"/>
                      <a:pt x="20679" y="99897"/>
                    </a:cubicBezTo>
                    <a:cubicBezTo>
                      <a:pt x="13897" y="95846"/>
                      <a:pt x="7868" y="89817"/>
                      <a:pt x="4288" y="82375"/>
                    </a:cubicBezTo>
                    <a:cubicBezTo>
                      <a:pt x="708" y="74933"/>
                      <a:pt x="-705" y="66455"/>
                      <a:pt x="331" y="58353"/>
                    </a:cubicBezTo>
                    <a:cubicBezTo>
                      <a:pt x="1462" y="50252"/>
                      <a:pt x="4665" y="42621"/>
                      <a:pt x="9187" y="36404"/>
                    </a:cubicBezTo>
                    <a:cubicBezTo>
                      <a:pt x="13614" y="30092"/>
                      <a:pt x="18890" y="24911"/>
                      <a:pt x="24165" y="20295"/>
                    </a:cubicBezTo>
                    <a:cubicBezTo>
                      <a:pt x="34810" y="11252"/>
                      <a:pt x="47151" y="3998"/>
                      <a:pt x="62223" y="983"/>
                    </a:cubicBezTo>
                    <a:cubicBezTo>
                      <a:pt x="69665" y="-336"/>
                      <a:pt x="77861" y="-524"/>
                      <a:pt x="85680" y="1643"/>
                    </a:cubicBezTo>
                    <a:cubicBezTo>
                      <a:pt x="93593" y="3621"/>
                      <a:pt x="100847" y="7954"/>
                      <a:pt x="107158" y="13324"/>
                    </a:cubicBezTo>
                    <a:cubicBezTo>
                      <a:pt x="119781" y="24063"/>
                      <a:pt x="128354" y="41020"/>
                      <a:pt x="127695" y="58353"/>
                    </a:cubicBezTo>
                    <a:cubicBezTo>
                      <a:pt x="127412" y="66926"/>
                      <a:pt x="125245" y="75404"/>
                      <a:pt x="121288" y="82846"/>
                    </a:cubicBezTo>
                    <a:cubicBezTo>
                      <a:pt x="117332" y="90288"/>
                      <a:pt x="111020" y="96223"/>
                      <a:pt x="104049" y="100179"/>
                    </a:cubicBezTo>
                    <a:cubicBezTo>
                      <a:pt x="97078" y="104230"/>
                      <a:pt x="89448" y="106208"/>
                      <a:pt x="82477" y="107245"/>
                    </a:cubicBezTo>
                    <a:cubicBezTo>
                      <a:pt x="75412" y="108469"/>
                      <a:pt x="68817" y="108752"/>
                      <a:pt x="62223" y="108658"/>
                    </a:cubicBezTo>
                    <a:close/>
                    <a:moveTo>
                      <a:pt x="62223" y="105549"/>
                    </a:moveTo>
                    <a:cubicBezTo>
                      <a:pt x="68441" y="105455"/>
                      <a:pt x="74564" y="103288"/>
                      <a:pt x="79274" y="99520"/>
                    </a:cubicBezTo>
                    <a:cubicBezTo>
                      <a:pt x="84078" y="95752"/>
                      <a:pt x="87281" y="90477"/>
                      <a:pt x="89354" y="85484"/>
                    </a:cubicBezTo>
                    <a:cubicBezTo>
                      <a:pt x="91426" y="80397"/>
                      <a:pt x="92368" y="75592"/>
                      <a:pt x="93216" y="71165"/>
                    </a:cubicBezTo>
                    <a:cubicBezTo>
                      <a:pt x="94064" y="66831"/>
                      <a:pt x="94441" y="62592"/>
                      <a:pt x="94252" y="58353"/>
                    </a:cubicBezTo>
                    <a:cubicBezTo>
                      <a:pt x="93687" y="50063"/>
                      <a:pt x="91709" y="41679"/>
                      <a:pt x="86245" y="34331"/>
                    </a:cubicBezTo>
                    <a:cubicBezTo>
                      <a:pt x="80593" y="27549"/>
                      <a:pt x="72868" y="21237"/>
                      <a:pt x="62223" y="18129"/>
                    </a:cubicBezTo>
                    <a:cubicBezTo>
                      <a:pt x="51767" y="15020"/>
                      <a:pt x="38672" y="18317"/>
                      <a:pt x="31324" y="27360"/>
                    </a:cubicBezTo>
                    <a:cubicBezTo>
                      <a:pt x="27556" y="31788"/>
                      <a:pt x="25672" y="37440"/>
                      <a:pt x="25201" y="42904"/>
                    </a:cubicBezTo>
                    <a:cubicBezTo>
                      <a:pt x="24730" y="48368"/>
                      <a:pt x="25484" y="53549"/>
                      <a:pt x="26614" y="58259"/>
                    </a:cubicBezTo>
                    <a:cubicBezTo>
                      <a:pt x="28875" y="67585"/>
                      <a:pt x="30854" y="75404"/>
                      <a:pt x="34904" y="85672"/>
                    </a:cubicBezTo>
                    <a:cubicBezTo>
                      <a:pt x="37071" y="90665"/>
                      <a:pt x="40368" y="95846"/>
                      <a:pt x="45172" y="99614"/>
                    </a:cubicBezTo>
                    <a:cubicBezTo>
                      <a:pt x="49788" y="103477"/>
                      <a:pt x="56006" y="105643"/>
                      <a:pt x="62223" y="105549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" name="任意多边形 32" descr="97a47724-1025-48c4-b314-695e35e37065"/>
              <p:cNvSpPr/>
              <p:nvPr/>
            </p:nvSpPr>
            <p:spPr>
              <a:xfrm flipH="1">
                <a:off x="0" y="1"/>
                <a:ext cx="1657137" cy="2327301"/>
              </a:xfrm>
              <a:custGeom>
                <a:avLst/>
                <a:gdLst>
                  <a:gd name="connsiteX0" fmla="*/ 344627 w 1657137"/>
                  <a:gd name="connsiteY0" fmla="*/ 0 h 2327301"/>
                  <a:gd name="connsiteX1" fmla="*/ 323828 w 1657137"/>
                  <a:gd name="connsiteY1" fmla="*/ 0 h 2327301"/>
                  <a:gd name="connsiteX2" fmla="*/ 252013 w 1657137"/>
                  <a:gd name="connsiteY2" fmla="*/ 95592 h 2327301"/>
                  <a:gd name="connsiteX3" fmla="*/ 115827 w 1657137"/>
                  <a:gd name="connsiteY3" fmla="*/ 343141 h 2327301"/>
                  <a:gd name="connsiteX4" fmla="*/ 36 w 1657137"/>
                  <a:gd name="connsiteY4" fmla="*/ 895132 h 2327301"/>
                  <a:gd name="connsiteX5" fmla="*/ 109118 w 1657137"/>
                  <a:gd name="connsiteY5" fmla="*/ 1449938 h 2327301"/>
                  <a:gd name="connsiteX6" fmla="*/ 427511 w 1657137"/>
                  <a:gd name="connsiteY6" fmla="*/ 1916191 h 2327301"/>
                  <a:gd name="connsiteX7" fmla="*/ 898997 w 1657137"/>
                  <a:gd name="connsiteY7" fmla="*/ 2221838 h 2327301"/>
                  <a:gd name="connsiteX8" fmla="*/ 1448436 w 1657137"/>
                  <a:gd name="connsiteY8" fmla="*/ 2327298 h 2327301"/>
                  <a:gd name="connsiteX9" fmla="*/ 1553788 w 1657137"/>
                  <a:gd name="connsiteY9" fmla="*/ 2323707 h 2327301"/>
                  <a:gd name="connsiteX10" fmla="*/ 1657137 w 1657137"/>
                  <a:gd name="connsiteY10" fmla="*/ 2312713 h 2327301"/>
                  <a:gd name="connsiteX11" fmla="*/ 1657137 w 1657137"/>
                  <a:gd name="connsiteY11" fmla="*/ 2305029 h 2327301"/>
                  <a:gd name="connsiteX12" fmla="*/ 1588347 w 1657137"/>
                  <a:gd name="connsiteY12" fmla="*/ 2315491 h 2327301"/>
                  <a:gd name="connsiteX13" fmla="*/ 1448436 w 1657137"/>
                  <a:gd name="connsiteY13" fmla="*/ 2322871 h 2327301"/>
                  <a:gd name="connsiteX14" fmla="*/ 1170028 w 1657137"/>
                  <a:gd name="connsiteY14" fmla="*/ 2294694 h 2327301"/>
                  <a:gd name="connsiteX15" fmla="*/ 903425 w 1657137"/>
                  <a:gd name="connsiteY15" fmla="*/ 2210970 h 2327301"/>
                  <a:gd name="connsiteX16" fmla="*/ 447235 w 1657137"/>
                  <a:gd name="connsiteY16" fmla="*/ 1896334 h 2327301"/>
                  <a:gd name="connsiteX17" fmla="*/ 145345 w 1657137"/>
                  <a:gd name="connsiteY17" fmla="*/ 1434910 h 2327301"/>
                  <a:gd name="connsiteX18" fmla="*/ 37067 w 1657137"/>
                  <a:gd name="connsiteY18" fmla="*/ 895132 h 2327301"/>
                  <a:gd name="connsiteX19" fmla="*/ 138637 w 1657137"/>
                  <a:gd name="connsiteY19" fmla="*/ 352669 h 2327301"/>
                  <a:gd name="connsiteX20" fmla="*/ 267040 w 1657137"/>
                  <a:gd name="connsiteY20" fmla="*/ 105924 h 2327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657137" h="2327301">
                    <a:moveTo>
                      <a:pt x="344627" y="0"/>
                    </a:moveTo>
                    <a:lnTo>
                      <a:pt x="323828" y="0"/>
                    </a:lnTo>
                    <a:lnTo>
                      <a:pt x="252013" y="95592"/>
                    </a:lnTo>
                    <a:cubicBezTo>
                      <a:pt x="198612" y="173278"/>
                      <a:pt x="152994" y="256332"/>
                      <a:pt x="115827" y="343141"/>
                    </a:cubicBezTo>
                    <a:cubicBezTo>
                      <a:pt x="41360" y="516628"/>
                      <a:pt x="1914" y="705544"/>
                      <a:pt x="36" y="895132"/>
                    </a:cubicBezTo>
                    <a:cubicBezTo>
                      <a:pt x="-1306" y="1084718"/>
                      <a:pt x="35456" y="1274976"/>
                      <a:pt x="109118" y="1449938"/>
                    </a:cubicBezTo>
                    <a:cubicBezTo>
                      <a:pt x="182109" y="1625169"/>
                      <a:pt x="291862" y="1784700"/>
                      <a:pt x="427511" y="1916191"/>
                    </a:cubicBezTo>
                    <a:cubicBezTo>
                      <a:pt x="563161" y="2047949"/>
                      <a:pt x="724303" y="2152471"/>
                      <a:pt x="898997" y="2221838"/>
                    </a:cubicBezTo>
                    <a:cubicBezTo>
                      <a:pt x="1073556" y="2291339"/>
                      <a:pt x="1260862" y="2327433"/>
                      <a:pt x="1448436" y="2327298"/>
                    </a:cubicBezTo>
                    <a:cubicBezTo>
                      <a:pt x="1483581" y="2327374"/>
                      <a:pt x="1518726" y="2326171"/>
                      <a:pt x="1553788" y="2323707"/>
                    </a:cubicBezTo>
                    <a:lnTo>
                      <a:pt x="1657137" y="2312713"/>
                    </a:lnTo>
                    <a:lnTo>
                      <a:pt x="1657137" y="2305029"/>
                    </a:lnTo>
                    <a:lnTo>
                      <a:pt x="1588347" y="2315491"/>
                    </a:lnTo>
                    <a:cubicBezTo>
                      <a:pt x="1541855" y="2320187"/>
                      <a:pt x="1495129" y="2322603"/>
                      <a:pt x="1448436" y="2322871"/>
                    </a:cubicBezTo>
                    <a:cubicBezTo>
                      <a:pt x="1354918" y="2322467"/>
                      <a:pt x="1261533" y="2313343"/>
                      <a:pt x="1170028" y="2294694"/>
                    </a:cubicBezTo>
                    <a:cubicBezTo>
                      <a:pt x="1078655" y="2275641"/>
                      <a:pt x="988893" y="2248137"/>
                      <a:pt x="903425" y="2210970"/>
                    </a:cubicBezTo>
                    <a:cubicBezTo>
                      <a:pt x="732219" y="2137175"/>
                      <a:pt x="576310" y="2029433"/>
                      <a:pt x="447235" y="1896334"/>
                    </a:cubicBezTo>
                    <a:cubicBezTo>
                      <a:pt x="318161" y="1763099"/>
                      <a:pt x="215651" y="1605579"/>
                      <a:pt x="145345" y="1434910"/>
                    </a:cubicBezTo>
                    <a:cubicBezTo>
                      <a:pt x="75307" y="1263973"/>
                      <a:pt x="38409" y="1080023"/>
                      <a:pt x="37067" y="895132"/>
                    </a:cubicBezTo>
                    <a:cubicBezTo>
                      <a:pt x="35323" y="710375"/>
                      <a:pt x="69403" y="524947"/>
                      <a:pt x="138637" y="352669"/>
                    </a:cubicBezTo>
                    <a:cubicBezTo>
                      <a:pt x="173119" y="266663"/>
                      <a:pt x="216188" y="183878"/>
                      <a:pt x="267040" y="105924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" name="任意多边形 33" descr="aceaa608-e43f-4d21-bb6f-77558ba62edd"/>
              <p:cNvSpPr/>
              <p:nvPr/>
            </p:nvSpPr>
            <p:spPr>
              <a:xfrm flipH="1">
                <a:off x="2258883" y="3040010"/>
                <a:ext cx="4500282" cy="3817990"/>
              </a:xfrm>
              <a:custGeom>
                <a:avLst/>
                <a:gdLst>
                  <a:gd name="connsiteX0" fmla="*/ 2361720 w 4723573"/>
                  <a:gd name="connsiteY0" fmla="*/ 1217087 h 4007426"/>
                  <a:gd name="connsiteX1" fmla="*/ 1217087 w 4723573"/>
                  <a:gd name="connsiteY1" fmla="*/ 2361854 h 4007426"/>
                  <a:gd name="connsiteX2" fmla="*/ 2361720 w 4723573"/>
                  <a:gd name="connsiteY2" fmla="*/ 3506487 h 4007426"/>
                  <a:gd name="connsiteX3" fmla="*/ 3506487 w 4723573"/>
                  <a:gd name="connsiteY3" fmla="*/ 2361854 h 4007426"/>
                  <a:gd name="connsiteX4" fmla="*/ 2361720 w 4723573"/>
                  <a:gd name="connsiteY4" fmla="*/ 1217087 h 4007426"/>
                  <a:gd name="connsiteX5" fmla="*/ 2559357 w 4723573"/>
                  <a:gd name="connsiteY5" fmla="*/ 0 h 4007426"/>
                  <a:gd name="connsiteX6" fmla="*/ 3336757 w 4723573"/>
                  <a:gd name="connsiteY6" fmla="*/ 201663 h 4007426"/>
                  <a:gd name="connsiteX7" fmla="*/ 3237470 w 4723573"/>
                  <a:gd name="connsiteY7" fmla="*/ 584460 h 4007426"/>
                  <a:gd name="connsiteX8" fmla="*/ 3436448 w 4723573"/>
                  <a:gd name="connsiteY8" fmla="*/ 697164 h 4007426"/>
                  <a:gd name="connsiteX9" fmla="*/ 3713784 w 4723573"/>
                  <a:gd name="connsiteY9" fmla="*/ 415266 h 4007426"/>
                  <a:gd name="connsiteX10" fmla="*/ 4286303 w 4723573"/>
                  <a:gd name="connsiteY10" fmla="*/ 978527 h 4007426"/>
                  <a:gd name="connsiteX11" fmla="*/ 4008564 w 4723573"/>
                  <a:gd name="connsiteY11" fmla="*/ 1260827 h 4007426"/>
                  <a:gd name="connsiteX12" fmla="*/ 4124356 w 4723573"/>
                  <a:gd name="connsiteY12" fmla="*/ 1457660 h 4007426"/>
                  <a:gd name="connsiteX13" fmla="*/ 4505945 w 4723573"/>
                  <a:gd name="connsiteY13" fmla="*/ 1352066 h 4007426"/>
                  <a:gd name="connsiteX14" fmla="*/ 4720085 w 4723573"/>
                  <a:gd name="connsiteY14" fmla="*/ 2126111 h 4007426"/>
                  <a:gd name="connsiteX15" fmla="*/ 4339033 w 4723573"/>
                  <a:gd name="connsiteY15" fmla="*/ 2231571 h 4007426"/>
                  <a:gd name="connsiteX16" fmla="*/ 4340777 w 4723573"/>
                  <a:gd name="connsiteY16" fmla="*/ 2460203 h 4007426"/>
                  <a:gd name="connsiteX17" fmla="*/ 4723573 w 4723573"/>
                  <a:gd name="connsiteY17" fmla="*/ 2559491 h 4007426"/>
                  <a:gd name="connsiteX18" fmla="*/ 4521911 w 4723573"/>
                  <a:gd name="connsiteY18" fmla="*/ 3336892 h 4007426"/>
                  <a:gd name="connsiteX19" fmla="*/ 4139249 w 4723573"/>
                  <a:gd name="connsiteY19" fmla="*/ 3237470 h 4007426"/>
                  <a:gd name="connsiteX20" fmla="*/ 4026543 w 4723573"/>
                  <a:gd name="connsiteY20" fmla="*/ 3436448 h 4007426"/>
                  <a:gd name="connsiteX21" fmla="*/ 4308441 w 4723573"/>
                  <a:gd name="connsiteY21" fmla="*/ 3713784 h 4007426"/>
                  <a:gd name="connsiteX22" fmla="*/ 4019548 w 4723573"/>
                  <a:gd name="connsiteY22" fmla="*/ 4007426 h 4007426"/>
                  <a:gd name="connsiteX23" fmla="*/ 703963 w 4723573"/>
                  <a:gd name="connsiteY23" fmla="*/ 4007426 h 4007426"/>
                  <a:gd name="connsiteX24" fmla="*/ 437272 w 4723573"/>
                  <a:gd name="connsiteY24" fmla="*/ 3745048 h 4007426"/>
                  <a:gd name="connsiteX25" fmla="*/ 715010 w 4723573"/>
                  <a:gd name="connsiteY25" fmla="*/ 3462880 h 4007426"/>
                  <a:gd name="connsiteX26" fmla="*/ 599219 w 4723573"/>
                  <a:gd name="connsiteY26" fmla="*/ 3266049 h 4007426"/>
                  <a:gd name="connsiteX27" fmla="*/ 217630 w 4723573"/>
                  <a:gd name="connsiteY27" fmla="*/ 3371643 h 4007426"/>
                  <a:gd name="connsiteX28" fmla="*/ 3488 w 4723573"/>
                  <a:gd name="connsiteY28" fmla="*/ 2597597 h 4007426"/>
                  <a:gd name="connsiteX29" fmla="*/ 384542 w 4723573"/>
                  <a:gd name="connsiteY29" fmla="*/ 2492136 h 4007426"/>
                  <a:gd name="connsiteX30" fmla="*/ 382797 w 4723573"/>
                  <a:gd name="connsiteY30" fmla="*/ 2263505 h 4007426"/>
                  <a:gd name="connsiteX31" fmla="*/ 0 w 4723573"/>
                  <a:gd name="connsiteY31" fmla="*/ 2164216 h 4007426"/>
                  <a:gd name="connsiteX32" fmla="*/ 201528 w 4723573"/>
                  <a:gd name="connsiteY32" fmla="*/ 1386816 h 4007426"/>
                  <a:gd name="connsiteX33" fmla="*/ 584325 w 4723573"/>
                  <a:gd name="connsiteY33" fmla="*/ 1486105 h 4007426"/>
                  <a:gd name="connsiteX34" fmla="*/ 697031 w 4723573"/>
                  <a:gd name="connsiteY34" fmla="*/ 1287125 h 4007426"/>
                  <a:gd name="connsiteX35" fmla="*/ 415133 w 4723573"/>
                  <a:gd name="connsiteY35" fmla="*/ 1009789 h 4007426"/>
                  <a:gd name="connsiteX36" fmla="*/ 978393 w 4723573"/>
                  <a:gd name="connsiteY36" fmla="*/ 437272 h 4007426"/>
                  <a:gd name="connsiteX37" fmla="*/ 1260693 w 4723573"/>
                  <a:gd name="connsiteY37" fmla="*/ 715009 h 4007426"/>
                  <a:gd name="connsiteX38" fmla="*/ 1457526 w 4723573"/>
                  <a:gd name="connsiteY38" fmla="*/ 599219 h 4007426"/>
                  <a:gd name="connsiteX39" fmla="*/ 1351930 w 4723573"/>
                  <a:gd name="connsiteY39" fmla="*/ 217630 h 4007426"/>
                  <a:gd name="connsiteX40" fmla="*/ 2125977 w 4723573"/>
                  <a:gd name="connsiteY40" fmla="*/ 3488 h 4007426"/>
                  <a:gd name="connsiteX41" fmla="*/ 2231437 w 4723573"/>
                  <a:gd name="connsiteY41" fmla="*/ 384542 h 4007426"/>
                  <a:gd name="connsiteX42" fmla="*/ 2460069 w 4723573"/>
                  <a:gd name="connsiteY42" fmla="*/ 382797 h 4007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4723573" h="4007426">
                    <a:moveTo>
                      <a:pt x="2361720" y="1217087"/>
                    </a:moveTo>
                    <a:cubicBezTo>
                      <a:pt x="1729629" y="1217087"/>
                      <a:pt x="1217087" y="1729629"/>
                      <a:pt x="1217087" y="2361854"/>
                    </a:cubicBezTo>
                    <a:cubicBezTo>
                      <a:pt x="1217087" y="2993944"/>
                      <a:pt x="1729495" y="3506487"/>
                      <a:pt x="2361720" y="3506487"/>
                    </a:cubicBezTo>
                    <a:cubicBezTo>
                      <a:pt x="2993945" y="3506487"/>
                      <a:pt x="3506487" y="2994079"/>
                      <a:pt x="3506487" y="2361854"/>
                    </a:cubicBezTo>
                    <a:cubicBezTo>
                      <a:pt x="3506487" y="1729629"/>
                      <a:pt x="2993945" y="1217087"/>
                      <a:pt x="2361720" y="1217087"/>
                    </a:cubicBezTo>
                    <a:close/>
                    <a:moveTo>
                      <a:pt x="2559357" y="0"/>
                    </a:moveTo>
                    <a:lnTo>
                      <a:pt x="3336757" y="201663"/>
                    </a:lnTo>
                    <a:lnTo>
                      <a:pt x="3237470" y="584460"/>
                    </a:lnTo>
                    <a:cubicBezTo>
                      <a:pt x="3306434" y="618405"/>
                      <a:pt x="3372851" y="656108"/>
                      <a:pt x="3436448" y="697164"/>
                    </a:cubicBezTo>
                    <a:lnTo>
                      <a:pt x="3713784" y="415266"/>
                    </a:lnTo>
                    <a:lnTo>
                      <a:pt x="4286303" y="978527"/>
                    </a:lnTo>
                    <a:lnTo>
                      <a:pt x="4008564" y="1260827"/>
                    </a:lnTo>
                    <a:cubicBezTo>
                      <a:pt x="4050962" y="1324157"/>
                      <a:pt x="4089605" y="1389902"/>
                      <a:pt x="4124356" y="1457660"/>
                    </a:cubicBezTo>
                    <a:lnTo>
                      <a:pt x="4505945" y="1352066"/>
                    </a:lnTo>
                    <a:lnTo>
                      <a:pt x="4720085" y="2126111"/>
                    </a:lnTo>
                    <a:lnTo>
                      <a:pt x="4339033" y="2231571"/>
                    </a:lnTo>
                    <a:cubicBezTo>
                      <a:pt x="4343997" y="2307111"/>
                      <a:pt x="4344667" y="2383455"/>
                      <a:pt x="4340777" y="2460203"/>
                    </a:cubicBezTo>
                    <a:lnTo>
                      <a:pt x="4723573" y="2559491"/>
                    </a:lnTo>
                    <a:lnTo>
                      <a:pt x="4521911" y="3336892"/>
                    </a:lnTo>
                    <a:lnTo>
                      <a:pt x="4139249" y="3237470"/>
                    </a:lnTo>
                    <a:cubicBezTo>
                      <a:pt x="4105303" y="3306434"/>
                      <a:pt x="4067599" y="3372851"/>
                      <a:pt x="4026543" y="3436448"/>
                    </a:cubicBezTo>
                    <a:lnTo>
                      <a:pt x="4308441" y="3713784"/>
                    </a:lnTo>
                    <a:lnTo>
                      <a:pt x="4019548" y="4007426"/>
                    </a:lnTo>
                    <a:lnTo>
                      <a:pt x="703963" y="4007426"/>
                    </a:lnTo>
                    <a:lnTo>
                      <a:pt x="437272" y="3745048"/>
                    </a:lnTo>
                    <a:lnTo>
                      <a:pt x="715010" y="3462880"/>
                    </a:lnTo>
                    <a:cubicBezTo>
                      <a:pt x="672611" y="3399551"/>
                      <a:pt x="633970" y="3333805"/>
                      <a:pt x="599219" y="3266049"/>
                    </a:cubicBezTo>
                    <a:lnTo>
                      <a:pt x="217630" y="3371643"/>
                    </a:lnTo>
                    <a:lnTo>
                      <a:pt x="3488" y="2597597"/>
                    </a:lnTo>
                    <a:lnTo>
                      <a:pt x="384542" y="2492136"/>
                    </a:lnTo>
                    <a:cubicBezTo>
                      <a:pt x="379576" y="2416597"/>
                      <a:pt x="378906" y="2340252"/>
                      <a:pt x="382797" y="2263505"/>
                    </a:cubicBezTo>
                    <a:lnTo>
                      <a:pt x="0" y="2164216"/>
                    </a:lnTo>
                    <a:lnTo>
                      <a:pt x="201528" y="1386816"/>
                    </a:lnTo>
                    <a:lnTo>
                      <a:pt x="584325" y="1486105"/>
                    </a:lnTo>
                    <a:cubicBezTo>
                      <a:pt x="618271" y="1417139"/>
                      <a:pt x="655974" y="1350724"/>
                      <a:pt x="697031" y="1287125"/>
                    </a:cubicBezTo>
                    <a:lnTo>
                      <a:pt x="415133" y="1009789"/>
                    </a:lnTo>
                    <a:lnTo>
                      <a:pt x="978393" y="437272"/>
                    </a:lnTo>
                    <a:lnTo>
                      <a:pt x="1260693" y="715009"/>
                    </a:lnTo>
                    <a:cubicBezTo>
                      <a:pt x="1324023" y="672611"/>
                      <a:pt x="1389768" y="633970"/>
                      <a:pt x="1457526" y="599219"/>
                    </a:cubicBezTo>
                    <a:lnTo>
                      <a:pt x="1351930" y="217630"/>
                    </a:lnTo>
                    <a:lnTo>
                      <a:pt x="2125977" y="3488"/>
                    </a:lnTo>
                    <a:lnTo>
                      <a:pt x="2231437" y="384542"/>
                    </a:lnTo>
                    <a:cubicBezTo>
                      <a:pt x="2306978" y="379577"/>
                      <a:pt x="2383321" y="378906"/>
                      <a:pt x="2460069" y="38279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" name="任意多边形 34" descr="f5fb6a32-e967-4011-a8b4-d44730d26a58"/>
              <p:cNvSpPr/>
              <p:nvPr/>
            </p:nvSpPr>
            <p:spPr>
              <a:xfrm flipH="1">
                <a:off x="2236768" y="3011059"/>
                <a:ext cx="4555378" cy="3846240"/>
              </a:xfrm>
              <a:custGeom>
                <a:avLst/>
                <a:gdLst>
                  <a:gd name="connsiteX0" fmla="*/ 1315973 w 4781403"/>
                  <a:gd name="connsiteY0" fmla="*/ 4006685 h 4037078"/>
                  <a:gd name="connsiteX1" fmla="*/ 1342271 w 4781403"/>
                  <a:gd name="connsiteY1" fmla="*/ 4023725 h 4037078"/>
                  <a:gd name="connsiteX2" fmla="*/ 1365862 w 4781403"/>
                  <a:gd name="connsiteY2" fmla="*/ 4037078 h 4037078"/>
                  <a:gd name="connsiteX3" fmla="*/ 1286116 w 4781403"/>
                  <a:gd name="connsiteY3" fmla="*/ 4037078 h 4037078"/>
                  <a:gd name="connsiteX4" fmla="*/ 1293969 w 4781403"/>
                  <a:gd name="connsiteY4" fmla="*/ 4029092 h 4037078"/>
                  <a:gd name="connsiteX5" fmla="*/ 3500583 w 4781403"/>
                  <a:gd name="connsiteY5" fmla="*/ 4006283 h 4037078"/>
                  <a:gd name="connsiteX6" fmla="*/ 3514806 w 4781403"/>
                  <a:gd name="connsiteY6" fmla="*/ 4020505 h 4037078"/>
                  <a:gd name="connsiteX7" fmla="*/ 3531387 w 4781403"/>
                  <a:gd name="connsiteY7" fmla="*/ 4037078 h 4037078"/>
                  <a:gd name="connsiteX8" fmla="*/ 3449588 w 4781403"/>
                  <a:gd name="connsiteY8" fmla="*/ 4037078 h 4037078"/>
                  <a:gd name="connsiteX9" fmla="*/ 3483409 w 4781403"/>
                  <a:gd name="connsiteY9" fmla="*/ 4017553 h 4037078"/>
                  <a:gd name="connsiteX10" fmla="*/ 2575994 w 4781403"/>
                  <a:gd name="connsiteY10" fmla="*/ 0 h 4037078"/>
                  <a:gd name="connsiteX11" fmla="*/ 2599743 w 4781403"/>
                  <a:gd name="connsiteY11" fmla="*/ 6038 h 4037078"/>
                  <a:gd name="connsiteX12" fmla="*/ 3378619 w 4781403"/>
                  <a:gd name="connsiteY12" fmla="*/ 202199 h 4037078"/>
                  <a:gd name="connsiteX13" fmla="*/ 3407601 w 4781403"/>
                  <a:gd name="connsiteY13" fmla="*/ 209444 h 4037078"/>
                  <a:gd name="connsiteX14" fmla="*/ 3400087 w 4781403"/>
                  <a:gd name="connsiteY14" fmla="*/ 238829 h 4037078"/>
                  <a:gd name="connsiteX15" fmla="*/ 3308423 w 4781403"/>
                  <a:gd name="connsiteY15" fmla="*/ 598434 h 4037078"/>
                  <a:gd name="connsiteX16" fmla="*/ 3285772 w 4781403"/>
                  <a:gd name="connsiteY16" fmla="*/ 585666 h 4037078"/>
                  <a:gd name="connsiteX17" fmla="*/ 3302409 w 4781403"/>
                  <a:gd name="connsiteY17" fmla="*/ 622027 h 4037078"/>
                  <a:gd name="connsiteX18" fmla="*/ 3308423 w 4781403"/>
                  <a:gd name="connsiteY18" fmla="*/ 598434 h 4037078"/>
                  <a:gd name="connsiteX19" fmla="*/ 3464998 w 4781403"/>
                  <a:gd name="connsiteY19" fmla="*/ 686690 h 4037078"/>
                  <a:gd name="connsiteX20" fmla="*/ 3447853 w 4781403"/>
                  <a:gd name="connsiteY20" fmla="*/ 704142 h 4037078"/>
                  <a:gd name="connsiteX21" fmla="*/ 3488105 w 4781403"/>
                  <a:gd name="connsiteY21" fmla="*/ 699714 h 4037078"/>
                  <a:gd name="connsiteX22" fmla="*/ 3464998 w 4781403"/>
                  <a:gd name="connsiteY22" fmla="*/ 686690 h 4037078"/>
                  <a:gd name="connsiteX23" fmla="*/ 3724921 w 4781403"/>
                  <a:gd name="connsiteY23" fmla="*/ 422110 h 4037078"/>
                  <a:gd name="connsiteX24" fmla="*/ 3747731 w 4781403"/>
                  <a:gd name="connsiteY24" fmla="*/ 398898 h 4037078"/>
                  <a:gd name="connsiteX25" fmla="*/ 3770809 w 4781403"/>
                  <a:gd name="connsiteY25" fmla="*/ 421707 h 4037078"/>
                  <a:gd name="connsiteX26" fmla="*/ 4342387 w 4781403"/>
                  <a:gd name="connsiteY26" fmla="*/ 985906 h 4037078"/>
                  <a:gd name="connsiteX27" fmla="*/ 4364525 w 4781403"/>
                  <a:gd name="connsiteY27" fmla="*/ 1007776 h 4037078"/>
                  <a:gd name="connsiteX28" fmla="*/ 4342655 w 4781403"/>
                  <a:gd name="connsiteY28" fmla="*/ 1029916 h 4037078"/>
                  <a:gd name="connsiteX29" fmla="*/ 4080405 w 4781403"/>
                  <a:gd name="connsiteY29" fmla="*/ 1295072 h 4037078"/>
                  <a:gd name="connsiteX30" fmla="*/ 4067869 w 4781403"/>
                  <a:gd name="connsiteY30" fmla="*/ 1273574 h 4037078"/>
                  <a:gd name="connsiteX31" fmla="*/ 4064245 w 4781403"/>
                  <a:gd name="connsiteY31" fmla="*/ 1311411 h 4037078"/>
                  <a:gd name="connsiteX32" fmla="*/ 4080405 w 4781403"/>
                  <a:gd name="connsiteY32" fmla="*/ 1295072 h 4037078"/>
                  <a:gd name="connsiteX33" fmla="*/ 4172559 w 4781403"/>
                  <a:gd name="connsiteY33" fmla="*/ 1453112 h 4037078"/>
                  <a:gd name="connsiteX34" fmla="*/ 4150922 w 4781403"/>
                  <a:gd name="connsiteY34" fmla="*/ 1459002 h 4037078"/>
                  <a:gd name="connsiteX35" fmla="*/ 4184600 w 4781403"/>
                  <a:gd name="connsiteY35" fmla="*/ 1473760 h 4037078"/>
                  <a:gd name="connsiteX36" fmla="*/ 4172559 w 4781403"/>
                  <a:gd name="connsiteY36" fmla="*/ 1453112 h 4037078"/>
                  <a:gd name="connsiteX37" fmla="*/ 4532913 w 4781403"/>
                  <a:gd name="connsiteY37" fmla="*/ 1355017 h 4037078"/>
                  <a:gd name="connsiteX38" fmla="*/ 4559614 w 4781403"/>
                  <a:gd name="connsiteY38" fmla="*/ 1347771 h 4037078"/>
                  <a:gd name="connsiteX39" fmla="*/ 4566725 w 4781403"/>
                  <a:gd name="connsiteY39" fmla="*/ 1374203 h 4037078"/>
                  <a:gd name="connsiteX40" fmla="*/ 4775633 w 4781403"/>
                  <a:gd name="connsiteY40" fmla="*/ 2149725 h 4037078"/>
                  <a:gd name="connsiteX41" fmla="*/ 4781403 w 4781403"/>
                  <a:gd name="connsiteY41" fmla="*/ 2171328 h 4037078"/>
                  <a:gd name="connsiteX42" fmla="*/ 4760069 w 4781403"/>
                  <a:gd name="connsiteY42" fmla="*/ 2177097 h 4037078"/>
                  <a:gd name="connsiteX43" fmla="*/ 4392444 w 4781403"/>
                  <a:gd name="connsiteY43" fmla="*/ 2275913 h 4037078"/>
                  <a:gd name="connsiteX44" fmla="*/ 4392435 w 4781403"/>
                  <a:gd name="connsiteY44" fmla="*/ 2259748 h 4037078"/>
                  <a:gd name="connsiteX45" fmla="*/ 4378211 w 4781403"/>
                  <a:gd name="connsiteY45" fmla="*/ 2279739 h 4037078"/>
                  <a:gd name="connsiteX46" fmla="*/ 4392444 w 4781403"/>
                  <a:gd name="connsiteY46" fmla="*/ 2275913 h 4037078"/>
                  <a:gd name="connsiteX47" fmla="*/ 4392560 w 4781403"/>
                  <a:gd name="connsiteY47" fmla="*/ 2476005 h 4037078"/>
                  <a:gd name="connsiteX48" fmla="*/ 4379285 w 4781403"/>
                  <a:gd name="connsiteY48" fmla="*/ 2472412 h 4037078"/>
                  <a:gd name="connsiteX49" fmla="*/ 4392568 w 4781403"/>
                  <a:gd name="connsiteY49" fmla="*/ 2490527 h 4037078"/>
                  <a:gd name="connsiteX50" fmla="*/ 4392560 w 4781403"/>
                  <a:gd name="connsiteY50" fmla="*/ 2476005 h 4037078"/>
                  <a:gd name="connsiteX51" fmla="*/ 4761008 w 4781403"/>
                  <a:gd name="connsiteY51" fmla="*/ 2575725 h 4037078"/>
                  <a:gd name="connsiteX52" fmla="*/ 4774291 w 4781403"/>
                  <a:gd name="connsiteY52" fmla="*/ 2579349 h 4037078"/>
                  <a:gd name="connsiteX53" fmla="*/ 4770669 w 4781403"/>
                  <a:gd name="connsiteY53" fmla="*/ 2592364 h 4037078"/>
                  <a:gd name="connsiteX54" fmla="*/ 4558139 w 4781403"/>
                  <a:gd name="connsiteY54" fmla="*/ 3369630 h 4037078"/>
                  <a:gd name="connsiteX55" fmla="*/ 4177729 w 4781403"/>
                  <a:gd name="connsiteY55" fmla="*/ 3277133 h 4037078"/>
                  <a:gd name="connsiteX56" fmla="*/ 4181110 w 4781403"/>
                  <a:gd name="connsiteY56" fmla="*/ 3271012 h 4037078"/>
                  <a:gd name="connsiteX57" fmla="*/ 4171317 w 4781403"/>
                  <a:gd name="connsiteY57" fmla="*/ 3275574 h 4037078"/>
                  <a:gd name="connsiteX58" fmla="*/ 4177729 w 4781403"/>
                  <a:gd name="connsiteY58" fmla="*/ 3277133 h 4037078"/>
                  <a:gd name="connsiteX59" fmla="*/ 4074485 w 4781403"/>
                  <a:gd name="connsiteY59" fmla="*/ 3464046 h 4037078"/>
                  <a:gd name="connsiteX60" fmla="*/ 4068539 w 4781403"/>
                  <a:gd name="connsiteY60" fmla="*/ 3458318 h 4037078"/>
                  <a:gd name="connsiteX61" fmla="*/ 4070015 w 4781403"/>
                  <a:gd name="connsiteY61" fmla="*/ 3472138 h 4037078"/>
                  <a:gd name="connsiteX62" fmla="*/ 4074485 w 4781403"/>
                  <a:gd name="connsiteY62" fmla="*/ 3464046 h 4037078"/>
                  <a:gd name="connsiteX63" fmla="*/ 4353389 w 4781403"/>
                  <a:gd name="connsiteY63" fmla="*/ 3732703 h 4037078"/>
                  <a:gd name="connsiteX64" fmla="*/ 4364257 w 4781403"/>
                  <a:gd name="connsiteY64" fmla="*/ 3743169 h 4037078"/>
                  <a:gd name="connsiteX65" fmla="*/ 4353524 w 4781403"/>
                  <a:gd name="connsiteY65" fmla="*/ 3754306 h 4037078"/>
                  <a:gd name="connsiteX66" fmla="*/ 4079823 w 4781403"/>
                  <a:gd name="connsiteY66" fmla="*/ 4037078 h 4037078"/>
                  <a:gd name="connsiteX67" fmla="*/ 4027608 w 4781403"/>
                  <a:gd name="connsiteY67" fmla="*/ 4037078 h 4037078"/>
                  <a:gd name="connsiteX68" fmla="*/ 4321214 w 4781403"/>
                  <a:gd name="connsiteY68" fmla="*/ 3743542 h 4037078"/>
                  <a:gd name="connsiteX69" fmla="*/ 4332055 w 4781403"/>
                  <a:gd name="connsiteY69" fmla="*/ 3754440 h 4037078"/>
                  <a:gd name="connsiteX70" fmla="*/ 4331921 w 4781403"/>
                  <a:gd name="connsiteY70" fmla="*/ 3732837 h 4037078"/>
                  <a:gd name="connsiteX71" fmla="*/ 4321214 w 4781403"/>
                  <a:gd name="connsiteY71" fmla="*/ 3743542 h 4037078"/>
                  <a:gd name="connsiteX72" fmla="*/ 4053244 w 4781403"/>
                  <a:gd name="connsiteY72" fmla="*/ 3474151 h 4037078"/>
                  <a:gd name="connsiteX73" fmla="*/ 4046803 w 4781403"/>
                  <a:gd name="connsiteY73" fmla="*/ 3467710 h 4037078"/>
                  <a:gd name="connsiteX74" fmla="*/ 4051633 w 4781403"/>
                  <a:gd name="connsiteY74" fmla="*/ 3460331 h 4037078"/>
                  <a:gd name="connsiteX75" fmla="*/ 4165815 w 4781403"/>
                  <a:gd name="connsiteY75" fmla="*/ 3263633 h 4037078"/>
                  <a:gd name="connsiteX76" fmla="*/ 4169035 w 4781403"/>
                  <a:gd name="connsiteY76" fmla="*/ 3257328 h 4037078"/>
                  <a:gd name="connsiteX77" fmla="*/ 4175609 w 4781403"/>
                  <a:gd name="connsiteY77" fmla="*/ 3259205 h 4037078"/>
                  <a:gd name="connsiteX78" fmla="*/ 4554381 w 4781403"/>
                  <a:gd name="connsiteY78" fmla="*/ 3363458 h 4037078"/>
                  <a:gd name="connsiteX79" fmla="*/ 4741362 w 4781403"/>
                  <a:gd name="connsiteY79" fmla="*/ 2599183 h 4037078"/>
                  <a:gd name="connsiteX80" fmla="*/ 4754433 w 4781403"/>
                  <a:gd name="connsiteY80" fmla="*/ 2602426 h 4037078"/>
                  <a:gd name="connsiteX81" fmla="*/ 4744639 w 4781403"/>
                  <a:gd name="connsiteY81" fmla="*/ 2585789 h 4037078"/>
                  <a:gd name="connsiteX82" fmla="*/ 4741362 w 4781403"/>
                  <a:gd name="connsiteY82" fmla="*/ 2599183 h 4037078"/>
                  <a:gd name="connsiteX83" fmla="*/ 4370563 w 4781403"/>
                  <a:gd name="connsiteY83" fmla="*/ 2507164 h 4037078"/>
                  <a:gd name="connsiteX84" fmla="*/ 4356609 w 4781403"/>
                  <a:gd name="connsiteY84" fmla="*/ 2503674 h 4037078"/>
                  <a:gd name="connsiteX85" fmla="*/ 4357280 w 4781403"/>
                  <a:gd name="connsiteY85" fmla="*/ 2489051 h 4037078"/>
                  <a:gd name="connsiteX86" fmla="*/ 4353925 w 4781403"/>
                  <a:gd name="connsiteY86" fmla="*/ 2262565 h 4037078"/>
                  <a:gd name="connsiteX87" fmla="*/ 4352853 w 4781403"/>
                  <a:gd name="connsiteY87" fmla="*/ 2247000 h 4037078"/>
                  <a:gd name="connsiteX88" fmla="*/ 4368149 w 4781403"/>
                  <a:gd name="connsiteY88" fmla="*/ 2242708 h 4037078"/>
                  <a:gd name="connsiteX89" fmla="*/ 4727065 w 4781403"/>
                  <a:gd name="connsiteY89" fmla="*/ 2140667 h 4037078"/>
                  <a:gd name="connsiteX90" fmla="*/ 4733101 w 4781403"/>
                  <a:gd name="connsiteY90" fmla="*/ 2161936 h 4037078"/>
                  <a:gd name="connsiteX91" fmla="*/ 4748529 w 4781403"/>
                  <a:gd name="connsiteY91" fmla="*/ 2134565 h 4037078"/>
                  <a:gd name="connsiteX92" fmla="*/ 4727065 w 4781403"/>
                  <a:gd name="connsiteY92" fmla="*/ 2140667 h 4037078"/>
                  <a:gd name="connsiteX93" fmla="*/ 4521400 w 4781403"/>
                  <a:gd name="connsiteY93" fmla="*/ 1415931 h 4037078"/>
                  <a:gd name="connsiteX94" fmla="*/ 4547673 w 4781403"/>
                  <a:gd name="connsiteY94" fmla="*/ 1408552 h 4037078"/>
                  <a:gd name="connsiteX95" fmla="*/ 4513861 w 4781403"/>
                  <a:gd name="connsiteY95" fmla="*/ 1389365 h 4037078"/>
                  <a:gd name="connsiteX96" fmla="*/ 4521400 w 4781403"/>
                  <a:gd name="connsiteY96" fmla="*/ 1415931 h 4037078"/>
                  <a:gd name="connsiteX97" fmla="*/ 4166485 w 4781403"/>
                  <a:gd name="connsiteY97" fmla="*/ 1515622 h 4037078"/>
                  <a:gd name="connsiteX98" fmla="*/ 4143811 w 4781403"/>
                  <a:gd name="connsiteY98" fmla="*/ 1522062 h 4037078"/>
                  <a:gd name="connsiteX99" fmla="*/ 4132808 w 4781403"/>
                  <a:gd name="connsiteY99" fmla="*/ 1500863 h 4037078"/>
                  <a:gd name="connsiteX100" fmla="*/ 4017956 w 4781403"/>
                  <a:gd name="connsiteY100" fmla="*/ 1307385 h 4037078"/>
                  <a:gd name="connsiteX101" fmla="*/ 4004269 w 4781403"/>
                  <a:gd name="connsiteY101" fmla="*/ 1287125 h 4037078"/>
                  <a:gd name="connsiteX102" fmla="*/ 4021444 w 4781403"/>
                  <a:gd name="connsiteY102" fmla="*/ 1269549 h 4037078"/>
                  <a:gd name="connsiteX103" fmla="*/ 4276600 w 4781403"/>
                  <a:gd name="connsiteY103" fmla="*/ 1008831 h 4037078"/>
                  <a:gd name="connsiteX104" fmla="*/ 4298781 w 4781403"/>
                  <a:gd name="connsiteY104" fmla="*/ 1030586 h 4037078"/>
                  <a:gd name="connsiteX105" fmla="*/ 4298378 w 4781403"/>
                  <a:gd name="connsiteY105" fmla="*/ 986577 h 4037078"/>
                  <a:gd name="connsiteX106" fmla="*/ 4276600 w 4781403"/>
                  <a:gd name="connsiteY106" fmla="*/ 1008831 h 4037078"/>
                  <a:gd name="connsiteX107" fmla="*/ 3748588 w 4781403"/>
                  <a:gd name="connsiteY107" fmla="*/ 490950 h 4037078"/>
                  <a:gd name="connsiteX108" fmla="*/ 3771345 w 4781403"/>
                  <a:gd name="connsiteY108" fmla="*/ 467863 h 4037078"/>
                  <a:gd name="connsiteX109" fmla="*/ 3725458 w 4781403"/>
                  <a:gd name="connsiteY109" fmla="*/ 468264 h 4037078"/>
                  <a:gd name="connsiteX110" fmla="*/ 3748588 w 4781403"/>
                  <a:gd name="connsiteY110" fmla="*/ 490950 h 4037078"/>
                  <a:gd name="connsiteX111" fmla="*/ 3493741 w 4781403"/>
                  <a:gd name="connsiteY111" fmla="*/ 749493 h 4037078"/>
                  <a:gd name="connsiteX112" fmla="*/ 3475359 w 4781403"/>
                  <a:gd name="connsiteY112" fmla="*/ 768143 h 4037078"/>
                  <a:gd name="connsiteX113" fmla="*/ 3453489 w 4781403"/>
                  <a:gd name="connsiteY113" fmla="*/ 753920 h 4037078"/>
                  <a:gd name="connsiteX114" fmla="*/ 3257999 w 4781403"/>
                  <a:gd name="connsiteY114" fmla="*/ 642691 h 4037078"/>
                  <a:gd name="connsiteX115" fmla="*/ 3234785 w 4781403"/>
                  <a:gd name="connsiteY115" fmla="*/ 631151 h 4037078"/>
                  <a:gd name="connsiteX116" fmla="*/ 3241360 w 4781403"/>
                  <a:gd name="connsiteY116" fmla="*/ 606330 h 4037078"/>
                  <a:gd name="connsiteX117" fmla="*/ 3334527 w 4781403"/>
                  <a:gd name="connsiteY117" fmla="*/ 252769 h 4037078"/>
                  <a:gd name="connsiteX118" fmla="*/ 3363727 w 4781403"/>
                  <a:gd name="connsiteY118" fmla="*/ 260565 h 4037078"/>
                  <a:gd name="connsiteX119" fmla="*/ 3342125 w 4781403"/>
                  <a:gd name="connsiteY119" fmla="*/ 223935 h 4037078"/>
                  <a:gd name="connsiteX120" fmla="*/ 3334527 w 4781403"/>
                  <a:gd name="connsiteY120" fmla="*/ 252769 h 4037078"/>
                  <a:gd name="connsiteX121" fmla="*/ 2611127 w 4781403"/>
                  <a:gd name="connsiteY121" fmla="*/ 59629 h 4037078"/>
                  <a:gd name="connsiteX122" fmla="*/ 2617454 w 4781403"/>
                  <a:gd name="connsiteY122" fmla="*/ 35958 h 4037078"/>
                  <a:gd name="connsiteX123" fmla="*/ 2587802 w 4781403"/>
                  <a:gd name="connsiteY123" fmla="*/ 53401 h 4037078"/>
                  <a:gd name="connsiteX124" fmla="*/ 2611127 w 4781403"/>
                  <a:gd name="connsiteY124" fmla="*/ 59629 h 4037078"/>
                  <a:gd name="connsiteX125" fmla="*/ 2515348 w 4781403"/>
                  <a:gd name="connsiteY125" fmla="*/ 417950 h 4037078"/>
                  <a:gd name="connsiteX126" fmla="*/ 2510786 w 4781403"/>
                  <a:gd name="connsiteY126" fmla="*/ 434990 h 4037078"/>
                  <a:gd name="connsiteX127" fmla="*/ 2493478 w 4781403"/>
                  <a:gd name="connsiteY127" fmla="*/ 433916 h 4037078"/>
                  <a:gd name="connsiteX128" fmla="*/ 2267261 w 4781403"/>
                  <a:gd name="connsiteY128" fmla="*/ 433916 h 4037078"/>
                  <a:gd name="connsiteX129" fmla="*/ 2251161 w 4781403"/>
                  <a:gd name="connsiteY129" fmla="*/ 434856 h 4037078"/>
                  <a:gd name="connsiteX130" fmla="*/ 2247002 w 4781403"/>
                  <a:gd name="connsiteY130" fmla="*/ 419561 h 4037078"/>
                  <a:gd name="connsiteX131" fmla="*/ 2148756 w 4781403"/>
                  <a:gd name="connsiteY131" fmla="*/ 53584 h 4037078"/>
                  <a:gd name="connsiteX132" fmla="*/ 2164887 w 4781403"/>
                  <a:gd name="connsiteY132" fmla="*/ 49241 h 4037078"/>
                  <a:gd name="connsiteX133" fmla="*/ 2144493 w 4781403"/>
                  <a:gd name="connsiteY133" fmla="*/ 37703 h 4037078"/>
                  <a:gd name="connsiteX134" fmla="*/ 2148756 w 4781403"/>
                  <a:gd name="connsiteY134" fmla="*/ 53584 h 4037078"/>
                  <a:gd name="connsiteX135" fmla="*/ 1777127 w 4781403"/>
                  <a:gd name="connsiteY135" fmla="*/ 153629 h 4037078"/>
                  <a:gd name="connsiteX136" fmla="*/ 1401145 w 4781403"/>
                  <a:gd name="connsiteY136" fmla="*/ 255696 h 4037078"/>
                  <a:gd name="connsiteX137" fmla="*/ 1397952 w 4781403"/>
                  <a:gd name="connsiteY137" fmla="*/ 244062 h 4037078"/>
                  <a:gd name="connsiteX138" fmla="*/ 1389634 w 4781403"/>
                  <a:gd name="connsiteY138" fmla="*/ 258821 h 4037078"/>
                  <a:gd name="connsiteX139" fmla="*/ 1401145 w 4781403"/>
                  <a:gd name="connsiteY139" fmla="*/ 255696 h 4037078"/>
                  <a:gd name="connsiteX140" fmla="*/ 1502742 w 4781403"/>
                  <a:gd name="connsiteY140" fmla="*/ 625918 h 4037078"/>
                  <a:gd name="connsiteX141" fmla="*/ 1505158 w 4781403"/>
                  <a:gd name="connsiteY141" fmla="*/ 634775 h 4037078"/>
                  <a:gd name="connsiteX142" fmla="*/ 1496972 w 4781403"/>
                  <a:gd name="connsiteY142" fmla="*/ 638934 h 4037078"/>
                  <a:gd name="connsiteX143" fmla="*/ 1301079 w 4781403"/>
                  <a:gd name="connsiteY143" fmla="*/ 753786 h 4037078"/>
                  <a:gd name="connsiteX144" fmla="*/ 1293699 w 4781403"/>
                  <a:gd name="connsiteY144" fmla="*/ 758751 h 4037078"/>
                  <a:gd name="connsiteX145" fmla="*/ 1287394 w 4781403"/>
                  <a:gd name="connsiteY145" fmla="*/ 752578 h 4037078"/>
                  <a:gd name="connsiteX146" fmla="*/ 1013031 w 4781403"/>
                  <a:gd name="connsiteY146" fmla="*/ 482908 h 4037078"/>
                  <a:gd name="connsiteX147" fmla="*/ 1020926 w 4781403"/>
                  <a:gd name="connsiteY147" fmla="*/ 474839 h 4037078"/>
                  <a:gd name="connsiteX148" fmla="*/ 1004959 w 4781403"/>
                  <a:gd name="connsiteY148" fmla="*/ 474975 h 4037078"/>
                  <a:gd name="connsiteX149" fmla="*/ 1013031 w 4781403"/>
                  <a:gd name="connsiteY149" fmla="*/ 482908 h 4037078"/>
                  <a:gd name="connsiteX150" fmla="*/ 468766 w 4781403"/>
                  <a:gd name="connsiteY150" fmla="*/ 1039135 h 4037078"/>
                  <a:gd name="connsiteX151" fmla="*/ 459142 w 4781403"/>
                  <a:gd name="connsiteY151" fmla="*/ 1029780 h 4037078"/>
                  <a:gd name="connsiteX152" fmla="*/ 459276 w 4781403"/>
                  <a:gd name="connsiteY152" fmla="*/ 1048833 h 4037078"/>
                  <a:gd name="connsiteX153" fmla="*/ 468766 w 4781403"/>
                  <a:gd name="connsiteY153" fmla="*/ 1039135 h 4037078"/>
                  <a:gd name="connsiteX154" fmla="*/ 742649 w 4781403"/>
                  <a:gd name="connsiteY154" fmla="*/ 1305373 h 4037078"/>
                  <a:gd name="connsiteX155" fmla="*/ 751907 w 4781403"/>
                  <a:gd name="connsiteY155" fmla="*/ 1314362 h 4037078"/>
                  <a:gd name="connsiteX156" fmla="*/ 744931 w 4781403"/>
                  <a:gd name="connsiteY156" fmla="*/ 1325364 h 4037078"/>
                  <a:gd name="connsiteX157" fmla="*/ 634505 w 4781403"/>
                  <a:gd name="connsiteY157" fmla="*/ 1523270 h 4037078"/>
                  <a:gd name="connsiteX158" fmla="*/ 628468 w 4781403"/>
                  <a:gd name="connsiteY158" fmla="*/ 1535882 h 4037078"/>
                  <a:gd name="connsiteX159" fmla="*/ 614648 w 4781403"/>
                  <a:gd name="connsiteY159" fmla="*/ 1532394 h 4037078"/>
                  <a:gd name="connsiteX160" fmla="*/ 250518 w 4781403"/>
                  <a:gd name="connsiteY160" fmla="*/ 1440406 h 4037078"/>
                  <a:gd name="connsiteX161" fmla="*/ 255332 w 4781403"/>
                  <a:gd name="connsiteY161" fmla="*/ 1421298 h 4037078"/>
                  <a:gd name="connsiteX162" fmla="*/ 231181 w 4781403"/>
                  <a:gd name="connsiteY162" fmla="*/ 1435521 h 4037078"/>
                  <a:gd name="connsiteX163" fmla="*/ 250518 w 4781403"/>
                  <a:gd name="connsiteY163" fmla="*/ 1440406 h 4037078"/>
                  <a:gd name="connsiteX164" fmla="*/ 65316 w 4781403"/>
                  <a:gd name="connsiteY164" fmla="*/ 2175388 h 4037078"/>
                  <a:gd name="connsiteX165" fmla="*/ 40790 w 4781403"/>
                  <a:gd name="connsiteY165" fmla="*/ 2169181 h 4037078"/>
                  <a:gd name="connsiteX166" fmla="*/ 59036 w 4781403"/>
                  <a:gd name="connsiteY166" fmla="*/ 2200309 h 4037078"/>
                  <a:gd name="connsiteX167" fmla="*/ 65316 w 4781403"/>
                  <a:gd name="connsiteY167" fmla="*/ 2175388 h 4037078"/>
                  <a:gd name="connsiteX168" fmla="*/ 424123 w 4781403"/>
                  <a:gd name="connsiteY168" fmla="*/ 2266189 h 4037078"/>
                  <a:gd name="connsiteX169" fmla="*/ 445993 w 4781403"/>
                  <a:gd name="connsiteY169" fmla="*/ 2271689 h 4037078"/>
                  <a:gd name="connsiteX170" fmla="*/ 444919 w 4781403"/>
                  <a:gd name="connsiteY170" fmla="*/ 2294499 h 4037078"/>
                  <a:gd name="connsiteX171" fmla="*/ 447737 w 4781403"/>
                  <a:gd name="connsiteY171" fmla="*/ 2519776 h 4037078"/>
                  <a:gd name="connsiteX172" fmla="*/ 449347 w 4781403"/>
                  <a:gd name="connsiteY172" fmla="*/ 2543122 h 4037078"/>
                  <a:gd name="connsiteX173" fmla="*/ 426537 w 4781403"/>
                  <a:gd name="connsiteY173" fmla="*/ 2549562 h 4037078"/>
                  <a:gd name="connsiteX174" fmla="*/ 75623 w 4781403"/>
                  <a:gd name="connsiteY174" fmla="*/ 2648393 h 4037078"/>
                  <a:gd name="connsiteX175" fmla="*/ 67355 w 4781403"/>
                  <a:gd name="connsiteY175" fmla="*/ 2618930 h 4037078"/>
                  <a:gd name="connsiteX176" fmla="*/ 45888 w 4781403"/>
                  <a:gd name="connsiteY176" fmla="*/ 2656768 h 4037078"/>
                  <a:gd name="connsiteX177" fmla="*/ 75623 w 4781403"/>
                  <a:gd name="connsiteY177" fmla="*/ 2648393 h 4037078"/>
                  <a:gd name="connsiteX178" fmla="*/ 275191 w 4781403"/>
                  <a:gd name="connsiteY178" fmla="*/ 3359656 h 4037078"/>
                  <a:gd name="connsiteX179" fmla="*/ 242854 w 4781403"/>
                  <a:gd name="connsiteY179" fmla="*/ 3368690 h 4037078"/>
                  <a:gd name="connsiteX180" fmla="*/ 284314 w 4781403"/>
                  <a:gd name="connsiteY180" fmla="*/ 3392171 h 4037078"/>
                  <a:gd name="connsiteX181" fmla="*/ 275191 w 4781403"/>
                  <a:gd name="connsiteY181" fmla="*/ 3359656 h 4037078"/>
                  <a:gd name="connsiteX182" fmla="*/ 624175 w 4781403"/>
                  <a:gd name="connsiteY182" fmla="*/ 3262157 h 4037078"/>
                  <a:gd name="connsiteX183" fmla="*/ 651278 w 4781403"/>
                  <a:gd name="connsiteY183" fmla="*/ 3254509 h 4037078"/>
                  <a:gd name="connsiteX184" fmla="*/ 664293 w 4781403"/>
                  <a:gd name="connsiteY184" fmla="*/ 3279735 h 4037078"/>
                  <a:gd name="connsiteX185" fmla="*/ 778609 w 4781403"/>
                  <a:gd name="connsiteY185" fmla="*/ 3472809 h 4037078"/>
                  <a:gd name="connsiteX186" fmla="*/ 794575 w 4781403"/>
                  <a:gd name="connsiteY186" fmla="*/ 3496558 h 4037078"/>
                  <a:gd name="connsiteX187" fmla="*/ 774448 w 4781403"/>
                  <a:gd name="connsiteY187" fmla="*/ 3517220 h 4037078"/>
                  <a:gd name="connsiteX188" fmla="*/ 523067 w 4781403"/>
                  <a:gd name="connsiteY188" fmla="*/ 3774084 h 4037078"/>
                  <a:gd name="connsiteX189" fmla="*/ 497112 w 4781403"/>
                  <a:gd name="connsiteY189" fmla="*/ 3748670 h 4037078"/>
                  <a:gd name="connsiteX190" fmla="*/ 497515 w 4781403"/>
                  <a:gd name="connsiteY190" fmla="*/ 3800192 h 4037078"/>
                  <a:gd name="connsiteX191" fmla="*/ 523067 w 4781403"/>
                  <a:gd name="connsiteY191" fmla="*/ 3774084 h 4037078"/>
                  <a:gd name="connsiteX192" fmla="*/ 791650 w 4781403"/>
                  <a:gd name="connsiteY192" fmla="*/ 4037078 h 4037078"/>
                  <a:gd name="connsiteX193" fmla="*/ 685249 w 4781403"/>
                  <a:gd name="connsiteY193" fmla="*/ 4037078 h 4037078"/>
                  <a:gd name="connsiteX194" fmla="*/ 446261 w 4781403"/>
                  <a:gd name="connsiteY194" fmla="*/ 3800729 h 4037078"/>
                  <a:gd name="connsiteX195" fmla="*/ 420365 w 4781403"/>
                  <a:gd name="connsiteY195" fmla="*/ 3775102 h 4037078"/>
                  <a:gd name="connsiteX196" fmla="*/ 445859 w 4781403"/>
                  <a:gd name="connsiteY196" fmla="*/ 3749341 h 4037078"/>
                  <a:gd name="connsiteX197" fmla="*/ 705336 w 4781403"/>
                  <a:gd name="connsiteY197" fmla="*/ 3486987 h 4037078"/>
                  <a:gd name="connsiteX198" fmla="*/ 720109 w 4781403"/>
                  <a:gd name="connsiteY198" fmla="*/ 3512257 h 4037078"/>
                  <a:gd name="connsiteX199" fmla="*/ 724267 w 4781403"/>
                  <a:gd name="connsiteY199" fmla="*/ 3467846 h 4037078"/>
                  <a:gd name="connsiteX200" fmla="*/ 705336 w 4781403"/>
                  <a:gd name="connsiteY200" fmla="*/ 3486987 h 4037078"/>
                  <a:gd name="connsiteX201" fmla="*/ 617234 w 4781403"/>
                  <a:gd name="connsiteY201" fmla="*/ 3336286 h 4037078"/>
                  <a:gd name="connsiteX202" fmla="*/ 642959 w 4781403"/>
                  <a:gd name="connsiteY202" fmla="*/ 3329245 h 4037078"/>
                  <a:gd name="connsiteX203" fmla="*/ 602841 w 4781403"/>
                  <a:gd name="connsiteY203" fmla="*/ 3311667 h 4037078"/>
                  <a:gd name="connsiteX204" fmla="*/ 617234 w 4781403"/>
                  <a:gd name="connsiteY204" fmla="*/ 3336286 h 4037078"/>
                  <a:gd name="connsiteX205" fmla="*/ 261102 w 4781403"/>
                  <a:gd name="connsiteY205" fmla="*/ 3433765 h 4037078"/>
                  <a:gd name="connsiteX206" fmla="*/ 228497 w 4781403"/>
                  <a:gd name="connsiteY206" fmla="*/ 3442620 h 4037078"/>
                  <a:gd name="connsiteX207" fmla="*/ 219643 w 4781403"/>
                  <a:gd name="connsiteY207" fmla="*/ 3410284 h 4037078"/>
                  <a:gd name="connsiteX208" fmla="*/ 8184 w 4781403"/>
                  <a:gd name="connsiteY208" fmla="*/ 2635433 h 4037078"/>
                  <a:gd name="connsiteX209" fmla="*/ 0 w 4781403"/>
                  <a:gd name="connsiteY209" fmla="*/ 2605513 h 4037078"/>
                  <a:gd name="connsiteX210" fmla="*/ 29653 w 4781403"/>
                  <a:gd name="connsiteY210" fmla="*/ 2597463 h 4037078"/>
                  <a:gd name="connsiteX211" fmla="*/ 389959 w 4781403"/>
                  <a:gd name="connsiteY211" fmla="*/ 2499658 h 4037078"/>
                  <a:gd name="connsiteX212" fmla="*/ 390042 w 4781403"/>
                  <a:gd name="connsiteY212" fmla="*/ 2523667 h 4037078"/>
                  <a:gd name="connsiteX213" fmla="*/ 411241 w 4781403"/>
                  <a:gd name="connsiteY213" fmla="*/ 2493881 h 4037078"/>
                  <a:gd name="connsiteX214" fmla="*/ 389959 w 4781403"/>
                  <a:gd name="connsiteY214" fmla="*/ 2499658 h 4037078"/>
                  <a:gd name="connsiteX215" fmla="*/ 389316 w 4781403"/>
                  <a:gd name="connsiteY215" fmla="*/ 2314487 h 4037078"/>
                  <a:gd name="connsiteX216" fmla="*/ 410034 w 4781403"/>
                  <a:gd name="connsiteY216" fmla="*/ 2319991 h 4037078"/>
                  <a:gd name="connsiteX217" fmla="*/ 389237 w 4781403"/>
                  <a:gd name="connsiteY217" fmla="*/ 2291681 h 4037078"/>
                  <a:gd name="connsiteX218" fmla="*/ 389316 w 4781403"/>
                  <a:gd name="connsiteY218" fmla="*/ 2314487 h 4037078"/>
                  <a:gd name="connsiteX219" fmla="*/ 27774 w 4781403"/>
                  <a:gd name="connsiteY219" fmla="*/ 2218423 h 4037078"/>
                  <a:gd name="connsiteX220" fmla="*/ 2952 w 4781403"/>
                  <a:gd name="connsiteY220" fmla="*/ 2211847 h 4037078"/>
                  <a:gd name="connsiteX221" fmla="*/ 9526 w 4781403"/>
                  <a:gd name="connsiteY221" fmla="*/ 2187428 h 4037078"/>
                  <a:gd name="connsiteX222" fmla="*/ 216690 w 4781403"/>
                  <a:gd name="connsiteY222" fmla="*/ 1411504 h 4037078"/>
                  <a:gd name="connsiteX223" fmla="*/ 221789 w 4781403"/>
                  <a:gd name="connsiteY223" fmla="*/ 1392318 h 4037078"/>
                  <a:gd name="connsiteX224" fmla="*/ 240708 w 4781403"/>
                  <a:gd name="connsiteY224" fmla="*/ 1397415 h 4037078"/>
                  <a:gd name="connsiteX225" fmla="*/ 610155 w 4781403"/>
                  <a:gd name="connsiteY225" fmla="*/ 1495746 h 4037078"/>
                  <a:gd name="connsiteX226" fmla="*/ 602976 w 4781403"/>
                  <a:gd name="connsiteY226" fmla="*/ 1508243 h 4037078"/>
                  <a:gd name="connsiteX227" fmla="*/ 622833 w 4781403"/>
                  <a:gd name="connsiteY227" fmla="*/ 1499120 h 4037078"/>
                  <a:gd name="connsiteX228" fmla="*/ 610155 w 4781403"/>
                  <a:gd name="connsiteY228" fmla="*/ 1495746 h 4037078"/>
                  <a:gd name="connsiteX229" fmla="*/ 711305 w 4781403"/>
                  <a:gd name="connsiteY229" fmla="*/ 1319680 h 4037078"/>
                  <a:gd name="connsiteX230" fmla="*/ 719975 w 4781403"/>
                  <a:gd name="connsiteY230" fmla="*/ 1328317 h 4037078"/>
                  <a:gd name="connsiteX231" fmla="*/ 717828 w 4781403"/>
                  <a:gd name="connsiteY231" fmla="*/ 1308324 h 4037078"/>
                  <a:gd name="connsiteX232" fmla="*/ 711305 w 4781403"/>
                  <a:gd name="connsiteY232" fmla="*/ 1319680 h 4037078"/>
                  <a:gd name="connsiteX233" fmla="*/ 439820 w 4781403"/>
                  <a:gd name="connsiteY233" fmla="*/ 1049236 h 4037078"/>
                  <a:gd name="connsiteX234" fmla="*/ 430294 w 4781403"/>
                  <a:gd name="connsiteY234" fmla="*/ 1039709 h 4037078"/>
                  <a:gd name="connsiteX235" fmla="*/ 439686 w 4781403"/>
                  <a:gd name="connsiteY235" fmla="*/ 1030183 h 4037078"/>
                  <a:gd name="connsiteX236" fmla="*/ 1004556 w 4781403"/>
                  <a:gd name="connsiteY236" fmla="*/ 459276 h 4037078"/>
                  <a:gd name="connsiteX237" fmla="*/ 1012472 w 4781403"/>
                  <a:gd name="connsiteY237" fmla="*/ 451226 h 4037078"/>
                  <a:gd name="connsiteX238" fmla="*/ 1020522 w 4781403"/>
                  <a:gd name="connsiteY238" fmla="*/ 459142 h 4037078"/>
                  <a:gd name="connsiteX239" fmla="*/ 1296579 w 4781403"/>
                  <a:gd name="connsiteY239" fmla="*/ 731257 h 4037078"/>
                  <a:gd name="connsiteX240" fmla="*/ 1288870 w 4781403"/>
                  <a:gd name="connsiteY240" fmla="*/ 735807 h 4037078"/>
                  <a:gd name="connsiteX241" fmla="*/ 1302556 w 4781403"/>
                  <a:gd name="connsiteY241" fmla="*/ 737149 h 4037078"/>
                  <a:gd name="connsiteX242" fmla="*/ 1296579 w 4781403"/>
                  <a:gd name="connsiteY242" fmla="*/ 731257 h 4037078"/>
                  <a:gd name="connsiteX243" fmla="*/ 1478688 w 4781403"/>
                  <a:gd name="connsiteY243" fmla="*/ 623771 h 4037078"/>
                  <a:gd name="connsiteX244" fmla="*/ 1481006 w 4781403"/>
                  <a:gd name="connsiteY244" fmla="*/ 632091 h 4037078"/>
                  <a:gd name="connsiteX245" fmla="*/ 1486642 w 4781403"/>
                  <a:gd name="connsiteY245" fmla="*/ 619076 h 4037078"/>
                  <a:gd name="connsiteX246" fmla="*/ 1478688 w 4781403"/>
                  <a:gd name="connsiteY246" fmla="*/ 623771 h 4037078"/>
                  <a:gd name="connsiteX247" fmla="*/ 1374740 w 4781403"/>
                  <a:gd name="connsiteY247" fmla="*/ 250637 h 4037078"/>
                  <a:gd name="connsiteX248" fmla="*/ 1371520 w 4781403"/>
                  <a:gd name="connsiteY248" fmla="*/ 239097 h 4037078"/>
                  <a:gd name="connsiteX249" fmla="*/ 1383060 w 4781403"/>
                  <a:gd name="connsiteY249" fmla="*/ 235877 h 4037078"/>
                  <a:gd name="connsiteX250" fmla="*/ 1769612 w 4781403"/>
                  <a:gd name="connsiteY250" fmla="*/ 127063 h 4037078"/>
                  <a:gd name="connsiteX251" fmla="*/ 2155898 w 4781403"/>
                  <a:gd name="connsiteY251" fmla="*/ 17308 h 4037078"/>
                  <a:gd name="connsiteX252" fmla="*/ 2171731 w 4781403"/>
                  <a:gd name="connsiteY252" fmla="*/ 12746 h 4037078"/>
                  <a:gd name="connsiteX253" fmla="*/ 2176293 w 4781403"/>
                  <a:gd name="connsiteY253" fmla="*/ 28848 h 4037078"/>
                  <a:gd name="connsiteX254" fmla="*/ 2280540 w 4781403"/>
                  <a:gd name="connsiteY254" fmla="*/ 394486 h 4037078"/>
                  <a:gd name="connsiteX255" fmla="*/ 2264444 w 4781403"/>
                  <a:gd name="connsiteY255" fmla="*/ 394738 h 4037078"/>
                  <a:gd name="connsiteX256" fmla="*/ 2284705 w 4781403"/>
                  <a:gd name="connsiteY256" fmla="*/ 409095 h 4037078"/>
                  <a:gd name="connsiteX257" fmla="*/ 2280540 w 4781403"/>
                  <a:gd name="connsiteY257" fmla="*/ 394486 h 4037078"/>
                  <a:gd name="connsiteX258" fmla="*/ 2477694 w 4781403"/>
                  <a:gd name="connsiteY258" fmla="*/ 391395 h 4037078"/>
                  <a:gd name="connsiteX259" fmla="*/ 2473754 w 4781403"/>
                  <a:gd name="connsiteY259" fmla="*/ 407083 h 4037078"/>
                  <a:gd name="connsiteX260" fmla="*/ 2495490 w 4781403"/>
                  <a:gd name="connsiteY260" fmla="*/ 391116 h 4037078"/>
                  <a:gd name="connsiteX261" fmla="*/ 2477694 w 4781403"/>
                  <a:gd name="connsiteY261" fmla="*/ 391395 h 4037078"/>
                  <a:gd name="connsiteX262" fmla="*/ 2570091 w 4781403"/>
                  <a:gd name="connsiteY262" fmla="*/ 23481 h 403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</a:cxnLst>
                <a:rect l="l" t="t" r="r" b="b"/>
                <a:pathLst>
                  <a:path w="4781403" h="4037078">
                    <a:moveTo>
                      <a:pt x="1315973" y="4006685"/>
                    </a:moveTo>
                    <a:lnTo>
                      <a:pt x="1342271" y="4023725"/>
                    </a:lnTo>
                    <a:lnTo>
                      <a:pt x="1365862" y="4037078"/>
                    </a:lnTo>
                    <a:lnTo>
                      <a:pt x="1286116" y="4037078"/>
                    </a:lnTo>
                    <a:lnTo>
                      <a:pt x="1293969" y="4029092"/>
                    </a:lnTo>
                    <a:close/>
                    <a:moveTo>
                      <a:pt x="3500583" y="4006283"/>
                    </a:moveTo>
                    <a:lnTo>
                      <a:pt x="3514806" y="4020505"/>
                    </a:lnTo>
                    <a:lnTo>
                      <a:pt x="3531387" y="4037078"/>
                    </a:lnTo>
                    <a:lnTo>
                      <a:pt x="3449588" y="4037078"/>
                    </a:lnTo>
                    <a:lnTo>
                      <a:pt x="3483409" y="4017553"/>
                    </a:lnTo>
                    <a:close/>
                    <a:moveTo>
                      <a:pt x="2575994" y="0"/>
                    </a:moveTo>
                    <a:lnTo>
                      <a:pt x="2599743" y="6038"/>
                    </a:lnTo>
                    <a:lnTo>
                      <a:pt x="3378619" y="202199"/>
                    </a:lnTo>
                    <a:lnTo>
                      <a:pt x="3407601" y="209444"/>
                    </a:lnTo>
                    <a:lnTo>
                      <a:pt x="3400087" y="238829"/>
                    </a:lnTo>
                    <a:lnTo>
                      <a:pt x="3308423" y="598434"/>
                    </a:lnTo>
                    <a:lnTo>
                      <a:pt x="3285772" y="585666"/>
                    </a:lnTo>
                    <a:lnTo>
                      <a:pt x="3302409" y="622027"/>
                    </a:lnTo>
                    <a:lnTo>
                      <a:pt x="3308423" y="598434"/>
                    </a:lnTo>
                    <a:lnTo>
                      <a:pt x="3464998" y="686690"/>
                    </a:lnTo>
                    <a:lnTo>
                      <a:pt x="3447853" y="704142"/>
                    </a:lnTo>
                    <a:lnTo>
                      <a:pt x="3488105" y="699714"/>
                    </a:lnTo>
                    <a:lnTo>
                      <a:pt x="3464998" y="686690"/>
                    </a:lnTo>
                    <a:lnTo>
                      <a:pt x="3724921" y="422110"/>
                    </a:lnTo>
                    <a:lnTo>
                      <a:pt x="3747731" y="398898"/>
                    </a:lnTo>
                    <a:lnTo>
                      <a:pt x="3770809" y="421707"/>
                    </a:lnTo>
                    <a:lnTo>
                      <a:pt x="4342387" y="985906"/>
                    </a:lnTo>
                    <a:lnTo>
                      <a:pt x="4364525" y="1007776"/>
                    </a:lnTo>
                    <a:lnTo>
                      <a:pt x="4342655" y="1029916"/>
                    </a:lnTo>
                    <a:lnTo>
                      <a:pt x="4080405" y="1295072"/>
                    </a:lnTo>
                    <a:lnTo>
                      <a:pt x="4067869" y="1273574"/>
                    </a:lnTo>
                    <a:lnTo>
                      <a:pt x="4064245" y="1311411"/>
                    </a:lnTo>
                    <a:lnTo>
                      <a:pt x="4080405" y="1295072"/>
                    </a:lnTo>
                    <a:lnTo>
                      <a:pt x="4172559" y="1453112"/>
                    </a:lnTo>
                    <a:lnTo>
                      <a:pt x="4150922" y="1459002"/>
                    </a:lnTo>
                    <a:lnTo>
                      <a:pt x="4184600" y="1473760"/>
                    </a:lnTo>
                    <a:lnTo>
                      <a:pt x="4172559" y="1453112"/>
                    </a:lnTo>
                    <a:lnTo>
                      <a:pt x="4532913" y="1355017"/>
                    </a:lnTo>
                    <a:lnTo>
                      <a:pt x="4559614" y="1347771"/>
                    </a:lnTo>
                    <a:lnTo>
                      <a:pt x="4566725" y="1374203"/>
                    </a:lnTo>
                    <a:lnTo>
                      <a:pt x="4775633" y="2149725"/>
                    </a:lnTo>
                    <a:lnTo>
                      <a:pt x="4781403" y="2171328"/>
                    </a:lnTo>
                    <a:lnTo>
                      <a:pt x="4760069" y="2177097"/>
                    </a:lnTo>
                    <a:lnTo>
                      <a:pt x="4392444" y="2275913"/>
                    </a:lnTo>
                    <a:lnTo>
                      <a:pt x="4392435" y="2259748"/>
                    </a:lnTo>
                    <a:lnTo>
                      <a:pt x="4378211" y="2279739"/>
                    </a:lnTo>
                    <a:lnTo>
                      <a:pt x="4392444" y="2275913"/>
                    </a:lnTo>
                    <a:lnTo>
                      <a:pt x="4392560" y="2476005"/>
                    </a:lnTo>
                    <a:lnTo>
                      <a:pt x="4379285" y="2472412"/>
                    </a:lnTo>
                    <a:lnTo>
                      <a:pt x="4392568" y="2490527"/>
                    </a:lnTo>
                    <a:lnTo>
                      <a:pt x="4392560" y="2476005"/>
                    </a:lnTo>
                    <a:lnTo>
                      <a:pt x="4761008" y="2575725"/>
                    </a:lnTo>
                    <a:lnTo>
                      <a:pt x="4774291" y="2579349"/>
                    </a:lnTo>
                    <a:lnTo>
                      <a:pt x="4770669" y="2592364"/>
                    </a:lnTo>
                    <a:lnTo>
                      <a:pt x="4558139" y="3369630"/>
                    </a:lnTo>
                    <a:lnTo>
                      <a:pt x="4177729" y="3277133"/>
                    </a:lnTo>
                    <a:lnTo>
                      <a:pt x="4181110" y="3271012"/>
                    </a:lnTo>
                    <a:lnTo>
                      <a:pt x="4171317" y="3275574"/>
                    </a:lnTo>
                    <a:lnTo>
                      <a:pt x="4177729" y="3277133"/>
                    </a:lnTo>
                    <a:lnTo>
                      <a:pt x="4074485" y="3464046"/>
                    </a:lnTo>
                    <a:lnTo>
                      <a:pt x="4068539" y="3458318"/>
                    </a:lnTo>
                    <a:lnTo>
                      <a:pt x="4070015" y="3472138"/>
                    </a:lnTo>
                    <a:lnTo>
                      <a:pt x="4074485" y="3464046"/>
                    </a:lnTo>
                    <a:lnTo>
                      <a:pt x="4353389" y="3732703"/>
                    </a:lnTo>
                    <a:lnTo>
                      <a:pt x="4364257" y="3743169"/>
                    </a:lnTo>
                    <a:lnTo>
                      <a:pt x="4353524" y="3754306"/>
                    </a:lnTo>
                    <a:lnTo>
                      <a:pt x="4079823" y="4037078"/>
                    </a:lnTo>
                    <a:lnTo>
                      <a:pt x="4027608" y="4037078"/>
                    </a:lnTo>
                    <a:lnTo>
                      <a:pt x="4321214" y="3743542"/>
                    </a:lnTo>
                    <a:lnTo>
                      <a:pt x="4332055" y="3754440"/>
                    </a:lnTo>
                    <a:lnTo>
                      <a:pt x="4331921" y="3732837"/>
                    </a:lnTo>
                    <a:lnTo>
                      <a:pt x="4321214" y="3743542"/>
                    </a:lnTo>
                    <a:lnTo>
                      <a:pt x="4053244" y="3474151"/>
                    </a:lnTo>
                    <a:lnTo>
                      <a:pt x="4046803" y="3467710"/>
                    </a:lnTo>
                    <a:lnTo>
                      <a:pt x="4051633" y="3460331"/>
                    </a:lnTo>
                    <a:cubicBezTo>
                      <a:pt x="4093496" y="3397001"/>
                      <a:pt x="4131600" y="3331391"/>
                      <a:pt x="4165815" y="3263633"/>
                    </a:cubicBezTo>
                    <a:lnTo>
                      <a:pt x="4169035" y="3257328"/>
                    </a:lnTo>
                    <a:lnTo>
                      <a:pt x="4175609" y="3259205"/>
                    </a:lnTo>
                    <a:lnTo>
                      <a:pt x="4554381" y="3363458"/>
                    </a:lnTo>
                    <a:lnTo>
                      <a:pt x="4741362" y="2599183"/>
                    </a:lnTo>
                    <a:lnTo>
                      <a:pt x="4754433" y="2602426"/>
                    </a:lnTo>
                    <a:lnTo>
                      <a:pt x="4744639" y="2585789"/>
                    </a:lnTo>
                    <a:lnTo>
                      <a:pt x="4741362" y="2599183"/>
                    </a:lnTo>
                    <a:lnTo>
                      <a:pt x="4370563" y="2507164"/>
                    </a:lnTo>
                    <a:lnTo>
                      <a:pt x="4356609" y="2503674"/>
                    </a:lnTo>
                    <a:lnTo>
                      <a:pt x="4357280" y="2489051"/>
                    </a:lnTo>
                    <a:cubicBezTo>
                      <a:pt x="4360500" y="2413511"/>
                      <a:pt x="4359427" y="2337972"/>
                      <a:pt x="4353925" y="2262565"/>
                    </a:cubicBezTo>
                    <a:lnTo>
                      <a:pt x="4352853" y="2247000"/>
                    </a:lnTo>
                    <a:lnTo>
                      <a:pt x="4368149" y="2242708"/>
                    </a:lnTo>
                    <a:lnTo>
                      <a:pt x="4727065" y="2140667"/>
                    </a:lnTo>
                    <a:lnTo>
                      <a:pt x="4733101" y="2161936"/>
                    </a:lnTo>
                    <a:lnTo>
                      <a:pt x="4748529" y="2134565"/>
                    </a:lnTo>
                    <a:lnTo>
                      <a:pt x="4727065" y="2140667"/>
                    </a:lnTo>
                    <a:lnTo>
                      <a:pt x="4521400" y="1415931"/>
                    </a:lnTo>
                    <a:lnTo>
                      <a:pt x="4547673" y="1408552"/>
                    </a:lnTo>
                    <a:lnTo>
                      <a:pt x="4513861" y="1389365"/>
                    </a:lnTo>
                    <a:lnTo>
                      <a:pt x="4521400" y="1415931"/>
                    </a:lnTo>
                    <a:lnTo>
                      <a:pt x="4166485" y="1515622"/>
                    </a:lnTo>
                    <a:lnTo>
                      <a:pt x="4143811" y="1522062"/>
                    </a:lnTo>
                    <a:lnTo>
                      <a:pt x="4132808" y="1500863"/>
                    </a:lnTo>
                    <a:cubicBezTo>
                      <a:pt x="4098192" y="1434179"/>
                      <a:pt x="4059953" y="1369641"/>
                      <a:pt x="4017956" y="1307385"/>
                    </a:cubicBezTo>
                    <a:lnTo>
                      <a:pt x="4004269" y="1287125"/>
                    </a:lnTo>
                    <a:lnTo>
                      <a:pt x="4021444" y="1269549"/>
                    </a:lnTo>
                    <a:lnTo>
                      <a:pt x="4276600" y="1008831"/>
                    </a:lnTo>
                    <a:lnTo>
                      <a:pt x="4298781" y="1030586"/>
                    </a:lnTo>
                    <a:lnTo>
                      <a:pt x="4298378" y="986577"/>
                    </a:lnTo>
                    <a:lnTo>
                      <a:pt x="4276600" y="1008831"/>
                    </a:lnTo>
                    <a:lnTo>
                      <a:pt x="3748588" y="490950"/>
                    </a:lnTo>
                    <a:lnTo>
                      <a:pt x="3771345" y="467863"/>
                    </a:lnTo>
                    <a:lnTo>
                      <a:pt x="3725458" y="468264"/>
                    </a:lnTo>
                    <a:lnTo>
                      <a:pt x="3748588" y="490950"/>
                    </a:lnTo>
                    <a:lnTo>
                      <a:pt x="3493741" y="749493"/>
                    </a:lnTo>
                    <a:lnTo>
                      <a:pt x="3475359" y="768143"/>
                    </a:lnTo>
                    <a:lnTo>
                      <a:pt x="3453489" y="753920"/>
                    </a:lnTo>
                    <a:cubicBezTo>
                      <a:pt x="3390427" y="713131"/>
                      <a:pt x="3325084" y="676099"/>
                      <a:pt x="3257999" y="642691"/>
                    </a:cubicBezTo>
                    <a:lnTo>
                      <a:pt x="3234785" y="631151"/>
                    </a:lnTo>
                    <a:lnTo>
                      <a:pt x="3241360" y="606330"/>
                    </a:lnTo>
                    <a:lnTo>
                      <a:pt x="3334527" y="252769"/>
                    </a:lnTo>
                    <a:lnTo>
                      <a:pt x="3363727" y="260565"/>
                    </a:lnTo>
                    <a:lnTo>
                      <a:pt x="3342125" y="223935"/>
                    </a:lnTo>
                    <a:lnTo>
                      <a:pt x="3334527" y="252769"/>
                    </a:lnTo>
                    <a:lnTo>
                      <a:pt x="2611127" y="59629"/>
                    </a:lnTo>
                    <a:lnTo>
                      <a:pt x="2617454" y="35958"/>
                    </a:lnTo>
                    <a:lnTo>
                      <a:pt x="2587802" y="53401"/>
                    </a:lnTo>
                    <a:lnTo>
                      <a:pt x="2611127" y="59629"/>
                    </a:lnTo>
                    <a:lnTo>
                      <a:pt x="2515348" y="417950"/>
                    </a:lnTo>
                    <a:lnTo>
                      <a:pt x="2510786" y="434990"/>
                    </a:lnTo>
                    <a:lnTo>
                      <a:pt x="2493478" y="433916"/>
                    </a:lnTo>
                    <a:cubicBezTo>
                      <a:pt x="2418207" y="429490"/>
                      <a:pt x="2342668" y="429623"/>
                      <a:pt x="2267261" y="433916"/>
                    </a:cubicBezTo>
                    <a:lnTo>
                      <a:pt x="2251161" y="434856"/>
                    </a:lnTo>
                    <a:lnTo>
                      <a:pt x="2247002" y="419561"/>
                    </a:lnTo>
                    <a:lnTo>
                      <a:pt x="2148756" y="53584"/>
                    </a:lnTo>
                    <a:lnTo>
                      <a:pt x="2164887" y="49241"/>
                    </a:lnTo>
                    <a:lnTo>
                      <a:pt x="2144493" y="37703"/>
                    </a:lnTo>
                    <a:lnTo>
                      <a:pt x="2148756" y="53584"/>
                    </a:lnTo>
                    <a:lnTo>
                      <a:pt x="1777127" y="153629"/>
                    </a:lnTo>
                    <a:lnTo>
                      <a:pt x="1401145" y="255696"/>
                    </a:lnTo>
                    <a:lnTo>
                      <a:pt x="1397952" y="244062"/>
                    </a:lnTo>
                    <a:lnTo>
                      <a:pt x="1389634" y="258821"/>
                    </a:lnTo>
                    <a:lnTo>
                      <a:pt x="1401145" y="255696"/>
                    </a:lnTo>
                    <a:lnTo>
                      <a:pt x="1502742" y="625918"/>
                    </a:lnTo>
                    <a:lnTo>
                      <a:pt x="1505158" y="634775"/>
                    </a:lnTo>
                    <a:lnTo>
                      <a:pt x="1496972" y="638934"/>
                    </a:lnTo>
                    <a:cubicBezTo>
                      <a:pt x="1429483" y="673416"/>
                      <a:pt x="1364141" y="711789"/>
                      <a:pt x="1301079" y="753786"/>
                    </a:cubicBezTo>
                    <a:lnTo>
                      <a:pt x="1293699" y="758751"/>
                    </a:lnTo>
                    <a:lnTo>
                      <a:pt x="1287394" y="752578"/>
                    </a:lnTo>
                    <a:lnTo>
                      <a:pt x="1013031" y="482908"/>
                    </a:lnTo>
                    <a:lnTo>
                      <a:pt x="1020926" y="474839"/>
                    </a:lnTo>
                    <a:lnTo>
                      <a:pt x="1004959" y="474975"/>
                    </a:lnTo>
                    <a:lnTo>
                      <a:pt x="1013031" y="482908"/>
                    </a:lnTo>
                    <a:lnTo>
                      <a:pt x="468766" y="1039135"/>
                    </a:lnTo>
                    <a:lnTo>
                      <a:pt x="459142" y="1029780"/>
                    </a:lnTo>
                    <a:lnTo>
                      <a:pt x="459276" y="1048833"/>
                    </a:lnTo>
                    <a:lnTo>
                      <a:pt x="468766" y="1039135"/>
                    </a:lnTo>
                    <a:lnTo>
                      <a:pt x="742649" y="1305373"/>
                    </a:lnTo>
                    <a:lnTo>
                      <a:pt x="751907" y="1314362"/>
                    </a:lnTo>
                    <a:lnTo>
                      <a:pt x="744931" y="1325364"/>
                    </a:lnTo>
                    <a:cubicBezTo>
                      <a:pt x="704276" y="1389231"/>
                      <a:pt x="667378" y="1455244"/>
                      <a:pt x="634505" y="1523270"/>
                    </a:cubicBezTo>
                    <a:lnTo>
                      <a:pt x="628468" y="1535882"/>
                    </a:lnTo>
                    <a:lnTo>
                      <a:pt x="614648" y="1532394"/>
                    </a:lnTo>
                    <a:lnTo>
                      <a:pt x="250518" y="1440406"/>
                    </a:lnTo>
                    <a:lnTo>
                      <a:pt x="255332" y="1421298"/>
                    </a:lnTo>
                    <a:lnTo>
                      <a:pt x="231181" y="1435521"/>
                    </a:lnTo>
                    <a:lnTo>
                      <a:pt x="250518" y="1440406"/>
                    </a:lnTo>
                    <a:lnTo>
                      <a:pt x="65316" y="2175388"/>
                    </a:lnTo>
                    <a:lnTo>
                      <a:pt x="40790" y="2169181"/>
                    </a:lnTo>
                    <a:lnTo>
                      <a:pt x="59036" y="2200309"/>
                    </a:lnTo>
                    <a:lnTo>
                      <a:pt x="65316" y="2175388"/>
                    </a:lnTo>
                    <a:lnTo>
                      <a:pt x="424123" y="2266189"/>
                    </a:lnTo>
                    <a:lnTo>
                      <a:pt x="445993" y="2271689"/>
                    </a:lnTo>
                    <a:lnTo>
                      <a:pt x="444919" y="2294499"/>
                    </a:lnTo>
                    <a:cubicBezTo>
                      <a:pt x="441431" y="2369635"/>
                      <a:pt x="442503" y="2444774"/>
                      <a:pt x="447737" y="2519776"/>
                    </a:cubicBezTo>
                    <a:lnTo>
                      <a:pt x="449347" y="2543122"/>
                    </a:lnTo>
                    <a:lnTo>
                      <a:pt x="426537" y="2549562"/>
                    </a:lnTo>
                    <a:lnTo>
                      <a:pt x="75623" y="2648393"/>
                    </a:lnTo>
                    <a:lnTo>
                      <a:pt x="67355" y="2618930"/>
                    </a:lnTo>
                    <a:lnTo>
                      <a:pt x="45888" y="2656768"/>
                    </a:lnTo>
                    <a:lnTo>
                      <a:pt x="75623" y="2648393"/>
                    </a:lnTo>
                    <a:lnTo>
                      <a:pt x="275191" y="3359656"/>
                    </a:lnTo>
                    <a:lnTo>
                      <a:pt x="242854" y="3368690"/>
                    </a:lnTo>
                    <a:lnTo>
                      <a:pt x="284314" y="3392171"/>
                    </a:lnTo>
                    <a:lnTo>
                      <a:pt x="275191" y="3359656"/>
                    </a:lnTo>
                    <a:lnTo>
                      <a:pt x="624175" y="3262157"/>
                    </a:lnTo>
                    <a:lnTo>
                      <a:pt x="651278" y="3254509"/>
                    </a:lnTo>
                    <a:lnTo>
                      <a:pt x="664293" y="3279735"/>
                    </a:lnTo>
                    <a:cubicBezTo>
                      <a:pt x="698642" y="3346149"/>
                      <a:pt x="736881" y="3410687"/>
                      <a:pt x="778609" y="3472809"/>
                    </a:cubicBezTo>
                    <a:lnTo>
                      <a:pt x="794575" y="3496558"/>
                    </a:lnTo>
                    <a:lnTo>
                      <a:pt x="774448" y="3517220"/>
                    </a:lnTo>
                    <a:lnTo>
                      <a:pt x="523067" y="3774084"/>
                    </a:lnTo>
                    <a:lnTo>
                      <a:pt x="497112" y="3748670"/>
                    </a:lnTo>
                    <a:lnTo>
                      <a:pt x="497515" y="3800192"/>
                    </a:lnTo>
                    <a:lnTo>
                      <a:pt x="523067" y="3774084"/>
                    </a:lnTo>
                    <a:lnTo>
                      <a:pt x="791650" y="4037078"/>
                    </a:lnTo>
                    <a:lnTo>
                      <a:pt x="685249" y="4037078"/>
                    </a:lnTo>
                    <a:lnTo>
                      <a:pt x="446261" y="3800729"/>
                    </a:lnTo>
                    <a:lnTo>
                      <a:pt x="420365" y="3775102"/>
                    </a:lnTo>
                    <a:lnTo>
                      <a:pt x="445859" y="3749341"/>
                    </a:lnTo>
                    <a:lnTo>
                      <a:pt x="705336" y="3486987"/>
                    </a:lnTo>
                    <a:lnTo>
                      <a:pt x="720109" y="3512257"/>
                    </a:lnTo>
                    <a:lnTo>
                      <a:pt x="724267" y="3467846"/>
                    </a:lnTo>
                    <a:lnTo>
                      <a:pt x="705336" y="3486987"/>
                    </a:lnTo>
                    <a:lnTo>
                      <a:pt x="617234" y="3336286"/>
                    </a:lnTo>
                    <a:lnTo>
                      <a:pt x="642959" y="3329245"/>
                    </a:lnTo>
                    <a:lnTo>
                      <a:pt x="602841" y="3311667"/>
                    </a:lnTo>
                    <a:lnTo>
                      <a:pt x="617234" y="3336286"/>
                    </a:lnTo>
                    <a:lnTo>
                      <a:pt x="261102" y="3433765"/>
                    </a:lnTo>
                    <a:lnTo>
                      <a:pt x="228497" y="3442620"/>
                    </a:lnTo>
                    <a:lnTo>
                      <a:pt x="219643" y="3410284"/>
                    </a:lnTo>
                    <a:lnTo>
                      <a:pt x="8184" y="2635433"/>
                    </a:lnTo>
                    <a:lnTo>
                      <a:pt x="0" y="2605513"/>
                    </a:lnTo>
                    <a:lnTo>
                      <a:pt x="29653" y="2597463"/>
                    </a:lnTo>
                    <a:lnTo>
                      <a:pt x="389959" y="2499658"/>
                    </a:lnTo>
                    <a:lnTo>
                      <a:pt x="390042" y="2523667"/>
                    </a:lnTo>
                    <a:lnTo>
                      <a:pt x="411241" y="2493881"/>
                    </a:lnTo>
                    <a:lnTo>
                      <a:pt x="389959" y="2499658"/>
                    </a:lnTo>
                    <a:lnTo>
                      <a:pt x="389316" y="2314487"/>
                    </a:lnTo>
                    <a:lnTo>
                      <a:pt x="410034" y="2319991"/>
                    </a:lnTo>
                    <a:lnTo>
                      <a:pt x="389237" y="2291681"/>
                    </a:lnTo>
                    <a:lnTo>
                      <a:pt x="389316" y="2314487"/>
                    </a:lnTo>
                    <a:lnTo>
                      <a:pt x="27774" y="2218423"/>
                    </a:lnTo>
                    <a:lnTo>
                      <a:pt x="2952" y="2211847"/>
                    </a:lnTo>
                    <a:lnTo>
                      <a:pt x="9526" y="2187428"/>
                    </a:lnTo>
                    <a:lnTo>
                      <a:pt x="216690" y="1411504"/>
                    </a:lnTo>
                    <a:lnTo>
                      <a:pt x="221789" y="1392318"/>
                    </a:lnTo>
                    <a:lnTo>
                      <a:pt x="240708" y="1397415"/>
                    </a:lnTo>
                    <a:lnTo>
                      <a:pt x="610155" y="1495746"/>
                    </a:lnTo>
                    <a:lnTo>
                      <a:pt x="602976" y="1508243"/>
                    </a:lnTo>
                    <a:lnTo>
                      <a:pt x="622833" y="1499120"/>
                    </a:lnTo>
                    <a:lnTo>
                      <a:pt x="610155" y="1495746"/>
                    </a:lnTo>
                    <a:lnTo>
                      <a:pt x="711305" y="1319680"/>
                    </a:lnTo>
                    <a:lnTo>
                      <a:pt x="719975" y="1328317"/>
                    </a:lnTo>
                    <a:lnTo>
                      <a:pt x="717828" y="1308324"/>
                    </a:lnTo>
                    <a:lnTo>
                      <a:pt x="711305" y="1319680"/>
                    </a:lnTo>
                    <a:lnTo>
                      <a:pt x="439820" y="1049236"/>
                    </a:lnTo>
                    <a:lnTo>
                      <a:pt x="430294" y="1039709"/>
                    </a:lnTo>
                    <a:lnTo>
                      <a:pt x="439686" y="1030183"/>
                    </a:lnTo>
                    <a:lnTo>
                      <a:pt x="1004556" y="459276"/>
                    </a:lnTo>
                    <a:lnTo>
                      <a:pt x="1012472" y="451226"/>
                    </a:lnTo>
                    <a:lnTo>
                      <a:pt x="1020522" y="459142"/>
                    </a:lnTo>
                    <a:lnTo>
                      <a:pt x="1296579" y="731257"/>
                    </a:lnTo>
                    <a:lnTo>
                      <a:pt x="1288870" y="735807"/>
                    </a:lnTo>
                    <a:lnTo>
                      <a:pt x="1302556" y="737149"/>
                    </a:lnTo>
                    <a:lnTo>
                      <a:pt x="1296579" y="731257"/>
                    </a:lnTo>
                    <a:lnTo>
                      <a:pt x="1478688" y="623771"/>
                    </a:lnTo>
                    <a:lnTo>
                      <a:pt x="1481006" y="632091"/>
                    </a:lnTo>
                    <a:lnTo>
                      <a:pt x="1486642" y="619076"/>
                    </a:lnTo>
                    <a:lnTo>
                      <a:pt x="1478688" y="623771"/>
                    </a:lnTo>
                    <a:lnTo>
                      <a:pt x="1374740" y="250637"/>
                    </a:lnTo>
                    <a:lnTo>
                      <a:pt x="1371520" y="239097"/>
                    </a:lnTo>
                    <a:lnTo>
                      <a:pt x="1383060" y="235877"/>
                    </a:lnTo>
                    <a:lnTo>
                      <a:pt x="1769612" y="127063"/>
                    </a:lnTo>
                    <a:lnTo>
                      <a:pt x="2155898" y="17308"/>
                    </a:lnTo>
                    <a:lnTo>
                      <a:pt x="2171731" y="12746"/>
                    </a:lnTo>
                    <a:lnTo>
                      <a:pt x="2176293" y="28848"/>
                    </a:lnTo>
                    <a:lnTo>
                      <a:pt x="2280540" y="394486"/>
                    </a:lnTo>
                    <a:lnTo>
                      <a:pt x="2264444" y="394738"/>
                    </a:lnTo>
                    <a:lnTo>
                      <a:pt x="2284705" y="409095"/>
                    </a:lnTo>
                    <a:lnTo>
                      <a:pt x="2280540" y="394486"/>
                    </a:lnTo>
                    <a:lnTo>
                      <a:pt x="2477694" y="391395"/>
                    </a:lnTo>
                    <a:lnTo>
                      <a:pt x="2473754" y="407083"/>
                    </a:lnTo>
                    <a:lnTo>
                      <a:pt x="2495490" y="391116"/>
                    </a:lnTo>
                    <a:lnTo>
                      <a:pt x="2477694" y="391395"/>
                    </a:lnTo>
                    <a:lnTo>
                      <a:pt x="2570091" y="23481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" name="任意多边形 35" descr="a1796222-a378-4e02-8996-6929c2932718"/>
              <p:cNvSpPr/>
              <p:nvPr/>
            </p:nvSpPr>
            <p:spPr>
              <a:xfrm flipH="1">
                <a:off x="3326085" y="4047712"/>
                <a:ext cx="2357925" cy="2312999"/>
              </a:xfrm>
              <a:custGeom>
                <a:avLst/>
                <a:gdLst>
                  <a:gd name="connsiteX0" fmla="*/ 824912 w 1655502"/>
                  <a:gd name="connsiteY0" fmla="*/ 1623940 h 1623960"/>
                  <a:gd name="connsiteX1" fmla="*/ 667404 w 1655502"/>
                  <a:gd name="connsiteY1" fmla="*/ 1609433 h 1623960"/>
                  <a:gd name="connsiteX2" fmla="*/ 514795 w 1655502"/>
                  <a:gd name="connsiteY2" fmla="*/ 1566382 h 1623960"/>
                  <a:gd name="connsiteX3" fmla="*/ 245185 w 1655502"/>
                  <a:gd name="connsiteY3" fmla="*/ 1397475 h 1623960"/>
                  <a:gd name="connsiteX4" fmla="*/ 139960 w 1655502"/>
                  <a:gd name="connsiteY4" fmla="*/ 1275482 h 1623960"/>
                  <a:gd name="connsiteX5" fmla="*/ 117634 w 1655502"/>
                  <a:gd name="connsiteY5" fmla="*/ 1241758 h 1623960"/>
                  <a:gd name="connsiteX6" fmla="*/ 97003 w 1655502"/>
                  <a:gd name="connsiteY6" fmla="*/ 1206902 h 1623960"/>
                  <a:gd name="connsiteX7" fmla="*/ 78445 w 1655502"/>
                  <a:gd name="connsiteY7" fmla="*/ 1170822 h 1623960"/>
                  <a:gd name="connsiteX8" fmla="*/ 61677 w 1655502"/>
                  <a:gd name="connsiteY8" fmla="*/ 1133895 h 1623960"/>
                  <a:gd name="connsiteX9" fmla="*/ 68 w 1655502"/>
                  <a:gd name="connsiteY9" fmla="*/ 817748 h 1623960"/>
                  <a:gd name="connsiteX10" fmla="*/ 69213 w 1655502"/>
                  <a:gd name="connsiteY10" fmla="*/ 504711 h 1623960"/>
                  <a:gd name="connsiteX11" fmla="*/ 147967 w 1655502"/>
                  <a:gd name="connsiteY11" fmla="*/ 365384 h 1623960"/>
                  <a:gd name="connsiteX12" fmla="*/ 250743 w 1655502"/>
                  <a:gd name="connsiteY12" fmla="*/ 243579 h 1623960"/>
                  <a:gd name="connsiteX13" fmla="*/ 513947 w 1655502"/>
                  <a:gd name="connsiteY13" fmla="*/ 67137 h 1623960"/>
                  <a:gd name="connsiteX14" fmla="*/ 665897 w 1655502"/>
                  <a:gd name="connsiteY14" fmla="*/ 18716 h 1623960"/>
                  <a:gd name="connsiteX15" fmla="*/ 824818 w 1655502"/>
                  <a:gd name="connsiteY15" fmla="*/ 158 h 1623960"/>
                  <a:gd name="connsiteX16" fmla="*/ 1140211 w 1655502"/>
                  <a:gd name="connsiteY16" fmla="*/ 56303 h 1623960"/>
                  <a:gd name="connsiteX17" fmla="*/ 1410009 w 1655502"/>
                  <a:gd name="connsiteY17" fmla="*/ 232558 h 1623960"/>
                  <a:gd name="connsiteX18" fmla="*/ 1591821 w 1655502"/>
                  <a:gd name="connsiteY18" fmla="*/ 500001 h 1623960"/>
                  <a:gd name="connsiteX19" fmla="*/ 1655503 w 1655502"/>
                  <a:gd name="connsiteY19" fmla="*/ 817748 h 1623960"/>
                  <a:gd name="connsiteX20" fmla="*/ 1589938 w 1655502"/>
                  <a:gd name="connsiteY20" fmla="*/ 1134648 h 1623960"/>
                  <a:gd name="connsiteX21" fmla="*/ 1404922 w 1655502"/>
                  <a:gd name="connsiteY21" fmla="*/ 1397758 h 1623960"/>
                  <a:gd name="connsiteX22" fmla="*/ 1135030 w 1655502"/>
                  <a:gd name="connsiteY22" fmla="*/ 1566665 h 1623960"/>
                  <a:gd name="connsiteX23" fmla="*/ 982326 w 1655502"/>
                  <a:gd name="connsiteY23" fmla="*/ 1609621 h 1623960"/>
                  <a:gd name="connsiteX24" fmla="*/ 824912 w 1655502"/>
                  <a:gd name="connsiteY24" fmla="*/ 1623940 h 1623960"/>
                  <a:gd name="connsiteX25" fmla="*/ 824912 w 1655502"/>
                  <a:gd name="connsiteY25" fmla="*/ 1618853 h 1623960"/>
                  <a:gd name="connsiteX26" fmla="*/ 981007 w 1655502"/>
                  <a:gd name="connsiteY26" fmla="*/ 1602274 h 1623960"/>
                  <a:gd name="connsiteX27" fmla="*/ 1129848 w 1655502"/>
                  <a:gd name="connsiteY27" fmla="*/ 1553853 h 1623960"/>
                  <a:gd name="connsiteX28" fmla="*/ 1381371 w 1655502"/>
                  <a:gd name="connsiteY28" fmla="*/ 1374113 h 1623960"/>
                  <a:gd name="connsiteX29" fmla="*/ 1601524 w 1655502"/>
                  <a:gd name="connsiteY29" fmla="*/ 817654 h 1623960"/>
                  <a:gd name="connsiteX30" fmla="*/ 1586640 w 1655502"/>
                  <a:gd name="connsiteY30" fmla="*/ 666081 h 1623960"/>
                  <a:gd name="connsiteX31" fmla="*/ 1543024 w 1655502"/>
                  <a:gd name="connsiteY31" fmla="*/ 520160 h 1623960"/>
                  <a:gd name="connsiteX32" fmla="*/ 1376284 w 1655502"/>
                  <a:gd name="connsiteY32" fmla="*/ 266188 h 1623960"/>
                  <a:gd name="connsiteX33" fmla="*/ 824818 w 1655502"/>
                  <a:gd name="connsiteY33" fmla="*/ 27854 h 1623960"/>
                  <a:gd name="connsiteX34" fmla="*/ 520542 w 1655502"/>
                  <a:gd name="connsiteY34" fmla="*/ 83057 h 1623960"/>
                  <a:gd name="connsiteX35" fmla="*/ 262330 w 1655502"/>
                  <a:gd name="connsiteY35" fmla="*/ 255261 h 1623960"/>
                  <a:gd name="connsiteX36" fmla="*/ 165207 w 1655502"/>
                  <a:gd name="connsiteY36" fmla="*/ 377065 h 1623960"/>
                  <a:gd name="connsiteX37" fmla="*/ 95214 w 1655502"/>
                  <a:gd name="connsiteY37" fmla="*/ 515544 h 1623960"/>
                  <a:gd name="connsiteX38" fmla="*/ 42177 w 1655502"/>
                  <a:gd name="connsiteY38" fmla="*/ 817748 h 1623960"/>
                  <a:gd name="connsiteX39" fmla="*/ 58663 w 1655502"/>
                  <a:gd name="connsiteY39" fmla="*/ 970169 h 1623960"/>
                  <a:gd name="connsiteX40" fmla="*/ 102750 w 1655502"/>
                  <a:gd name="connsiteY40" fmla="*/ 1116750 h 1623960"/>
                  <a:gd name="connsiteX41" fmla="*/ 118011 w 1655502"/>
                  <a:gd name="connsiteY41" fmla="*/ 1151982 h 1623960"/>
                  <a:gd name="connsiteX42" fmla="*/ 134967 w 1655502"/>
                  <a:gd name="connsiteY42" fmla="*/ 1186366 h 1623960"/>
                  <a:gd name="connsiteX43" fmla="*/ 153243 w 1655502"/>
                  <a:gd name="connsiteY43" fmla="*/ 1220185 h 1623960"/>
                  <a:gd name="connsiteX44" fmla="*/ 173214 w 1655502"/>
                  <a:gd name="connsiteY44" fmla="*/ 1253062 h 1623960"/>
                  <a:gd name="connsiteX45" fmla="*/ 267888 w 1655502"/>
                  <a:gd name="connsiteY45" fmla="*/ 1374678 h 1623960"/>
                  <a:gd name="connsiteX46" fmla="*/ 519694 w 1655502"/>
                  <a:gd name="connsiteY46" fmla="*/ 1554418 h 1623960"/>
                  <a:gd name="connsiteX47" fmla="*/ 668629 w 1655502"/>
                  <a:gd name="connsiteY47" fmla="*/ 1602745 h 1623960"/>
                  <a:gd name="connsiteX48" fmla="*/ 824912 w 1655502"/>
                  <a:gd name="connsiteY48" fmla="*/ 1618853 h 1623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1655502" h="1623960">
                    <a:moveTo>
                      <a:pt x="824912" y="1623940"/>
                    </a:moveTo>
                    <a:cubicBezTo>
                      <a:pt x="772158" y="1624223"/>
                      <a:pt x="719310" y="1619042"/>
                      <a:pt x="667404" y="1609433"/>
                    </a:cubicBezTo>
                    <a:cubicBezTo>
                      <a:pt x="615404" y="1600107"/>
                      <a:pt x="564440" y="1585129"/>
                      <a:pt x="514795" y="1566382"/>
                    </a:cubicBezTo>
                    <a:cubicBezTo>
                      <a:pt x="415882" y="1528136"/>
                      <a:pt x="323374" y="1471237"/>
                      <a:pt x="245185" y="1397475"/>
                    </a:cubicBezTo>
                    <a:cubicBezTo>
                      <a:pt x="206279" y="1360548"/>
                      <a:pt x="170576" y="1319852"/>
                      <a:pt x="139960" y="1275482"/>
                    </a:cubicBezTo>
                    <a:cubicBezTo>
                      <a:pt x="132518" y="1264272"/>
                      <a:pt x="124793" y="1253156"/>
                      <a:pt x="117634" y="1241758"/>
                    </a:cubicBezTo>
                    <a:cubicBezTo>
                      <a:pt x="110757" y="1230171"/>
                      <a:pt x="103503" y="1218772"/>
                      <a:pt x="97003" y="1206902"/>
                    </a:cubicBezTo>
                    <a:cubicBezTo>
                      <a:pt x="90880" y="1194844"/>
                      <a:pt x="84286" y="1183069"/>
                      <a:pt x="78445" y="1170822"/>
                    </a:cubicBezTo>
                    <a:cubicBezTo>
                      <a:pt x="72887" y="1158482"/>
                      <a:pt x="66858" y="1146424"/>
                      <a:pt x="61677" y="1133895"/>
                    </a:cubicBezTo>
                    <a:cubicBezTo>
                      <a:pt x="19192" y="1034416"/>
                      <a:pt x="-1345" y="925611"/>
                      <a:pt x="68" y="817748"/>
                    </a:cubicBezTo>
                    <a:cubicBezTo>
                      <a:pt x="2141" y="709791"/>
                      <a:pt x="25880" y="602682"/>
                      <a:pt x="69213" y="504711"/>
                    </a:cubicBezTo>
                    <a:cubicBezTo>
                      <a:pt x="90880" y="455725"/>
                      <a:pt x="117257" y="409000"/>
                      <a:pt x="147967" y="365384"/>
                    </a:cubicBezTo>
                    <a:cubicBezTo>
                      <a:pt x="178395" y="321580"/>
                      <a:pt x="212874" y="280790"/>
                      <a:pt x="250743" y="243579"/>
                    </a:cubicBezTo>
                    <a:cubicBezTo>
                      <a:pt x="326389" y="168970"/>
                      <a:pt x="416164" y="108869"/>
                      <a:pt x="513947" y="67137"/>
                    </a:cubicBezTo>
                    <a:cubicBezTo>
                      <a:pt x="562933" y="46412"/>
                      <a:pt x="613803" y="30209"/>
                      <a:pt x="665897" y="18716"/>
                    </a:cubicBezTo>
                    <a:cubicBezTo>
                      <a:pt x="717992" y="7412"/>
                      <a:pt x="771311" y="1194"/>
                      <a:pt x="824818" y="158"/>
                    </a:cubicBezTo>
                    <a:cubicBezTo>
                      <a:pt x="931739" y="-1914"/>
                      <a:pt x="1039884" y="16361"/>
                      <a:pt x="1140211" y="56303"/>
                    </a:cubicBezTo>
                    <a:cubicBezTo>
                      <a:pt x="1240632" y="95963"/>
                      <a:pt x="1332857" y="156535"/>
                      <a:pt x="1410009" y="232558"/>
                    </a:cubicBezTo>
                    <a:cubicBezTo>
                      <a:pt x="1487162" y="308580"/>
                      <a:pt x="1549524" y="399863"/>
                      <a:pt x="1591821" y="500001"/>
                    </a:cubicBezTo>
                    <a:cubicBezTo>
                      <a:pt x="1634401" y="600045"/>
                      <a:pt x="1655503" y="709038"/>
                      <a:pt x="1655503" y="817748"/>
                    </a:cubicBezTo>
                    <a:cubicBezTo>
                      <a:pt x="1654561" y="926365"/>
                      <a:pt x="1633177" y="1035170"/>
                      <a:pt x="1589938" y="1134648"/>
                    </a:cubicBezTo>
                    <a:cubicBezTo>
                      <a:pt x="1547358" y="1234409"/>
                      <a:pt x="1483205" y="1324374"/>
                      <a:pt x="1404922" y="1397758"/>
                    </a:cubicBezTo>
                    <a:cubicBezTo>
                      <a:pt x="1326639" y="1471520"/>
                      <a:pt x="1234037" y="1528418"/>
                      <a:pt x="1135030" y="1566665"/>
                    </a:cubicBezTo>
                    <a:cubicBezTo>
                      <a:pt x="1085385" y="1585505"/>
                      <a:pt x="1034421" y="1600390"/>
                      <a:pt x="982326" y="1609621"/>
                    </a:cubicBezTo>
                    <a:cubicBezTo>
                      <a:pt x="930514" y="1619325"/>
                      <a:pt x="877666" y="1624317"/>
                      <a:pt x="824912" y="1623940"/>
                    </a:cubicBezTo>
                    <a:close/>
                    <a:moveTo>
                      <a:pt x="824912" y="1618853"/>
                    </a:moveTo>
                    <a:cubicBezTo>
                      <a:pt x="877384" y="1618382"/>
                      <a:pt x="929761" y="1613107"/>
                      <a:pt x="981007" y="1602274"/>
                    </a:cubicBezTo>
                    <a:cubicBezTo>
                      <a:pt x="1032160" y="1591064"/>
                      <a:pt x="1082276" y="1575331"/>
                      <a:pt x="1129848" y="1553853"/>
                    </a:cubicBezTo>
                    <a:cubicBezTo>
                      <a:pt x="1225276" y="1511556"/>
                      <a:pt x="1310907" y="1449193"/>
                      <a:pt x="1381371" y="1374113"/>
                    </a:cubicBezTo>
                    <a:cubicBezTo>
                      <a:pt x="1522111" y="1223388"/>
                      <a:pt x="1603314" y="1021510"/>
                      <a:pt x="1601524" y="817654"/>
                    </a:cubicBezTo>
                    <a:cubicBezTo>
                      <a:pt x="1601242" y="766785"/>
                      <a:pt x="1596532" y="715915"/>
                      <a:pt x="1586640" y="666081"/>
                    </a:cubicBezTo>
                    <a:cubicBezTo>
                      <a:pt x="1576749" y="616248"/>
                      <a:pt x="1561959" y="567356"/>
                      <a:pt x="1543024" y="520160"/>
                    </a:cubicBezTo>
                    <a:cubicBezTo>
                      <a:pt x="1504872" y="425863"/>
                      <a:pt x="1447879" y="339007"/>
                      <a:pt x="1376284" y="266188"/>
                    </a:cubicBezTo>
                    <a:cubicBezTo>
                      <a:pt x="1233190" y="120361"/>
                      <a:pt x="1032160" y="31905"/>
                      <a:pt x="824818" y="27854"/>
                    </a:cubicBezTo>
                    <a:cubicBezTo>
                      <a:pt x="721477" y="26158"/>
                      <a:pt x="617006" y="43680"/>
                      <a:pt x="520542" y="83057"/>
                    </a:cubicBezTo>
                    <a:cubicBezTo>
                      <a:pt x="423889" y="121869"/>
                      <a:pt x="335432" y="181028"/>
                      <a:pt x="262330" y="255261"/>
                    </a:cubicBezTo>
                    <a:cubicBezTo>
                      <a:pt x="225874" y="292471"/>
                      <a:pt x="193279" y="333355"/>
                      <a:pt x="165207" y="377065"/>
                    </a:cubicBezTo>
                    <a:cubicBezTo>
                      <a:pt x="137322" y="420870"/>
                      <a:pt x="113866" y="467406"/>
                      <a:pt x="95214" y="515544"/>
                    </a:cubicBezTo>
                    <a:cubicBezTo>
                      <a:pt x="57721" y="611914"/>
                      <a:pt x="40199" y="715255"/>
                      <a:pt x="42177" y="817748"/>
                    </a:cubicBezTo>
                    <a:cubicBezTo>
                      <a:pt x="42837" y="868995"/>
                      <a:pt x="48771" y="920053"/>
                      <a:pt x="58663" y="970169"/>
                    </a:cubicBezTo>
                    <a:cubicBezTo>
                      <a:pt x="68742" y="1020285"/>
                      <a:pt x="83815" y="1069271"/>
                      <a:pt x="102750" y="1116750"/>
                    </a:cubicBezTo>
                    <a:cubicBezTo>
                      <a:pt x="107460" y="1128619"/>
                      <a:pt x="112924" y="1140206"/>
                      <a:pt x="118011" y="1151982"/>
                    </a:cubicBezTo>
                    <a:cubicBezTo>
                      <a:pt x="123286" y="1163663"/>
                      <a:pt x="129315" y="1174873"/>
                      <a:pt x="134967" y="1186366"/>
                    </a:cubicBezTo>
                    <a:cubicBezTo>
                      <a:pt x="140714" y="1197765"/>
                      <a:pt x="147214" y="1208881"/>
                      <a:pt x="153243" y="1220185"/>
                    </a:cubicBezTo>
                    <a:cubicBezTo>
                      <a:pt x="159649" y="1231301"/>
                      <a:pt x="166526" y="1242040"/>
                      <a:pt x="173214" y="1253062"/>
                    </a:cubicBezTo>
                    <a:cubicBezTo>
                      <a:pt x="201004" y="1296113"/>
                      <a:pt x="232374" y="1337186"/>
                      <a:pt x="267888" y="1374678"/>
                    </a:cubicBezTo>
                    <a:cubicBezTo>
                      <a:pt x="338541" y="1449759"/>
                      <a:pt x="424077" y="1512215"/>
                      <a:pt x="519694" y="1554418"/>
                    </a:cubicBezTo>
                    <a:cubicBezTo>
                      <a:pt x="567266" y="1575896"/>
                      <a:pt x="617477" y="1591534"/>
                      <a:pt x="668629" y="1602745"/>
                    </a:cubicBezTo>
                    <a:cubicBezTo>
                      <a:pt x="720064" y="1613390"/>
                      <a:pt x="772441" y="1618476"/>
                      <a:pt x="824912" y="1618853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" name="任意多边形 36" descr="74659b83-b4fa-4e92-9cc4-1bfa57018724"/>
              <p:cNvSpPr/>
              <p:nvPr/>
            </p:nvSpPr>
            <p:spPr>
              <a:xfrm flipH="1">
                <a:off x="2918199" y="3621534"/>
                <a:ext cx="3181787" cy="3181787"/>
              </a:xfrm>
              <a:custGeom>
                <a:avLst/>
                <a:gdLst>
                  <a:gd name="connsiteX0" fmla="*/ 1116969 w 2233937"/>
                  <a:gd name="connsiteY0" fmla="*/ 0 h 2233937"/>
                  <a:gd name="connsiteX1" fmla="*/ 0 w 2233937"/>
                  <a:gd name="connsiteY1" fmla="*/ 1116969 h 2233937"/>
                  <a:gd name="connsiteX2" fmla="*/ 1116969 w 2233937"/>
                  <a:gd name="connsiteY2" fmla="*/ 2233937 h 2233937"/>
                  <a:gd name="connsiteX3" fmla="*/ 2233937 w 2233937"/>
                  <a:gd name="connsiteY3" fmla="*/ 1116969 h 2233937"/>
                  <a:gd name="connsiteX4" fmla="*/ 1116969 w 2233937"/>
                  <a:gd name="connsiteY4" fmla="*/ 0 h 2233937"/>
                  <a:gd name="connsiteX5" fmla="*/ 1116969 w 2233937"/>
                  <a:gd name="connsiteY5" fmla="*/ 2128900 h 2233937"/>
                  <a:gd name="connsiteX6" fmla="*/ 105037 w 2233937"/>
                  <a:gd name="connsiteY6" fmla="*/ 1116969 h 2233937"/>
                  <a:gd name="connsiteX7" fmla="*/ 1116969 w 2233937"/>
                  <a:gd name="connsiteY7" fmla="*/ 105037 h 2233937"/>
                  <a:gd name="connsiteX8" fmla="*/ 2128901 w 2233937"/>
                  <a:gd name="connsiteY8" fmla="*/ 1116969 h 2233937"/>
                  <a:gd name="connsiteX9" fmla="*/ 1116969 w 2233937"/>
                  <a:gd name="connsiteY9" fmla="*/ 2128900 h 2233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33937" h="2233937">
                    <a:moveTo>
                      <a:pt x="1116969" y="0"/>
                    </a:moveTo>
                    <a:cubicBezTo>
                      <a:pt x="500125" y="0"/>
                      <a:pt x="0" y="500031"/>
                      <a:pt x="0" y="1116969"/>
                    </a:cubicBezTo>
                    <a:cubicBezTo>
                      <a:pt x="0" y="1733812"/>
                      <a:pt x="500031" y="2233937"/>
                      <a:pt x="1116969" y="2233937"/>
                    </a:cubicBezTo>
                    <a:cubicBezTo>
                      <a:pt x="1733812" y="2233937"/>
                      <a:pt x="2233937" y="1733906"/>
                      <a:pt x="2233937" y="1116969"/>
                    </a:cubicBezTo>
                    <a:cubicBezTo>
                      <a:pt x="2233937" y="500126"/>
                      <a:pt x="1733812" y="0"/>
                      <a:pt x="1116969" y="0"/>
                    </a:cubicBezTo>
                    <a:close/>
                    <a:moveTo>
                      <a:pt x="1116969" y="2128900"/>
                    </a:moveTo>
                    <a:cubicBezTo>
                      <a:pt x="558060" y="2128900"/>
                      <a:pt x="105037" y="1675877"/>
                      <a:pt x="105037" y="1116969"/>
                    </a:cubicBezTo>
                    <a:cubicBezTo>
                      <a:pt x="105037" y="558061"/>
                      <a:pt x="558060" y="105037"/>
                      <a:pt x="1116969" y="105037"/>
                    </a:cubicBezTo>
                    <a:cubicBezTo>
                      <a:pt x="1675877" y="105037"/>
                      <a:pt x="2128901" y="558061"/>
                      <a:pt x="2128901" y="1116969"/>
                    </a:cubicBezTo>
                    <a:cubicBezTo>
                      <a:pt x="2128901" y="1675783"/>
                      <a:pt x="1675877" y="2128900"/>
                      <a:pt x="1116969" y="2128900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 37" descr="8e181c00-ae01-4104-b5e3-e4d481dd187c"/>
              <p:cNvSpPr/>
              <p:nvPr/>
            </p:nvSpPr>
            <p:spPr>
              <a:xfrm flipH="1">
                <a:off x="2897401" y="3619520"/>
                <a:ext cx="3219088" cy="3194717"/>
              </a:xfrm>
              <a:custGeom>
                <a:avLst/>
                <a:gdLst>
                  <a:gd name="connsiteX0" fmla="*/ 1128557 w 2260126"/>
                  <a:gd name="connsiteY0" fmla="*/ 2827 h 2243015"/>
                  <a:gd name="connsiteX1" fmla="*/ 911041 w 2260126"/>
                  <a:gd name="connsiteY1" fmla="*/ 24682 h 2243015"/>
                  <a:gd name="connsiteX2" fmla="*/ 702569 w 2260126"/>
                  <a:gd name="connsiteY2" fmla="*/ 89683 h 2243015"/>
                  <a:gd name="connsiteX3" fmla="*/ 345068 w 2260126"/>
                  <a:gd name="connsiteY3" fmla="*/ 334800 h 2243015"/>
                  <a:gd name="connsiteX4" fmla="*/ 108052 w 2260126"/>
                  <a:gd name="connsiteY4" fmla="*/ 695598 h 2243015"/>
                  <a:gd name="connsiteX5" fmla="*/ 45219 w 2260126"/>
                  <a:gd name="connsiteY5" fmla="*/ 902751 h 2243015"/>
                  <a:gd name="connsiteX6" fmla="*/ 23363 w 2260126"/>
                  <a:gd name="connsiteY6" fmla="*/ 1118288 h 2243015"/>
                  <a:gd name="connsiteX7" fmla="*/ 103813 w 2260126"/>
                  <a:gd name="connsiteY7" fmla="*/ 1542768 h 2243015"/>
                  <a:gd name="connsiteX8" fmla="*/ 204705 w 2260126"/>
                  <a:gd name="connsiteY8" fmla="*/ 1735603 h 2243015"/>
                  <a:gd name="connsiteX9" fmla="*/ 342242 w 2260126"/>
                  <a:gd name="connsiteY9" fmla="*/ 1904603 h 2243015"/>
                  <a:gd name="connsiteX10" fmla="*/ 510489 w 2260126"/>
                  <a:gd name="connsiteY10" fmla="*/ 2043365 h 2243015"/>
                  <a:gd name="connsiteX11" fmla="*/ 703040 w 2260126"/>
                  <a:gd name="connsiteY11" fmla="*/ 2145669 h 2243015"/>
                  <a:gd name="connsiteX12" fmla="*/ 1128651 w 2260126"/>
                  <a:gd name="connsiteY12" fmla="*/ 2227438 h 2243015"/>
                  <a:gd name="connsiteX13" fmla="*/ 1551812 w 2260126"/>
                  <a:gd name="connsiteY13" fmla="*/ 2139923 h 2243015"/>
                  <a:gd name="connsiteX14" fmla="*/ 1909031 w 2260126"/>
                  <a:gd name="connsiteY14" fmla="*/ 1898669 h 2243015"/>
                  <a:gd name="connsiteX15" fmla="*/ 2147083 w 2260126"/>
                  <a:gd name="connsiteY15" fmla="*/ 1540131 h 2243015"/>
                  <a:gd name="connsiteX16" fmla="*/ 2231018 w 2260126"/>
                  <a:gd name="connsiteY16" fmla="*/ 1118288 h 2243015"/>
                  <a:gd name="connsiteX17" fmla="*/ 2210199 w 2260126"/>
                  <a:gd name="connsiteY17" fmla="*/ 903128 h 2243015"/>
                  <a:gd name="connsiteX18" fmla="*/ 2148307 w 2260126"/>
                  <a:gd name="connsiteY18" fmla="*/ 695975 h 2243015"/>
                  <a:gd name="connsiteX19" fmla="*/ 1911951 w 2260126"/>
                  <a:gd name="connsiteY19" fmla="*/ 335082 h 2243015"/>
                  <a:gd name="connsiteX20" fmla="*/ 1554732 w 2260126"/>
                  <a:gd name="connsiteY20" fmla="*/ 89871 h 2243015"/>
                  <a:gd name="connsiteX21" fmla="*/ 1346260 w 2260126"/>
                  <a:gd name="connsiteY21" fmla="*/ 24776 h 2243015"/>
                  <a:gd name="connsiteX22" fmla="*/ 1128557 w 2260126"/>
                  <a:gd name="connsiteY22" fmla="*/ 2827 h 2243015"/>
                  <a:gd name="connsiteX23" fmla="*/ 1128557 w 2260126"/>
                  <a:gd name="connsiteY23" fmla="*/ 1 h 2243015"/>
                  <a:gd name="connsiteX24" fmla="*/ 1557558 w 2260126"/>
                  <a:gd name="connsiteY24" fmla="*/ 82711 h 2243015"/>
                  <a:gd name="connsiteX25" fmla="*/ 1924951 w 2260126"/>
                  <a:gd name="connsiteY25" fmla="*/ 321988 h 2243015"/>
                  <a:gd name="connsiteX26" fmla="*/ 2173083 w 2260126"/>
                  <a:gd name="connsiteY26" fmla="*/ 685707 h 2243015"/>
                  <a:gd name="connsiteX27" fmla="*/ 2260127 w 2260126"/>
                  <a:gd name="connsiteY27" fmla="*/ 1118288 h 2243015"/>
                  <a:gd name="connsiteX28" fmla="*/ 2174213 w 2260126"/>
                  <a:gd name="connsiteY28" fmla="*/ 1551435 h 2243015"/>
                  <a:gd name="connsiteX29" fmla="*/ 1927777 w 2260126"/>
                  <a:gd name="connsiteY29" fmla="*/ 1917509 h 2243015"/>
                  <a:gd name="connsiteX30" fmla="*/ 1560384 w 2260126"/>
                  <a:gd name="connsiteY30" fmla="*/ 2160742 h 2243015"/>
                  <a:gd name="connsiteX31" fmla="*/ 1128651 w 2260126"/>
                  <a:gd name="connsiteY31" fmla="*/ 2242982 h 2243015"/>
                  <a:gd name="connsiteX32" fmla="*/ 909534 w 2260126"/>
                  <a:gd name="connsiteY32" fmla="*/ 2219807 h 2243015"/>
                  <a:gd name="connsiteX33" fmla="*/ 699272 w 2260126"/>
                  <a:gd name="connsiteY33" fmla="*/ 2154902 h 2243015"/>
                  <a:gd name="connsiteX34" fmla="*/ 335365 w 2260126"/>
                  <a:gd name="connsiteY34" fmla="*/ 1911574 h 2243015"/>
                  <a:gd name="connsiteX35" fmla="*/ 195096 w 2260126"/>
                  <a:gd name="connsiteY35" fmla="*/ 1742103 h 2243015"/>
                  <a:gd name="connsiteX36" fmla="*/ 89306 w 2260126"/>
                  <a:gd name="connsiteY36" fmla="*/ 1548797 h 2243015"/>
                  <a:gd name="connsiteX37" fmla="*/ 1 w 2260126"/>
                  <a:gd name="connsiteY37" fmla="*/ 1118288 h 2243015"/>
                  <a:gd name="connsiteX38" fmla="*/ 85161 w 2260126"/>
                  <a:gd name="connsiteY38" fmla="*/ 686084 h 2243015"/>
                  <a:gd name="connsiteX39" fmla="*/ 332633 w 2260126"/>
                  <a:gd name="connsiteY39" fmla="*/ 322271 h 2243015"/>
                  <a:gd name="connsiteX40" fmla="*/ 699837 w 2260126"/>
                  <a:gd name="connsiteY40" fmla="*/ 82900 h 2243015"/>
                  <a:gd name="connsiteX41" fmla="*/ 1128557 w 2260126"/>
                  <a:gd name="connsiteY41" fmla="*/ 1 h 2243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2260126" h="2243015">
                    <a:moveTo>
                      <a:pt x="1128557" y="2827"/>
                    </a:moveTo>
                    <a:cubicBezTo>
                      <a:pt x="1055549" y="3110"/>
                      <a:pt x="982541" y="10175"/>
                      <a:pt x="911041" y="24682"/>
                    </a:cubicBezTo>
                    <a:cubicBezTo>
                      <a:pt x="839541" y="39378"/>
                      <a:pt x="769454" y="60856"/>
                      <a:pt x="702569" y="89683"/>
                    </a:cubicBezTo>
                    <a:cubicBezTo>
                      <a:pt x="568518" y="146958"/>
                      <a:pt x="446430" y="230893"/>
                      <a:pt x="345068" y="334800"/>
                    </a:cubicBezTo>
                    <a:cubicBezTo>
                      <a:pt x="243799" y="438706"/>
                      <a:pt x="163161" y="561924"/>
                      <a:pt x="108052" y="695598"/>
                    </a:cubicBezTo>
                    <a:cubicBezTo>
                      <a:pt x="80733" y="762482"/>
                      <a:pt x="59443" y="831910"/>
                      <a:pt x="45219" y="902751"/>
                    </a:cubicBezTo>
                    <a:cubicBezTo>
                      <a:pt x="30994" y="973592"/>
                      <a:pt x="23740" y="1045940"/>
                      <a:pt x="23363" y="1118288"/>
                    </a:cubicBezTo>
                    <a:cubicBezTo>
                      <a:pt x="22421" y="1262985"/>
                      <a:pt x="49269" y="1408152"/>
                      <a:pt x="103813" y="1542768"/>
                    </a:cubicBezTo>
                    <a:cubicBezTo>
                      <a:pt x="130944" y="1610124"/>
                      <a:pt x="164857" y="1674747"/>
                      <a:pt x="204705" y="1735603"/>
                    </a:cubicBezTo>
                    <a:cubicBezTo>
                      <a:pt x="244741" y="1796364"/>
                      <a:pt x="291089" y="1852886"/>
                      <a:pt x="342242" y="1904603"/>
                    </a:cubicBezTo>
                    <a:cubicBezTo>
                      <a:pt x="393582" y="1956132"/>
                      <a:pt x="449728" y="2003140"/>
                      <a:pt x="510489" y="2043365"/>
                    </a:cubicBezTo>
                    <a:cubicBezTo>
                      <a:pt x="571156" y="2083684"/>
                      <a:pt x="635685" y="2118068"/>
                      <a:pt x="703040" y="2145669"/>
                    </a:cubicBezTo>
                    <a:cubicBezTo>
                      <a:pt x="837563" y="2201532"/>
                      <a:pt x="983483" y="2228286"/>
                      <a:pt x="1128651" y="2227438"/>
                    </a:cubicBezTo>
                    <a:cubicBezTo>
                      <a:pt x="1273912" y="2226214"/>
                      <a:pt x="1418420" y="2196069"/>
                      <a:pt x="1551812" y="2139923"/>
                    </a:cubicBezTo>
                    <a:cubicBezTo>
                      <a:pt x="1685204" y="2083778"/>
                      <a:pt x="1807103" y="2001068"/>
                      <a:pt x="1909031" y="1898669"/>
                    </a:cubicBezTo>
                    <a:cubicBezTo>
                      <a:pt x="2010865" y="1796175"/>
                      <a:pt x="2092351" y="1673617"/>
                      <a:pt x="2147083" y="1540131"/>
                    </a:cubicBezTo>
                    <a:cubicBezTo>
                      <a:pt x="2201909" y="1406645"/>
                      <a:pt x="2230924" y="1262702"/>
                      <a:pt x="2231018" y="1118288"/>
                    </a:cubicBezTo>
                    <a:cubicBezTo>
                      <a:pt x="2231018" y="1046129"/>
                      <a:pt x="2224141" y="973969"/>
                      <a:pt x="2210199" y="903128"/>
                    </a:cubicBezTo>
                    <a:cubicBezTo>
                      <a:pt x="2196257" y="832287"/>
                      <a:pt x="2175250" y="762954"/>
                      <a:pt x="2148307" y="695975"/>
                    </a:cubicBezTo>
                    <a:cubicBezTo>
                      <a:pt x="2094140" y="562018"/>
                      <a:pt x="2012843" y="439177"/>
                      <a:pt x="1911951" y="335082"/>
                    </a:cubicBezTo>
                    <a:cubicBezTo>
                      <a:pt x="1810777" y="231176"/>
                      <a:pt x="1688689" y="147241"/>
                      <a:pt x="1554732" y="89871"/>
                    </a:cubicBezTo>
                    <a:cubicBezTo>
                      <a:pt x="1487848" y="61045"/>
                      <a:pt x="1417761" y="39566"/>
                      <a:pt x="1346260" y="24776"/>
                    </a:cubicBezTo>
                    <a:cubicBezTo>
                      <a:pt x="1274572" y="10363"/>
                      <a:pt x="1201564" y="3204"/>
                      <a:pt x="1128557" y="2827"/>
                    </a:cubicBezTo>
                    <a:close/>
                    <a:moveTo>
                      <a:pt x="1128557" y="1"/>
                    </a:moveTo>
                    <a:cubicBezTo>
                      <a:pt x="1274948" y="-187"/>
                      <a:pt x="1421340" y="27979"/>
                      <a:pt x="1557558" y="82711"/>
                    </a:cubicBezTo>
                    <a:cubicBezTo>
                      <a:pt x="1693776" y="137255"/>
                      <a:pt x="1819349" y="219118"/>
                      <a:pt x="1924951" y="321988"/>
                    </a:cubicBezTo>
                    <a:cubicBezTo>
                      <a:pt x="2030836" y="424670"/>
                      <a:pt x="2115336" y="549489"/>
                      <a:pt x="2173083" y="685707"/>
                    </a:cubicBezTo>
                    <a:cubicBezTo>
                      <a:pt x="2231112" y="821925"/>
                      <a:pt x="2259656" y="970295"/>
                      <a:pt x="2260127" y="1118288"/>
                    </a:cubicBezTo>
                    <a:cubicBezTo>
                      <a:pt x="2260127" y="1266282"/>
                      <a:pt x="2231677" y="1414746"/>
                      <a:pt x="2174213" y="1551435"/>
                    </a:cubicBezTo>
                    <a:cubicBezTo>
                      <a:pt x="2117126" y="1688124"/>
                      <a:pt x="2032720" y="1813226"/>
                      <a:pt x="1927777" y="1917509"/>
                    </a:cubicBezTo>
                    <a:cubicBezTo>
                      <a:pt x="1822929" y="2021887"/>
                      <a:pt x="1697168" y="2105068"/>
                      <a:pt x="1560384" y="2160742"/>
                    </a:cubicBezTo>
                    <a:cubicBezTo>
                      <a:pt x="1423696" y="2216887"/>
                      <a:pt x="1275796" y="2244112"/>
                      <a:pt x="1128651" y="2242982"/>
                    </a:cubicBezTo>
                    <a:cubicBezTo>
                      <a:pt x="1055078" y="2242322"/>
                      <a:pt x="981505" y="2234597"/>
                      <a:pt x="909534" y="2219807"/>
                    </a:cubicBezTo>
                    <a:cubicBezTo>
                      <a:pt x="837563" y="2204829"/>
                      <a:pt x="767099" y="2183163"/>
                      <a:pt x="699272" y="2154902"/>
                    </a:cubicBezTo>
                    <a:cubicBezTo>
                      <a:pt x="563714" y="2098285"/>
                      <a:pt x="439836" y="2014633"/>
                      <a:pt x="335365" y="1911574"/>
                    </a:cubicBezTo>
                    <a:cubicBezTo>
                      <a:pt x="283270" y="1859857"/>
                      <a:pt x="236357" y="1802864"/>
                      <a:pt x="195096" y="1742103"/>
                    </a:cubicBezTo>
                    <a:cubicBezTo>
                      <a:pt x="153647" y="1681436"/>
                      <a:pt x="118132" y="1616624"/>
                      <a:pt x="89306" y="1548797"/>
                    </a:cubicBezTo>
                    <a:cubicBezTo>
                      <a:pt x="31559" y="1413333"/>
                      <a:pt x="1037" y="1266093"/>
                      <a:pt x="1" y="1118288"/>
                    </a:cubicBezTo>
                    <a:cubicBezTo>
                      <a:pt x="-187" y="970672"/>
                      <a:pt x="27697" y="822396"/>
                      <a:pt x="85161" y="686084"/>
                    </a:cubicBezTo>
                    <a:cubicBezTo>
                      <a:pt x="141871" y="549489"/>
                      <a:pt x="227125" y="425140"/>
                      <a:pt x="332633" y="322271"/>
                    </a:cubicBezTo>
                    <a:cubicBezTo>
                      <a:pt x="438141" y="219306"/>
                      <a:pt x="563619" y="137444"/>
                      <a:pt x="699837" y="82900"/>
                    </a:cubicBezTo>
                    <a:cubicBezTo>
                      <a:pt x="835773" y="28262"/>
                      <a:pt x="982165" y="-93"/>
                      <a:pt x="1128557" y="1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 38" descr="6e709a1f-bca3-42d2-86fa-235a32de2787"/>
              <p:cNvSpPr/>
              <p:nvPr/>
            </p:nvSpPr>
            <p:spPr>
              <a:xfrm flipH="1">
                <a:off x="3046871" y="3760081"/>
                <a:ext cx="2920150" cy="2895649"/>
              </a:xfrm>
              <a:custGeom>
                <a:avLst/>
                <a:gdLst>
                  <a:gd name="connsiteX0" fmla="*/ 1023614 w 2050241"/>
                  <a:gd name="connsiteY0" fmla="*/ 2033039 h 2033039"/>
                  <a:gd name="connsiteX1" fmla="*/ 634931 w 2050241"/>
                  <a:gd name="connsiteY1" fmla="*/ 1958147 h 2033039"/>
                  <a:gd name="connsiteX2" fmla="*/ 301828 w 2050241"/>
                  <a:gd name="connsiteY2" fmla="*/ 1741574 h 2033039"/>
                  <a:gd name="connsiteX3" fmla="*/ 77154 w 2050241"/>
                  <a:gd name="connsiteY3" fmla="*/ 1411768 h 2033039"/>
                  <a:gd name="connsiteX4" fmla="*/ 1 w 2050241"/>
                  <a:gd name="connsiteY4" fmla="*/ 1019694 h 2033039"/>
                  <a:gd name="connsiteX5" fmla="*/ 81393 w 2050241"/>
                  <a:gd name="connsiteY5" fmla="*/ 629409 h 2033039"/>
                  <a:gd name="connsiteX6" fmla="*/ 177480 w 2050241"/>
                  <a:gd name="connsiteY6" fmla="*/ 454286 h 2033039"/>
                  <a:gd name="connsiteX7" fmla="*/ 304749 w 2050241"/>
                  <a:gd name="connsiteY7" fmla="*/ 300734 h 2033039"/>
                  <a:gd name="connsiteX8" fmla="*/ 634555 w 2050241"/>
                  <a:gd name="connsiteY8" fmla="*/ 80110 h 2033039"/>
                  <a:gd name="connsiteX9" fmla="*/ 825128 w 2050241"/>
                  <a:gd name="connsiteY9" fmla="*/ 21233 h 2033039"/>
                  <a:gd name="connsiteX10" fmla="*/ 1023708 w 2050241"/>
                  <a:gd name="connsiteY10" fmla="*/ 37 h 2033039"/>
                  <a:gd name="connsiteX11" fmla="*/ 1415312 w 2050241"/>
                  <a:gd name="connsiteY11" fmla="*/ 74364 h 2033039"/>
                  <a:gd name="connsiteX12" fmla="*/ 1748697 w 2050241"/>
                  <a:gd name="connsiteY12" fmla="*/ 294799 h 2033039"/>
                  <a:gd name="connsiteX13" fmla="*/ 1972336 w 2050241"/>
                  <a:gd name="connsiteY13" fmla="*/ 626772 h 2033039"/>
                  <a:gd name="connsiteX14" fmla="*/ 2050242 w 2050241"/>
                  <a:gd name="connsiteY14" fmla="*/ 1019694 h 2033039"/>
                  <a:gd name="connsiteX15" fmla="*/ 1971205 w 2050241"/>
                  <a:gd name="connsiteY15" fmla="*/ 1412145 h 2033039"/>
                  <a:gd name="connsiteX16" fmla="*/ 1745871 w 2050241"/>
                  <a:gd name="connsiteY16" fmla="*/ 1741857 h 2033039"/>
                  <a:gd name="connsiteX17" fmla="*/ 1412580 w 2050241"/>
                  <a:gd name="connsiteY17" fmla="*/ 1958335 h 2033039"/>
                  <a:gd name="connsiteX18" fmla="*/ 1023614 w 2050241"/>
                  <a:gd name="connsiteY18" fmla="*/ 2033039 h 2033039"/>
                  <a:gd name="connsiteX19" fmla="*/ 1023614 w 2050241"/>
                  <a:gd name="connsiteY19" fmla="*/ 2030213 h 2033039"/>
                  <a:gd name="connsiteX20" fmla="*/ 1409377 w 2050241"/>
                  <a:gd name="connsiteY20" fmla="*/ 1951082 h 2033039"/>
                  <a:gd name="connsiteX21" fmla="*/ 1732588 w 2050241"/>
                  <a:gd name="connsiteY21" fmla="*/ 1728668 h 2033039"/>
                  <a:gd name="connsiteX22" fmla="*/ 1946241 w 2050241"/>
                  <a:gd name="connsiteY22" fmla="*/ 1401877 h 2033039"/>
                  <a:gd name="connsiteX23" fmla="*/ 2002198 w 2050241"/>
                  <a:gd name="connsiteY23" fmla="*/ 1214412 h 2033039"/>
                  <a:gd name="connsiteX24" fmla="*/ 2021039 w 2050241"/>
                  <a:gd name="connsiteY24" fmla="*/ 1019788 h 2033039"/>
                  <a:gd name="connsiteX25" fmla="*/ 1945111 w 2050241"/>
                  <a:gd name="connsiteY25" fmla="*/ 638170 h 2033039"/>
                  <a:gd name="connsiteX26" fmla="*/ 1729856 w 2050241"/>
                  <a:gd name="connsiteY26" fmla="*/ 313640 h 2033039"/>
                  <a:gd name="connsiteX27" fmla="*/ 1406739 w 2050241"/>
                  <a:gd name="connsiteY27" fmla="*/ 95088 h 2033039"/>
                  <a:gd name="connsiteX28" fmla="*/ 1023708 w 2050241"/>
                  <a:gd name="connsiteY28" fmla="*/ 15581 h 2033039"/>
                  <a:gd name="connsiteX29" fmla="*/ 638323 w 2050241"/>
                  <a:gd name="connsiteY29" fmla="*/ 89342 h 2033039"/>
                  <a:gd name="connsiteX30" fmla="*/ 463952 w 2050241"/>
                  <a:gd name="connsiteY30" fmla="*/ 181944 h 2033039"/>
                  <a:gd name="connsiteX31" fmla="*/ 311626 w 2050241"/>
                  <a:gd name="connsiteY31" fmla="*/ 307611 h 2033039"/>
                  <a:gd name="connsiteX32" fmla="*/ 187089 w 2050241"/>
                  <a:gd name="connsiteY32" fmla="*/ 460691 h 2033039"/>
                  <a:gd name="connsiteX33" fmla="*/ 95900 w 2050241"/>
                  <a:gd name="connsiteY33" fmla="*/ 635344 h 2033039"/>
                  <a:gd name="connsiteX34" fmla="*/ 23458 w 2050241"/>
                  <a:gd name="connsiteY34" fmla="*/ 1019599 h 2033039"/>
                  <a:gd name="connsiteX35" fmla="*/ 43240 w 2050241"/>
                  <a:gd name="connsiteY35" fmla="*/ 1214600 h 2033039"/>
                  <a:gd name="connsiteX36" fmla="*/ 100139 w 2050241"/>
                  <a:gd name="connsiteY36" fmla="*/ 1402065 h 2033039"/>
                  <a:gd name="connsiteX37" fmla="*/ 314358 w 2050241"/>
                  <a:gd name="connsiteY37" fmla="*/ 1728762 h 2033039"/>
                  <a:gd name="connsiteX38" fmla="*/ 637757 w 2050241"/>
                  <a:gd name="connsiteY38" fmla="*/ 1951082 h 2033039"/>
                  <a:gd name="connsiteX39" fmla="*/ 826541 w 2050241"/>
                  <a:gd name="connsiteY39" fmla="*/ 2010147 h 2033039"/>
                  <a:gd name="connsiteX40" fmla="*/ 1023614 w 2050241"/>
                  <a:gd name="connsiteY40" fmla="*/ 2030213 h 2033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2050241" h="2033039">
                    <a:moveTo>
                      <a:pt x="1023614" y="2033039"/>
                    </a:moveTo>
                    <a:cubicBezTo>
                      <a:pt x="890976" y="2033133"/>
                      <a:pt x="758338" y="2007509"/>
                      <a:pt x="634931" y="1958147"/>
                    </a:cubicBezTo>
                    <a:cubicBezTo>
                      <a:pt x="511431" y="1908879"/>
                      <a:pt x="397633" y="1834741"/>
                      <a:pt x="301828" y="1741574"/>
                    </a:cubicBezTo>
                    <a:cubicBezTo>
                      <a:pt x="206024" y="1648406"/>
                      <a:pt x="128683" y="1535645"/>
                      <a:pt x="77154" y="1411768"/>
                    </a:cubicBezTo>
                    <a:cubicBezTo>
                      <a:pt x="25059" y="1288079"/>
                      <a:pt x="-187" y="1153651"/>
                      <a:pt x="1" y="1019694"/>
                    </a:cubicBezTo>
                    <a:cubicBezTo>
                      <a:pt x="1037" y="885737"/>
                      <a:pt x="28921" y="752156"/>
                      <a:pt x="81393" y="629409"/>
                    </a:cubicBezTo>
                    <a:cubicBezTo>
                      <a:pt x="107581" y="567989"/>
                      <a:pt x="139799" y="509300"/>
                      <a:pt x="177480" y="454286"/>
                    </a:cubicBezTo>
                    <a:cubicBezTo>
                      <a:pt x="214879" y="399177"/>
                      <a:pt x="257459" y="347553"/>
                      <a:pt x="304749" y="300734"/>
                    </a:cubicBezTo>
                    <a:cubicBezTo>
                      <a:pt x="399517" y="207285"/>
                      <a:pt x="511713" y="131545"/>
                      <a:pt x="634555" y="80110"/>
                    </a:cubicBezTo>
                    <a:cubicBezTo>
                      <a:pt x="695975" y="54487"/>
                      <a:pt x="759939" y="34798"/>
                      <a:pt x="825128" y="21233"/>
                    </a:cubicBezTo>
                    <a:cubicBezTo>
                      <a:pt x="890411" y="7762"/>
                      <a:pt x="957012" y="697"/>
                      <a:pt x="1023708" y="37"/>
                    </a:cubicBezTo>
                    <a:cubicBezTo>
                      <a:pt x="1157100" y="-1093"/>
                      <a:pt x="1291246" y="23494"/>
                      <a:pt x="1415312" y="74364"/>
                    </a:cubicBezTo>
                    <a:cubicBezTo>
                      <a:pt x="1539377" y="124762"/>
                      <a:pt x="1653552" y="200125"/>
                      <a:pt x="1748697" y="294799"/>
                    </a:cubicBezTo>
                    <a:cubicBezTo>
                      <a:pt x="1843937" y="389379"/>
                      <a:pt x="1920524" y="502800"/>
                      <a:pt x="1972336" y="626772"/>
                    </a:cubicBezTo>
                    <a:cubicBezTo>
                      <a:pt x="2024524" y="750743"/>
                      <a:pt x="2050242" y="885454"/>
                      <a:pt x="2050242" y="1019694"/>
                    </a:cubicBezTo>
                    <a:cubicBezTo>
                      <a:pt x="2049771" y="1153933"/>
                      <a:pt x="2023959" y="1288550"/>
                      <a:pt x="1971205" y="1412145"/>
                    </a:cubicBezTo>
                    <a:cubicBezTo>
                      <a:pt x="1918828" y="1535645"/>
                      <a:pt x="1842052" y="1648784"/>
                      <a:pt x="1745871" y="1741857"/>
                    </a:cubicBezTo>
                    <a:cubicBezTo>
                      <a:pt x="1649972" y="1835023"/>
                      <a:pt x="1536080" y="1909067"/>
                      <a:pt x="1412580" y="1958335"/>
                    </a:cubicBezTo>
                    <a:cubicBezTo>
                      <a:pt x="1288985" y="2007698"/>
                      <a:pt x="1156347" y="2033227"/>
                      <a:pt x="1023614" y="2033039"/>
                    </a:cubicBezTo>
                    <a:close/>
                    <a:moveTo>
                      <a:pt x="1023614" y="2030213"/>
                    </a:moveTo>
                    <a:cubicBezTo>
                      <a:pt x="1155876" y="2029930"/>
                      <a:pt x="1288137" y="2003364"/>
                      <a:pt x="1409377" y="1951082"/>
                    </a:cubicBezTo>
                    <a:cubicBezTo>
                      <a:pt x="1530616" y="1899082"/>
                      <a:pt x="1641117" y="1822871"/>
                      <a:pt x="1732588" y="1728668"/>
                    </a:cubicBezTo>
                    <a:cubicBezTo>
                      <a:pt x="1823777" y="1634276"/>
                      <a:pt x="1897256" y="1523116"/>
                      <a:pt x="1946241" y="1401877"/>
                    </a:cubicBezTo>
                    <a:cubicBezTo>
                      <a:pt x="1970546" y="1341210"/>
                      <a:pt x="1989575" y="1278470"/>
                      <a:pt x="2002198" y="1214412"/>
                    </a:cubicBezTo>
                    <a:cubicBezTo>
                      <a:pt x="2014821" y="1150354"/>
                      <a:pt x="2021039" y="1085071"/>
                      <a:pt x="2021039" y="1019788"/>
                    </a:cubicBezTo>
                    <a:cubicBezTo>
                      <a:pt x="2020945" y="889128"/>
                      <a:pt x="1994568" y="758845"/>
                      <a:pt x="1945111" y="638170"/>
                    </a:cubicBezTo>
                    <a:cubicBezTo>
                      <a:pt x="1895654" y="517402"/>
                      <a:pt x="1821987" y="406430"/>
                      <a:pt x="1729856" y="313640"/>
                    </a:cubicBezTo>
                    <a:cubicBezTo>
                      <a:pt x="1637631" y="220944"/>
                      <a:pt x="1527413" y="146052"/>
                      <a:pt x="1406739" y="95088"/>
                    </a:cubicBezTo>
                    <a:cubicBezTo>
                      <a:pt x="1286065" y="44219"/>
                      <a:pt x="1155310" y="16711"/>
                      <a:pt x="1023708" y="15581"/>
                    </a:cubicBezTo>
                    <a:cubicBezTo>
                      <a:pt x="892295" y="14733"/>
                      <a:pt x="760128" y="38755"/>
                      <a:pt x="638323" y="89342"/>
                    </a:cubicBezTo>
                    <a:cubicBezTo>
                      <a:pt x="577373" y="114400"/>
                      <a:pt x="518873" y="145487"/>
                      <a:pt x="463952" y="181944"/>
                    </a:cubicBezTo>
                    <a:cubicBezTo>
                      <a:pt x="408938" y="218400"/>
                      <a:pt x="358162" y="260981"/>
                      <a:pt x="311626" y="307611"/>
                    </a:cubicBezTo>
                    <a:cubicBezTo>
                      <a:pt x="265278" y="354430"/>
                      <a:pt x="223357" y="405771"/>
                      <a:pt x="187089" y="460691"/>
                    </a:cubicBezTo>
                    <a:cubicBezTo>
                      <a:pt x="151009" y="515800"/>
                      <a:pt x="120487" y="574395"/>
                      <a:pt x="95900" y="635344"/>
                    </a:cubicBezTo>
                    <a:cubicBezTo>
                      <a:pt x="46632" y="757243"/>
                      <a:pt x="22421" y="888657"/>
                      <a:pt x="23458" y="1019599"/>
                    </a:cubicBezTo>
                    <a:cubicBezTo>
                      <a:pt x="23740" y="1085071"/>
                      <a:pt x="30335" y="1150542"/>
                      <a:pt x="43240" y="1214600"/>
                    </a:cubicBezTo>
                    <a:cubicBezTo>
                      <a:pt x="56146" y="1278753"/>
                      <a:pt x="75458" y="1341492"/>
                      <a:pt x="100139" y="1402065"/>
                    </a:cubicBezTo>
                    <a:cubicBezTo>
                      <a:pt x="149973" y="1523022"/>
                      <a:pt x="222792" y="1634559"/>
                      <a:pt x="314358" y="1728762"/>
                    </a:cubicBezTo>
                    <a:cubicBezTo>
                      <a:pt x="405923" y="1822871"/>
                      <a:pt x="516424" y="1899082"/>
                      <a:pt x="637757" y="1951082"/>
                    </a:cubicBezTo>
                    <a:cubicBezTo>
                      <a:pt x="698330" y="1977270"/>
                      <a:pt x="761823" y="1996676"/>
                      <a:pt x="826541" y="2010147"/>
                    </a:cubicBezTo>
                    <a:cubicBezTo>
                      <a:pt x="891353" y="2023524"/>
                      <a:pt x="957483" y="2029930"/>
                      <a:pt x="1023614" y="2030213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 39" descr="88d7ecb0-553a-425a-9949-6d7073551f0f"/>
              <p:cNvSpPr/>
              <p:nvPr/>
            </p:nvSpPr>
            <p:spPr>
              <a:xfrm rot="2700000" flipH="1">
                <a:off x="3969366" y="4672619"/>
                <a:ext cx="1079548" cy="1079548"/>
              </a:xfrm>
              <a:custGeom>
                <a:avLst/>
                <a:gdLst>
                  <a:gd name="connsiteX0" fmla="*/ 757952 w 757952"/>
                  <a:gd name="connsiteY0" fmla="*/ 378976 h 757952"/>
                  <a:gd name="connsiteX1" fmla="*/ 378976 w 757952"/>
                  <a:gd name="connsiteY1" fmla="*/ 757952 h 757952"/>
                  <a:gd name="connsiteX2" fmla="*/ 0 w 757952"/>
                  <a:gd name="connsiteY2" fmla="*/ 378976 h 757952"/>
                  <a:gd name="connsiteX3" fmla="*/ 378976 w 757952"/>
                  <a:gd name="connsiteY3" fmla="*/ 0 h 757952"/>
                  <a:gd name="connsiteX4" fmla="*/ 757952 w 757952"/>
                  <a:gd name="connsiteY4" fmla="*/ 378976 h 757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7952" h="757952">
                    <a:moveTo>
                      <a:pt x="757952" y="378976"/>
                    </a:moveTo>
                    <a:cubicBezTo>
                      <a:pt x="757952" y="588279"/>
                      <a:pt x="588279" y="757952"/>
                      <a:pt x="378976" y="757952"/>
                    </a:cubicBezTo>
                    <a:cubicBezTo>
                      <a:pt x="169673" y="757952"/>
                      <a:pt x="0" y="588279"/>
                      <a:pt x="0" y="378976"/>
                    </a:cubicBezTo>
                    <a:cubicBezTo>
                      <a:pt x="0" y="169673"/>
                      <a:pt x="169673" y="0"/>
                      <a:pt x="378976" y="0"/>
                    </a:cubicBezTo>
                    <a:cubicBezTo>
                      <a:pt x="588279" y="0"/>
                      <a:pt x="757952" y="169673"/>
                      <a:pt x="757952" y="37897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 40" descr="bdf992d8-4261-40f6-90b9-a092b73fd151"/>
              <p:cNvSpPr/>
              <p:nvPr/>
            </p:nvSpPr>
            <p:spPr>
              <a:xfrm flipH="1">
                <a:off x="3951064" y="4663173"/>
                <a:ext cx="1112062" cy="1090777"/>
              </a:xfrm>
              <a:custGeom>
                <a:avLst/>
                <a:gdLst>
                  <a:gd name="connsiteX0" fmla="*/ 388989 w 780780"/>
                  <a:gd name="connsiteY0" fmla="*/ 765836 h 765836"/>
                  <a:gd name="connsiteX1" fmla="*/ 242785 w 780780"/>
                  <a:gd name="connsiteY1" fmla="*/ 738612 h 765836"/>
                  <a:gd name="connsiteX2" fmla="*/ 115705 w 780780"/>
                  <a:gd name="connsiteY2" fmla="*/ 658916 h 765836"/>
                  <a:gd name="connsiteX3" fmla="*/ 29132 w 780780"/>
                  <a:gd name="connsiteY3" fmla="*/ 534661 h 765836"/>
                  <a:gd name="connsiteX4" fmla="*/ 24 w 780780"/>
                  <a:gd name="connsiteY4" fmla="*/ 385632 h 765836"/>
                  <a:gd name="connsiteX5" fmla="*/ 32712 w 780780"/>
                  <a:gd name="connsiteY5" fmla="*/ 238015 h 765836"/>
                  <a:gd name="connsiteX6" fmla="*/ 118249 w 780780"/>
                  <a:gd name="connsiteY6" fmla="*/ 114892 h 765836"/>
                  <a:gd name="connsiteX7" fmla="*/ 242314 w 780780"/>
                  <a:gd name="connsiteY7" fmla="*/ 31616 h 765836"/>
                  <a:gd name="connsiteX8" fmla="*/ 388989 w 780780"/>
                  <a:gd name="connsiteY8" fmla="*/ 58 h 765836"/>
                  <a:gd name="connsiteX9" fmla="*/ 537642 w 780780"/>
                  <a:gd name="connsiteY9" fmla="*/ 26717 h 765836"/>
                  <a:gd name="connsiteX10" fmla="*/ 664910 w 780780"/>
                  <a:gd name="connsiteY10" fmla="*/ 109616 h 765836"/>
                  <a:gd name="connsiteX11" fmla="*/ 750636 w 780780"/>
                  <a:gd name="connsiteY11" fmla="*/ 235755 h 765836"/>
                  <a:gd name="connsiteX12" fmla="*/ 780781 w 780780"/>
                  <a:gd name="connsiteY12" fmla="*/ 385537 h 765836"/>
                  <a:gd name="connsiteX13" fmla="*/ 749788 w 780780"/>
                  <a:gd name="connsiteY13" fmla="*/ 534944 h 765836"/>
                  <a:gd name="connsiteX14" fmla="*/ 662555 w 780780"/>
                  <a:gd name="connsiteY14" fmla="*/ 659010 h 765836"/>
                  <a:gd name="connsiteX15" fmla="*/ 535287 w 780780"/>
                  <a:gd name="connsiteY15" fmla="*/ 738612 h 765836"/>
                  <a:gd name="connsiteX16" fmla="*/ 388989 w 780780"/>
                  <a:gd name="connsiteY16" fmla="*/ 765836 h 765836"/>
                  <a:gd name="connsiteX17" fmla="*/ 388989 w 780780"/>
                  <a:gd name="connsiteY17" fmla="*/ 763387 h 765836"/>
                  <a:gd name="connsiteX18" fmla="*/ 532743 w 780780"/>
                  <a:gd name="connsiteY18" fmla="*/ 732677 h 765836"/>
                  <a:gd name="connsiteX19" fmla="*/ 651439 w 780780"/>
                  <a:gd name="connsiteY19" fmla="*/ 648082 h 765836"/>
                  <a:gd name="connsiteX20" fmla="*/ 755252 w 780780"/>
                  <a:gd name="connsiteY20" fmla="*/ 385632 h 765836"/>
                  <a:gd name="connsiteX21" fmla="*/ 649084 w 780780"/>
                  <a:gd name="connsiteY21" fmla="*/ 125631 h 765836"/>
                  <a:gd name="connsiteX22" fmla="*/ 530482 w 780780"/>
                  <a:gd name="connsiteY22" fmla="*/ 44333 h 765836"/>
                  <a:gd name="connsiteX23" fmla="*/ 389083 w 780780"/>
                  <a:gd name="connsiteY23" fmla="*/ 13246 h 765836"/>
                  <a:gd name="connsiteX24" fmla="*/ 123807 w 780780"/>
                  <a:gd name="connsiteY24" fmla="*/ 120449 h 765836"/>
                  <a:gd name="connsiteX25" fmla="*/ 19995 w 780780"/>
                  <a:gd name="connsiteY25" fmla="*/ 385726 h 765836"/>
                  <a:gd name="connsiteX26" fmla="*/ 126350 w 780780"/>
                  <a:gd name="connsiteY26" fmla="*/ 648365 h 765836"/>
                  <a:gd name="connsiteX27" fmla="*/ 245235 w 780780"/>
                  <a:gd name="connsiteY27" fmla="*/ 732959 h 765836"/>
                  <a:gd name="connsiteX28" fmla="*/ 388989 w 780780"/>
                  <a:gd name="connsiteY28" fmla="*/ 763387 h 765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0780" h="765836">
                    <a:moveTo>
                      <a:pt x="388989" y="765836"/>
                    </a:moveTo>
                    <a:cubicBezTo>
                      <a:pt x="339155" y="765836"/>
                      <a:pt x="289510" y="756510"/>
                      <a:pt x="242785" y="738612"/>
                    </a:cubicBezTo>
                    <a:cubicBezTo>
                      <a:pt x="196061" y="720807"/>
                      <a:pt x="152633" y="693582"/>
                      <a:pt x="115705" y="658916"/>
                    </a:cubicBezTo>
                    <a:cubicBezTo>
                      <a:pt x="78872" y="624249"/>
                      <a:pt x="48821" y="581763"/>
                      <a:pt x="29132" y="534661"/>
                    </a:cubicBezTo>
                    <a:cubicBezTo>
                      <a:pt x="9067" y="487748"/>
                      <a:pt x="-542" y="436502"/>
                      <a:pt x="24" y="385632"/>
                    </a:cubicBezTo>
                    <a:cubicBezTo>
                      <a:pt x="1060" y="334762"/>
                      <a:pt x="12270" y="284269"/>
                      <a:pt x="32712" y="238015"/>
                    </a:cubicBezTo>
                    <a:cubicBezTo>
                      <a:pt x="53154" y="191855"/>
                      <a:pt x="82546" y="150029"/>
                      <a:pt x="118249" y="114892"/>
                    </a:cubicBezTo>
                    <a:cubicBezTo>
                      <a:pt x="154046" y="79848"/>
                      <a:pt x="196155" y="51116"/>
                      <a:pt x="242314" y="31616"/>
                    </a:cubicBezTo>
                    <a:cubicBezTo>
                      <a:pt x="288568" y="12304"/>
                      <a:pt x="338402" y="905"/>
                      <a:pt x="388989" y="58"/>
                    </a:cubicBezTo>
                    <a:cubicBezTo>
                      <a:pt x="439388" y="-790"/>
                      <a:pt x="490446" y="7688"/>
                      <a:pt x="537642" y="26717"/>
                    </a:cubicBezTo>
                    <a:cubicBezTo>
                      <a:pt x="584932" y="45464"/>
                      <a:pt x="628548" y="73725"/>
                      <a:pt x="664910" y="109616"/>
                    </a:cubicBezTo>
                    <a:cubicBezTo>
                      <a:pt x="701273" y="145508"/>
                      <a:pt x="730664" y="188559"/>
                      <a:pt x="750636" y="235755"/>
                    </a:cubicBezTo>
                    <a:cubicBezTo>
                      <a:pt x="770701" y="282950"/>
                      <a:pt x="780686" y="334291"/>
                      <a:pt x="780781" y="385537"/>
                    </a:cubicBezTo>
                    <a:cubicBezTo>
                      <a:pt x="780310" y="436784"/>
                      <a:pt x="770136" y="488031"/>
                      <a:pt x="749788" y="534944"/>
                    </a:cubicBezTo>
                    <a:cubicBezTo>
                      <a:pt x="729722" y="581952"/>
                      <a:pt x="699483" y="624437"/>
                      <a:pt x="662555" y="659010"/>
                    </a:cubicBezTo>
                    <a:cubicBezTo>
                      <a:pt x="625534" y="693582"/>
                      <a:pt x="582106" y="720902"/>
                      <a:pt x="535287" y="738612"/>
                    </a:cubicBezTo>
                    <a:cubicBezTo>
                      <a:pt x="488562" y="756604"/>
                      <a:pt x="438823" y="765930"/>
                      <a:pt x="388989" y="765836"/>
                    </a:cubicBezTo>
                    <a:close/>
                    <a:moveTo>
                      <a:pt x="388989" y="763387"/>
                    </a:moveTo>
                    <a:cubicBezTo>
                      <a:pt x="438446" y="763104"/>
                      <a:pt x="487903" y="752930"/>
                      <a:pt x="532743" y="732677"/>
                    </a:cubicBezTo>
                    <a:cubicBezTo>
                      <a:pt x="577584" y="712517"/>
                      <a:pt x="618186" y="683597"/>
                      <a:pt x="651439" y="648082"/>
                    </a:cubicBezTo>
                    <a:cubicBezTo>
                      <a:pt x="717759" y="576959"/>
                      <a:pt x="756005" y="481814"/>
                      <a:pt x="755252" y="385632"/>
                    </a:cubicBezTo>
                    <a:cubicBezTo>
                      <a:pt x="755252" y="289639"/>
                      <a:pt x="716911" y="194211"/>
                      <a:pt x="649084" y="125631"/>
                    </a:cubicBezTo>
                    <a:cubicBezTo>
                      <a:pt x="615265" y="91435"/>
                      <a:pt x="574852" y="63457"/>
                      <a:pt x="530482" y="44333"/>
                    </a:cubicBezTo>
                    <a:cubicBezTo>
                      <a:pt x="486018" y="25304"/>
                      <a:pt x="437881" y="14282"/>
                      <a:pt x="389083" y="13246"/>
                    </a:cubicBezTo>
                    <a:cubicBezTo>
                      <a:pt x="291489" y="10797"/>
                      <a:pt x="192669" y="49985"/>
                      <a:pt x="123807" y="120449"/>
                    </a:cubicBezTo>
                    <a:cubicBezTo>
                      <a:pt x="54473" y="190631"/>
                      <a:pt x="17922" y="289168"/>
                      <a:pt x="19995" y="385726"/>
                    </a:cubicBezTo>
                    <a:cubicBezTo>
                      <a:pt x="21314" y="482473"/>
                      <a:pt x="59654" y="577336"/>
                      <a:pt x="126350" y="648365"/>
                    </a:cubicBezTo>
                    <a:cubicBezTo>
                      <a:pt x="159698" y="683785"/>
                      <a:pt x="200300" y="712800"/>
                      <a:pt x="245235" y="732959"/>
                    </a:cubicBezTo>
                    <a:cubicBezTo>
                      <a:pt x="290076" y="753119"/>
                      <a:pt x="339532" y="763199"/>
                      <a:pt x="388989" y="763387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" name="任意多边形 41" descr="6f2b3138-e5ee-4b50-af9d-cd23bbc14fb4"/>
              <p:cNvSpPr/>
              <p:nvPr/>
            </p:nvSpPr>
            <p:spPr>
              <a:xfrm rot="2700000" flipH="1">
                <a:off x="-236000" y="3038965"/>
                <a:ext cx="5559286" cy="402516"/>
              </a:xfrm>
              <a:custGeom>
                <a:avLst/>
                <a:gdLst>
                  <a:gd name="connsiteX0" fmla="*/ 0 w 3903182"/>
                  <a:gd name="connsiteY0" fmla="*/ 0 h 282607"/>
                  <a:gd name="connsiteX1" fmla="*/ 3903182 w 3903182"/>
                  <a:gd name="connsiteY1" fmla="*/ 0 h 282607"/>
                  <a:gd name="connsiteX2" fmla="*/ 3903182 w 3903182"/>
                  <a:gd name="connsiteY2" fmla="*/ 282607 h 282607"/>
                  <a:gd name="connsiteX3" fmla="*/ 0 w 3903182"/>
                  <a:gd name="connsiteY3" fmla="*/ 282607 h 282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03182" h="282607">
                    <a:moveTo>
                      <a:pt x="0" y="0"/>
                    </a:moveTo>
                    <a:lnTo>
                      <a:pt x="3903182" y="0"/>
                    </a:lnTo>
                    <a:lnTo>
                      <a:pt x="3903182" y="282607"/>
                    </a:lnTo>
                    <a:lnTo>
                      <a:pt x="0" y="282607"/>
                    </a:lnTo>
                    <a:close/>
                  </a:path>
                </a:pathLst>
              </a:custGeom>
              <a:solidFill>
                <a:schemeClr val="accent2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多边形 42" descr="ae81b1ff-806d-4e33-b619-7c4a0842b482"/>
              <p:cNvSpPr/>
              <p:nvPr/>
            </p:nvSpPr>
            <p:spPr>
              <a:xfrm flipH="1">
                <a:off x="400300" y="1104308"/>
                <a:ext cx="4269397" cy="4247391"/>
              </a:xfrm>
              <a:custGeom>
                <a:avLst/>
                <a:gdLst>
                  <a:gd name="connsiteX0" fmla="*/ 212711 w 2997549"/>
                  <a:gd name="connsiteY0" fmla="*/ 2982100 h 2982099"/>
                  <a:gd name="connsiteX1" fmla="*/ 110406 w 2997549"/>
                  <a:gd name="connsiteY1" fmla="*/ 2885353 h 2982099"/>
                  <a:gd name="connsiteX2" fmla="*/ 6406 w 2997549"/>
                  <a:gd name="connsiteY2" fmla="*/ 2786157 h 2982099"/>
                  <a:gd name="connsiteX3" fmla="*/ 0 w 2997549"/>
                  <a:gd name="connsiteY3" fmla="*/ 2780033 h 2982099"/>
                  <a:gd name="connsiteX4" fmla="*/ 6406 w 2997549"/>
                  <a:gd name="connsiteY4" fmla="*/ 2773345 h 2982099"/>
                  <a:gd name="connsiteX5" fmla="*/ 687778 w 2997549"/>
                  <a:gd name="connsiteY5" fmla="*/ 2074733 h 2982099"/>
                  <a:gd name="connsiteX6" fmla="*/ 1379136 w 2997549"/>
                  <a:gd name="connsiteY6" fmla="*/ 1386013 h 2982099"/>
                  <a:gd name="connsiteX7" fmla="*/ 1728913 w 2997549"/>
                  <a:gd name="connsiteY7" fmla="*/ 1045751 h 2982099"/>
                  <a:gd name="connsiteX8" fmla="*/ 2077183 w 2997549"/>
                  <a:gd name="connsiteY8" fmla="*/ 703981 h 2982099"/>
                  <a:gd name="connsiteX9" fmla="*/ 2249763 w 2997549"/>
                  <a:gd name="connsiteY9" fmla="*/ 531589 h 2982099"/>
                  <a:gd name="connsiteX10" fmla="*/ 2421590 w 2997549"/>
                  <a:gd name="connsiteY10" fmla="*/ 358349 h 2982099"/>
                  <a:gd name="connsiteX11" fmla="*/ 2762983 w 2997549"/>
                  <a:gd name="connsiteY11" fmla="*/ 9797 h 2982099"/>
                  <a:gd name="connsiteX12" fmla="*/ 2772592 w 2997549"/>
                  <a:gd name="connsiteY12" fmla="*/ 0 h 2982099"/>
                  <a:gd name="connsiteX13" fmla="*/ 2782671 w 2997549"/>
                  <a:gd name="connsiteY13" fmla="*/ 9797 h 2982099"/>
                  <a:gd name="connsiteX14" fmla="*/ 2985114 w 2997549"/>
                  <a:gd name="connsiteY14" fmla="*/ 207059 h 2982099"/>
                  <a:gd name="connsiteX15" fmla="*/ 2997549 w 2997549"/>
                  <a:gd name="connsiteY15" fmla="*/ 219117 h 2982099"/>
                  <a:gd name="connsiteX16" fmla="*/ 2985114 w 2997549"/>
                  <a:gd name="connsiteY16" fmla="*/ 231834 h 2982099"/>
                  <a:gd name="connsiteX17" fmla="*/ 2641932 w 2997549"/>
                  <a:gd name="connsiteY17" fmla="*/ 581517 h 2982099"/>
                  <a:gd name="connsiteX18" fmla="*/ 2296677 w 2997549"/>
                  <a:gd name="connsiteY18" fmla="*/ 929975 h 2982099"/>
                  <a:gd name="connsiteX19" fmla="*/ 1602869 w 2997549"/>
                  <a:gd name="connsiteY19" fmla="*/ 1623877 h 2982099"/>
                  <a:gd name="connsiteX20" fmla="*/ 1428782 w 2997549"/>
                  <a:gd name="connsiteY20" fmla="*/ 1795986 h 2982099"/>
                  <a:gd name="connsiteX21" fmla="*/ 1254505 w 2997549"/>
                  <a:gd name="connsiteY21" fmla="*/ 1966965 h 2982099"/>
                  <a:gd name="connsiteX22" fmla="*/ 906424 w 2997549"/>
                  <a:gd name="connsiteY22" fmla="*/ 2308263 h 2982099"/>
                  <a:gd name="connsiteX23" fmla="*/ 559002 w 2997549"/>
                  <a:gd name="connsiteY23" fmla="*/ 2646642 h 2982099"/>
                  <a:gd name="connsiteX24" fmla="*/ 212711 w 2997549"/>
                  <a:gd name="connsiteY24" fmla="*/ 2982100 h 2982099"/>
                  <a:gd name="connsiteX25" fmla="*/ 212711 w 2997549"/>
                  <a:gd name="connsiteY25" fmla="*/ 2977013 h 2982099"/>
                  <a:gd name="connsiteX26" fmla="*/ 556553 w 2997549"/>
                  <a:gd name="connsiteY26" fmla="*/ 2622243 h 2982099"/>
                  <a:gd name="connsiteX27" fmla="*/ 899076 w 2997549"/>
                  <a:gd name="connsiteY27" fmla="*/ 2270676 h 2982099"/>
                  <a:gd name="connsiteX28" fmla="*/ 1240940 w 2997549"/>
                  <a:gd name="connsiteY28" fmla="*/ 1922030 h 2982099"/>
                  <a:gd name="connsiteX29" fmla="*/ 1411636 w 2997549"/>
                  <a:gd name="connsiteY29" fmla="*/ 1748036 h 2982099"/>
                  <a:gd name="connsiteX30" fmla="*/ 1582521 w 2997549"/>
                  <a:gd name="connsiteY30" fmla="*/ 1575079 h 2982099"/>
                  <a:gd name="connsiteX31" fmla="*/ 2268698 w 2997549"/>
                  <a:gd name="connsiteY31" fmla="*/ 888996 h 2982099"/>
                  <a:gd name="connsiteX32" fmla="*/ 2613482 w 2997549"/>
                  <a:gd name="connsiteY32" fmla="*/ 547510 h 2982099"/>
                  <a:gd name="connsiteX33" fmla="*/ 2960245 w 2997549"/>
                  <a:gd name="connsiteY33" fmla="*/ 207153 h 2982099"/>
                  <a:gd name="connsiteX34" fmla="*/ 2960245 w 2997549"/>
                  <a:gd name="connsiteY34" fmla="*/ 232023 h 2982099"/>
                  <a:gd name="connsiteX35" fmla="*/ 2762983 w 2997549"/>
                  <a:gd name="connsiteY35" fmla="*/ 29580 h 2982099"/>
                  <a:gd name="connsiteX36" fmla="*/ 2782671 w 2997549"/>
                  <a:gd name="connsiteY36" fmla="*/ 29580 h 2982099"/>
                  <a:gd name="connsiteX37" fmla="*/ 2434119 w 2997549"/>
                  <a:gd name="connsiteY37" fmla="*/ 370973 h 2982099"/>
                  <a:gd name="connsiteX38" fmla="*/ 2260879 w 2997549"/>
                  <a:gd name="connsiteY38" fmla="*/ 542799 h 2982099"/>
                  <a:gd name="connsiteX39" fmla="*/ 2088487 w 2997549"/>
                  <a:gd name="connsiteY39" fmla="*/ 715380 h 2982099"/>
                  <a:gd name="connsiteX40" fmla="*/ 1746718 w 2997549"/>
                  <a:gd name="connsiteY40" fmla="*/ 1063650 h 2982099"/>
                  <a:gd name="connsiteX41" fmla="*/ 1406455 w 2997549"/>
                  <a:gd name="connsiteY41" fmla="*/ 1413426 h 2982099"/>
                  <a:gd name="connsiteX42" fmla="*/ 717735 w 2997549"/>
                  <a:gd name="connsiteY42" fmla="*/ 2104784 h 2982099"/>
                  <a:gd name="connsiteX43" fmla="*/ 19123 w 2997549"/>
                  <a:gd name="connsiteY43" fmla="*/ 2786157 h 2982099"/>
                  <a:gd name="connsiteX44" fmla="*/ 19123 w 2997549"/>
                  <a:gd name="connsiteY44" fmla="*/ 2773345 h 2982099"/>
                  <a:gd name="connsiteX45" fmla="*/ 212711 w 2997549"/>
                  <a:gd name="connsiteY45" fmla="*/ 2977013 h 2982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2997549" h="2982099">
                    <a:moveTo>
                      <a:pt x="212711" y="2982100"/>
                    </a:moveTo>
                    <a:lnTo>
                      <a:pt x="110406" y="2885353"/>
                    </a:lnTo>
                    <a:lnTo>
                      <a:pt x="6406" y="2786157"/>
                    </a:lnTo>
                    <a:lnTo>
                      <a:pt x="0" y="2780033"/>
                    </a:lnTo>
                    <a:lnTo>
                      <a:pt x="6406" y="2773345"/>
                    </a:lnTo>
                    <a:cubicBezTo>
                      <a:pt x="231552" y="2538496"/>
                      <a:pt x="459335" y="2306285"/>
                      <a:pt x="687778" y="2074733"/>
                    </a:cubicBezTo>
                    <a:cubicBezTo>
                      <a:pt x="916692" y="1843653"/>
                      <a:pt x="1145701" y="1612666"/>
                      <a:pt x="1379136" y="1386013"/>
                    </a:cubicBezTo>
                    <a:lnTo>
                      <a:pt x="1728913" y="1045751"/>
                    </a:lnTo>
                    <a:cubicBezTo>
                      <a:pt x="1845631" y="932518"/>
                      <a:pt x="1961972" y="818815"/>
                      <a:pt x="2077183" y="703981"/>
                    </a:cubicBezTo>
                    <a:cubicBezTo>
                      <a:pt x="2134929" y="646706"/>
                      <a:pt x="2192582" y="589336"/>
                      <a:pt x="2249763" y="531589"/>
                    </a:cubicBezTo>
                    <a:cubicBezTo>
                      <a:pt x="2307227" y="474031"/>
                      <a:pt x="2364503" y="416379"/>
                      <a:pt x="2421590" y="358349"/>
                    </a:cubicBezTo>
                    <a:cubicBezTo>
                      <a:pt x="2535953" y="242762"/>
                      <a:pt x="2649185" y="125950"/>
                      <a:pt x="2762983" y="9797"/>
                    </a:cubicBezTo>
                    <a:lnTo>
                      <a:pt x="2772592" y="0"/>
                    </a:lnTo>
                    <a:lnTo>
                      <a:pt x="2782671" y="9797"/>
                    </a:lnTo>
                    <a:lnTo>
                      <a:pt x="2985114" y="207059"/>
                    </a:lnTo>
                    <a:lnTo>
                      <a:pt x="2997549" y="219117"/>
                    </a:lnTo>
                    <a:lnTo>
                      <a:pt x="2985114" y="231834"/>
                    </a:lnTo>
                    <a:cubicBezTo>
                      <a:pt x="2871411" y="348835"/>
                      <a:pt x="2756389" y="464799"/>
                      <a:pt x="2641932" y="581517"/>
                    </a:cubicBezTo>
                    <a:lnTo>
                      <a:pt x="2296677" y="929975"/>
                    </a:lnTo>
                    <a:cubicBezTo>
                      <a:pt x="2066349" y="1162375"/>
                      <a:pt x="1835175" y="1394586"/>
                      <a:pt x="1602869" y="1623877"/>
                    </a:cubicBezTo>
                    <a:lnTo>
                      <a:pt x="1428782" y="1795986"/>
                    </a:lnTo>
                    <a:lnTo>
                      <a:pt x="1254505" y="1966965"/>
                    </a:lnTo>
                    <a:lnTo>
                      <a:pt x="906424" y="2308263"/>
                    </a:lnTo>
                    <a:lnTo>
                      <a:pt x="559002" y="2646642"/>
                    </a:lnTo>
                    <a:lnTo>
                      <a:pt x="212711" y="2982100"/>
                    </a:lnTo>
                    <a:close/>
                    <a:moveTo>
                      <a:pt x="212711" y="2977013"/>
                    </a:moveTo>
                    <a:lnTo>
                      <a:pt x="556553" y="2622243"/>
                    </a:lnTo>
                    <a:lnTo>
                      <a:pt x="899076" y="2270676"/>
                    </a:lnTo>
                    <a:lnTo>
                      <a:pt x="1240940" y="1922030"/>
                    </a:lnTo>
                    <a:lnTo>
                      <a:pt x="1411636" y="1748036"/>
                    </a:lnTo>
                    <a:lnTo>
                      <a:pt x="1582521" y="1575079"/>
                    </a:lnTo>
                    <a:cubicBezTo>
                      <a:pt x="1810211" y="1344281"/>
                      <a:pt x="2038936" y="1116592"/>
                      <a:pt x="2268698" y="888996"/>
                    </a:cubicBezTo>
                    <a:lnTo>
                      <a:pt x="2613482" y="547510"/>
                    </a:lnTo>
                    <a:cubicBezTo>
                      <a:pt x="2728975" y="434183"/>
                      <a:pt x="2843998" y="320197"/>
                      <a:pt x="2960245" y="207153"/>
                    </a:cubicBezTo>
                    <a:lnTo>
                      <a:pt x="2960245" y="232023"/>
                    </a:lnTo>
                    <a:lnTo>
                      <a:pt x="2762983" y="29580"/>
                    </a:lnTo>
                    <a:lnTo>
                      <a:pt x="2782671" y="29580"/>
                    </a:lnTo>
                    <a:cubicBezTo>
                      <a:pt x="2666519" y="143472"/>
                      <a:pt x="2549707" y="256610"/>
                      <a:pt x="2434119" y="370973"/>
                    </a:cubicBezTo>
                    <a:cubicBezTo>
                      <a:pt x="2376184" y="428060"/>
                      <a:pt x="2318438" y="485335"/>
                      <a:pt x="2260879" y="542799"/>
                    </a:cubicBezTo>
                    <a:cubicBezTo>
                      <a:pt x="2203133" y="600075"/>
                      <a:pt x="2145763" y="657728"/>
                      <a:pt x="2088487" y="715380"/>
                    </a:cubicBezTo>
                    <a:cubicBezTo>
                      <a:pt x="1973748" y="830591"/>
                      <a:pt x="1860044" y="946931"/>
                      <a:pt x="1746718" y="1063650"/>
                    </a:cubicBezTo>
                    <a:lnTo>
                      <a:pt x="1406455" y="1413426"/>
                    </a:lnTo>
                    <a:cubicBezTo>
                      <a:pt x="1179896" y="1646862"/>
                      <a:pt x="948816" y="1875776"/>
                      <a:pt x="717735" y="2104784"/>
                    </a:cubicBezTo>
                    <a:cubicBezTo>
                      <a:pt x="486183" y="2333227"/>
                      <a:pt x="253972" y="2561011"/>
                      <a:pt x="19123" y="2786157"/>
                    </a:cubicBezTo>
                    <a:lnTo>
                      <a:pt x="19123" y="2773345"/>
                    </a:lnTo>
                    <a:lnTo>
                      <a:pt x="212711" y="2977013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 43" descr="87d56234-9178-40fb-aeb1-515f9d924cc2"/>
              <p:cNvSpPr/>
              <p:nvPr/>
            </p:nvSpPr>
            <p:spPr>
              <a:xfrm flipH="1">
                <a:off x="-130624" y="563052"/>
                <a:ext cx="2834295" cy="2837077"/>
              </a:xfrm>
              <a:custGeom>
                <a:avLst/>
                <a:gdLst>
                  <a:gd name="connsiteX0" fmla="*/ 1531757 w 1989962"/>
                  <a:gd name="connsiteY0" fmla="*/ 0 h 1991916"/>
                  <a:gd name="connsiteX1" fmla="*/ 47961 w 1989962"/>
                  <a:gd name="connsiteY1" fmla="*/ 1485680 h 1991916"/>
                  <a:gd name="connsiteX2" fmla="*/ 48055 w 1989962"/>
                  <a:gd name="connsiteY2" fmla="*/ 1717515 h 1991916"/>
                  <a:gd name="connsiteX3" fmla="*/ 274426 w 1989962"/>
                  <a:gd name="connsiteY3" fmla="*/ 1943885 h 1991916"/>
                  <a:gd name="connsiteX4" fmla="*/ 506355 w 1989962"/>
                  <a:gd name="connsiteY4" fmla="*/ 1943791 h 1991916"/>
                  <a:gd name="connsiteX5" fmla="*/ 1989962 w 1989962"/>
                  <a:gd name="connsiteY5" fmla="*/ 458299 h 1991916"/>
                  <a:gd name="connsiteX6" fmla="*/ 1531757 w 1989962"/>
                  <a:gd name="connsiteY6" fmla="*/ 0 h 1991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89962" h="1991916">
                    <a:moveTo>
                      <a:pt x="1531757" y="0"/>
                    </a:moveTo>
                    <a:lnTo>
                      <a:pt x="47961" y="1485680"/>
                    </a:lnTo>
                    <a:cubicBezTo>
                      <a:pt x="-16003" y="1549739"/>
                      <a:pt x="-16003" y="1653456"/>
                      <a:pt x="48055" y="1717515"/>
                    </a:cubicBezTo>
                    <a:lnTo>
                      <a:pt x="274426" y="1943885"/>
                    </a:lnTo>
                    <a:cubicBezTo>
                      <a:pt x="338484" y="2007943"/>
                      <a:pt x="442391" y="2007943"/>
                      <a:pt x="506355" y="1943791"/>
                    </a:cubicBezTo>
                    <a:lnTo>
                      <a:pt x="1989962" y="458299"/>
                    </a:lnTo>
                    <a:lnTo>
                      <a:pt x="153175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 44" descr="fda36d91-7f1f-4dc8-8e24-3e17b646d252"/>
              <p:cNvSpPr/>
              <p:nvPr/>
            </p:nvSpPr>
            <p:spPr>
              <a:xfrm flipH="1">
                <a:off x="-169131" y="559429"/>
                <a:ext cx="2883561" cy="2859268"/>
              </a:xfrm>
              <a:custGeom>
                <a:avLst/>
                <a:gdLst>
                  <a:gd name="connsiteX0" fmla="*/ 1539311 w 2024552"/>
                  <a:gd name="connsiteY0" fmla="*/ 5087 h 2007496"/>
                  <a:gd name="connsiteX1" fmla="*/ 660206 w 2024552"/>
                  <a:gd name="connsiteY1" fmla="*/ 913113 h 2007496"/>
                  <a:gd name="connsiteX2" fmla="*/ 437792 w 2024552"/>
                  <a:gd name="connsiteY2" fmla="*/ 1130816 h 2007496"/>
                  <a:gd name="connsiteX3" fmla="*/ 212928 w 2024552"/>
                  <a:gd name="connsiteY3" fmla="*/ 1347296 h 2007496"/>
                  <a:gd name="connsiteX4" fmla="*/ 156501 w 2024552"/>
                  <a:gd name="connsiteY4" fmla="*/ 1401557 h 2007496"/>
                  <a:gd name="connsiteX5" fmla="*/ 100450 w 2024552"/>
                  <a:gd name="connsiteY5" fmla="*/ 1456289 h 2007496"/>
                  <a:gd name="connsiteX6" fmla="*/ 72377 w 2024552"/>
                  <a:gd name="connsiteY6" fmla="*/ 1483702 h 2007496"/>
                  <a:gd name="connsiteX7" fmla="*/ 46565 w 2024552"/>
                  <a:gd name="connsiteY7" fmla="*/ 1511586 h 2007496"/>
                  <a:gd name="connsiteX8" fmla="*/ 17551 w 2024552"/>
                  <a:gd name="connsiteY8" fmla="*/ 1579695 h 2007496"/>
                  <a:gd name="connsiteX9" fmla="*/ 23391 w 2024552"/>
                  <a:gd name="connsiteY9" fmla="*/ 1653645 h 2007496"/>
                  <a:gd name="connsiteX10" fmla="*/ 63145 w 2024552"/>
                  <a:gd name="connsiteY10" fmla="*/ 1716478 h 2007496"/>
                  <a:gd name="connsiteX11" fmla="*/ 175153 w 2024552"/>
                  <a:gd name="connsiteY11" fmla="*/ 1826979 h 2007496"/>
                  <a:gd name="connsiteX12" fmla="*/ 287914 w 2024552"/>
                  <a:gd name="connsiteY12" fmla="*/ 1936631 h 2007496"/>
                  <a:gd name="connsiteX13" fmla="*/ 421494 w 2024552"/>
                  <a:gd name="connsiteY13" fmla="*/ 1978646 h 2007496"/>
                  <a:gd name="connsiteX14" fmla="*/ 486306 w 2024552"/>
                  <a:gd name="connsiteY14" fmla="*/ 1949820 h 2007496"/>
                  <a:gd name="connsiteX15" fmla="*/ 499683 w 2024552"/>
                  <a:gd name="connsiteY15" fmla="*/ 1938139 h 2007496"/>
                  <a:gd name="connsiteX16" fmla="*/ 513154 w 2024552"/>
                  <a:gd name="connsiteY16" fmla="*/ 1924479 h 2007496"/>
                  <a:gd name="connsiteX17" fmla="*/ 540379 w 2024552"/>
                  <a:gd name="connsiteY17" fmla="*/ 1896124 h 2007496"/>
                  <a:gd name="connsiteX18" fmla="*/ 649561 w 2024552"/>
                  <a:gd name="connsiteY18" fmla="*/ 1782798 h 2007496"/>
                  <a:gd name="connsiteX19" fmla="*/ 1090055 w 2024552"/>
                  <a:gd name="connsiteY19" fmla="*/ 1333353 h 2007496"/>
                  <a:gd name="connsiteX20" fmla="*/ 1984045 w 2024552"/>
                  <a:gd name="connsiteY20" fmla="*/ 447372 h 2007496"/>
                  <a:gd name="connsiteX21" fmla="*/ 1984045 w 2024552"/>
                  <a:gd name="connsiteY21" fmla="*/ 474219 h 2007496"/>
                  <a:gd name="connsiteX22" fmla="*/ 1763703 w 2024552"/>
                  <a:gd name="connsiteY22" fmla="*/ 242856 h 2007496"/>
                  <a:gd name="connsiteX23" fmla="*/ 1539311 w 2024552"/>
                  <a:gd name="connsiteY23" fmla="*/ 5087 h 2007496"/>
                  <a:gd name="connsiteX24" fmla="*/ 1539311 w 2024552"/>
                  <a:gd name="connsiteY24" fmla="*/ 0 h 2007496"/>
                  <a:gd name="connsiteX25" fmla="*/ 1773124 w 2024552"/>
                  <a:gd name="connsiteY25" fmla="*/ 220436 h 2007496"/>
                  <a:gd name="connsiteX26" fmla="*/ 2010987 w 2024552"/>
                  <a:gd name="connsiteY26" fmla="*/ 447372 h 2007496"/>
                  <a:gd name="connsiteX27" fmla="*/ 2024552 w 2024552"/>
                  <a:gd name="connsiteY27" fmla="*/ 460277 h 2007496"/>
                  <a:gd name="connsiteX28" fmla="*/ 2011081 w 2024552"/>
                  <a:gd name="connsiteY28" fmla="*/ 474219 h 2007496"/>
                  <a:gd name="connsiteX29" fmla="*/ 1126230 w 2024552"/>
                  <a:gd name="connsiteY29" fmla="*/ 1369245 h 2007496"/>
                  <a:gd name="connsiteX30" fmla="*/ 677351 w 2024552"/>
                  <a:gd name="connsiteY30" fmla="*/ 1810305 h 2007496"/>
                  <a:gd name="connsiteX31" fmla="*/ 564118 w 2024552"/>
                  <a:gd name="connsiteY31" fmla="*/ 1919581 h 2007496"/>
                  <a:gd name="connsiteX32" fmla="*/ 535763 w 2024552"/>
                  <a:gd name="connsiteY32" fmla="*/ 1946900 h 2007496"/>
                  <a:gd name="connsiteX33" fmla="*/ 521162 w 2024552"/>
                  <a:gd name="connsiteY33" fmla="*/ 1960653 h 2007496"/>
                  <a:gd name="connsiteX34" fmla="*/ 504488 w 2024552"/>
                  <a:gd name="connsiteY34" fmla="*/ 1974124 h 2007496"/>
                  <a:gd name="connsiteX35" fmla="*/ 425828 w 2024552"/>
                  <a:gd name="connsiteY35" fmla="*/ 2005588 h 2007496"/>
                  <a:gd name="connsiteX36" fmla="*/ 272276 w 2024552"/>
                  <a:gd name="connsiteY36" fmla="*/ 1952081 h 2007496"/>
                  <a:gd name="connsiteX37" fmla="*/ 162624 w 2024552"/>
                  <a:gd name="connsiteY37" fmla="*/ 1839320 h 2007496"/>
                  <a:gd name="connsiteX38" fmla="*/ 52123 w 2024552"/>
                  <a:gd name="connsiteY38" fmla="*/ 1727312 h 2007496"/>
                  <a:gd name="connsiteX39" fmla="*/ 2101 w 2024552"/>
                  <a:gd name="connsiteY39" fmla="*/ 1576869 h 2007496"/>
                  <a:gd name="connsiteX40" fmla="*/ 33471 w 2024552"/>
                  <a:gd name="connsiteY40" fmla="*/ 1501412 h 2007496"/>
                  <a:gd name="connsiteX41" fmla="*/ 60319 w 2024552"/>
                  <a:gd name="connsiteY41" fmla="*/ 1471079 h 2007496"/>
                  <a:gd name="connsiteX42" fmla="*/ 87827 w 2024552"/>
                  <a:gd name="connsiteY42" fmla="*/ 1442818 h 2007496"/>
                  <a:gd name="connsiteX43" fmla="*/ 142935 w 2024552"/>
                  <a:gd name="connsiteY43" fmla="*/ 1386296 h 2007496"/>
                  <a:gd name="connsiteX44" fmla="*/ 197668 w 2024552"/>
                  <a:gd name="connsiteY44" fmla="*/ 1329208 h 2007496"/>
                  <a:gd name="connsiteX45" fmla="*/ 417444 w 2024552"/>
                  <a:gd name="connsiteY45" fmla="*/ 1100389 h 2007496"/>
                  <a:gd name="connsiteX46" fmla="*/ 639764 w 2024552"/>
                  <a:gd name="connsiteY46" fmla="*/ 872794 h 2007496"/>
                  <a:gd name="connsiteX47" fmla="*/ 1539311 w 2024552"/>
                  <a:gd name="connsiteY47" fmla="*/ 0 h 200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024552" h="2007496">
                    <a:moveTo>
                      <a:pt x="1539311" y="5087"/>
                    </a:moveTo>
                    <a:cubicBezTo>
                      <a:pt x="1243324" y="318313"/>
                      <a:pt x="953743" y="618256"/>
                      <a:pt x="660206" y="913113"/>
                    </a:cubicBezTo>
                    <a:cubicBezTo>
                      <a:pt x="586727" y="986591"/>
                      <a:pt x="512589" y="1058939"/>
                      <a:pt x="437792" y="1130816"/>
                    </a:cubicBezTo>
                    <a:lnTo>
                      <a:pt x="212928" y="1347296"/>
                    </a:lnTo>
                    <a:lnTo>
                      <a:pt x="156501" y="1401557"/>
                    </a:lnTo>
                    <a:lnTo>
                      <a:pt x="100450" y="1456289"/>
                    </a:lnTo>
                    <a:lnTo>
                      <a:pt x="72377" y="1483702"/>
                    </a:lnTo>
                    <a:cubicBezTo>
                      <a:pt x="62957" y="1493028"/>
                      <a:pt x="53819" y="1501506"/>
                      <a:pt x="46565" y="1511586"/>
                    </a:cubicBezTo>
                    <a:cubicBezTo>
                      <a:pt x="31681" y="1531463"/>
                      <a:pt x="21319" y="1554920"/>
                      <a:pt x="17551" y="1579695"/>
                    </a:cubicBezTo>
                    <a:cubicBezTo>
                      <a:pt x="13689" y="1604282"/>
                      <a:pt x="15102" y="1630000"/>
                      <a:pt x="23391" y="1653645"/>
                    </a:cubicBezTo>
                    <a:cubicBezTo>
                      <a:pt x="31493" y="1677290"/>
                      <a:pt x="44870" y="1698956"/>
                      <a:pt x="63145" y="1716478"/>
                    </a:cubicBezTo>
                    <a:cubicBezTo>
                      <a:pt x="100261" y="1753500"/>
                      <a:pt x="137660" y="1790334"/>
                      <a:pt x="175153" y="1826979"/>
                    </a:cubicBezTo>
                    <a:cubicBezTo>
                      <a:pt x="212458" y="1863812"/>
                      <a:pt x="250233" y="1900269"/>
                      <a:pt x="287914" y="1936631"/>
                    </a:cubicBezTo>
                    <a:cubicBezTo>
                      <a:pt x="322864" y="1971581"/>
                      <a:pt x="374016" y="1987595"/>
                      <a:pt x="421494" y="1978646"/>
                    </a:cubicBezTo>
                    <a:cubicBezTo>
                      <a:pt x="445234" y="1974690"/>
                      <a:pt x="467560" y="1964422"/>
                      <a:pt x="486306" y="1949820"/>
                    </a:cubicBezTo>
                    <a:cubicBezTo>
                      <a:pt x="491205" y="1946429"/>
                      <a:pt x="495444" y="1942189"/>
                      <a:pt x="499683" y="1938139"/>
                    </a:cubicBezTo>
                    <a:cubicBezTo>
                      <a:pt x="503922" y="1934371"/>
                      <a:pt x="508727" y="1928907"/>
                      <a:pt x="513154" y="1924479"/>
                    </a:cubicBezTo>
                    <a:lnTo>
                      <a:pt x="540379" y="1896124"/>
                    </a:lnTo>
                    <a:lnTo>
                      <a:pt x="649561" y="1782798"/>
                    </a:lnTo>
                    <a:cubicBezTo>
                      <a:pt x="795387" y="1631978"/>
                      <a:pt x="943004" y="1482948"/>
                      <a:pt x="1090055" y="1333353"/>
                    </a:cubicBezTo>
                    <a:cubicBezTo>
                      <a:pt x="1383875" y="1033881"/>
                      <a:pt x="1682783" y="739402"/>
                      <a:pt x="1984045" y="447372"/>
                    </a:cubicBezTo>
                    <a:lnTo>
                      <a:pt x="1984045" y="474219"/>
                    </a:lnTo>
                    <a:lnTo>
                      <a:pt x="1763703" y="242856"/>
                    </a:lnTo>
                    <a:lnTo>
                      <a:pt x="1539311" y="5087"/>
                    </a:lnTo>
                    <a:close/>
                    <a:moveTo>
                      <a:pt x="1539311" y="0"/>
                    </a:moveTo>
                    <a:lnTo>
                      <a:pt x="1773124" y="220436"/>
                    </a:lnTo>
                    <a:lnTo>
                      <a:pt x="2010987" y="447372"/>
                    </a:lnTo>
                    <a:lnTo>
                      <a:pt x="2024552" y="460277"/>
                    </a:lnTo>
                    <a:lnTo>
                      <a:pt x="2011081" y="474219"/>
                    </a:lnTo>
                    <a:cubicBezTo>
                      <a:pt x="1719428" y="775858"/>
                      <a:pt x="1425419" y="1075142"/>
                      <a:pt x="1126230" y="1369245"/>
                    </a:cubicBezTo>
                    <a:cubicBezTo>
                      <a:pt x="976823" y="1516485"/>
                      <a:pt x="827982" y="1664384"/>
                      <a:pt x="677351" y="1810305"/>
                    </a:cubicBezTo>
                    <a:lnTo>
                      <a:pt x="564118" y="1919581"/>
                    </a:lnTo>
                    <a:lnTo>
                      <a:pt x="535763" y="1946900"/>
                    </a:lnTo>
                    <a:cubicBezTo>
                      <a:pt x="530865" y="1951515"/>
                      <a:pt x="526814" y="1955849"/>
                      <a:pt x="521162" y="1960653"/>
                    </a:cubicBezTo>
                    <a:cubicBezTo>
                      <a:pt x="515792" y="1965363"/>
                      <a:pt x="510422" y="1970168"/>
                      <a:pt x="504488" y="1974124"/>
                    </a:cubicBezTo>
                    <a:cubicBezTo>
                      <a:pt x="481220" y="1990798"/>
                      <a:pt x="453995" y="2001914"/>
                      <a:pt x="425828" y="2005588"/>
                    </a:cubicBezTo>
                    <a:cubicBezTo>
                      <a:pt x="369494" y="2014255"/>
                      <a:pt x="310240" y="1992871"/>
                      <a:pt x="272276" y="1952081"/>
                    </a:cubicBezTo>
                    <a:cubicBezTo>
                      <a:pt x="235820" y="1914399"/>
                      <a:pt x="199457" y="1876624"/>
                      <a:pt x="162624" y="1839320"/>
                    </a:cubicBezTo>
                    <a:cubicBezTo>
                      <a:pt x="125979" y="1801827"/>
                      <a:pt x="89145" y="1764428"/>
                      <a:pt x="52123" y="1727312"/>
                    </a:cubicBezTo>
                    <a:cubicBezTo>
                      <a:pt x="12841" y="1689159"/>
                      <a:pt x="-6754" y="1631224"/>
                      <a:pt x="2101" y="1576869"/>
                    </a:cubicBezTo>
                    <a:cubicBezTo>
                      <a:pt x="5964" y="1549644"/>
                      <a:pt x="17174" y="1523550"/>
                      <a:pt x="33471" y="1501412"/>
                    </a:cubicBezTo>
                    <a:cubicBezTo>
                      <a:pt x="41478" y="1490202"/>
                      <a:pt x="51370" y="1480311"/>
                      <a:pt x="60319" y="1471079"/>
                    </a:cubicBezTo>
                    <a:lnTo>
                      <a:pt x="87827" y="1442818"/>
                    </a:lnTo>
                    <a:lnTo>
                      <a:pt x="142935" y="1386296"/>
                    </a:lnTo>
                    <a:lnTo>
                      <a:pt x="197668" y="1329208"/>
                    </a:lnTo>
                    <a:lnTo>
                      <a:pt x="417444" y="1100389"/>
                    </a:lnTo>
                    <a:cubicBezTo>
                      <a:pt x="490828" y="1023802"/>
                      <a:pt x="564966" y="947779"/>
                      <a:pt x="639764" y="872794"/>
                    </a:cubicBezTo>
                    <a:cubicBezTo>
                      <a:pt x="939047" y="574169"/>
                      <a:pt x="1242382" y="280443"/>
                      <a:pt x="1539311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任意多边形 45" descr="0b0d7bfa-33c3-4b07-a812-010c8d6fa258"/>
              <p:cNvSpPr/>
              <p:nvPr/>
            </p:nvSpPr>
            <p:spPr>
              <a:xfrm rot="2700000" flipH="1">
                <a:off x="4295138" y="4998389"/>
                <a:ext cx="428008" cy="428008"/>
              </a:xfrm>
              <a:custGeom>
                <a:avLst/>
                <a:gdLst>
                  <a:gd name="connsiteX0" fmla="*/ 300506 w 300505"/>
                  <a:gd name="connsiteY0" fmla="*/ 150253 h 300505"/>
                  <a:gd name="connsiteX1" fmla="*/ 150253 w 300505"/>
                  <a:gd name="connsiteY1" fmla="*/ 300506 h 300505"/>
                  <a:gd name="connsiteX2" fmla="*/ 0 w 300505"/>
                  <a:gd name="connsiteY2" fmla="*/ 150253 h 300505"/>
                  <a:gd name="connsiteX3" fmla="*/ 150253 w 300505"/>
                  <a:gd name="connsiteY3" fmla="*/ 0 h 300505"/>
                  <a:gd name="connsiteX4" fmla="*/ 300506 w 300505"/>
                  <a:gd name="connsiteY4" fmla="*/ 150253 h 300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505" h="300505">
                    <a:moveTo>
                      <a:pt x="300506" y="150253"/>
                    </a:moveTo>
                    <a:cubicBezTo>
                      <a:pt x="300506" y="233235"/>
                      <a:pt x="233235" y="300506"/>
                      <a:pt x="150253" y="300506"/>
                    </a:cubicBezTo>
                    <a:cubicBezTo>
                      <a:pt x="67270" y="300506"/>
                      <a:pt x="0" y="233235"/>
                      <a:pt x="0" y="150253"/>
                    </a:cubicBezTo>
                    <a:cubicBezTo>
                      <a:pt x="0" y="67270"/>
                      <a:pt x="67270" y="0"/>
                      <a:pt x="150253" y="0"/>
                    </a:cubicBezTo>
                    <a:cubicBezTo>
                      <a:pt x="233235" y="0"/>
                      <a:pt x="300506" y="67270"/>
                      <a:pt x="300506" y="15025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" name="任意多边形 46" descr="a216a059-3e5e-427f-b37c-d053012cb931"/>
              <p:cNvSpPr/>
              <p:nvPr/>
            </p:nvSpPr>
            <p:spPr>
              <a:xfrm flipH="1">
                <a:off x="4273619" y="4987053"/>
                <a:ext cx="466383" cy="441394"/>
              </a:xfrm>
              <a:custGeom>
                <a:avLst/>
                <a:gdLst>
                  <a:gd name="connsiteX0" fmla="*/ 162122 w 327448"/>
                  <a:gd name="connsiteY0" fmla="*/ 309904 h 309903"/>
                  <a:gd name="connsiteX1" fmla="*/ 49549 w 327448"/>
                  <a:gd name="connsiteY1" fmla="*/ 270809 h 309903"/>
                  <a:gd name="connsiteX2" fmla="*/ 11773 w 327448"/>
                  <a:gd name="connsiteY2" fmla="*/ 220505 h 309903"/>
                  <a:gd name="connsiteX3" fmla="*/ 92 w 327448"/>
                  <a:gd name="connsiteY3" fmla="*/ 158236 h 309903"/>
                  <a:gd name="connsiteX4" fmla="*/ 16107 w 327448"/>
                  <a:gd name="connsiteY4" fmla="*/ 97758 h 309903"/>
                  <a:gd name="connsiteX5" fmla="*/ 52658 w 327448"/>
                  <a:gd name="connsiteY5" fmla="*/ 48772 h 309903"/>
                  <a:gd name="connsiteX6" fmla="*/ 162122 w 327448"/>
                  <a:gd name="connsiteY6" fmla="*/ 257 h 309903"/>
                  <a:gd name="connsiteX7" fmla="*/ 223919 w 327448"/>
                  <a:gd name="connsiteY7" fmla="*/ 8924 h 309903"/>
                  <a:gd name="connsiteX8" fmla="*/ 277804 w 327448"/>
                  <a:gd name="connsiteY8" fmla="*/ 42555 h 309903"/>
                  <a:gd name="connsiteX9" fmla="*/ 314543 w 327448"/>
                  <a:gd name="connsiteY9" fmla="*/ 95120 h 309903"/>
                  <a:gd name="connsiteX10" fmla="*/ 327449 w 327448"/>
                  <a:gd name="connsiteY10" fmla="*/ 158236 h 309903"/>
                  <a:gd name="connsiteX11" fmla="*/ 313507 w 327448"/>
                  <a:gd name="connsiteY11" fmla="*/ 220976 h 309903"/>
                  <a:gd name="connsiteX12" fmla="*/ 274977 w 327448"/>
                  <a:gd name="connsiteY12" fmla="*/ 271092 h 309903"/>
                  <a:gd name="connsiteX13" fmla="*/ 162122 w 327448"/>
                  <a:gd name="connsiteY13" fmla="*/ 309904 h 309903"/>
                  <a:gd name="connsiteX14" fmla="*/ 162122 w 327448"/>
                  <a:gd name="connsiteY14" fmla="*/ 307077 h 309903"/>
                  <a:gd name="connsiteX15" fmla="*/ 218173 w 327448"/>
                  <a:gd name="connsiteY15" fmla="*/ 293512 h 309903"/>
                  <a:gd name="connsiteX16" fmla="*/ 261789 w 327448"/>
                  <a:gd name="connsiteY16" fmla="*/ 257904 h 309903"/>
                  <a:gd name="connsiteX17" fmla="*/ 297304 w 327448"/>
                  <a:gd name="connsiteY17" fmla="*/ 158236 h 309903"/>
                  <a:gd name="connsiteX18" fmla="*/ 258963 w 327448"/>
                  <a:gd name="connsiteY18" fmla="*/ 61489 h 309903"/>
                  <a:gd name="connsiteX19" fmla="*/ 162216 w 327448"/>
                  <a:gd name="connsiteY19" fmla="*/ 15801 h 309903"/>
                  <a:gd name="connsiteX20" fmla="*/ 59252 w 327448"/>
                  <a:gd name="connsiteY20" fmla="*/ 55272 h 309903"/>
                  <a:gd name="connsiteX21" fmla="*/ 30614 w 327448"/>
                  <a:gd name="connsiteY21" fmla="*/ 103787 h 309903"/>
                  <a:gd name="connsiteX22" fmla="*/ 23737 w 327448"/>
                  <a:gd name="connsiteY22" fmla="*/ 158331 h 309903"/>
                  <a:gd name="connsiteX23" fmla="*/ 34947 w 327448"/>
                  <a:gd name="connsiteY23" fmla="*/ 210990 h 309903"/>
                  <a:gd name="connsiteX24" fmla="*/ 62266 w 327448"/>
                  <a:gd name="connsiteY24" fmla="*/ 258186 h 309903"/>
                  <a:gd name="connsiteX25" fmla="*/ 106071 w 327448"/>
                  <a:gd name="connsiteY25" fmla="*/ 293795 h 309903"/>
                  <a:gd name="connsiteX26" fmla="*/ 162122 w 327448"/>
                  <a:gd name="connsiteY26" fmla="*/ 307077 h 309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27448" h="309903">
                    <a:moveTo>
                      <a:pt x="162122" y="309904"/>
                    </a:moveTo>
                    <a:cubicBezTo>
                      <a:pt x="122745" y="309621"/>
                      <a:pt x="81955" y="297846"/>
                      <a:pt x="49549" y="270809"/>
                    </a:cubicBezTo>
                    <a:cubicBezTo>
                      <a:pt x="33629" y="257338"/>
                      <a:pt x="20346" y="240099"/>
                      <a:pt x="11773" y="220505"/>
                    </a:cubicBezTo>
                    <a:cubicBezTo>
                      <a:pt x="3201" y="201004"/>
                      <a:pt x="-661" y="179432"/>
                      <a:pt x="92" y="158236"/>
                    </a:cubicBezTo>
                    <a:cubicBezTo>
                      <a:pt x="1034" y="137041"/>
                      <a:pt x="6781" y="116316"/>
                      <a:pt x="16107" y="97758"/>
                    </a:cubicBezTo>
                    <a:cubicBezTo>
                      <a:pt x="25433" y="79200"/>
                      <a:pt x="37962" y="62714"/>
                      <a:pt x="52658" y="48772"/>
                    </a:cubicBezTo>
                    <a:cubicBezTo>
                      <a:pt x="81861" y="20794"/>
                      <a:pt x="120672" y="2895"/>
                      <a:pt x="162122" y="257"/>
                    </a:cubicBezTo>
                    <a:cubicBezTo>
                      <a:pt x="182752" y="-873"/>
                      <a:pt x="204042" y="1670"/>
                      <a:pt x="223919" y="8924"/>
                    </a:cubicBezTo>
                    <a:cubicBezTo>
                      <a:pt x="243890" y="16084"/>
                      <a:pt x="262260" y="27765"/>
                      <a:pt x="277804" y="42555"/>
                    </a:cubicBezTo>
                    <a:cubicBezTo>
                      <a:pt x="293347" y="57251"/>
                      <a:pt x="305970" y="75243"/>
                      <a:pt x="314543" y="95120"/>
                    </a:cubicBezTo>
                    <a:cubicBezTo>
                      <a:pt x="323304" y="114903"/>
                      <a:pt x="327449" y="136664"/>
                      <a:pt x="327449" y="158236"/>
                    </a:cubicBezTo>
                    <a:cubicBezTo>
                      <a:pt x="326884" y="179809"/>
                      <a:pt x="322644" y="201476"/>
                      <a:pt x="313507" y="220976"/>
                    </a:cubicBezTo>
                    <a:cubicBezTo>
                      <a:pt x="304746" y="240570"/>
                      <a:pt x="291086" y="257715"/>
                      <a:pt x="274977" y="271092"/>
                    </a:cubicBezTo>
                    <a:cubicBezTo>
                      <a:pt x="242477" y="298034"/>
                      <a:pt x="201499" y="309904"/>
                      <a:pt x="162122" y="309904"/>
                    </a:cubicBezTo>
                    <a:close/>
                    <a:moveTo>
                      <a:pt x="162122" y="307077"/>
                    </a:moveTo>
                    <a:cubicBezTo>
                      <a:pt x="181622" y="306983"/>
                      <a:pt x="201028" y="302179"/>
                      <a:pt x="218173" y="293512"/>
                    </a:cubicBezTo>
                    <a:cubicBezTo>
                      <a:pt x="235412" y="284846"/>
                      <a:pt x="250014" y="272223"/>
                      <a:pt x="261789" y="257904"/>
                    </a:cubicBezTo>
                    <a:cubicBezTo>
                      <a:pt x="284775" y="228889"/>
                      <a:pt x="297869" y="193845"/>
                      <a:pt x="297304" y="158236"/>
                    </a:cubicBezTo>
                    <a:cubicBezTo>
                      <a:pt x="297115" y="122816"/>
                      <a:pt x="283550" y="87678"/>
                      <a:pt x="258963" y="61489"/>
                    </a:cubicBezTo>
                    <a:cubicBezTo>
                      <a:pt x="234187" y="35583"/>
                      <a:pt x="199615" y="18533"/>
                      <a:pt x="162216" y="15801"/>
                    </a:cubicBezTo>
                    <a:cubicBezTo>
                      <a:pt x="124912" y="12881"/>
                      <a:pt x="85535" y="27388"/>
                      <a:pt x="59252" y="55272"/>
                    </a:cubicBezTo>
                    <a:cubicBezTo>
                      <a:pt x="46158" y="69120"/>
                      <a:pt x="36360" y="85983"/>
                      <a:pt x="30614" y="103787"/>
                    </a:cubicBezTo>
                    <a:cubicBezTo>
                      <a:pt x="24868" y="121591"/>
                      <a:pt x="22889" y="140149"/>
                      <a:pt x="23737" y="158331"/>
                    </a:cubicBezTo>
                    <a:cubicBezTo>
                      <a:pt x="24679" y="176512"/>
                      <a:pt x="28447" y="194222"/>
                      <a:pt x="34947" y="210990"/>
                    </a:cubicBezTo>
                    <a:cubicBezTo>
                      <a:pt x="41447" y="227758"/>
                      <a:pt x="50397" y="243867"/>
                      <a:pt x="62266" y="258186"/>
                    </a:cubicBezTo>
                    <a:cubicBezTo>
                      <a:pt x="74042" y="272505"/>
                      <a:pt x="88832" y="285128"/>
                      <a:pt x="106071" y="293795"/>
                    </a:cubicBezTo>
                    <a:cubicBezTo>
                      <a:pt x="123216" y="302367"/>
                      <a:pt x="142622" y="307172"/>
                      <a:pt x="162122" y="307077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任意多边形 47" descr="10df328e-fe72-4567-990f-012d6a803bbf"/>
              <p:cNvSpPr/>
              <p:nvPr/>
            </p:nvSpPr>
            <p:spPr>
              <a:xfrm flipH="1">
                <a:off x="4435700" y="5139035"/>
                <a:ext cx="146785" cy="146785"/>
              </a:xfrm>
              <a:custGeom>
                <a:avLst/>
                <a:gdLst>
                  <a:gd name="connsiteX0" fmla="*/ 103058 w 103058"/>
                  <a:gd name="connsiteY0" fmla="*/ 51529 h 103058"/>
                  <a:gd name="connsiteX1" fmla="*/ 51529 w 103058"/>
                  <a:gd name="connsiteY1" fmla="*/ 103058 h 103058"/>
                  <a:gd name="connsiteX2" fmla="*/ 0 w 103058"/>
                  <a:gd name="connsiteY2" fmla="*/ 51529 h 103058"/>
                  <a:gd name="connsiteX3" fmla="*/ 51529 w 103058"/>
                  <a:gd name="connsiteY3" fmla="*/ 0 h 103058"/>
                  <a:gd name="connsiteX4" fmla="*/ 103058 w 103058"/>
                  <a:gd name="connsiteY4" fmla="*/ 51529 h 103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058" h="103058">
                    <a:moveTo>
                      <a:pt x="103058" y="51529"/>
                    </a:moveTo>
                    <a:cubicBezTo>
                      <a:pt x="103058" y="79988"/>
                      <a:pt x="79988" y="103058"/>
                      <a:pt x="51529" y="103058"/>
                    </a:cubicBezTo>
                    <a:cubicBezTo>
                      <a:pt x="23070" y="103058"/>
                      <a:pt x="0" y="79988"/>
                      <a:pt x="0" y="51529"/>
                    </a:cubicBezTo>
                    <a:cubicBezTo>
                      <a:pt x="0" y="23070"/>
                      <a:pt x="23070" y="0"/>
                      <a:pt x="51529" y="0"/>
                    </a:cubicBezTo>
                    <a:cubicBezTo>
                      <a:pt x="79988" y="0"/>
                      <a:pt x="103058" y="23070"/>
                      <a:pt x="103058" y="51529"/>
                    </a:cubicBezTo>
                    <a:close/>
                  </a:path>
                </a:pathLst>
              </a:custGeom>
              <a:solidFill>
                <a:srgbClr val="44263F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" name="任意多边形 48" descr="91a21f16-ed7f-4149-9352-1363eaa70675"/>
              <p:cNvSpPr/>
              <p:nvPr/>
            </p:nvSpPr>
            <p:spPr>
              <a:xfrm flipH="1">
                <a:off x="502676" y="1197424"/>
                <a:ext cx="697969" cy="697835"/>
              </a:xfrm>
              <a:custGeom>
                <a:avLst/>
                <a:gdLst>
                  <a:gd name="connsiteX0" fmla="*/ 0 w 490045"/>
                  <a:gd name="connsiteY0" fmla="*/ 0 h 489951"/>
                  <a:gd name="connsiteX1" fmla="*/ 490046 w 490045"/>
                  <a:gd name="connsiteY1" fmla="*/ 489951 h 489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0045" h="489951">
                    <a:moveTo>
                      <a:pt x="0" y="0"/>
                    </a:moveTo>
                    <a:lnTo>
                      <a:pt x="490046" y="489951"/>
                    </a:lnTo>
                  </a:path>
                </a:pathLst>
              </a:custGeom>
              <a:ln w="5417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" name="任意多边形 49" descr="e9f41ca3-f3ce-4351-9423-d6fb526467d9"/>
              <p:cNvSpPr/>
              <p:nvPr/>
            </p:nvSpPr>
            <p:spPr>
              <a:xfrm flipH="1">
                <a:off x="651607" y="1346222"/>
                <a:ext cx="697835" cy="697969"/>
              </a:xfrm>
              <a:custGeom>
                <a:avLst/>
                <a:gdLst>
                  <a:gd name="connsiteX0" fmla="*/ 0 w 489951"/>
                  <a:gd name="connsiteY0" fmla="*/ 0 h 490045"/>
                  <a:gd name="connsiteX1" fmla="*/ 489951 w 489951"/>
                  <a:gd name="connsiteY1" fmla="*/ 490045 h 490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89951" h="490045">
                    <a:moveTo>
                      <a:pt x="0" y="0"/>
                    </a:moveTo>
                    <a:lnTo>
                      <a:pt x="489951" y="490045"/>
                    </a:lnTo>
                  </a:path>
                </a:pathLst>
              </a:custGeom>
              <a:ln w="5417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" name="任意多边形 50" descr="2e273a4c-0432-4678-b7cb-cdebf7ed9d02"/>
              <p:cNvSpPr/>
              <p:nvPr/>
            </p:nvSpPr>
            <p:spPr>
              <a:xfrm flipH="1">
                <a:off x="800406" y="1495155"/>
                <a:ext cx="697969" cy="697835"/>
              </a:xfrm>
              <a:custGeom>
                <a:avLst/>
                <a:gdLst>
                  <a:gd name="connsiteX0" fmla="*/ 0 w 490045"/>
                  <a:gd name="connsiteY0" fmla="*/ 0 h 489951"/>
                  <a:gd name="connsiteX1" fmla="*/ 490045 w 490045"/>
                  <a:gd name="connsiteY1" fmla="*/ 489951 h 489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0045" h="489951">
                    <a:moveTo>
                      <a:pt x="0" y="0"/>
                    </a:moveTo>
                    <a:lnTo>
                      <a:pt x="490045" y="489951"/>
                    </a:lnTo>
                  </a:path>
                </a:pathLst>
              </a:custGeom>
              <a:ln w="5417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" name="任意多边形 51" descr="42a45843-25f8-4af0-b8ba-eb503a4f4c47"/>
              <p:cNvSpPr/>
              <p:nvPr/>
            </p:nvSpPr>
            <p:spPr>
              <a:xfrm flipH="1">
                <a:off x="949339" y="1643952"/>
                <a:ext cx="697969" cy="697969"/>
              </a:xfrm>
              <a:custGeom>
                <a:avLst/>
                <a:gdLst>
                  <a:gd name="connsiteX0" fmla="*/ 0 w 490045"/>
                  <a:gd name="connsiteY0" fmla="*/ 0 h 490045"/>
                  <a:gd name="connsiteX1" fmla="*/ 490046 w 490045"/>
                  <a:gd name="connsiteY1" fmla="*/ 490045 h 490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0045" h="490045">
                    <a:moveTo>
                      <a:pt x="0" y="0"/>
                    </a:moveTo>
                    <a:lnTo>
                      <a:pt x="490046" y="490045"/>
                    </a:lnTo>
                  </a:path>
                </a:pathLst>
              </a:custGeom>
              <a:ln w="5417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任意多边形 52" descr="36ddb32d-1d88-4561-9111-79657ce81e4c"/>
              <p:cNvSpPr/>
              <p:nvPr/>
            </p:nvSpPr>
            <p:spPr>
              <a:xfrm flipH="1">
                <a:off x="1098270" y="1792885"/>
                <a:ext cx="697835" cy="697969"/>
              </a:xfrm>
              <a:custGeom>
                <a:avLst/>
                <a:gdLst>
                  <a:gd name="connsiteX0" fmla="*/ 0 w 489951"/>
                  <a:gd name="connsiteY0" fmla="*/ 0 h 490045"/>
                  <a:gd name="connsiteX1" fmla="*/ 489951 w 489951"/>
                  <a:gd name="connsiteY1" fmla="*/ 490046 h 490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89951" h="490045">
                    <a:moveTo>
                      <a:pt x="0" y="0"/>
                    </a:moveTo>
                    <a:lnTo>
                      <a:pt x="489951" y="490046"/>
                    </a:lnTo>
                  </a:path>
                </a:pathLst>
              </a:custGeom>
              <a:ln w="5417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" name="任意多边形 53" descr="4ddf26db-b7c4-4e57-aa28-832a7d9cf533"/>
              <p:cNvSpPr/>
              <p:nvPr/>
            </p:nvSpPr>
            <p:spPr>
              <a:xfrm flipH="1">
                <a:off x="1247069" y="1941818"/>
                <a:ext cx="697969" cy="697835"/>
              </a:xfrm>
              <a:custGeom>
                <a:avLst/>
                <a:gdLst>
                  <a:gd name="connsiteX0" fmla="*/ 0 w 490045"/>
                  <a:gd name="connsiteY0" fmla="*/ 0 h 489951"/>
                  <a:gd name="connsiteX1" fmla="*/ 490046 w 490045"/>
                  <a:gd name="connsiteY1" fmla="*/ 489951 h 489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0045" h="489951">
                    <a:moveTo>
                      <a:pt x="0" y="0"/>
                    </a:moveTo>
                    <a:lnTo>
                      <a:pt x="490046" y="489951"/>
                    </a:lnTo>
                  </a:path>
                </a:pathLst>
              </a:custGeom>
              <a:ln w="5417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" name="任意多边形 54" descr="ab9fc9b1-6cd1-4e26-ad69-7c9b8ce67c8e"/>
              <p:cNvSpPr/>
              <p:nvPr/>
            </p:nvSpPr>
            <p:spPr>
              <a:xfrm flipH="1">
                <a:off x="1396002" y="2090616"/>
                <a:ext cx="697969" cy="697969"/>
              </a:xfrm>
              <a:custGeom>
                <a:avLst/>
                <a:gdLst>
                  <a:gd name="connsiteX0" fmla="*/ 0 w 490045"/>
                  <a:gd name="connsiteY0" fmla="*/ 0 h 490045"/>
                  <a:gd name="connsiteX1" fmla="*/ 490046 w 490045"/>
                  <a:gd name="connsiteY1" fmla="*/ 490046 h 490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0045" h="490045">
                    <a:moveTo>
                      <a:pt x="0" y="0"/>
                    </a:moveTo>
                    <a:lnTo>
                      <a:pt x="490046" y="490046"/>
                    </a:lnTo>
                  </a:path>
                </a:pathLst>
              </a:custGeom>
              <a:ln w="5417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6" name="任意多边形 55" descr="a0a49f95-2d68-4269-b513-e82df81a4e31"/>
              <p:cNvSpPr/>
              <p:nvPr/>
            </p:nvSpPr>
            <p:spPr>
              <a:xfrm rot="787227" flipH="1">
                <a:off x="-173218" y="494387"/>
                <a:ext cx="763717" cy="763717"/>
              </a:xfrm>
              <a:custGeom>
                <a:avLst/>
                <a:gdLst>
                  <a:gd name="connsiteX0" fmla="*/ 536208 w 536207"/>
                  <a:gd name="connsiteY0" fmla="*/ 268104 h 536207"/>
                  <a:gd name="connsiteX1" fmla="*/ 268104 w 536207"/>
                  <a:gd name="connsiteY1" fmla="*/ 536208 h 536207"/>
                  <a:gd name="connsiteX2" fmla="*/ 0 w 536207"/>
                  <a:gd name="connsiteY2" fmla="*/ 268104 h 536207"/>
                  <a:gd name="connsiteX3" fmla="*/ 268104 w 536207"/>
                  <a:gd name="connsiteY3" fmla="*/ 0 h 536207"/>
                  <a:gd name="connsiteX4" fmla="*/ 536208 w 536207"/>
                  <a:gd name="connsiteY4" fmla="*/ 268104 h 5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6207" h="536207">
                    <a:moveTo>
                      <a:pt x="536208" y="268104"/>
                    </a:moveTo>
                    <a:cubicBezTo>
                      <a:pt x="536208" y="416174"/>
                      <a:pt x="416173" y="536208"/>
                      <a:pt x="268104" y="536208"/>
                    </a:cubicBezTo>
                    <a:cubicBezTo>
                      <a:pt x="120034" y="536208"/>
                      <a:pt x="0" y="416174"/>
                      <a:pt x="0" y="268104"/>
                    </a:cubicBezTo>
                    <a:cubicBezTo>
                      <a:pt x="0" y="120034"/>
                      <a:pt x="120034" y="0"/>
                      <a:pt x="268104" y="0"/>
                    </a:cubicBezTo>
                    <a:cubicBezTo>
                      <a:pt x="416174" y="0"/>
                      <a:pt x="536208" y="120034"/>
                      <a:pt x="536208" y="26810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" name="任意多边形 56" descr="f8767edf-e289-48f2-aaac-cfb17ffea3e9"/>
              <p:cNvSpPr/>
              <p:nvPr/>
            </p:nvSpPr>
            <p:spPr>
              <a:xfrm flipH="1">
                <a:off x="0" y="464118"/>
                <a:ext cx="611101" cy="832632"/>
              </a:xfrm>
              <a:custGeom>
                <a:avLst/>
                <a:gdLst>
                  <a:gd name="connsiteX0" fmla="*/ 402267 w 611101"/>
                  <a:gd name="connsiteY0" fmla="*/ 316 h 832632"/>
                  <a:gd name="connsiteX1" fmla="*/ 248504 w 611101"/>
                  <a:gd name="connsiteY1" fmla="*/ 41105 h 832632"/>
                  <a:gd name="connsiteX2" fmla="*/ 123991 w 611101"/>
                  <a:gd name="connsiteY2" fmla="*/ 133954 h 832632"/>
                  <a:gd name="connsiteX3" fmla="*/ 685 w 611101"/>
                  <a:gd name="connsiteY3" fmla="*/ 412228 h 832632"/>
                  <a:gd name="connsiteX4" fmla="*/ 22824 w 611101"/>
                  <a:gd name="connsiteY4" fmla="*/ 569481 h 832632"/>
                  <a:gd name="connsiteX5" fmla="*/ 108158 w 611101"/>
                  <a:gd name="connsiteY5" fmla="*/ 706337 h 832632"/>
                  <a:gd name="connsiteX6" fmla="*/ 402267 w 611101"/>
                  <a:gd name="connsiteY6" fmla="*/ 832594 h 832632"/>
                  <a:gd name="connsiteX7" fmla="*/ 561798 w 611101"/>
                  <a:gd name="connsiteY7" fmla="*/ 797307 h 832632"/>
                  <a:gd name="connsiteX8" fmla="*/ 611101 w 611101"/>
                  <a:gd name="connsiteY8" fmla="*/ 767330 h 832632"/>
                  <a:gd name="connsiteX9" fmla="*/ 611101 w 611101"/>
                  <a:gd name="connsiteY9" fmla="*/ 694879 h 832632"/>
                  <a:gd name="connsiteX10" fmla="*/ 597270 w 611101"/>
                  <a:gd name="connsiteY10" fmla="*/ 704207 h 832632"/>
                  <a:gd name="connsiteX11" fmla="*/ 534829 w 611101"/>
                  <a:gd name="connsiteY11" fmla="*/ 732501 h 832632"/>
                  <a:gd name="connsiteX12" fmla="*/ 402133 w 611101"/>
                  <a:gd name="connsiteY12" fmla="*/ 755310 h 832632"/>
                  <a:gd name="connsiteX13" fmla="*/ 270508 w 611101"/>
                  <a:gd name="connsiteY13" fmla="*/ 729952 h 832632"/>
                  <a:gd name="connsiteX14" fmla="*/ 156326 w 611101"/>
                  <a:gd name="connsiteY14" fmla="*/ 657901 h 832632"/>
                  <a:gd name="connsiteX15" fmla="*/ 76225 w 611101"/>
                  <a:gd name="connsiteY15" fmla="*/ 547074 h 832632"/>
                  <a:gd name="connsiteX16" fmla="*/ 40132 w 611101"/>
                  <a:gd name="connsiteY16" fmla="*/ 412095 h 832632"/>
                  <a:gd name="connsiteX17" fmla="*/ 60795 w 611101"/>
                  <a:gd name="connsiteY17" fmla="*/ 270676 h 832632"/>
                  <a:gd name="connsiteX18" fmla="*/ 140494 w 611101"/>
                  <a:gd name="connsiteY18" fmla="*/ 150323 h 832632"/>
                  <a:gd name="connsiteX19" fmla="*/ 168402 w 611101"/>
                  <a:gd name="connsiteY19" fmla="*/ 127110 h 832632"/>
                  <a:gd name="connsiteX20" fmla="*/ 198457 w 611101"/>
                  <a:gd name="connsiteY20" fmla="*/ 106985 h 832632"/>
                  <a:gd name="connsiteX21" fmla="*/ 230524 w 611101"/>
                  <a:gd name="connsiteY21" fmla="*/ 90615 h 832632"/>
                  <a:gd name="connsiteX22" fmla="*/ 263933 w 611101"/>
                  <a:gd name="connsiteY22" fmla="*/ 77869 h 832632"/>
                  <a:gd name="connsiteX23" fmla="*/ 402401 w 611101"/>
                  <a:gd name="connsiteY23" fmla="*/ 60426 h 832632"/>
                  <a:gd name="connsiteX24" fmla="*/ 598421 w 611101"/>
                  <a:gd name="connsiteY24" fmla="*/ 118616 h 832632"/>
                  <a:gd name="connsiteX25" fmla="*/ 611101 w 611101"/>
                  <a:gd name="connsiteY25" fmla="*/ 127352 h 832632"/>
                  <a:gd name="connsiteX26" fmla="*/ 611101 w 611101"/>
                  <a:gd name="connsiteY26" fmla="*/ 59571 h 832632"/>
                  <a:gd name="connsiteX27" fmla="*/ 560591 w 611101"/>
                  <a:gd name="connsiteY27" fmla="*/ 29969 h 832632"/>
                  <a:gd name="connsiteX28" fmla="*/ 402267 w 611101"/>
                  <a:gd name="connsiteY28" fmla="*/ 316 h 832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611101" h="832632">
                    <a:moveTo>
                      <a:pt x="402267" y="316"/>
                    </a:moveTo>
                    <a:cubicBezTo>
                      <a:pt x="348329" y="2866"/>
                      <a:pt x="295598" y="17357"/>
                      <a:pt x="248504" y="41105"/>
                    </a:cubicBezTo>
                    <a:cubicBezTo>
                      <a:pt x="201408" y="64854"/>
                      <a:pt x="159277" y="96519"/>
                      <a:pt x="123991" y="133954"/>
                    </a:cubicBezTo>
                    <a:cubicBezTo>
                      <a:pt x="52878" y="208285"/>
                      <a:pt x="7529" y="306903"/>
                      <a:pt x="685" y="412228"/>
                    </a:cubicBezTo>
                    <a:cubicBezTo>
                      <a:pt x="-2266" y="464691"/>
                      <a:pt x="4173" y="518897"/>
                      <a:pt x="22824" y="569481"/>
                    </a:cubicBezTo>
                    <a:cubicBezTo>
                      <a:pt x="41071" y="620063"/>
                      <a:pt x="70723" y="666890"/>
                      <a:pt x="108158" y="706337"/>
                    </a:cubicBezTo>
                    <a:cubicBezTo>
                      <a:pt x="182625" y="785499"/>
                      <a:pt x="291841" y="834205"/>
                      <a:pt x="402267" y="832594"/>
                    </a:cubicBezTo>
                    <a:cubicBezTo>
                      <a:pt x="457143" y="831923"/>
                      <a:pt x="512154" y="820115"/>
                      <a:pt x="561798" y="797307"/>
                    </a:cubicBezTo>
                    <a:lnTo>
                      <a:pt x="611101" y="767330"/>
                    </a:lnTo>
                    <a:lnTo>
                      <a:pt x="611101" y="694879"/>
                    </a:lnTo>
                    <a:lnTo>
                      <a:pt x="597270" y="704207"/>
                    </a:lnTo>
                    <a:cubicBezTo>
                      <a:pt x="577094" y="715394"/>
                      <a:pt x="556163" y="724786"/>
                      <a:pt x="534829" y="732501"/>
                    </a:cubicBezTo>
                    <a:cubicBezTo>
                      <a:pt x="492163" y="748065"/>
                      <a:pt x="447215" y="755847"/>
                      <a:pt x="402133" y="755310"/>
                    </a:cubicBezTo>
                    <a:cubicBezTo>
                      <a:pt x="357050" y="754773"/>
                      <a:pt x="312505" y="746052"/>
                      <a:pt x="270508" y="729952"/>
                    </a:cubicBezTo>
                    <a:cubicBezTo>
                      <a:pt x="228511" y="713716"/>
                      <a:pt x="189602" y="689029"/>
                      <a:pt x="156326" y="657901"/>
                    </a:cubicBezTo>
                    <a:cubicBezTo>
                      <a:pt x="123186" y="626638"/>
                      <a:pt x="96217" y="588801"/>
                      <a:pt x="76225" y="547074"/>
                    </a:cubicBezTo>
                    <a:cubicBezTo>
                      <a:pt x="56502" y="505345"/>
                      <a:pt x="43219" y="459592"/>
                      <a:pt x="40132" y="412095"/>
                    </a:cubicBezTo>
                    <a:cubicBezTo>
                      <a:pt x="37046" y="364731"/>
                      <a:pt x="43353" y="315892"/>
                      <a:pt x="60795" y="270676"/>
                    </a:cubicBezTo>
                    <a:cubicBezTo>
                      <a:pt x="77969" y="225459"/>
                      <a:pt x="105341" y="183731"/>
                      <a:pt x="140494" y="150323"/>
                    </a:cubicBezTo>
                    <a:cubicBezTo>
                      <a:pt x="149752" y="142405"/>
                      <a:pt x="159144" y="134758"/>
                      <a:pt x="168402" y="127110"/>
                    </a:cubicBezTo>
                    <a:cubicBezTo>
                      <a:pt x="178464" y="120402"/>
                      <a:pt x="188259" y="113290"/>
                      <a:pt x="198457" y="106985"/>
                    </a:cubicBezTo>
                    <a:cubicBezTo>
                      <a:pt x="209324" y="101484"/>
                      <a:pt x="219790" y="95714"/>
                      <a:pt x="230524" y="90615"/>
                    </a:cubicBezTo>
                    <a:cubicBezTo>
                      <a:pt x="241660" y="86322"/>
                      <a:pt x="252663" y="81625"/>
                      <a:pt x="263933" y="77869"/>
                    </a:cubicBezTo>
                    <a:cubicBezTo>
                      <a:pt x="309151" y="63245"/>
                      <a:pt x="356379" y="58012"/>
                      <a:pt x="402401" y="60426"/>
                    </a:cubicBezTo>
                    <a:cubicBezTo>
                      <a:pt x="471533" y="64049"/>
                      <a:pt x="538326" y="83823"/>
                      <a:pt x="598421" y="118616"/>
                    </a:cubicBezTo>
                    <a:lnTo>
                      <a:pt x="611101" y="127352"/>
                    </a:lnTo>
                    <a:lnTo>
                      <a:pt x="611101" y="59571"/>
                    </a:lnTo>
                    <a:lnTo>
                      <a:pt x="560591" y="29969"/>
                    </a:lnTo>
                    <a:cubicBezTo>
                      <a:pt x="510946" y="8099"/>
                      <a:pt x="456070" y="-1964"/>
                      <a:pt x="402267" y="316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8" name="任意多边形 57" descr="943b0ce9-82fa-4fe6-a33a-a584e9d0096b"/>
              <p:cNvSpPr/>
              <p:nvPr/>
            </p:nvSpPr>
            <p:spPr>
              <a:xfrm rot="749864" flipH="1">
                <a:off x="37778" y="705318"/>
                <a:ext cx="341871" cy="341871"/>
              </a:xfrm>
              <a:custGeom>
                <a:avLst/>
                <a:gdLst>
                  <a:gd name="connsiteX0" fmla="*/ 240029 w 240028"/>
                  <a:gd name="connsiteY0" fmla="*/ 120014 h 240028"/>
                  <a:gd name="connsiteX1" fmla="*/ 120014 w 240028"/>
                  <a:gd name="connsiteY1" fmla="*/ 240029 h 240028"/>
                  <a:gd name="connsiteX2" fmla="*/ 0 w 240028"/>
                  <a:gd name="connsiteY2" fmla="*/ 120014 h 240028"/>
                  <a:gd name="connsiteX3" fmla="*/ 120014 w 240028"/>
                  <a:gd name="connsiteY3" fmla="*/ 0 h 240028"/>
                  <a:gd name="connsiteX4" fmla="*/ 240029 w 240028"/>
                  <a:gd name="connsiteY4" fmla="*/ 120014 h 240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028" h="240028">
                    <a:moveTo>
                      <a:pt x="240029" y="120014"/>
                    </a:moveTo>
                    <a:cubicBezTo>
                      <a:pt x="240029" y="186296"/>
                      <a:pt x="186297" y="240029"/>
                      <a:pt x="120014" y="240029"/>
                    </a:cubicBezTo>
                    <a:cubicBezTo>
                      <a:pt x="53732" y="240029"/>
                      <a:pt x="0" y="186297"/>
                      <a:pt x="0" y="120014"/>
                    </a:cubicBezTo>
                    <a:cubicBezTo>
                      <a:pt x="0" y="53732"/>
                      <a:pt x="53732" y="0"/>
                      <a:pt x="120014" y="0"/>
                    </a:cubicBezTo>
                    <a:cubicBezTo>
                      <a:pt x="186297" y="0"/>
                      <a:pt x="240029" y="53732"/>
                      <a:pt x="240029" y="120014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" name="任意多边形 58" descr="8f73c8fe-68a5-4c9c-94ee-b7c8bdfc8524"/>
              <p:cNvSpPr/>
              <p:nvPr/>
            </p:nvSpPr>
            <p:spPr>
              <a:xfrm flipH="1">
                <a:off x="36154" y="691810"/>
                <a:ext cx="352649" cy="372647"/>
              </a:xfrm>
              <a:custGeom>
                <a:avLst/>
                <a:gdLst>
                  <a:gd name="connsiteX0" fmla="*/ 245335 w 247595"/>
                  <a:gd name="connsiteY0" fmla="*/ 129563 h 261636"/>
                  <a:gd name="connsiteX1" fmla="*/ 234596 w 247595"/>
                  <a:gd name="connsiteY1" fmla="*/ 84723 h 261636"/>
                  <a:gd name="connsiteX2" fmla="*/ 206146 w 247595"/>
                  <a:gd name="connsiteY2" fmla="*/ 49773 h 261636"/>
                  <a:gd name="connsiteX3" fmla="*/ 126356 w 247595"/>
                  <a:gd name="connsiteY3" fmla="*/ 18969 h 261636"/>
                  <a:gd name="connsiteX4" fmla="*/ 44117 w 247595"/>
                  <a:gd name="connsiteY4" fmla="*/ 47324 h 261636"/>
                  <a:gd name="connsiteX5" fmla="*/ 19059 w 247595"/>
                  <a:gd name="connsiteY5" fmla="*/ 85099 h 261636"/>
                  <a:gd name="connsiteX6" fmla="*/ 12559 w 247595"/>
                  <a:gd name="connsiteY6" fmla="*/ 129563 h 261636"/>
                  <a:gd name="connsiteX7" fmla="*/ 49015 w 247595"/>
                  <a:gd name="connsiteY7" fmla="*/ 206904 h 261636"/>
                  <a:gd name="connsiteX8" fmla="*/ 126356 w 247595"/>
                  <a:gd name="connsiteY8" fmla="*/ 237520 h 261636"/>
                  <a:gd name="connsiteX9" fmla="*/ 205958 w 247595"/>
                  <a:gd name="connsiteY9" fmla="*/ 209165 h 261636"/>
                  <a:gd name="connsiteX10" fmla="*/ 234407 w 247595"/>
                  <a:gd name="connsiteY10" fmla="*/ 174310 h 261636"/>
                  <a:gd name="connsiteX11" fmla="*/ 245335 w 247595"/>
                  <a:gd name="connsiteY11" fmla="*/ 129563 h 261636"/>
                  <a:gd name="connsiteX12" fmla="*/ 247596 w 247595"/>
                  <a:gd name="connsiteY12" fmla="*/ 129563 h 261636"/>
                  <a:gd name="connsiteX13" fmla="*/ 216603 w 247595"/>
                  <a:gd name="connsiteY13" fmla="*/ 219716 h 261636"/>
                  <a:gd name="connsiteX14" fmla="*/ 176567 w 247595"/>
                  <a:gd name="connsiteY14" fmla="*/ 250520 h 261636"/>
                  <a:gd name="connsiteX15" fmla="*/ 126450 w 247595"/>
                  <a:gd name="connsiteY15" fmla="*/ 261636 h 261636"/>
                  <a:gd name="connsiteX16" fmla="*/ 75958 w 247595"/>
                  <a:gd name="connsiteY16" fmla="*/ 251274 h 261636"/>
                  <a:gd name="connsiteX17" fmla="*/ 34037 w 247595"/>
                  <a:gd name="connsiteY17" fmla="*/ 221882 h 261636"/>
                  <a:gd name="connsiteX18" fmla="*/ 7189 w 247595"/>
                  <a:gd name="connsiteY18" fmla="*/ 178926 h 261636"/>
                  <a:gd name="connsiteX19" fmla="*/ 218 w 247595"/>
                  <a:gd name="connsiteY19" fmla="*/ 129469 h 261636"/>
                  <a:gd name="connsiteX20" fmla="*/ 38935 w 247595"/>
                  <a:gd name="connsiteY20" fmla="*/ 42048 h 261636"/>
                  <a:gd name="connsiteX21" fmla="*/ 78030 w 247595"/>
                  <a:gd name="connsiteY21" fmla="*/ 12845 h 261636"/>
                  <a:gd name="connsiteX22" fmla="*/ 126356 w 247595"/>
                  <a:gd name="connsiteY22" fmla="*/ 128 h 261636"/>
                  <a:gd name="connsiteX23" fmla="*/ 216320 w 247595"/>
                  <a:gd name="connsiteY23" fmla="*/ 39599 h 261636"/>
                  <a:gd name="connsiteX24" fmla="*/ 247596 w 247595"/>
                  <a:gd name="connsiteY24" fmla="*/ 129563 h 261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47595" h="261636">
                    <a:moveTo>
                      <a:pt x="245335" y="129563"/>
                    </a:moveTo>
                    <a:cubicBezTo>
                      <a:pt x="245429" y="114020"/>
                      <a:pt x="241567" y="98476"/>
                      <a:pt x="234596" y="84723"/>
                    </a:cubicBezTo>
                    <a:cubicBezTo>
                      <a:pt x="227719" y="70969"/>
                      <a:pt x="217545" y="59193"/>
                      <a:pt x="206146" y="49773"/>
                    </a:cubicBezTo>
                    <a:cubicBezTo>
                      <a:pt x="183161" y="30932"/>
                      <a:pt x="155371" y="20382"/>
                      <a:pt x="126356" y="18969"/>
                    </a:cubicBezTo>
                    <a:cubicBezTo>
                      <a:pt x="97624" y="17367"/>
                      <a:pt x="66349" y="25940"/>
                      <a:pt x="44117" y="47324"/>
                    </a:cubicBezTo>
                    <a:cubicBezTo>
                      <a:pt x="33095" y="57875"/>
                      <a:pt x="24428" y="70875"/>
                      <a:pt x="19059" y="85099"/>
                    </a:cubicBezTo>
                    <a:cubicBezTo>
                      <a:pt x="13501" y="99324"/>
                      <a:pt x="11805" y="114679"/>
                      <a:pt x="12559" y="129563"/>
                    </a:cubicBezTo>
                    <a:cubicBezTo>
                      <a:pt x="14725" y="159426"/>
                      <a:pt x="28385" y="187027"/>
                      <a:pt x="49015" y="206904"/>
                    </a:cubicBezTo>
                    <a:cubicBezTo>
                      <a:pt x="69928" y="226687"/>
                      <a:pt x="98095" y="237238"/>
                      <a:pt x="126356" y="237520"/>
                    </a:cubicBezTo>
                    <a:cubicBezTo>
                      <a:pt x="154806" y="237991"/>
                      <a:pt x="182690" y="227535"/>
                      <a:pt x="205958" y="209165"/>
                    </a:cubicBezTo>
                    <a:cubicBezTo>
                      <a:pt x="217357" y="199745"/>
                      <a:pt x="227436" y="188064"/>
                      <a:pt x="234407" y="174310"/>
                    </a:cubicBezTo>
                    <a:cubicBezTo>
                      <a:pt x="241473" y="160650"/>
                      <a:pt x="245052" y="145107"/>
                      <a:pt x="245335" y="129563"/>
                    </a:cubicBezTo>
                    <a:close/>
                    <a:moveTo>
                      <a:pt x="247596" y="129563"/>
                    </a:moveTo>
                    <a:cubicBezTo>
                      <a:pt x="247596" y="161027"/>
                      <a:pt x="238176" y="193716"/>
                      <a:pt x="216603" y="219716"/>
                    </a:cubicBezTo>
                    <a:cubicBezTo>
                      <a:pt x="205958" y="232622"/>
                      <a:pt x="192204" y="243455"/>
                      <a:pt x="176567" y="250520"/>
                    </a:cubicBezTo>
                    <a:cubicBezTo>
                      <a:pt x="161023" y="257868"/>
                      <a:pt x="143690" y="261260"/>
                      <a:pt x="126450" y="261636"/>
                    </a:cubicBezTo>
                    <a:cubicBezTo>
                      <a:pt x="109211" y="261636"/>
                      <a:pt x="91784" y="258339"/>
                      <a:pt x="75958" y="251274"/>
                    </a:cubicBezTo>
                    <a:cubicBezTo>
                      <a:pt x="60131" y="244303"/>
                      <a:pt x="45812" y="234223"/>
                      <a:pt x="34037" y="221882"/>
                    </a:cubicBezTo>
                    <a:cubicBezTo>
                      <a:pt x="22167" y="209542"/>
                      <a:pt x="12936" y="194846"/>
                      <a:pt x="7189" y="178926"/>
                    </a:cubicBezTo>
                    <a:cubicBezTo>
                      <a:pt x="1348" y="163005"/>
                      <a:pt x="-724" y="145955"/>
                      <a:pt x="218" y="129469"/>
                    </a:cubicBezTo>
                    <a:cubicBezTo>
                      <a:pt x="2196" y="96309"/>
                      <a:pt x="16704" y="65411"/>
                      <a:pt x="38935" y="42048"/>
                    </a:cubicBezTo>
                    <a:cubicBezTo>
                      <a:pt x="50146" y="30367"/>
                      <a:pt x="63240" y="20193"/>
                      <a:pt x="78030" y="12845"/>
                    </a:cubicBezTo>
                    <a:cubicBezTo>
                      <a:pt x="92820" y="5497"/>
                      <a:pt x="109400" y="882"/>
                      <a:pt x="126356" y="128"/>
                    </a:cubicBezTo>
                    <a:cubicBezTo>
                      <a:pt x="160364" y="-1568"/>
                      <a:pt x="195030" y="13693"/>
                      <a:pt x="216320" y="39599"/>
                    </a:cubicBezTo>
                    <a:cubicBezTo>
                      <a:pt x="237987" y="65505"/>
                      <a:pt x="247313" y="98099"/>
                      <a:pt x="247596" y="129563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" name="任意多边形 59" descr="811d819b-1c61-4432-84b7-f82f8c9249b0"/>
              <p:cNvSpPr/>
              <p:nvPr/>
            </p:nvSpPr>
            <p:spPr>
              <a:xfrm flipH="1">
                <a:off x="1967849" y="94303"/>
                <a:ext cx="2634537" cy="2593518"/>
              </a:xfrm>
              <a:custGeom>
                <a:avLst/>
                <a:gdLst>
                  <a:gd name="connsiteX0" fmla="*/ 2061263 w 2061262"/>
                  <a:gd name="connsiteY0" fmla="*/ 2061168 h 2061168"/>
                  <a:gd name="connsiteX1" fmla="*/ 0 w 2061262"/>
                  <a:gd name="connsiteY1" fmla="*/ 0 h 206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61262" h="2061168">
                    <a:moveTo>
                      <a:pt x="2061263" y="2061168"/>
                    </a:moveTo>
                    <a:lnTo>
                      <a:pt x="0" y="0"/>
                    </a:lnTo>
                  </a:path>
                </a:pathLst>
              </a:custGeom>
              <a:ln w="28246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1" name="任意多边形 60" descr="0161f5bb-9333-4758-b435-06869cbebae3"/>
              <p:cNvSpPr/>
              <p:nvPr/>
            </p:nvSpPr>
            <p:spPr>
              <a:xfrm flipH="1">
                <a:off x="1756661" y="2637640"/>
                <a:ext cx="261905" cy="261905"/>
              </a:xfrm>
              <a:custGeom>
                <a:avLst/>
                <a:gdLst>
                  <a:gd name="connsiteX0" fmla="*/ 183885 w 183884"/>
                  <a:gd name="connsiteY0" fmla="*/ 91943 h 183884"/>
                  <a:gd name="connsiteX1" fmla="*/ 91942 w 183884"/>
                  <a:gd name="connsiteY1" fmla="*/ 183885 h 183884"/>
                  <a:gd name="connsiteX2" fmla="*/ 0 w 183884"/>
                  <a:gd name="connsiteY2" fmla="*/ 91943 h 183884"/>
                  <a:gd name="connsiteX3" fmla="*/ 91942 w 183884"/>
                  <a:gd name="connsiteY3" fmla="*/ 0 h 183884"/>
                  <a:gd name="connsiteX4" fmla="*/ 183885 w 183884"/>
                  <a:gd name="connsiteY4" fmla="*/ 91943 h 183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884" h="183884">
                    <a:moveTo>
                      <a:pt x="183885" y="91943"/>
                    </a:moveTo>
                    <a:cubicBezTo>
                      <a:pt x="183885" y="142721"/>
                      <a:pt x="142721" y="183885"/>
                      <a:pt x="91942" y="183885"/>
                    </a:cubicBezTo>
                    <a:cubicBezTo>
                      <a:pt x="41164" y="183885"/>
                      <a:pt x="0" y="142721"/>
                      <a:pt x="0" y="91943"/>
                    </a:cubicBezTo>
                    <a:cubicBezTo>
                      <a:pt x="0" y="41164"/>
                      <a:pt x="41164" y="0"/>
                      <a:pt x="91942" y="0"/>
                    </a:cubicBezTo>
                    <a:cubicBezTo>
                      <a:pt x="142721" y="0"/>
                      <a:pt x="183885" y="41164"/>
                      <a:pt x="183885" y="91943"/>
                    </a:cubicBezTo>
                    <a:close/>
                  </a:path>
                </a:pathLst>
              </a:custGeom>
              <a:solidFill>
                <a:srgbClr val="F9BA2B"/>
              </a:solidFill>
              <a:ln w="28246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2" name="任意多边形 61" descr="60c6589e-5053-4930-93b8-a6ad16c9cae9"/>
              <p:cNvSpPr/>
              <p:nvPr/>
            </p:nvSpPr>
            <p:spPr>
              <a:xfrm flipH="1">
                <a:off x="1841861" y="2722840"/>
                <a:ext cx="91505" cy="91505"/>
              </a:xfrm>
              <a:custGeom>
                <a:avLst/>
                <a:gdLst>
                  <a:gd name="connsiteX0" fmla="*/ 64247 w 64246"/>
                  <a:gd name="connsiteY0" fmla="*/ 32123 h 64246"/>
                  <a:gd name="connsiteX1" fmla="*/ 32123 w 64246"/>
                  <a:gd name="connsiteY1" fmla="*/ 0 h 64246"/>
                  <a:gd name="connsiteX2" fmla="*/ 0 w 64246"/>
                  <a:gd name="connsiteY2" fmla="*/ 32123 h 64246"/>
                  <a:gd name="connsiteX3" fmla="*/ 32123 w 64246"/>
                  <a:gd name="connsiteY3" fmla="*/ 64247 h 64246"/>
                  <a:gd name="connsiteX4" fmla="*/ 64247 w 64246"/>
                  <a:gd name="connsiteY4" fmla="*/ 32123 h 642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246" h="64246">
                    <a:moveTo>
                      <a:pt x="64247" y="32123"/>
                    </a:moveTo>
                    <a:cubicBezTo>
                      <a:pt x="64247" y="14413"/>
                      <a:pt x="49834" y="0"/>
                      <a:pt x="32123" y="0"/>
                    </a:cubicBezTo>
                    <a:cubicBezTo>
                      <a:pt x="14413" y="0"/>
                      <a:pt x="0" y="14413"/>
                      <a:pt x="0" y="32123"/>
                    </a:cubicBezTo>
                    <a:cubicBezTo>
                      <a:pt x="0" y="49834"/>
                      <a:pt x="14413" y="64247"/>
                      <a:pt x="32123" y="64247"/>
                    </a:cubicBezTo>
                    <a:cubicBezTo>
                      <a:pt x="49834" y="64247"/>
                      <a:pt x="64247" y="49834"/>
                      <a:pt x="64247" y="32123"/>
                    </a:cubicBezTo>
                    <a:close/>
                  </a:path>
                </a:pathLst>
              </a:custGeom>
              <a:noFill/>
              <a:ln w="987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3" name="任意多边形 62" descr="46e24e34-7c37-42aa-8dc9-877f82739458"/>
              <p:cNvSpPr/>
              <p:nvPr/>
            </p:nvSpPr>
            <p:spPr>
              <a:xfrm flipH="1">
                <a:off x="1874195" y="2814347"/>
                <a:ext cx="13417" cy="1071105"/>
              </a:xfrm>
              <a:custGeom>
                <a:avLst/>
                <a:gdLst>
                  <a:gd name="connsiteX0" fmla="*/ 0 w 9420"/>
                  <a:gd name="connsiteY0" fmla="*/ 0 h 752024"/>
                  <a:gd name="connsiteX1" fmla="*/ 0 w 9420"/>
                  <a:gd name="connsiteY1" fmla="*/ 752025 h 7520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420" h="752024">
                    <a:moveTo>
                      <a:pt x="0" y="0"/>
                    </a:moveTo>
                    <a:lnTo>
                      <a:pt x="0" y="752025"/>
                    </a:lnTo>
                  </a:path>
                </a:pathLst>
              </a:custGeom>
              <a:ln w="987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4" name="任意多边形 63" descr="57d8ed72-9652-48a3-8225-92401992b2f7"/>
              <p:cNvSpPr/>
              <p:nvPr/>
            </p:nvSpPr>
            <p:spPr>
              <a:xfrm flipH="1">
                <a:off x="1814624" y="3885453"/>
                <a:ext cx="146248" cy="146248"/>
              </a:xfrm>
              <a:custGeom>
                <a:avLst/>
                <a:gdLst>
                  <a:gd name="connsiteX0" fmla="*/ 102682 w 102681"/>
                  <a:gd name="connsiteY0" fmla="*/ 51341 h 102681"/>
                  <a:gd name="connsiteX1" fmla="*/ 51341 w 102681"/>
                  <a:gd name="connsiteY1" fmla="*/ 0 h 102681"/>
                  <a:gd name="connsiteX2" fmla="*/ 0 w 102681"/>
                  <a:gd name="connsiteY2" fmla="*/ 51341 h 102681"/>
                  <a:gd name="connsiteX3" fmla="*/ 51341 w 102681"/>
                  <a:gd name="connsiteY3" fmla="*/ 102682 h 102681"/>
                  <a:gd name="connsiteX4" fmla="*/ 102682 w 102681"/>
                  <a:gd name="connsiteY4" fmla="*/ 51341 h 102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2681" h="102681">
                    <a:moveTo>
                      <a:pt x="102682" y="51341"/>
                    </a:moveTo>
                    <a:cubicBezTo>
                      <a:pt x="102682" y="22986"/>
                      <a:pt x="79696" y="0"/>
                      <a:pt x="51341" y="0"/>
                    </a:cubicBezTo>
                    <a:cubicBezTo>
                      <a:pt x="22986" y="0"/>
                      <a:pt x="0" y="22986"/>
                      <a:pt x="0" y="51341"/>
                    </a:cubicBezTo>
                    <a:cubicBezTo>
                      <a:pt x="0" y="79696"/>
                      <a:pt x="22986" y="102682"/>
                      <a:pt x="51341" y="102682"/>
                    </a:cubicBezTo>
                    <a:cubicBezTo>
                      <a:pt x="79696" y="102682"/>
                      <a:pt x="102682" y="79696"/>
                      <a:pt x="102682" y="5134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87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5" name="任意多边形 64" descr="5b4614e9-8771-4197-ad30-cfbb66d70ff9"/>
              <p:cNvSpPr/>
              <p:nvPr/>
            </p:nvSpPr>
            <p:spPr>
              <a:xfrm flipH="1">
                <a:off x="2401364" y="3123214"/>
                <a:ext cx="287936" cy="287936"/>
              </a:xfrm>
              <a:custGeom>
                <a:avLst/>
                <a:gdLst>
                  <a:gd name="connsiteX0" fmla="*/ 182189 w 202160"/>
                  <a:gd name="connsiteY0" fmla="*/ 202160 h 202160"/>
                  <a:gd name="connsiteX1" fmla="*/ 0 w 202160"/>
                  <a:gd name="connsiteY1" fmla="*/ 0 h 202160"/>
                  <a:gd name="connsiteX2" fmla="*/ 202160 w 202160"/>
                  <a:gd name="connsiteY2" fmla="*/ 182189 h 202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160" h="202160">
                    <a:moveTo>
                      <a:pt x="182189" y="202160"/>
                    </a:moveTo>
                    <a:lnTo>
                      <a:pt x="0" y="0"/>
                    </a:lnTo>
                    <a:lnTo>
                      <a:pt x="202160" y="182189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6" name="任意多边形 65" descr="f842f5ff-1986-4bc3-84d1-2c2f09dda824"/>
              <p:cNvSpPr/>
              <p:nvPr/>
            </p:nvSpPr>
            <p:spPr>
              <a:xfrm flipH="1">
                <a:off x="2542245" y="3241824"/>
                <a:ext cx="1692596" cy="1692596"/>
              </a:xfrm>
              <a:custGeom>
                <a:avLst/>
                <a:gdLst>
                  <a:gd name="connsiteX0" fmla="*/ 1188375 w 1188374"/>
                  <a:gd name="connsiteY0" fmla="*/ 19971 h 1188374"/>
                  <a:gd name="connsiteX1" fmla="*/ 0 w 1188374"/>
                  <a:gd name="connsiteY1" fmla="*/ 1188375 h 1188374"/>
                  <a:gd name="connsiteX2" fmla="*/ 1168403 w 1188374"/>
                  <a:gd name="connsiteY2" fmla="*/ 0 h 11883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88374" h="1188374">
                    <a:moveTo>
                      <a:pt x="1188375" y="19971"/>
                    </a:moveTo>
                    <a:lnTo>
                      <a:pt x="0" y="1188375"/>
                    </a:lnTo>
                    <a:lnTo>
                      <a:pt x="1168403" y="0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7" name="任意多边形 66" descr="6c9c5653-7f44-4991-a32b-fadbd3646d88"/>
              <p:cNvSpPr/>
              <p:nvPr/>
            </p:nvSpPr>
            <p:spPr>
              <a:xfrm flipH="1">
                <a:off x="3161722" y="5192302"/>
                <a:ext cx="202602" cy="40251"/>
              </a:xfrm>
              <a:custGeom>
                <a:avLst/>
                <a:gdLst>
                  <a:gd name="connsiteX0" fmla="*/ 0 w 142247"/>
                  <a:gd name="connsiteY0" fmla="*/ 0 h 28260"/>
                  <a:gd name="connsiteX1" fmla="*/ 142247 w 142247"/>
                  <a:gd name="connsiteY1" fmla="*/ 14130 h 28260"/>
                  <a:gd name="connsiteX2" fmla="*/ 0 w 142247"/>
                  <a:gd name="connsiteY2" fmla="*/ 28261 h 28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2247" h="28260">
                    <a:moveTo>
                      <a:pt x="0" y="0"/>
                    </a:moveTo>
                    <a:lnTo>
                      <a:pt x="142247" y="14130"/>
                    </a:lnTo>
                    <a:lnTo>
                      <a:pt x="0" y="28261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8" name="任意多边形 67" descr="015bb179-06df-4697-881d-55c8d8a1077e"/>
              <p:cNvSpPr/>
              <p:nvPr/>
            </p:nvSpPr>
            <p:spPr>
              <a:xfrm flipH="1">
                <a:off x="3208818" y="5082413"/>
                <a:ext cx="162215" cy="40117"/>
              </a:xfrm>
              <a:custGeom>
                <a:avLst/>
                <a:gdLst>
                  <a:gd name="connsiteX0" fmla="*/ 0 w 113891"/>
                  <a:gd name="connsiteY0" fmla="*/ 0 h 28166"/>
                  <a:gd name="connsiteX1" fmla="*/ 113892 w 113891"/>
                  <a:gd name="connsiteY1" fmla="*/ 6218 h 28166"/>
                  <a:gd name="connsiteX2" fmla="*/ 1978 w 113891"/>
                  <a:gd name="connsiteY2" fmla="*/ 28167 h 28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3891" h="28166">
                    <a:moveTo>
                      <a:pt x="0" y="0"/>
                    </a:moveTo>
                    <a:lnTo>
                      <a:pt x="113892" y="6218"/>
                    </a:lnTo>
                    <a:lnTo>
                      <a:pt x="1978" y="28167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9" name="任意多边形 68" descr="380c0c99-7dd6-42e9-af77-321b3932424f"/>
              <p:cNvSpPr/>
              <p:nvPr/>
            </p:nvSpPr>
            <p:spPr>
              <a:xfrm flipH="1">
                <a:off x="3202243" y="4934017"/>
                <a:ext cx="196698" cy="52461"/>
              </a:xfrm>
              <a:custGeom>
                <a:avLst/>
                <a:gdLst>
                  <a:gd name="connsiteX0" fmla="*/ 0 w 138102"/>
                  <a:gd name="connsiteY0" fmla="*/ 8949 h 36833"/>
                  <a:gd name="connsiteX1" fmla="*/ 138102 w 138102"/>
                  <a:gd name="connsiteY1" fmla="*/ 0 h 36833"/>
                  <a:gd name="connsiteX2" fmla="*/ 4710 w 138102"/>
                  <a:gd name="connsiteY2" fmla="*/ 36834 h 36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8102" h="36833">
                    <a:moveTo>
                      <a:pt x="0" y="8949"/>
                    </a:moveTo>
                    <a:lnTo>
                      <a:pt x="138102" y="0"/>
                    </a:lnTo>
                    <a:lnTo>
                      <a:pt x="4710" y="36834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0" name="任意多边形 69" descr="edf7d4fc-6e5d-4ba0-8d72-ac36de760f62"/>
              <p:cNvSpPr/>
              <p:nvPr/>
            </p:nvSpPr>
            <p:spPr>
              <a:xfrm flipH="1">
                <a:off x="3225991" y="4729403"/>
                <a:ext cx="220715" cy="91641"/>
              </a:xfrm>
              <a:custGeom>
                <a:avLst/>
                <a:gdLst>
                  <a:gd name="connsiteX0" fmla="*/ 0 w 154964"/>
                  <a:gd name="connsiteY0" fmla="*/ 37587 h 64341"/>
                  <a:gd name="connsiteX1" fmla="*/ 154964 w 154964"/>
                  <a:gd name="connsiteY1" fmla="*/ 0 h 64341"/>
                  <a:gd name="connsiteX2" fmla="*/ 9138 w 154964"/>
                  <a:gd name="connsiteY2" fmla="*/ 64341 h 6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4964" h="64341">
                    <a:moveTo>
                      <a:pt x="0" y="37587"/>
                    </a:moveTo>
                    <a:lnTo>
                      <a:pt x="154964" y="0"/>
                    </a:lnTo>
                    <a:lnTo>
                      <a:pt x="9138" y="64341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1" name="任意多边形 70" descr="e7934a77-29c4-417e-8325-064bf326207f"/>
              <p:cNvSpPr/>
              <p:nvPr/>
            </p:nvSpPr>
            <p:spPr>
              <a:xfrm flipH="1">
                <a:off x="3289188" y="4587180"/>
                <a:ext cx="210383" cy="120621"/>
              </a:xfrm>
              <a:custGeom>
                <a:avLst/>
                <a:gdLst>
                  <a:gd name="connsiteX0" fmla="*/ 0 w 147710"/>
                  <a:gd name="connsiteY0" fmla="*/ 59443 h 84688"/>
                  <a:gd name="connsiteX1" fmla="*/ 147711 w 147710"/>
                  <a:gd name="connsiteY1" fmla="*/ 0 h 84688"/>
                  <a:gd name="connsiteX2" fmla="*/ 12906 w 147710"/>
                  <a:gd name="connsiteY2" fmla="*/ 84689 h 84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7710" h="84688">
                    <a:moveTo>
                      <a:pt x="0" y="59443"/>
                    </a:moveTo>
                    <a:lnTo>
                      <a:pt x="147711" y="0"/>
                    </a:lnTo>
                    <a:lnTo>
                      <a:pt x="12906" y="84689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2" name="任意多边形 71" descr="f5903601-da59-4643-b708-71ac3b458cad"/>
              <p:cNvSpPr/>
              <p:nvPr/>
            </p:nvSpPr>
            <p:spPr>
              <a:xfrm flipH="1">
                <a:off x="3333063" y="4465619"/>
                <a:ext cx="214274" cy="160739"/>
              </a:xfrm>
              <a:custGeom>
                <a:avLst/>
                <a:gdLst>
                  <a:gd name="connsiteX0" fmla="*/ 0 w 150442"/>
                  <a:gd name="connsiteY0" fmla="*/ 89776 h 112855"/>
                  <a:gd name="connsiteX1" fmla="*/ 150443 w 150442"/>
                  <a:gd name="connsiteY1" fmla="*/ 0 h 112855"/>
                  <a:gd name="connsiteX2" fmla="*/ 16391 w 150442"/>
                  <a:gd name="connsiteY2" fmla="*/ 112856 h 112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0442" h="112855">
                    <a:moveTo>
                      <a:pt x="0" y="89776"/>
                    </a:moveTo>
                    <a:lnTo>
                      <a:pt x="150443" y="0"/>
                    </a:lnTo>
                    <a:lnTo>
                      <a:pt x="16391" y="112856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3" name="任意多边形 72" descr="36116588-d548-484a-adb8-48132bb04fcd"/>
              <p:cNvSpPr/>
              <p:nvPr/>
            </p:nvSpPr>
            <p:spPr>
              <a:xfrm flipH="1">
                <a:off x="3469115" y="5929852"/>
                <a:ext cx="173351" cy="139404"/>
              </a:xfrm>
              <a:custGeom>
                <a:avLst/>
                <a:gdLst>
                  <a:gd name="connsiteX0" fmla="*/ 17145 w 121710"/>
                  <a:gd name="connsiteY0" fmla="*/ 0 h 97876"/>
                  <a:gd name="connsiteX1" fmla="*/ 121711 w 121710"/>
                  <a:gd name="connsiteY1" fmla="*/ 97877 h 97876"/>
                  <a:gd name="connsiteX2" fmla="*/ 0 w 121710"/>
                  <a:gd name="connsiteY2" fmla="*/ 22420 h 97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1710" h="97876">
                    <a:moveTo>
                      <a:pt x="17145" y="0"/>
                    </a:moveTo>
                    <a:lnTo>
                      <a:pt x="121711" y="97877"/>
                    </a:lnTo>
                    <a:lnTo>
                      <a:pt x="0" y="22420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4" name="任意多边形 73" descr="4c0f6253-3a1a-45fe-b4aa-a88ff19df9cd"/>
              <p:cNvSpPr/>
              <p:nvPr/>
            </p:nvSpPr>
            <p:spPr>
              <a:xfrm flipH="1">
                <a:off x="3549619" y="6008210"/>
                <a:ext cx="164898" cy="170802"/>
              </a:xfrm>
              <a:custGeom>
                <a:avLst/>
                <a:gdLst>
                  <a:gd name="connsiteX0" fmla="*/ 20442 w 115775"/>
                  <a:gd name="connsiteY0" fmla="*/ 0 h 119920"/>
                  <a:gd name="connsiteX1" fmla="*/ 115776 w 115775"/>
                  <a:gd name="connsiteY1" fmla="*/ 119921 h 119920"/>
                  <a:gd name="connsiteX2" fmla="*/ 0 w 115775"/>
                  <a:gd name="connsiteY2" fmla="*/ 19594 h 119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5775" h="119920">
                    <a:moveTo>
                      <a:pt x="20442" y="0"/>
                    </a:moveTo>
                    <a:lnTo>
                      <a:pt x="115776" y="119921"/>
                    </a:lnTo>
                    <a:lnTo>
                      <a:pt x="0" y="19594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5" name="任意多边形 74" descr="7f8ea641-59bc-49c3-ad2c-8e048f9e6c1b"/>
              <p:cNvSpPr/>
              <p:nvPr/>
            </p:nvSpPr>
            <p:spPr>
              <a:xfrm flipH="1">
                <a:off x="3694392" y="6089518"/>
                <a:ext cx="109350" cy="151615"/>
              </a:xfrm>
              <a:custGeom>
                <a:avLst/>
                <a:gdLst>
                  <a:gd name="connsiteX0" fmla="*/ 23645 w 76775"/>
                  <a:gd name="connsiteY0" fmla="*/ 0 h 106449"/>
                  <a:gd name="connsiteX1" fmla="*/ 76776 w 76775"/>
                  <a:gd name="connsiteY1" fmla="*/ 106450 h 106449"/>
                  <a:gd name="connsiteX2" fmla="*/ 0 w 76775"/>
                  <a:gd name="connsiteY2" fmla="*/ 15544 h 106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6775" h="106449">
                    <a:moveTo>
                      <a:pt x="23645" y="0"/>
                    </a:moveTo>
                    <a:lnTo>
                      <a:pt x="76776" y="106450"/>
                    </a:lnTo>
                    <a:lnTo>
                      <a:pt x="0" y="15544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6" name="任意多边形 75" descr="696b7ae2-69eb-479c-b6e1-cd8b3c591a6b"/>
              <p:cNvSpPr/>
              <p:nvPr/>
            </p:nvSpPr>
            <p:spPr>
              <a:xfrm flipH="1">
                <a:off x="3818905" y="6170156"/>
                <a:ext cx="94323" cy="171875"/>
              </a:xfrm>
              <a:custGeom>
                <a:avLst/>
                <a:gdLst>
                  <a:gd name="connsiteX0" fmla="*/ 25623 w 66224"/>
                  <a:gd name="connsiteY0" fmla="*/ 0 h 120674"/>
                  <a:gd name="connsiteX1" fmla="*/ 66225 w 66224"/>
                  <a:gd name="connsiteY1" fmla="*/ 120674 h 120674"/>
                  <a:gd name="connsiteX2" fmla="*/ 0 w 66224"/>
                  <a:gd name="connsiteY2" fmla="*/ 11964 h 120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6224" h="120674">
                    <a:moveTo>
                      <a:pt x="25623" y="0"/>
                    </a:moveTo>
                    <a:lnTo>
                      <a:pt x="66225" y="120674"/>
                    </a:lnTo>
                    <a:lnTo>
                      <a:pt x="0" y="11964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7" name="任意多边形 76" descr="fd69270d-2be9-41fe-bce9-8fc8eec6e754"/>
              <p:cNvSpPr/>
              <p:nvPr/>
            </p:nvSpPr>
            <p:spPr>
              <a:xfrm flipH="1">
                <a:off x="3925572" y="6241806"/>
                <a:ext cx="117804" cy="236547"/>
              </a:xfrm>
              <a:custGeom>
                <a:avLst/>
                <a:gdLst>
                  <a:gd name="connsiteX0" fmla="*/ 26000 w 82710"/>
                  <a:gd name="connsiteY0" fmla="*/ 0 h 166080"/>
                  <a:gd name="connsiteX1" fmla="*/ 82711 w 82710"/>
                  <a:gd name="connsiteY1" fmla="*/ 166080 h 166080"/>
                  <a:gd name="connsiteX2" fmla="*/ 0 w 82710"/>
                  <a:gd name="connsiteY2" fmla="*/ 11304 h 166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2710" h="166080">
                    <a:moveTo>
                      <a:pt x="26000" y="0"/>
                    </a:moveTo>
                    <a:lnTo>
                      <a:pt x="82711" y="166080"/>
                    </a:lnTo>
                    <a:lnTo>
                      <a:pt x="0" y="11304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8" name="任意多边形 77" descr="92bdf0f1-e011-4e28-8931-28b1a3647f11"/>
              <p:cNvSpPr/>
              <p:nvPr/>
            </p:nvSpPr>
            <p:spPr>
              <a:xfrm flipH="1">
                <a:off x="4112343" y="6293596"/>
                <a:ext cx="52058" cy="152152"/>
              </a:xfrm>
              <a:custGeom>
                <a:avLst/>
                <a:gdLst>
                  <a:gd name="connsiteX0" fmla="*/ 27601 w 36550"/>
                  <a:gd name="connsiteY0" fmla="*/ 0 h 106826"/>
                  <a:gd name="connsiteX1" fmla="*/ 36551 w 36550"/>
                  <a:gd name="connsiteY1" fmla="*/ 106826 h 106826"/>
                  <a:gd name="connsiteX2" fmla="*/ 0 w 36550"/>
                  <a:gd name="connsiteY2" fmla="*/ 6029 h 106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550" h="106826">
                    <a:moveTo>
                      <a:pt x="27601" y="0"/>
                    </a:moveTo>
                    <a:lnTo>
                      <a:pt x="36551" y="106826"/>
                    </a:lnTo>
                    <a:lnTo>
                      <a:pt x="0" y="6029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9" name="任意多边形 78" descr="f323f550-0225-41e1-ba6b-5d40990900ef"/>
              <p:cNvSpPr/>
              <p:nvPr/>
            </p:nvSpPr>
            <p:spPr>
              <a:xfrm flipH="1">
                <a:off x="4255237" y="6332238"/>
                <a:ext cx="40117" cy="116462"/>
              </a:xfrm>
              <a:custGeom>
                <a:avLst/>
                <a:gdLst>
                  <a:gd name="connsiteX0" fmla="*/ 28167 w 28166"/>
                  <a:gd name="connsiteY0" fmla="*/ 0 h 81768"/>
                  <a:gd name="connsiteX1" fmla="*/ 18181 w 28166"/>
                  <a:gd name="connsiteY1" fmla="*/ 81768 h 81768"/>
                  <a:gd name="connsiteX2" fmla="*/ 0 w 28166"/>
                  <a:gd name="connsiteY2" fmla="*/ 1413 h 81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166" h="81768">
                    <a:moveTo>
                      <a:pt x="28167" y="0"/>
                    </a:moveTo>
                    <a:lnTo>
                      <a:pt x="18181" y="81768"/>
                    </a:lnTo>
                    <a:lnTo>
                      <a:pt x="0" y="1413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0" name="任意多边形 79" descr="8deffea0-1170-4361-b874-b601cf5cbcd6"/>
              <p:cNvSpPr/>
              <p:nvPr/>
            </p:nvSpPr>
            <p:spPr>
              <a:xfrm flipH="1">
                <a:off x="5549876" y="5652919"/>
                <a:ext cx="206492" cy="105191"/>
              </a:xfrm>
              <a:custGeom>
                <a:avLst/>
                <a:gdLst>
                  <a:gd name="connsiteX0" fmla="*/ 144979 w 144978"/>
                  <a:gd name="connsiteY0" fmla="*/ 25906 h 73855"/>
                  <a:gd name="connsiteX1" fmla="*/ 0 w 144978"/>
                  <a:gd name="connsiteY1" fmla="*/ 73855 h 73855"/>
                  <a:gd name="connsiteX2" fmla="*/ 133674 w 144978"/>
                  <a:gd name="connsiteY2" fmla="*/ 0 h 73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978" h="73855">
                    <a:moveTo>
                      <a:pt x="144979" y="25906"/>
                    </a:moveTo>
                    <a:lnTo>
                      <a:pt x="0" y="73855"/>
                    </a:lnTo>
                    <a:lnTo>
                      <a:pt x="133674" y="0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1" name="任意多边形 80" descr="16396ba1-2522-447b-a155-8fb61c110ad7"/>
              <p:cNvSpPr/>
              <p:nvPr/>
            </p:nvSpPr>
            <p:spPr>
              <a:xfrm flipH="1">
                <a:off x="5598982" y="5525052"/>
                <a:ext cx="204345" cy="80369"/>
              </a:xfrm>
              <a:custGeom>
                <a:avLst/>
                <a:gdLst>
                  <a:gd name="connsiteX0" fmla="*/ 143472 w 143471"/>
                  <a:gd name="connsiteY0" fmla="*/ 27036 h 56427"/>
                  <a:gd name="connsiteX1" fmla="*/ 0 w 143471"/>
                  <a:gd name="connsiteY1" fmla="*/ 56428 h 56427"/>
                  <a:gd name="connsiteX2" fmla="*/ 135182 w 143471"/>
                  <a:gd name="connsiteY2" fmla="*/ 0 h 56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3471" h="56427">
                    <a:moveTo>
                      <a:pt x="143472" y="27036"/>
                    </a:moveTo>
                    <a:lnTo>
                      <a:pt x="0" y="56428"/>
                    </a:lnTo>
                    <a:lnTo>
                      <a:pt x="135182" y="0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2" name="任意多边形 81" descr="83db5606-081a-4947-a7d4-cc2fae23bcc0"/>
              <p:cNvSpPr/>
              <p:nvPr/>
            </p:nvSpPr>
            <p:spPr>
              <a:xfrm flipH="1">
                <a:off x="5634403" y="5387523"/>
                <a:ext cx="238426" cy="52596"/>
              </a:xfrm>
              <a:custGeom>
                <a:avLst/>
                <a:gdLst>
                  <a:gd name="connsiteX0" fmla="*/ 167399 w 167399"/>
                  <a:gd name="connsiteY0" fmla="*/ 27979 h 36928"/>
                  <a:gd name="connsiteX1" fmla="*/ 0 w 167399"/>
                  <a:gd name="connsiteY1" fmla="*/ 36928 h 36928"/>
                  <a:gd name="connsiteX2" fmla="*/ 163443 w 167399"/>
                  <a:gd name="connsiteY2" fmla="*/ 0 h 36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399" h="36928">
                    <a:moveTo>
                      <a:pt x="167399" y="27979"/>
                    </a:moveTo>
                    <a:lnTo>
                      <a:pt x="0" y="36928"/>
                    </a:lnTo>
                    <a:lnTo>
                      <a:pt x="163443" y="0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3" name="任意多边形 82" descr="adeac95c-8c1d-427c-9afe-793dc7793034"/>
              <p:cNvSpPr/>
              <p:nvPr/>
            </p:nvSpPr>
            <p:spPr>
              <a:xfrm flipH="1">
                <a:off x="5652651" y="5241543"/>
                <a:ext cx="212665" cy="40251"/>
              </a:xfrm>
              <a:custGeom>
                <a:avLst/>
                <a:gdLst>
                  <a:gd name="connsiteX0" fmla="*/ 149312 w 149312"/>
                  <a:gd name="connsiteY0" fmla="*/ 28261 h 28260"/>
                  <a:gd name="connsiteX1" fmla="*/ 0 w 149312"/>
                  <a:gd name="connsiteY1" fmla="*/ 14130 h 28260"/>
                  <a:gd name="connsiteX2" fmla="*/ 149312 w 149312"/>
                  <a:gd name="connsiteY2" fmla="*/ 0 h 28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9312" h="28260">
                    <a:moveTo>
                      <a:pt x="149312" y="28261"/>
                    </a:moveTo>
                    <a:lnTo>
                      <a:pt x="0" y="14130"/>
                    </a:lnTo>
                    <a:lnTo>
                      <a:pt x="149312" y="0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4" name="任意多边形 83" descr="371ed32d-a4b5-4cbd-a8fb-0cb28192c71f"/>
              <p:cNvSpPr/>
              <p:nvPr/>
            </p:nvSpPr>
            <p:spPr>
              <a:xfrm flipH="1">
                <a:off x="5651847" y="5107236"/>
                <a:ext cx="205956" cy="40117"/>
              </a:xfrm>
              <a:custGeom>
                <a:avLst/>
                <a:gdLst>
                  <a:gd name="connsiteX0" fmla="*/ 141870 w 144602"/>
                  <a:gd name="connsiteY0" fmla="*/ 28167 h 28166"/>
                  <a:gd name="connsiteX1" fmla="*/ 0 w 144602"/>
                  <a:gd name="connsiteY1" fmla="*/ 282 h 28166"/>
                  <a:gd name="connsiteX2" fmla="*/ 144602 w 144602"/>
                  <a:gd name="connsiteY2" fmla="*/ 0 h 28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602" h="28166">
                    <a:moveTo>
                      <a:pt x="141870" y="28167"/>
                    </a:moveTo>
                    <a:lnTo>
                      <a:pt x="0" y="282"/>
                    </a:lnTo>
                    <a:lnTo>
                      <a:pt x="144602" y="0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5" name="任意多边形 84" descr="707744ac-d38f-4632-a959-0410a2ead5db"/>
              <p:cNvSpPr/>
              <p:nvPr/>
            </p:nvSpPr>
            <p:spPr>
              <a:xfrm flipH="1">
                <a:off x="5365788" y="4361231"/>
                <a:ext cx="138869" cy="122366"/>
              </a:xfrm>
              <a:custGeom>
                <a:avLst/>
                <a:gdLst>
                  <a:gd name="connsiteX0" fmla="*/ 79131 w 97500"/>
                  <a:gd name="connsiteY0" fmla="*/ 85913 h 85913"/>
                  <a:gd name="connsiteX1" fmla="*/ 0 w 97500"/>
                  <a:gd name="connsiteY1" fmla="*/ 0 h 85913"/>
                  <a:gd name="connsiteX2" fmla="*/ 97500 w 97500"/>
                  <a:gd name="connsiteY2" fmla="*/ 64341 h 85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7500" h="85913">
                    <a:moveTo>
                      <a:pt x="79131" y="85913"/>
                    </a:moveTo>
                    <a:lnTo>
                      <a:pt x="0" y="0"/>
                    </a:lnTo>
                    <a:lnTo>
                      <a:pt x="97500" y="64341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6" name="任意多边形 85" descr="02e55a2a-780a-4b4e-87ef-fd141d5f483d"/>
              <p:cNvSpPr/>
              <p:nvPr/>
            </p:nvSpPr>
            <p:spPr>
              <a:xfrm flipH="1">
                <a:off x="5276161" y="4220483"/>
                <a:ext cx="136186" cy="169192"/>
              </a:xfrm>
              <a:custGeom>
                <a:avLst/>
                <a:gdLst>
                  <a:gd name="connsiteX0" fmla="*/ 73196 w 95616"/>
                  <a:gd name="connsiteY0" fmla="*/ 118790 h 118790"/>
                  <a:gd name="connsiteX1" fmla="*/ 0 w 95616"/>
                  <a:gd name="connsiteY1" fmla="*/ 0 h 118790"/>
                  <a:gd name="connsiteX2" fmla="*/ 95616 w 95616"/>
                  <a:gd name="connsiteY2" fmla="*/ 101645 h 118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616" h="118790">
                    <a:moveTo>
                      <a:pt x="73196" y="118790"/>
                    </a:moveTo>
                    <a:lnTo>
                      <a:pt x="0" y="0"/>
                    </a:lnTo>
                    <a:lnTo>
                      <a:pt x="95616" y="101645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7" name="任意多边形 86" descr="0e211e54-9f4b-4583-a7ed-a3b6453969fc"/>
              <p:cNvSpPr/>
              <p:nvPr/>
            </p:nvSpPr>
            <p:spPr>
              <a:xfrm flipH="1">
                <a:off x="5153660" y="4167753"/>
                <a:ext cx="95129" cy="121695"/>
              </a:xfrm>
              <a:custGeom>
                <a:avLst/>
                <a:gdLst>
                  <a:gd name="connsiteX0" fmla="*/ 43805 w 66790"/>
                  <a:gd name="connsiteY0" fmla="*/ 85442 h 85442"/>
                  <a:gd name="connsiteX1" fmla="*/ 0 w 66790"/>
                  <a:gd name="connsiteY1" fmla="*/ 0 h 85442"/>
                  <a:gd name="connsiteX2" fmla="*/ 66790 w 66790"/>
                  <a:gd name="connsiteY2" fmla="*/ 68957 h 85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6790" h="85442">
                    <a:moveTo>
                      <a:pt x="43805" y="85442"/>
                    </a:moveTo>
                    <a:lnTo>
                      <a:pt x="0" y="0"/>
                    </a:lnTo>
                    <a:lnTo>
                      <a:pt x="66790" y="68957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8" name="任意多边形 87" descr="ba6ec194-e61f-4224-a023-d9893b1ed568"/>
              <p:cNvSpPr/>
              <p:nvPr/>
            </p:nvSpPr>
            <p:spPr>
              <a:xfrm flipH="1">
                <a:off x="326239" y="8602"/>
                <a:ext cx="788535" cy="750208"/>
              </a:xfrm>
              <a:custGeom>
                <a:avLst/>
                <a:gdLst>
                  <a:gd name="connsiteX0" fmla="*/ 668467 w 668466"/>
                  <a:gd name="connsiteY0" fmla="*/ 668467 h 668466"/>
                  <a:gd name="connsiteX1" fmla="*/ 0 w 668466"/>
                  <a:gd name="connsiteY1" fmla="*/ 0 h 668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68466" h="668466">
                    <a:moveTo>
                      <a:pt x="668467" y="668467"/>
                    </a:moveTo>
                    <a:lnTo>
                      <a:pt x="0" y="0"/>
                    </a:lnTo>
                  </a:path>
                </a:pathLst>
              </a:custGeom>
              <a:ln w="28246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9" name="任意多边形 88" descr="6a2c5865-88a8-47ba-abd1-dc5db1f7b028"/>
              <p:cNvSpPr/>
              <p:nvPr/>
            </p:nvSpPr>
            <p:spPr>
              <a:xfrm flipH="1">
                <a:off x="3087121" y="0"/>
                <a:ext cx="1764111" cy="1558216"/>
              </a:xfrm>
              <a:custGeom>
                <a:avLst/>
                <a:gdLst>
                  <a:gd name="connsiteX0" fmla="*/ 881921 w 1764111"/>
                  <a:gd name="connsiteY0" fmla="*/ 228289 h 1558216"/>
                  <a:gd name="connsiteX1" fmla="*/ 434185 w 1764111"/>
                  <a:gd name="connsiteY1" fmla="*/ 676025 h 1558216"/>
                  <a:gd name="connsiteX2" fmla="*/ 881921 w 1764111"/>
                  <a:gd name="connsiteY2" fmla="*/ 1123763 h 1558216"/>
                  <a:gd name="connsiteX3" fmla="*/ 1329658 w 1764111"/>
                  <a:gd name="connsiteY3" fmla="*/ 676025 h 1558216"/>
                  <a:gd name="connsiteX4" fmla="*/ 881921 w 1764111"/>
                  <a:gd name="connsiteY4" fmla="*/ 228289 h 1558216"/>
                  <a:gd name="connsiteX5" fmla="*/ 310940 w 1764111"/>
                  <a:gd name="connsiteY5" fmla="*/ 0 h 1558216"/>
                  <a:gd name="connsiteX6" fmla="*/ 517716 w 1764111"/>
                  <a:gd name="connsiteY6" fmla="*/ 0 h 1558216"/>
                  <a:gd name="connsiteX7" fmla="*/ 581911 w 1764111"/>
                  <a:gd name="connsiteY7" fmla="*/ 64195 h 1558216"/>
                  <a:gd name="connsiteX8" fmla="*/ 661608 w 1764111"/>
                  <a:gd name="connsiteY8" fmla="*/ 31188 h 1558216"/>
                  <a:gd name="connsiteX9" fmla="*/ 661608 w 1764111"/>
                  <a:gd name="connsiteY9" fmla="*/ 0 h 1558216"/>
                  <a:gd name="connsiteX10" fmla="*/ 1102503 w 1764111"/>
                  <a:gd name="connsiteY10" fmla="*/ 0 h 1558216"/>
                  <a:gd name="connsiteX11" fmla="*/ 1102503 w 1764111"/>
                  <a:gd name="connsiteY11" fmla="*/ 31188 h 1558216"/>
                  <a:gd name="connsiteX12" fmla="*/ 1182201 w 1764111"/>
                  <a:gd name="connsiteY12" fmla="*/ 64195 h 1558216"/>
                  <a:gd name="connsiteX13" fmla="*/ 1246396 w 1764111"/>
                  <a:gd name="connsiteY13" fmla="*/ 0 h 1558216"/>
                  <a:gd name="connsiteX14" fmla="*/ 1453172 w 1764111"/>
                  <a:gd name="connsiteY14" fmla="*/ 0 h 1558216"/>
                  <a:gd name="connsiteX15" fmla="*/ 1661603 w 1764111"/>
                  <a:gd name="connsiteY15" fmla="*/ 208432 h 1558216"/>
                  <a:gd name="connsiteX16" fmla="*/ 1494021 w 1764111"/>
                  <a:gd name="connsiteY16" fmla="*/ 376014 h 1558216"/>
                  <a:gd name="connsiteX17" fmla="*/ 1527027 w 1764111"/>
                  <a:gd name="connsiteY17" fmla="*/ 455714 h 1558216"/>
                  <a:gd name="connsiteX18" fmla="*/ 1764111 w 1764111"/>
                  <a:gd name="connsiteY18" fmla="*/ 455714 h 1558216"/>
                  <a:gd name="connsiteX19" fmla="*/ 1764111 w 1764111"/>
                  <a:gd name="connsiteY19" fmla="*/ 896607 h 1558216"/>
                  <a:gd name="connsiteX20" fmla="*/ 1527027 w 1764111"/>
                  <a:gd name="connsiteY20" fmla="*/ 896607 h 1558216"/>
                  <a:gd name="connsiteX21" fmla="*/ 1494021 w 1764111"/>
                  <a:gd name="connsiteY21" fmla="*/ 976305 h 1558216"/>
                  <a:gd name="connsiteX22" fmla="*/ 1661603 w 1764111"/>
                  <a:gd name="connsiteY22" fmla="*/ 1143888 h 1558216"/>
                  <a:gd name="connsiteX23" fmla="*/ 1349784 w 1764111"/>
                  <a:gd name="connsiteY23" fmla="*/ 1455708 h 1558216"/>
                  <a:gd name="connsiteX24" fmla="*/ 1182201 w 1764111"/>
                  <a:gd name="connsiteY24" fmla="*/ 1288125 h 1558216"/>
                  <a:gd name="connsiteX25" fmla="*/ 1102503 w 1764111"/>
                  <a:gd name="connsiteY25" fmla="*/ 1321131 h 1558216"/>
                  <a:gd name="connsiteX26" fmla="*/ 1102503 w 1764111"/>
                  <a:gd name="connsiteY26" fmla="*/ 1558216 h 1558216"/>
                  <a:gd name="connsiteX27" fmla="*/ 661608 w 1764111"/>
                  <a:gd name="connsiteY27" fmla="*/ 1558216 h 1558216"/>
                  <a:gd name="connsiteX28" fmla="*/ 661608 w 1764111"/>
                  <a:gd name="connsiteY28" fmla="*/ 1321131 h 1558216"/>
                  <a:gd name="connsiteX29" fmla="*/ 581911 w 1764111"/>
                  <a:gd name="connsiteY29" fmla="*/ 1288125 h 1558216"/>
                  <a:gd name="connsiteX30" fmla="*/ 414328 w 1764111"/>
                  <a:gd name="connsiteY30" fmla="*/ 1455708 h 1558216"/>
                  <a:gd name="connsiteX31" fmla="*/ 102508 w 1764111"/>
                  <a:gd name="connsiteY31" fmla="*/ 1143888 h 1558216"/>
                  <a:gd name="connsiteX32" fmla="*/ 270091 w 1764111"/>
                  <a:gd name="connsiteY32" fmla="*/ 976305 h 1558216"/>
                  <a:gd name="connsiteX33" fmla="*/ 237084 w 1764111"/>
                  <a:gd name="connsiteY33" fmla="*/ 896607 h 1558216"/>
                  <a:gd name="connsiteX34" fmla="*/ 0 w 1764111"/>
                  <a:gd name="connsiteY34" fmla="*/ 896607 h 1558216"/>
                  <a:gd name="connsiteX35" fmla="*/ 0 w 1764111"/>
                  <a:gd name="connsiteY35" fmla="*/ 455714 h 1558216"/>
                  <a:gd name="connsiteX36" fmla="*/ 237084 w 1764111"/>
                  <a:gd name="connsiteY36" fmla="*/ 455714 h 1558216"/>
                  <a:gd name="connsiteX37" fmla="*/ 270091 w 1764111"/>
                  <a:gd name="connsiteY37" fmla="*/ 376014 h 1558216"/>
                  <a:gd name="connsiteX38" fmla="*/ 102508 w 1764111"/>
                  <a:gd name="connsiteY38" fmla="*/ 208432 h 1558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764111" h="1558216">
                    <a:moveTo>
                      <a:pt x="881921" y="228289"/>
                    </a:moveTo>
                    <a:cubicBezTo>
                      <a:pt x="634641" y="228289"/>
                      <a:pt x="434185" y="428745"/>
                      <a:pt x="434185" y="676025"/>
                    </a:cubicBezTo>
                    <a:cubicBezTo>
                      <a:pt x="434185" y="923307"/>
                      <a:pt x="634641" y="1123763"/>
                      <a:pt x="881921" y="1123763"/>
                    </a:cubicBezTo>
                    <a:cubicBezTo>
                      <a:pt x="1129203" y="1123763"/>
                      <a:pt x="1329658" y="923307"/>
                      <a:pt x="1329658" y="676025"/>
                    </a:cubicBezTo>
                    <a:cubicBezTo>
                      <a:pt x="1329658" y="428745"/>
                      <a:pt x="1129203" y="228289"/>
                      <a:pt x="881921" y="228289"/>
                    </a:cubicBezTo>
                    <a:close/>
                    <a:moveTo>
                      <a:pt x="310940" y="0"/>
                    </a:moveTo>
                    <a:lnTo>
                      <a:pt x="517716" y="0"/>
                    </a:lnTo>
                    <a:lnTo>
                      <a:pt x="581911" y="64195"/>
                    </a:lnTo>
                    <a:cubicBezTo>
                      <a:pt x="607538" y="51583"/>
                      <a:pt x="634238" y="40580"/>
                      <a:pt x="661608" y="31188"/>
                    </a:cubicBezTo>
                    <a:lnTo>
                      <a:pt x="661608" y="0"/>
                    </a:lnTo>
                    <a:lnTo>
                      <a:pt x="1102503" y="0"/>
                    </a:lnTo>
                    <a:lnTo>
                      <a:pt x="1102503" y="31188"/>
                    </a:lnTo>
                    <a:cubicBezTo>
                      <a:pt x="1129874" y="40580"/>
                      <a:pt x="1156440" y="51583"/>
                      <a:pt x="1182201" y="64195"/>
                    </a:cubicBezTo>
                    <a:lnTo>
                      <a:pt x="1246396" y="0"/>
                    </a:lnTo>
                    <a:lnTo>
                      <a:pt x="1453172" y="0"/>
                    </a:lnTo>
                    <a:lnTo>
                      <a:pt x="1661603" y="208432"/>
                    </a:lnTo>
                    <a:lnTo>
                      <a:pt x="1494021" y="376014"/>
                    </a:lnTo>
                    <a:cubicBezTo>
                      <a:pt x="1506633" y="401642"/>
                      <a:pt x="1517636" y="428342"/>
                      <a:pt x="1527027" y="455714"/>
                    </a:cubicBezTo>
                    <a:lnTo>
                      <a:pt x="1764111" y="455714"/>
                    </a:lnTo>
                    <a:lnTo>
                      <a:pt x="1764111" y="896607"/>
                    </a:lnTo>
                    <a:lnTo>
                      <a:pt x="1527027" y="896607"/>
                    </a:lnTo>
                    <a:cubicBezTo>
                      <a:pt x="1517636" y="923978"/>
                      <a:pt x="1506633" y="950544"/>
                      <a:pt x="1494021" y="976305"/>
                    </a:cubicBezTo>
                    <a:lnTo>
                      <a:pt x="1661603" y="1143888"/>
                    </a:lnTo>
                    <a:lnTo>
                      <a:pt x="1349784" y="1455708"/>
                    </a:lnTo>
                    <a:lnTo>
                      <a:pt x="1182201" y="1288125"/>
                    </a:lnTo>
                    <a:cubicBezTo>
                      <a:pt x="1156574" y="1300737"/>
                      <a:pt x="1129874" y="1311740"/>
                      <a:pt x="1102503" y="1321131"/>
                    </a:cubicBezTo>
                    <a:lnTo>
                      <a:pt x="1102503" y="1558216"/>
                    </a:lnTo>
                    <a:lnTo>
                      <a:pt x="661608" y="1558216"/>
                    </a:lnTo>
                    <a:lnTo>
                      <a:pt x="661608" y="1321131"/>
                    </a:lnTo>
                    <a:cubicBezTo>
                      <a:pt x="634238" y="1311740"/>
                      <a:pt x="607672" y="1300737"/>
                      <a:pt x="581911" y="1288125"/>
                    </a:cubicBezTo>
                    <a:lnTo>
                      <a:pt x="414328" y="1455708"/>
                    </a:lnTo>
                    <a:lnTo>
                      <a:pt x="102508" y="1143888"/>
                    </a:lnTo>
                    <a:lnTo>
                      <a:pt x="270091" y="976305"/>
                    </a:lnTo>
                    <a:cubicBezTo>
                      <a:pt x="257479" y="950678"/>
                      <a:pt x="246476" y="923978"/>
                      <a:pt x="237084" y="896607"/>
                    </a:cubicBezTo>
                    <a:lnTo>
                      <a:pt x="0" y="896607"/>
                    </a:lnTo>
                    <a:lnTo>
                      <a:pt x="0" y="455714"/>
                    </a:lnTo>
                    <a:lnTo>
                      <a:pt x="237084" y="455714"/>
                    </a:lnTo>
                    <a:cubicBezTo>
                      <a:pt x="246476" y="428342"/>
                      <a:pt x="257479" y="401776"/>
                      <a:pt x="270091" y="376014"/>
                    </a:cubicBezTo>
                    <a:lnTo>
                      <a:pt x="102508" y="208432"/>
                    </a:ln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0" name="任意多边形 89" descr="4451b891-6cff-4d21-912f-f33cbd6ca5c2"/>
              <p:cNvSpPr/>
              <p:nvPr/>
            </p:nvSpPr>
            <p:spPr>
              <a:xfrm flipH="1">
                <a:off x="3074510" y="0"/>
                <a:ext cx="1795373" cy="1584784"/>
              </a:xfrm>
              <a:custGeom>
                <a:avLst/>
                <a:gdLst>
                  <a:gd name="connsiteX0" fmla="*/ 1099592 w 1795373"/>
                  <a:gd name="connsiteY0" fmla="*/ 0 h 1584784"/>
                  <a:gd name="connsiteX1" fmla="*/ 1143110 w 1795373"/>
                  <a:gd name="connsiteY1" fmla="*/ 0 h 1584784"/>
                  <a:gd name="connsiteX2" fmla="*/ 1143209 w 1795373"/>
                  <a:gd name="connsiteY2" fmla="*/ 17379 h 1584784"/>
                  <a:gd name="connsiteX3" fmla="*/ 1128532 w 1795373"/>
                  <a:gd name="connsiteY3" fmla="*/ 11331 h 1584784"/>
                  <a:gd name="connsiteX4" fmla="*/ 1143291 w 1795373"/>
                  <a:gd name="connsiteY4" fmla="*/ 31861 h 1584784"/>
                  <a:gd name="connsiteX5" fmla="*/ 1143209 w 1795373"/>
                  <a:gd name="connsiteY5" fmla="*/ 17379 h 1584784"/>
                  <a:gd name="connsiteX6" fmla="*/ 1196121 w 1795373"/>
                  <a:gd name="connsiteY6" fmla="*/ 39182 h 1584784"/>
                  <a:gd name="connsiteX7" fmla="*/ 1185825 w 1795373"/>
                  <a:gd name="connsiteY7" fmla="*/ 49437 h 1584784"/>
                  <a:gd name="connsiteX8" fmla="*/ 1210915 w 1795373"/>
                  <a:gd name="connsiteY8" fmla="*/ 45278 h 1584784"/>
                  <a:gd name="connsiteX9" fmla="*/ 1196121 w 1795373"/>
                  <a:gd name="connsiteY9" fmla="*/ 39182 h 1584784"/>
                  <a:gd name="connsiteX10" fmla="*/ 1235460 w 1795373"/>
                  <a:gd name="connsiteY10" fmla="*/ 0 h 1584784"/>
                  <a:gd name="connsiteX11" fmla="*/ 1295724 w 1795373"/>
                  <a:gd name="connsiteY11" fmla="*/ 0 h 1584784"/>
                  <a:gd name="connsiteX12" fmla="*/ 1216416 w 1795373"/>
                  <a:gd name="connsiteY12" fmla="*/ 79626 h 1584784"/>
                  <a:gd name="connsiteX13" fmla="*/ 1205413 w 1795373"/>
                  <a:gd name="connsiteY13" fmla="*/ 90763 h 1584784"/>
                  <a:gd name="connsiteX14" fmla="*/ 1191325 w 1795373"/>
                  <a:gd name="connsiteY14" fmla="*/ 83785 h 1584784"/>
                  <a:gd name="connsiteX15" fmla="*/ 1114175 w 1795373"/>
                  <a:gd name="connsiteY15" fmla="*/ 51718 h 1584784"/>
                  <a:gd name="connsiteX16" fmla="*/ 1099417 w 1795373"/>
                  <a:gd name="connsiteY16" fmla="*/ 46619 h 1584784"/>
                  <a:gd name="connsiteX17" fmla="*/ 1099417 w 1795373"/>
                  <a:gd name="connsiteY17" fmla="*/ 31055 h 1584784"/>
                  <a:gd name="connsiteX18" fmla="*/ 523859 w 1795373"/>
                  <a:gd name="connsiteY18" fmla="*/ 0 h 1584784"/>
                  <a:gd name="connsiteX19" fmla="*/ 549205 w 1795373"/>
                  <a:gd name="connsiteY19" fmla="*/ 0 h 1584784"/>
                  <a:gd name="connsiteX20" fmla="*/ 603181 w 1795373"/>
                  <a:gd name="connsiteY20" fmla="*/ 53077 h 1584784"/>
                  <a:gd name="connsiteX21" fmla="*/ 596669 w 1795373"/>
                  <a:gd name="connsiteY21" fmla="*/ 55877 h 1584784"/>
                  <a:gd name="connsiteX22" fmla="*/ 607939 w 1795373"/>
                  <a:gd name="connsiteY22" fmla="*/ 57756 h 1584784"/>
                  <a:gd name="connsiteX23" fmla="*/ 603181 w 1795373"/>
                  <a:gd name="connsiteY23" fmla="*/ 53077 h 1584784"/>
                  <a:gd name="connsiteX24" fmla="*/ 669558 w 1795373"/>
                  <a:gd name="connsiteY24" fmla="*/ 24534 h 1584784"/>
                  <a:gd name="connsiteX25" fmla="*/ 669660 w 1795373"/>
                  <a:gd name="connsiteY25" fmla="*/ 31726 h 1584784"/>
                  <a:gd name="connsiteX26" fmla="*/ 677173 w 1795373"/>
                  <a:gd name="connsiteY26" fmla="*/ 21260 h 1584784"/>
                  <a:gd name="connsiteX27" fmla="*/ 669558 w 1795373"/>
                  <a:gd name="connsiteY27" fmla="*/ 24534 h 1584784"/>
                  <a:gd name="connsiteX28" fmla="*/ 669211 w 1795373"/>
                  <a:gd name="connsiteY28" fmla="*/ 0 h 1584784"/>
                  <a:gd name="connsiteX29" fmla="*/ 691836 w 1795373"/>
                  <a:gd name="connsiteY29" fmla="*/ 0 h 1584784"/>
                  <a:gd name="connsiteX30" fmla="*/ 691396 w 1795373"/>
                  <a:gd name="connsiteY30" fmla="*/ 31055 h 1584784"/>
                  <a:gd name="connsiteX31" fmla="*/ 691261 w 1795373"/>
                  <a:gd name="connsiteY31" fmla="*/ 39106 h 1584784"/>
                  <a:gd name="connsiteX32" fmla="*/ 683881 w 1795373"/>
                  <a:gd name="connsiteY32" fmla="*/ 41520 h 1584784"/>
                  <a:gd name="connsiteX33" fmla="*/ 604854 w 1795373"/>
                  <a:gd name="connsiteY33" fmla="*/ 72782 h 1584784"/>
                  <a:gd name="connsiteX34" fmla="*/ 598414 w 1795373"/>
                  <a:gd name="connsiteY34" fmla="*/ 75869 h 1584784"/>
                  <a:gd name="connsiteX35" fmla="*/ 593583 w 1795373"/>
                  <a:gd name="connsiteY35" fmla="*/ 70905 h 1584784"/>
                  <a:gd name="connsiteX36" fmla="*/ 319818 w 1795373"/>
                  <a:gd name="connsiteY36" fmla="*/ 0 h 1584784"/>
                  <a:gd name="connsiteX37" fmla="*/ 339951 w 1795373"/>
                  <a:gd name="connsiteY37" fmla="*/ 0 h 1584784"/>
                  <a:gd name="connsiteX38" fmla="*/ 282301 w 1795373"/>
                  <a:gd name="connsiteY38" fmla="*/ 57353 h 1584784"/>
                  <a:gd name="connsiteX39" fmla="*/ 132974 w 1795373"/>
                  <a:gd name="connsiteY39" fmla="*/ 207971 h 1584784"/>
                  <a:gd name="connsiteX40" fmla="*/ 127063 w 1795373"/>
                  <a:gd name="connsiteY40" fmla="*/ 202125 h 1584784"/>
                  <a:gd name="connsiteX41" fmla="*/ 127063 w 1795373"/>
                  <a:gd name="connsiteY41" fmla="*/ 213933 h 1584784"/>
                  <a:gd name="connsiteX42" fmla="*/ 132974 w 1795373"/>
                  <a:gd name="connsiteY42" fmla="*/ 207971 h 1584784"/>
                  <a:gd name="connsiteX43" fmla="*/ 295584 w 1795373"/>
                  <a:gd name="connsiteY43" fmla="*/ 368769 h 1584784"/>
                  <a:gd name="connsiteX44" fmla="*/ 300414 w 1795373"/>
                  <a:gd name="connsiteY44" fmla="*/ 373465 h 1584784"/>
                  <a:gd name="connsiteX45" fmla="*/ 297329 w 1795373"/>
                  <a:gd name="connsiteY45" fmla="*/ 379772 h 1584784"/>
                  <a:gd name="connsiteX46" fmla="*/ 265798 w 1795373"/>
                  <a:gd name="connsiteY46" fmla="*/ 458665 h 1584784"/>
                  <a:gd name="connsiteX47" fmla="*/ 263516 w 1795373"/>
                  <a:gd name="connsiteY47" fmla="*/ 465777 h 1584784"/>
                  <a:gd name="connsiteX48" fmla="*/ 255734 w 1795373"/>
                  <a:gd name="connsiteY48" fmla="*/ 465911 h 1584784"/>
                  <a:gd name="connsiteX49" fmla="*/ 32234 w 1795373"/>
                  <a:gd name="connsiteY49" fmla="*/ 468440 h 1584784"/>
                  <a:gd name="connsiteX50" fmla="*/ 32068 w 1795373"/>
                  <a:gd name="connsiteY50" fmla="*/ 455177 h 1584784"/>
                  <a:gd name="connsiteX51" fmla="*/ 18650 w 1795373"/>
                  <a:gd name="connsiteY51" fmla="*/ 468594 h 1584784"/>
                  <a:gd name="connsiteX52" fmla="*/ 32234 w 1795373"/>
                  <a:gd name="connsiteY52" fmla="*/ 468440 h 1584784"/>
                  <a:gd name="connsiteX53" fmla="*/ 37331 w 1795373"/>
                  <a:gd name="connsiteY53" fmla="*/ 876993 h 1584784"/>
                  <a:gd name="connsiteX54" fmla="*/ 18650 w 1795373"/>
                  <a:gd name="connsiteY54" fmla="*/ 877152 h 1584784"/>
                  <a:gd name="connsiteX55" fmla="*/ 37569 w 1795373"/>
                  <a:gd name="connsiteY55" fmla="*/ 896071 h 1584784"/>
                  <a:gd name="connsiteX56" fmla="*/ 37331 w 1795373"/>
                  <a:gd name="connsiteY56" fmla="*/ 876993 h 1584784"/>
                  <a:gd name="connsiteX57" fmla="*/ 255734 w 1795373"/>
                  <a:gd name="connsiteY57" fmla="*/ 875140 h 1584784"/>
                  <a:gd name="connsiteX58" fmla="*/ 270494 w 1795373"/>
                  <a:gd name="connsiteY58" fmla="*/ 875006 h 1584784"/>
                  <a:gd name="connsiteX59" fmla="*/ 275458 w 1795373"/>
                  <a:gd name="connsiteY59" fmla="*/ 889363 h 1584784"/>
                  <a:gd name="connsiteX60" fmla="*/ 308063 w 1795373"/>
                  <a:gd name="connsiteY60" fmla="*/ 966378 h 1584784"/>
                  <a:gd name="connsiteX61" fmla="*/ 314905 w 1795373"/>
                  <a:gd name="connsiteY61" fmla="*/ 980063 h 1584784"/>
                  <a:gd name="connsiteX62" fmla="*/ 303902 w 1795373"/>
                  <a:gd name="connsiteY62" fmla="*/ 991200 h 1584784"/>
                  <a:gd name="connsiteX63" fmla="*/ 153356 w 1795373"/>
                  <a:gd name="connsiteY63" fmla="*/ 1143322 h 1584784"/>
                  <a:gd name="connsiteX64" fmla="*/ 137126 w 1795373"/>
                  <a:gd name="connsiteY64" fmla="*/ 1127251 h 1584784"/>
                  <a:gd name="connsiteX65" fmla="*/ 137126 w 1795373"/>
                  <a:gd name="connsiteY65" fmla="*/ 1159722 h 1584784"/>
                  <a:gd name="connsiteX66" fmla="*/ 153356 w 1795373"/>
                  <a:gd name="connsiteY66" fmla="*/ 1143322 h 1584784"/>
                  <a:gd name="connsiteX67" fmla="*/ 432490 w 1795373"/>
                  <a:gd name="connsiteY67" fmla="*/ 1419707 h 1584784"/>
                  <a:gd name="connsiteX68" fmla="*/ 414865 w 1795373"/>
                  <a:gd name="connsiteY68" fmla="*/ 1437460 h 1584784"/>
                  <a:gd name="connsiteX69" fmla="*/ 450419 w 1795373"/>
                  <a:gd name="connsiteY69" fmla="*/ 1437460 h 1584784"/>
                  <a:gd name="connsiteX70" fmla="*/ 432490 w 1795373"/>
                  <a:gd name="connsiteY70" fmla="*/ 1419707 h 1584784"/>
                  <a:gd name="connsiteX71" fmla="*/ 581910 w 1795373"/>
                  <a:gd name="connsiteY71" fmla="*/ 1269207 h 1584784"/>
                  <a:gd name="connsiteX72" fmla="*/ 595060 w 1795373"/>
                  <a:gd name="connsiteY72" fmla="*/ 1256058 h 1584784"/>
                  <a:gd name="connsiteX73" fmla="*/ 611831 w 1795373"/>
                  <a:gd name="connsiteY73" fmla="*/ 1264243 h 1584784"/>
                  <a:gd name="connsiteX74" fmla="*/ 688577 w 1795373"/>
                  <a:gd name="connsiteY74" fmla="*/ 1295908 h 1584784"/>
                  <a:gd name="connsiteX75" fmla="*/ 706155 w 1795373"/>
                  <a:gd name="connsiteY75" fmla="*/ 1301945 h 1584784"/>
                  <a:gd name="connsiteX76" fmla="*/ 706155 w 1795373"/>
                  <a:gd name="connsiteY76" fmla="*/ 1320595 h 1584784"/>
                  <a:gd name="connsiteX77" fmla="*/ 706155 w 1795373"/>
                  <a:gd name="connsiteY77" fmla="*/ 1531769 h 1584784"/>
                  <a:gd name="connsiteX78" fmla="*/ 680126 w 1795373"/>
                  <a:gd name="connsiteY78" fmla="*/ 1531650 h 1584784"/>
                  <a:gd name="connsiteX79" fmla="*/ 706155 w 1795373"/>
                  <a:gd name="connsiteY79" fmla="*/ 1557681 h 1584784"/>
                  <a:gd name="connsiteX80" fmla="*/ 706155 w 1795373"/>
                  <a:gd name="connsiteY80" fmla="*/ 1531769 h 1584784"/>
                  <a:gd name="connsiteX81" fmla="*/ 1097220 w 1795373"/>
                  <a:gd name="connsiteY81" fmla="*/ 1533554 h 1584784"/>
                  <a:gd name="connsiteX82" fmla="*/ 1097001 w 1795373"/>
                  <a:gd name="connsiteY82" fmla="*/ 1557681 h 1584784"/>
                  <a:gd name="connsiteX83" fmla="*/ 1121019 w 1795373"/>
                  <a:gd name="connsiteY83" fmla="*/ 1533663 h 1584784"/>
                  <a:gd name="connsiteX84" fmla="*/ 1097220 w 1795373"/>
                  <a:gd name="connsiteY84" fmla="*/ 1533554 h 1584784"/>
                  <a:gd name="connsiteX85" fmla="*/ 1099148 w 1795373"/>
                  <a:gd name="connsiteY85" fmla="*/ 1320595 h 1584784"/>
                  <a:gd name="connsiteX86" fmla="*/ 1099283 w 1795373"/>
                  <a:gd name="connsiteY86" fmla="*/ 1304629 h 1584784"/>
                  <a:gd name="connsiteX87" fmla="*/ 1114041 w 1795373"/>
                  <a:gd name="connsiteY87" fmla="*/ 1299799 h 1584784"/>
                  <a:gd name="connsiteX88" fmla="*/ 1191594 w 1795373"/>
                  <a:gd name="connsiteY88" fmla="*/ 1268536 h 1584784"/>
                  <a:gd name="connsiteX89" fmla="*/ 1205413 w 1795373"/>
                  <a:gd name="connsiteY89" fmla="*/ 1261827 h 1584784"/>
                  <a:gd name="connsiteX90" fmla="*/ 1215879 w 1795373"/>
                  <a:gd name="connsiteY90" fmla="*/ 1272561 h 1584784"/>
                  <a:gd name="connsiteX91" fmla="*/ 1368799 w 1795373"/>
                  <a:gd name="connsiteY91" fmla="*/ 1428200 h 1584784"/>
                  <a:gd name="connsiteX92" fmla="*/ 1355016 w 1795373"/>
                  <a:gd name="connsiteY92" fmla="*/ 1441621 h 1584784"/>
                  <a:gd name="connsiteX93" fmla="*/ 1381985 w 1795373"/>
                  <a:gd name="connsiteY93" fmla="*/ 1441621 h 1584784"/>
                  <a:gd name="connsiteX94" fmla="*/ 1368799 w 1795373"/>
                  <a:gd name="connsiteY94" fmla="*/ 1428200 h 1584784"/>
                  <a:gd name="connsiteX95" fmla="*/ 1661703 w 1795373"/>
                  <a:gd name="connsiteY95" fmla="*/ 1143009 h 1584784"/>
                  <a:gd name="connsiteX96" fmla="*/ 1670995 w 1795373"/>
                  <a:gd name="connsiteY96" fmla="*/ 1152611 h 1584784"/>
                  <a:gd name="connsiteX97" fmla="*/ 1670995 w 1795373"/>
                  <a:gd name="connsiteY97" fmla="*/ 1133961 h 1584784"/>
                  <a:gd name="connsiteX98" fmla="*/ 1661703 w 1795373"/>
                  <a:gd name="connsiteY98" fmla="*/ 1143009 h 1584784"/>
                  <a:gd name="connsiteX99" fmla="*/ 1506096 w 1795373"/>
                  <a:gd name="connsiteY99" fmla="*/ 982209 h 1584784"/>
                  <a:gd name="connsiteX100" fmla="*/ 1501400 w 1795373"/>
                  <a:gd name="connsiteY100" fmla="*/ 977246 h 1584784"/>
                  <a:gd name="connsiteX101" fmla="*/ 1504351 w 1795373"/>
                  <a:gd name="connsiteY101" fmla="*/ 971476 h 1584784"/>
                  <a:gd name="connsiteX102" fmla="*/ 1538431 w 1795373"/>
                  <a:gd name="connsiteY102" fmla="*/ 893387 h 1584784"/>
                  <a:gd name="connsiteX103" fmla="*/ 1540310 w 1795373"/>
                  <a:gd name="connsiteY103" fmla="*/ 888155 h 1584784"/>
                  <a:gd name="connsiteX104" fmla="*/ 1545543 w 1795373"/>
                  <a:gd name="connsiteY104" fmla="*/ 888289 h 1584784"/>
                  <a:gd name="connsiteX105" fmla="*/ 1781017 w 1795373"/>
                  <a:gd name="connsiteY105" fmla="*/ 894863 h 1584784"/>
                  <a:gd name="connsiteX106" fmla="*/ 1775651 w 1795373"/>
                  <a:gd name="connsiteY106" fmla="*/ 673208 h 1584784"/>
                  <a:gd name="connsiteX107" fmla="*/ 1772966 w 1795373"/>
                  <a:gd name="connsiteY107" fmla="*/ 563992 h 1584784"/>
                  <a:gd name="connsiteX108" fmla="*/ 1770943 w 1795373"/>
                  <a:gd name="connsiteY108" fmla="*/ 467809 h 1584784"/>
                  <a:gd name="connsiteX109" fmla="*/ 1782761 w 1795373"/>
                  <a:gd name="connsiteY109" fmla="*/ 467656 h 1584784"/>
                  <a:gd name="connsiteX110" fmla="*/ 1770686 w 1795373"/>
                  <a:gd name="connsiteY110" fmla="*/ 455579 h 1584784"/>
                  <a:gd name="connsiteX111" fmla="*/ 1770943 w 1795373"/>
                  <a:gd name="connsiteY111" fmla="*/ 467809 h 1584784"/>
                  <a:gd name="connsiteX112" fmla="*/ 1545677 w 1795373"/>
                  <a:gd name="connsiteY112" fmla="*/ 470742 h 1584784"/>
                  <a:gd name="connsiteX113" fmla="*/ 1535077 w 1795373"/>
                  <a:gd name="connsiteY113" fmla="*/ 470876 h 1584784"/>
                  <a:gd name="connsiteX114" fmla="*/ 1531320 w 1795373"/>
                  <a:gd name="connsiteY114" fmla="*/ 460410 h 1584784"/>
                  <a:gd name="connsiteX115" fmla="*/ 1498046 w 1795373"/>
                  <a:gd name="connsiteY115" fmla="*/ 382993 h 1584784"/>
                  <a:gd name="connsiteX116" fmla="*/ 1492813 w 1795373"/>
                  <a:gd name="connsiteY116" fmla="*/ 372795 h 1584784"/>
                  <a:gd name="connsiteX117" fmla="*/ 1501132 w 1795373"/>
                  <a:gd name="connsiteY117" fmla="*/ 364341 h 1584784"/>
                  <a:gd name="connsiteX118" fmla="*/ 1653625 w 1795373"/>
                  <a:gd name="connsiteY118" fmla="*/ 208518 h 1584784"/>
                  <a:gd name="connsiteX119" fmla="*/ 1666970 w 1795373"/>
                  <a:gd name="connsiteY119" fmla="*/ 221715 h 1584784"/>
                  <a:gd name="connsiteX120" fmla="*/ 1666970 w 1795373"/>
                  <a:gd name="connsiteY120" fmla="*/ 194881 h 1584784"/>
                  <a:gd name="connsiteX121" fmla="*/ 1653625 w 1795373"/>
                  <a:gd name="connsiteY121" fmla="*/ 208518 h 1584784"/>
                  <a:gd name="connsiteX122" fmla="*/ 1442761 w 1795373"/>
                  <a:gd name="connsiteY122" fmla="*/ 0 h 1584784"/>
                  <a:gd name="connsiteX123" fmla="*/ 1500698 w 1795373"/>
                  <a:gd name="connsiteY123" fmla="*/ 0 h 1584784"/>
                  <a:gd name="connsiteX124" fmla="*/ 1694207 w 1795373"/>
                  <a:gd name="connsiteY124" fmla="*/ 195686 h 1584784"/>
                  <a:gd name="connsiteX125" fmla="*/ 1707490 w 1795373"/>
                  <a:gd name="connsiteY125" fmla="*/ 209237 h 1584784"/>
                  <a:gd name="connsiteX126" fmla="*/ 1694207 w 1795373"/>
                  <a:gd name="connsiteY126" fmla="*/ 222386 h 1584784"/>
                  <a:gd name="connsiteX127" fmla="*/ 1532353 w 1795373"/>
                  <a:gd name="connsiteY127" fmla="*/ 380780 h 1584784"/>
                  <a:gd name="connsiteX128" fmla="*/ 1527832 w 1795373"/>
                  <a:gd name="connsiteY128" fmla="*/ 369440 h 1584784"/>
                  <a:gd name="connsiteX129" fmla="*/ 1524745 w 1795373"/>
                  <a:gd name="connsiteY129" fmla="*/ 388225 h 1584784"/>
                  <a:gd name="connsiteX130" fmla="*/ 1532353 w 1795373"/>
                  <a:gd name="connsiteY130" fmla="*/ 380780 h 1584784"/>
                  <a:gd name="connsiteX131" fmla="*/ 1556559 w 1795373"/>
                  <a:gd name="connsiteY131" fmla="*/ 441492 h 1584784"/>
                  <a:gd name="connsiteX132" fmla="*/ 1546214 w 1795373"/>
                  <a:gd name="connsiteY132" fmla="*/ 441357 h 1584784"/>
                  <a:gd name="connsiteX133" fmla="*/ 1560571 w 1795373"/>
                  <a:gd name="connsiteY133" fmla="*/ 451555 h 1584784"/>
                  <a:gd name="connsiteX134" fmla="*/ 1556559 w 1795373"/>
                  <a:gd name="connsiteY134" fmla="*/ 441492 h 1584784"/>
                  <a:gd name="connsiteX135" fmla="*/ 1783298 w 1795373"/>
                  <a:gd name="connsiteY135" fmla="*/ 444444 h 1584784"/>
                  <a:gd name="connsiteX136" fmla="*/ 1795373 w 1795373"/>
                  <a:gd name="connsiteY136" fmla="*/ 444578 h 1584784"/>
                  <a:gd name="connsiteX137" fmla="*/ 1795239 w 1795373"/>
                  <a:gd name="connsiteY137" fmla="*/ 456385 h 1584784"/>
                  <a:gd name="connsiteX138" fmla="*/ 1792959 w 1795373"/>
                  <a:gd name="connsiteY138" fmla="*/ 568554 h 1584784"/>
                  <a:gd name="connsiteX139" fmla="*/ 1790275 w 1795373"/>
                  <a:gd name="connsiteY139" fmla="*/ 679917 h 1584784"/>
                  <a:gd name="connsiteX140" fmla="*/ 1784506 w 1795373"/>
                  <a:gd name="connsiteY140" fmla="*/ 898351 h 1584784"/>
                  <a:gd name="connsiteX141" fmla="*/ 1550983 w 1795373"/>
                  <a:gd name="connsiteY141" fmla="*/ 904124 h 1584784"/>
                  <a:gd name="connsiteX142" fmla="*/ 1552922 w 1795373"/>
                  <a:gd name="connsiteY142" fmla="*/ 899157 h 1584784"/>
                  <a:gd name="connsiteX143" fmla="*/ 1545677 w 1795373"/>
                  <a:gd name="connsiteY143" fmla="*/ 904255 h 1584784"/>
                  <a:gd name="connsiteX144" fmla="*/ 1550983 w 1795373"/>
                  <a:gd name="connsiteY144" fmla="*/ 904124 h 1584784"/>
                  <a:gd name="connsiteX145" fmla="*/ 1523686 w 1795373"/>
                  <a:gd name="connsiteY145" fmla="*/ 974035 h 1584784"/>
                  <a:gd name="connsiteX146" fmla="*/ 1519379 w 1795373"/>
                  <a:gd name="connsiteY146" fmla="*/ 969867 h 1584784"/>
                  <a:gd name="connsiteX147" fmla="*/ 1521123 w 1795373"/>
                  <a:gd name="connsiteY147" fmla="*/ 980600 h 1584784"/>
                  <a:gd name="connsiteX148" fmla="*/ 1523686 w 1795373"/>
                  <a:gd name="connsiteY148" fmla="*/ 974035 h 1584784"/>
                  <a:gd name="connsiteX149" fmla="*/ 1689779 w 1795373"/>
                  <a:gd name="connsiteY149" fmla="*/ 1134766 h 1584784"/>
                  <a:gd name="connsiteX150" fmla="*/ 1699172 w 1795373"/>
                  <a:gd name="connsiteY150" fmla="*/ 1143889 h 1584784"/>
                  <a:gd name="connsiteX151" fmla="*/ 1689779 w 1795373"/>
                  <a:gd name="connsiteY151" fmla="*/ 1153550 h 1584784"/>
                  <a:gd name="connsiteX152" fmla="*/ 1382119 w 1795373"/>
                  <a:gd name="connsiteY152" fmla="*/ 1469528 h 1584784"/>
                  <a:gd name="connsiteX153" fmla="*/ 1368836 w 1795373"/>
                  <a:gd name="connsiteY153" fmla="*/ 1483079 h 1584784"/>
                  <a:gd name="connsiteX154" fmla="*/ 1355150 w 1795373"/>
                  <a:gd name="connsiteY154" fmla="*/ 1469528 h 1584784"/>
                  <a:gd name="connsiteX155" fmla="*/ 1196314 w 1795373"/>
                  <a:gd name="connsiteY155" fmla="*/ 1313465 h 1584784"/>
                  <a:gd name="connsiteX156" fmla="*/ 1210512 w 1795373"/>
                  <a:gd name="connsiteY156" fmla="*/ 1307446 h 1584784"/>
                  <a:gd name="connsiteX157" fmla="*/ 1186092 w 1795373"/>
                  <a:gd name="connsiteY157" fmla="*/ 1303421 h 1584784"/>
                  <a:gd name="connsiteX158" fmla="*/ 1196314 w 1795373"/>
                  <a:gd name="connsiteY158" fmla="*/ 1313465 h 1584784"/>
                  <a:gd name="connsiteX159" fmla="*/ 1143557 w 1795373"/>
                  <a:gd name="connsiteY159" fmla="*/ 1335829 h 1584784"/>
                  <a:gd name="connsiteX160" fmla="*/ 1143426 w 1795373"/>
                  <a:gd name="connsiteY160" fmla="*/ 1321400 h 1584784"/>
                  <a:gd name="connsiteX161" fmla="*/ 1128532 w 1795373"/>
                  <a:gd name="connsiteY161" fmla="*/ 1342198 h 1584784"/>
                  <a:gd name="connsiteX162" fmla="*/ 1143557 w 1795373"/>
                  <a:gd name="connsiteY162" fmla="*/ 1335829 h 1584784"/>
                  <a:gd name="connsiteX163" fmla="*/ 1145573 w 1795373"/>
                  <a:gd name="connsiteY163" fmla="*/ 1558485 h 1584784"/>
                  <a:gd name="connsiteX164" fmla="*/ 1145840 w 1795373"/>
                  <a:gd name="connsiteY164" fmla="*/ 1582502 h 1584784"/>
                  <a:gd name="connsiteX165" fmla="*/ 1121555 w 1795373"/>
                  <a:gd name="connsiteY165" fmla="*/ 1582636 h 1584784"/>
                  <a:gd name="connsiteX166" fmla="*/ 680661 w 1795373"/>
                  <a:gd name="connsiteY166" fmla="*/ 1584648 h 1584784"/>
                  <a:gd name="connsiteX167" fmla="*/ 654632 w 1795373"/>
                  <a:gd name="connsiteY167" fmla="*/ 1584784 h 1584784"/>
                  <a:gd name="connsiteX168" fmla="*/ 654632 w 1795373"/>
                  <a:gd name="connsiteY168" fmla="*/ 1558619 h 1584784"/>
                  <a:gd name="connsiteX169" fmla="*/ 654632 w 1795373"/>
                  <a:gd name="connsiteY169" fmla="*/ 1338930 h 1584784"/>
                  <a:gd name="connsiteX170" fmla="*/ 672208 w 1795373"/>
                  <a:gd name="connsiteY170" fmla="*/ 1346223 h 1584784"/>
                  <a:gd name="connsiteX171" fmla="*/ 654632 w 1795373"/>
                  <a:gd name="connsiteY171" fmla="*/ 1321535 h 1584784"/>
                  <a:gd name="connsiteX172" fmla="*/ 654632 w 1795373"/>
                  <a:gd name="connsiteY172" fmla="*/ 1338930 h 1584784"/>
                  <a:gd name="connsiteX173" fmla="*/ 606999 w 1795373"/>
                  <a:gd name="connsiteY173" fmla="*/ 1319167 h 1584784"/>
                  <a:gd name="connsiteX174" fmla="*/ 619344 w 1795373"/>
                  <a:gd name="connsiteY174" fmla="*/ 1306911 h 1584784"/>
                  <a:gd name="connsiteX175" fmla="*/ 589424 w 1795373"/>
                  <a:gd name="connsiteY175" fmla="*/ 1311874 h 1584784"/>
                  <a:gd name="connsiteX176" fmla="*/ 606999 w 1795373"/>
                  <a:gd name="connsiteY176" fmla="*/ 1319167 h 1584784"/>
                  <a:gd name="connsiteX177" fmla="*/ 451090 w 1795373"/>
                  <a:gd name="connsiteY177" fmla="*/ 1473956 h 1584784"/>
                  <a:gd name="connsiteX178" fmla="*/ 433111 w 1795373"/>
                  <a:gd name="connsiteY178" fmla="*/ 1491801 h 1584784"/>
                  <a:gd name="connsiteX179" fmla="*/ 415400 w 1795373"/>
                  <a:gd name="connsiteY179" fmla="*/ 1473956 h 1584784"/>
                  <a:gd name="connsiteX180" fmla="*/ 105192 w 1795373"/>
                  <a:gd name="connsiteY180" fmla="*/ 1160661 h 1584784"/>
                  <a:gd name="connsiteX181" fmla="*/ 88957 w 1795373"/>
                  <a:gd name="connsiteY181" fmla="*/ 1144292 h 1584784"/>
                  <a:gd name="connsiteX182" fmla="*/ 105192 w 1795373"/>
                  <a:gd name="connsiteY182" fmla="*/ 1128191 h 1584784"/>
                  <a:gd name="connsiteX183" fmla="*/ 263584 w 1795373"/>
                  <a:gd name="connsiteY183" fmla="*/ 971565 h 1584784"/>
                  <a:gd name="connsiteX184" fmla="*/ 269554 w 1795373"/>
                  <a:gd name="connsiteY184" fmla="*/ 986370 h 1584784"/>
                  <a:gd name="connsiteX185" fmla="*/ 273714 w 1795373"/>
                  <a:gd name="connsiteY185" fmla="*/ 961547 h 1584784"/>
                  <a:gd name="connsiteX186" fmla="*/ 263584 w 1795373"/>
                  <a:gd name="connsiteY186" fmla="*/ 971565 h 1584784"/>
                  <a:gd name="connsiteX187" fmla="*/ 241966 w 1795373"/>
                  <a:gd name="connsiteY187" fmla="*/ 917955 h 1584784"/>
                  <a:gd name="connsiteX188" fmla="*/ 256137 w 1795373"/>
                  <a:gd name="connsiteY188" fmla="*/ 918075 h 1584784"/>
                  <a:gd name="connsiteX189" fmla="*/ 236279 w 1795373"/>
                  <a:gd name="connsiteY189" fmla="*/ 903853 h 1584784"/>
                  <a:gd name="connsiteX190" fmla="*/ 241966 w 1795373"/>
                  <a:gd name="connsiteY190" fmla="*/ 917955 h 1584784"/>
                  <a:gd name="connsiteX191" fmla="*/ 19053 w 1795373"/>
                  <a:gd name="connsiteY191" fmla="*/ 916062 h 1584784"/>
                  <a:gd name="connsiteX192" fmla="*/ 0 w 1795373"/>
                  <a:gd name="connsiteY192" fmla="*/ 915929 h 1584784"/>
                  <a:gd name="connsiteX193" fmla="*/ 268 w 1795373"/>
                  <a:gd name="connsiteY193" fmla="*/ 897279 h 1584784"/>
                  <a:gd name="connsiteX194" fmla="*/ 5770 w 1795373"/>
                  <a:gd name="connsiteY194" fmla="*/ 456385 h 1584784"/>
                  <a:gd name="connsiteX195" fmla="*/ 5904 w 1795373"/>
                  <a:gd name="connsiteY195" fmla="*/ 442833 h 1584784"/>
                  <a:gd name="connsiteX196" fmla="*/ 19053 w 1795373"/>
                  <a:gd name="connsiteY196" fmla="*/ 442968 h 1584784"/>
                  <a:gd name="connsiteX197" fmla="*/ 249193 w 1795373"/>
                  <a:gd name="connsiteY197" fmla="*/ 445573 h 1584784"/>
                  <a:gd name="connsiteX198" fmla="*/ 246074 w 1795373"/>
                  <a:gd name="connsiteY198" fmla="*/ 452896 h 1584784"/>
                  <a:gd name="connsiteX199" fmla="*/ 256137 w 1795373"/>
                  <a:gd name="connsiteY199" fmla="*/ 445652 h 1584784"/>
                  <a:gd name="connsiteX200" fmla="*/ 249193 w 1795373"/>
                  <a:gd name="connsiteY200" fmla="*/ 445573 h 1584784"/>
                  <a:gd name="connsiteX201" fmla="*/ 277673 w 1795373"/>
                  <a:gd name="connsiteY201" fmla="*/ 378714 h 1584784"/>
                  <a:gd name="connsiteX202" fmla="*/ 282301 w 1795373"/>
                  <a:gd name="connsiteY202" fmla="*/ 383394 h 1584784"/>
                  <a:gd name="connsiteX203" fmla="*/ 280423 w 1795373"/>
                  <a:gd name="connsiteY203" fmla="*/ 372258 h 1584784"/>
                  <a:gd name="connsiteX204" fmla="*/ 277673 w 1795373"/>
                  <a:gd name="connsiteY204" fmla="*/ 378714 h 1584784"/>
                  <a:gd name="connsiteX205" fmla="*/ 115657 w 1795373"/>
                  <a:gd name="connsiteY205" fmla="*/ 214873 h 1584784"/>
                  <a:gd name="connsiteX206" fmla="*/ 109754 w 1795373"/>
                  <a:gd name="connsiteY206" fmla="*/ 208969 h 1584784"/>
                  <a:gd name="connsiteX207" fmla="*/ 115657 w 1795373"/>
                  <a:gd name="connsiteY207" fmla="*/ 203065 h 1584784"/>
                  <a:gd name="connsiteX208" fmla="*/ 272237 w 1795373"/>
                  <a:gd name="connsiteY208" fmla="*/ 47827 h 1584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</a:cxnLst>
                <a:rect l="l" t="t" r="r" b="b"/>
                <a:pathLst>
                  <a:path w="1795373" h="1584784">
                    <a:moveTo>
                      <a:pt x="1099592" y="0"/>
                    </a:moveTo>
                    <a:lnTo>
                      <a:pt x="1143110" y="0"/>
                    </a:lnTo>
                    <a:lnTo>
                      <a:pt x="1143209" y="17379"/>
                    </a:lnTo>
                    <a:lnTo>
                      <a:pt x="1128532" y="11331"/>
                    </a:lnTo>
                    <a:lnTo>
                      <a:pt x="1143291" y="31861"/>
                    </a:lnTo>
                    <a:lnTo>
                      <a:pt x="1143209" y="17379"/>
                    </a:lnTo>
                    <a:lnTo>
                      <a:pt x="1196121" y="39182"/>
                    </a:lnTo>
                    <a:lnTo>
                      <a:pt x="1185825" y="49437"/>
                    </a:lnTo>
                    <a:lnTo>
                      <a:pt x="1210915" y="45278"/>
                    </a:lnTo>
                    <a:lnTo>
                      <a:pt x="1196121" y="39182"/>
                    </a:lnTo>
                    <a:lnTo>
                      <a:pt x="1235460" y="0"/>
                    </a:lnTo>
                    <a:lnTo>
                      <a:pt x="1295724" y="0"/>
                    </a:lnTo>
                    <a:lnTo>
                      <a:pt x="1216416" y="79626"/>
                    </a:lnTo>
                    <a:lnTo>
                      <a:pt x="1205413" y="90763"/>
                    </a:lnTo>
                    <a:lnTo>
                      <a:pt x="1191325" y="83785"/>
                    </a:lnTo>
                    <a:cubicBezTo>
                      <a:pt x="1166369" y="71442"/>
                      <a:pt x="1140607" y="60841"/>
                      <a:pt x="1114175" y="51718"/>
                    </a:cubicBezTo>
                    <a:lnTo>
                      <a:pt x="1099417" y="46619"/>
                    </a:lnTo>
                    <a:lnTo>
                      <a:pt x="1099417" y="31055"/>
                    </a:lnTo>
                    <a:close/>
                    <a:moveTo>
                      <a:pt x="523859" y="0"/>
                    </a:moveTo>
                    <a:lnTo>
                      <a:pt x="549205" y="0"/>
                    </a:lnTo>
                    <a:lnTo>
                      <a:pt x="603181" y="53077"/>
                    </a:lnTo>
                    <a:lnTo>
                      <a:pt x="596669" y="55877"/>
                    </a:lnTo>
                    <a:lnTo>
                      <a:pt x="607939" y="57756"/>
                    </a:lnTo>
                    <a:lnTo>
                      <a:pt x="603181" y="53077"/>
                    </a:lnTo>
                    <a:lnTo>
                      <a:pt x="669558" y="24534"/>
                    </a:lnTo>
                    <a:lnTo>
                      <a:pt x="669660" y="31726"/>
                    </a:lnTo>
                    <a:lnTo>
                      <a:pt x="677173" y="21260"/>
                    </a:lnTo>
                    <a:lnTo>
                      <a:pt x="669558" y="24534"/>
                    </a:lnTo>
                    <a:lnTo>
                      <a:pt x="669211" y="0"/>
                    </a:lnTo>
                    <a:lnTo>
                      <a:pt x="691836" y="0"/>
                    </a:lnTo>
                    <a:lnTo>
                      <a:pt x="691396" y="31055"/>
                    </a:lnTo>
                    <a:lnTo>
                      <a:pt x="691261" y="39106"/>
                    </a:lnTo>
                    <a:lnTo>
                      <a:pt x="683881" y="41520"/>
                    </a:lnTo>
                    <a:cubicBezTo>
                      <a:pt x="656912" y="50241"/>
                      <a:pt x="630480" y="60707"/>
                      <a:pt x="604854" y="72782"/>
                    </a:cubicBezTo>
                    <a:lnTo>
                      <a:pt x="598414" y="75869"/>
                    </a:lnTo>
                    <a:lnTo>
                      <a:pt x="593583" y="70905"/>
                    </a:lnTo>
                    <a:close/>
                    <a:moveTo>
                      <a:pt x="319818" y="0"/>
                    </a:moveTo>
                    <a:lnTo>
                      <a:pt x="339951" y="0"/>
                    </a:lnTo>
                    <a:lnTo>
                      <a:pt x="282301" y="57353"/>
                    </a:lnTo>
                    <a:lnTo>
                      <a:pt x="132974" y="207971"/>
                    </a:lnTo>
                    <a:lnTo>
                      <a:pt x="127063" y="202125"/>
                    </a:lnTo>
                    <a:lnTo>
                      <a:pt x="127063" y="213933"/>
                    </a:lnTo>
                    <a:lnTo>
                      <a:pt x="132974" y="207971"/>
                    </a:lnTo>
                    <a:lnTo>
                      <a:pt x="295584" y="368769"/>
                    </a:lnTo>
                    <a:lnTo>
                      <a:pt x="300414" y="373465"/>
                    </a:lnTo>
                    <a:lnTo>
                      <a:pt x="297329" y="379772"/>
                    </a:lnTo>
                    <a:cubicBezTo>
                      <a:pt x="285119" y="405400"/>
                      <a:pt x="274653" y="431832"/>
                      <a:pt x="265798" y="458665"/>
                    </a:cubicBezTo>
                    <a:lnTo>
                      <a:pt x="263516" y="465777"/>
                    </a:lnTo>
                    <a:lnTo>
                      <a:pt x="255734" y="465911"/>
                    </a:lnTo>
                    <a:lnTo>
                      <a:pt x="32234" y="468440"/>
                    </a:lnTo>
                    <a:lnTo>
                      <a:pt x="32068" y="455177"/>
                    </a:lnTo>
                    <a:lnTo>
                      <a:pt x="18650" y="468594"/>
                    </a:lnTo>
                    <a:lnTo>
                      <a:pt x="32234" y="468440"/>
                    </a:lnTo>
                    <a:lnTo>
                      <a:pt x="37331" y="876993"/>
                    </a:lnTo>
                    <a:lnTo>
                      <a:pt x="18650" y="877152"/>
                    </a:lnTo>
                    <a:lnTo>
                      <a:pt x="37569" y="896071"/>
                    </a:lnTo>
                    <a:lnTo>
                      <a:pt x="37331" y="876993"/>
                    </a:lnTo>
                    <a:lnTo>
                      <a:pt x="255734" y="875140"/>
                    </a:lnTo>
                    <a:lnTo>
                      <a:pt x="270494" y="875006"/>
                    </a:lnTo>
                    <a:lnTo>
                      <a:pt x="275458" y="889363"/>
                    </a:lnTo>
                    <a:cubicBezTo>
                      <a:pt x="284715" y="915661"/>
                      <a:pt x="295584" y="941422"/>
                      <a:pt x="308063" y="966378"/>
                    </a:cubicBezTo>
                    <a:lnTo>
                      <a:pt x="314905" y="980063"/>
                    </a:lnTo>
                    <a:lnTo>
                      <a:pt x="303902" y="991200"/>
                    </a:lnTo>
                    <a:lnTo>
                      <a:pt x="153356" y="1143322"/>
                    </a:lnTo>
                    <a:lnTo>
                      <a:pt x="137126" y="1127251"/>
                    </a:lnTo>
                    <a:lnTo>
                      <a:pt x="137126" y="1159722"/>
                    </a:lnTo>
                    <a:lnTo>
                      <a:pt x="153356" y="1143322"/>
                    </a:lnTo>
                    <a:lnTo>
                      <a:pt x="432490" y="1419707"/>
                    </a:lnTo>
                    <a:lnTo>
                      <a:pt x="414865" y="1437460"/>
                    </a:lnTo>
                    <a:lnTo>
                      <a:pt x="450419" y="1437460"/>
                    </a:lnTo>
                    <a:lnTo>
                      <a:pt x="432490" y="1419707"/>
                    </a:lnTo>
                    <a:lnTo>
                      <a:pt x="581910" y="1269207"/>
                    </a:lnTo>
                    <a:lnTo>
                      <a:pt x="595060" y="1256058"/>
                    </a:lnTo>
                    <a:lnTo>
                      <a:pt x="611831" y="1264243"/>
                    </a:lnTo>
                    <a:cubicBezTo>
                      <a:pt x="636653" y="1276452"/>
                      <a:pt x="662281" y="1286918"/>
                      <a:pt x="688577" y="1295908"/>
                    </a:cubicBezTo>
                    <a:lnTo>
                      <a:pt x="706155" y="1301945"/>
                    </a:lnTo>
                    <a:lnTo>
                      <a:pt x="706155" y="1320595"/>
                    </a:lnTo>
                    <a:lnTo>
                      <a:pt x="706155" y="1531769"/>
                    </a:lnTo>
                    <a:lnTo>
                      <a:pt x="680126" y="1531650"/>
                    </a:lnTo>
                    <a:lnTo>
                      <a:pt x="706155" y="1557681"/>
                    </a:lnTo>
                    <a:lnTo>
                      <a:pt x="706155" y="1531769"/>
                    </a:lnTo>
                    <a:lnTo>
                      <a:pt x="1097220" y="1533554"/>
                    </a:lnTo>
                    <a:lnTo>
                      <a:pt x="1097001" y="1557681"/>
                    </a:lnTo>
                    <a:lnTo>
                      <a:pt x="1121019" y="1533663"/>
                    </a:lnTo>
                    <a:lnTo>
                      <a:pt x="1097220" y="1533554"/>
                    </a:lnTo>
                    <a:lnTo>
                      <a:pt x="1099148" y="1320595"/>
                    </a:lnTo>
                    <a:lnTo>
                      <a:pt x="1099283" y="1304629"/>
                    </a:lnTo>
                    <a:lnTo>
                      <a:pt x="1114041" y="1299799"/>
                    </a:lnTo>
                    <a:cubicBezTo>
                      <a:pt x="1140474" y="1291078"/>
                      <a:pt x="1166504" y="1280612"/>
                      <a:pt x="1191594" y="1268536"/>
                    </a:cubicBezTo>
                    <a:lnTo>
                      <a:pt x="1205413" y="1261827"/>
                    </a:lnTo>
                    <a:lnTo>
                      <a:pt x="1215879" y="1272561"/>
                    </a:lnTo>
                    <a:lnTo>
                      <a:pt x="1368799" y="1428200"/>
                    </a:lnTo>
                    <a:lnTo>
                      <a:pt x="1355016" y="1441621"/>
                    </a:lnTo>
                    <a:lnTo>
                      <a:pt x="1381985" y="1441621"/>
                    </a:lnTo>
                    <a:lnTo>
                      <a:pt x="1368799" y="1428200"/>
                    </a:lnTo>
                    <a:lnTo>
                      <a:pt x="1661703" y="1143009"/>
                    </a:lnTo>
                    <a:lnTo>
                      <a:pt x="1670995" y="1152611"/>
                    </a:lnTo>
                    <a:lnTo>
                      <a:pt x="1670995" y="1133961"/>
                    </a:lnTo>
                    <a:lnTo>
                      <a:pt x="1661703" y="1143009"/>
                    </a:lnTo>
                    <a:lnTo>
                      <a:pt x="1506096" y="982209"/>
                    </a:lnTo>
                    <a:lnTo>
                      <a:pt x="1501400" y="977246"/>
                    </a:lnTo>
                    <a:lnTo>
                      <a:pt x="1504351" y="971476"/>
                    </a:lnTo>
                    <a:cubicBezTo>
                      <a:pt x="1517366" y="946252"/>
                      <a:pt x="1528771" y="920087"/>
                      <a:pt x="1538431" y="893387"/>
                    </a:cubicBezTo>
                    <a:lnTo>
                      <a:pt x="1540310" y="888155"/>
                    </a:lnTo>
                    <a:lnTo>
                      <a:pt x="1545543" y="888289"/>
                    </a:lnTo>
                    <a:lnTo>
                      <a:pt x="1781017" y="894863"/>
                    </a:lnTo>
                    <a:lnTo>
                      <a:pt x="1775651" y="673208"/>
                    </a:lnTo>
                    <a:lnTo>
                      <a:pt x="1772966" y="563992"/>
                    </a:lnTo>
                    <a:lnTo>
                      <a:pt x="1770943" y="467809"/>
                    </a:lnTo>
                    <a:lnTo>
                      <a:pt x="1782761" y="467656"/>
                    </a:lnTo>
                    <a:lnTo>
                      <a:pt x="1770686" y="455579"/>
                    </a:lnTo>
                    <a:lnTo>
                      <a:pt x="1770943" y="467809"/>
                    </a:lnTo>
                    <a:lnTo>
                      <a:pt x="1545677" y="470742"/>
                    </a:lnTo>
                    <a:lnTo>
                      <a:pt x="1535077" y="470876"/>
                    </a:lnTo>
                    <a:lnTo>
                      <a:pt x="1531320" y="460410"/>
                    </a:lnTo>
                    <a:cubicBezTo>
                      <a:pt x="1521794" y="433844"/>
                      <a:pt x="1510792" y="407948"/>
                      <a:pt x="1498046" y="382993"/>
                    </a:cubicBezTo>
                    <a:lnTo>
                      <a:pt x="1492813" y="372795"/>
                    </a:lnTo>
                    <a:lnTo>
                      <a:pt x="1501132" y="364341"/>
                    </a:lnTo>
                    <a:lnTo>
                      <a:pt x="1653625" y="208518"/>
                    </a:lnTo>
                    <a:lnTo>
                      <a:pt x="1666970" y="221715"/>
                    </a:lnTo>
                    <a:lnTo>
                      <a:pt x="1666970" y="194881"/>
                    </a:lnTo>
                    <a:lnTo>
                      <a:pt x="1653625" y="208518"/>
                    </a:lnTo>
                    <a:lnTo>
                      <a:pt x="1442761" y="0"/>
                    </a:lnTo>
                    <a:lnTo>
                      <a:pt x="1500698" y="0"/>
                    </a:lnTo>
                    <a:lnTo>
                      <a:pt x="1694207" y="195686"/>
                    </a:lnTo>
                    <a:lnTo>
                      <a:pt x="1707490" y="209237"/>
                    </a:lnTo>
                    <a:lnTo>
                      <a:pt x="1694207" y="222386"/>
                    </a:lnTo>
                    <a:lnTo>
                      <a:pt x="1532353" y="380780"/>
                    </a:lnTo>
                    <a:lnTo>
                      <a:pt x="1527832" y="369440"/>
                    </a:lnTo>
                    <a:lnTo>
                      <a:pt x="1524745" y="388225"/>
                    </a:lnTo>
                    <a:lnTo>
                      <a:pt x="1532353" y="380780"/>
                    </a:lnTo>
                    <a:lnTo>
                      <a:pt x="1556559" y="441492"/>
                    </a:lnTo>
                    <a:lnTo>
                      <a:pt x="1546214" y="441357"/>
                    </a:lnTo>
                    <a:lnTo>
                      <a:pt x="1560571" y="451555"/>
                    </a:lnTo>
                    <a:lnTo>
                      <a:pt x="1556559" y="441492"/>
                    </a:lnTo>
                    <a:lnTo>
                      <a:pt x="1783298" y="444444"/>
                    </a:lnTo>
                    <a:lnTo>
                      <a:pt x="1795373" y="444578"/>
                    </a:lnTo>
                    <a:lnTo>
                      <a:pt x="1795239" y="456385"/>
                    </a:lnTo>
                    <a:cubicBezTo>
                      <a:pt x="1794837" y="493818"/>
                      <a:pt x="1793763" y="531253"/>
                      <a:pt x="1792959" y="568554"/>
                    </a:cubicBezTo>
                    <a:lnTo>
                      <a:pt x="1790275" y="679917"/>
                    </a:lnTo>
                    <a:lnTo>
                      <a:pt x="1784506" y="898351"/>
                    </a:lnTo>
                    <a:lnTo>
                      <a:pt x="1550983" y="904124"/>
                    </a:lnTo>
                    <a:lnTo>
                      <a:pt x="1552922" y="899157"/>
                    </a:lnTo>
                    <a:lnTo>
                      <a:pt x="1545677" y="904255"/>
                    </a:lnTo>
                    <a:lnTo>
                      <a:pt x="1550983" y="904124"/>
                    </a:lnTo>
                    <a:lnTo>
                      <a:pt x="1523686" y="974035"/>
                    </a:lnTo>
                    <a:lnTo>
                      <a:pt x="1519379" y="969867"/>
                    </a:lnTo>
                    <a:lnTo>
                      <a:pt x="1521123" y="980600"/>
                    </a:lnTo>
                    <a:lnTo>
                      <a:pt x="1523686" y="974035"/>
                    </a:lnTo>
                    <a:lnTo>
                      <a:pt x="1689779" y="1134766"/>
                    </a:lnTo>
                    <a:lnTo>
                      <a:pt x="1699172" y="1143889"/>
                    </a:lnTo>
                    <a:lnTo>
                      <a:pt x="1689779" y="1153550"/>
                    </a:lnTo>
                    <a:cubicBezTo>
                      <a:pt x="1587137" y="1258876"/>
                      <a:pt x="1485300" y="1364738"/>
                      <a:pt x="1382119" y="1469528"/>
                    </a:cubicBezTo>
                    <a:lnTo>
                      <a:pt x="1368836" y="1483079"/>
                    </a:lnTo>
                    <a:lnTo>
                      <a:pt x="1355150" y="1469528"/>
                    </a:lnTo>
                    <a:lnTo>
                      <a:pt x="1196314" y="1313465"/>
                    </a:lnTo>
                    <a:lnTo>
                      <a:pt x="1210512" y="1307446"/>
                    </a:lnTo>
                    <a:lnTo>
                      <a:pt x="1186092" y="1303421"/>
                    </a:lnTo>
                    <a:lnTo>
                      <a:pt x="1196314" y="1313465"/>
                    </a:lnTo>
                    <a:lnTo>
                      <a:pt x="1143557" y="1335829"/>
                    </a:lnTo>
                    <a:lnTo>
                      <a:pt x="1143426" y="1321400"/>
                    </a:lnTo>
                    <a:lnTo>
                      <a:pt x="1128532" y="1342198"/>
                    </a:lnTo>
                    <a:lnTo>
                      <a:pt x="1143557" y="1335829"/>
                    </a:lnTo>
                    <a:lnTo>
                      <a:pt x="1145573" y="1558485"/>
                    </a:lnTo>
                    <a:lnTo>
                      <a:pt x="1145840" y="1582502"/>
                    </a:lnTo>
                    <a:lnTo>
                      <a:pt x="1121555" y="1582636"/>
                    </a:lnTo>
                    <a:lnTo>
                      <a:pt x="680661" y="1584648"/>
                    </a:lnTo>
                    <a:lnTo>
                      <a:pt x="654632" y="1584784"/>
                    </a:lnTo>
                    <a:lnTo>
                      <a:pt x="654632" y="1558619"/>
                    </a:lnTo>
                    <a:lnTo>
                      <a:pt x="654632" y="1338930"/>
                    </a:lnTo>
                    <a:lnTo>
                      <a:pt x="672208" y="1346223"/>
                    </a:lnTo>
                    <a:lnTo>
                      <a:pt x="654632" y="1321535"/>
                    </a:lnTo>
                    <a:lnTo>
                      <a:pt x="654632" y="1338930"/>
                    </a:lnTo>
                    <a:lnTo>
                      <a:pt x="606999" y="1319167"/>
                    </a:lnTo>
                    <a:lnTo>
                      <a:pt x="619344" y="1306911"/>
                    </a:lnTo>
                    <a:lnTo>
                      <a:pt x="589424" y="1311874"/>
                    </a:lnTo>
                    <a:lnTo>
                      <a:pt x="606999" y="1319167"/>
                    </a:lnTo>
                    <a:lnTo>
                      <a:pt x="451090" y="1473956"/>
                    </a:lnTo>
                    <a:lnTo>
                      <a:pt x="433111" y="1491801"/>
                    </a:lnTo>
                    <a:lnTo>
                      <a:pt x="415400" y="1473956"/>
                    </a:lnTo>
                    <a:lnTo>
                      <a:pt x="105192" y="1160661"/>
                    </a:lnTo>
                    <a:lnTo>
                      <a:pt x="88957" y="1144292"/>
                    </a:lnTo>
                    <a:lnTo>
                      <a:pt x="105192" y="1128191"/>
                    </a:lnTo>
                    <a:lnTo>
                      <a:pt x="263584" y="971565"/>
                    </a:lnTo>
                    <a:lnTo>
                      <a:pt x="269554" y="986370"/>
                    </a:lnTo>
                    <a:lnTo>
                      <a:pt x="273714" y="961547"/>
                    </a:lnTo>
                    <a:lnTo>
                      <a:pt x="263584" y="971565"/>
                    </a:lnTo>
                    <a:lnTo>
                      <a:pt x="241966" y="917955"/>
                    </a:lnTo>
                    <a:lnTo>
                      <a:pt x="256137" y="918075"/>
                    </a:lnTo>
                    <a:lnTo>
                      <a:pt x="236279" y="903853"/>
                    </a:lnTo>
                    <a:lnTo>
                      <a:pt x="241966" y="917955"/>
                    </a:lnTo>
                    <a:lnTo>
                      <a:pt x="19053" y="916062"/>
                    </a:lnTo>
                    <a:lnTo>
                      <a:pt x="0" y="915929"/>
                    </a:lnTo>
                    <a:lnTo>
                      <a:pt x="268" y="897279"/>
                    </a:lnTo>
                    <a:lnTo>
                      <a:pt x="5770" y="456385"/>
                    </a:lnTo>
                    <a:lnTo>
                      <a:pt x="5904" y="442833"/>
                    </a:lnTo>
                    <a:lnTo>
                      <a:pt x="19053" y="442968"/>
                    </a:lnTo>
                    <a:lnTo>
                      <a:pt x="249193" y="445573"/>
                    </a:lnTo>
                    <a:lnTo>
                      <a:pt x="246074" y="452896"/>
                    </a:lnTo>
                    <a:lnTo>
                      <a:pt x="256137" y="445652"/>
                    </a:lnTo>
                    <a:lnTo>
                      <a:pt x="249193" y="445573"/>
                    </a:lnTo>
                    <a:lnTo>
                      <a:pt x="277673" y="378714"/>
                    </a:lnTo>
                    <a:lnTo>
                      <a:pt x="282301" y="383394"/>
                    </a:lnTo>
                    <a:lnTo>
                      <a:pt x="280423" y="372258"/>
                    </a:lnTo>
                    <a:lnTo>
                      <a:pt x="277673" y="378714"/>
                    </a:lnTo>
                    <a:lnTo>
                      <a:pt x="115657" y="214873"/>
                    </a:lnTo>
                    <a:lnTo>
                      <a:pt x="109754" y="208969"/>
                    </a:lnTo>
                    <a:lnTo>
                      <a:pt x="115657" y="203065"/>
                    </a:lnTo>
                    <a:lnTo>
                      <a:pt x="272237" y="47827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1" name="任意多边形 90" descr="7ae1a5bf-5377-44d5-8539-54182e740b6e"/>
              <p:cNvSpPr/>
              <p:nvPr/>
            </p:nvSpPr>
            <p:spPr>
              <a:xfrm flipH="1">
                <a:off x="3495680" y="214739"/>
                <a:ext cx="941868" cy="911574"/>
              </a:xfrm>
              <a:custGeom>
                <a:avLst/>
                <a:gdLst>
                  <a:gd name="connsiteX0" fmla="*/ 328750 w 661287"/>
                  <a:gd name="connsiteY0" fmla="*/ 640017 h 640017"/>
                  <a:gd name="connsiteX1" fmla="*/ 98705 w 661287"/>
                  <a:gd name="connsiteY1" fmla="*/ 553915 h 640017"/>
                  <a:gd name="connsiteX2" fmla="*/ 24379 w 661287"/>
                  <a:gd name="connsiteY2" fmla="*/ 450009 h 640017"/>
                  <a:gd name="connsiteX3" fmla="*/ 74 w 661287"/>
                  <a:gd name="connsiteY3" fmla="*/ 323965 h 640017"/>
                  <a:gd name="connsiteX4" fmla="*/ 29466 w 661287"/>
                  <a:gd name="connsiteY4" fmla="*/ 199994 h 640017"/>
                  <a:gd name="connsiteX5" fmla="*/ 44162 w 661287"/>
                  <a:gd name="connsiteY5" fmla="*/ 171827 h 640017"/>
                  <a:gd name="connsiteX6" fmla="*/ 61495 w 661287"/>
                  <a:gd name="connsiteY6" fmla="*/ 145356 h 640017"/>
                  <a:gd name="connsiteX7" fmla="*/ 80901 w 661287"/>
                  <a:gd name="connsiteY7" fmla="*/ 120580 h 640017"/>
                  <a:gd name="connsiteX8" fmla="*/ 102473 w 661287"/>
                  <a:gd name="connsiteY8" fmla="*/ 97689 h 640017"/>
                  <a:gd name="connsiteX9" fmla="*/ 328655 w 661287"/>
                  <a:gd name="connsiteY9" fmla="*/ 188 h 640017"/>
                  <a:gd name="connsiteX10" fmla="*/ 454229 w 661287"/>
                  <a:gd name="connsiteY10" fmla="*/ 20819 h 640017"/>
                  <a:gd name="connsiteX11" fmla="*/ 562374 w 661287"/>
                  <a:gd name="connsiteY11" fmla="*/ 90247 h 640017"/>
                  <a:gd name="connsiteX12" fmla="*/ 635570 w 661287"/>
                  <a:gd name="connsiteY12" fmla="*/ 196791 h 640017"/>
                  <a:gd name="connsiteX13" fmla="*/ 661287 w 661287"/>
                  <a:gd name="connsiteY13" fmla="*/ 323965 h 640017"/>
                  <a:gd name="connsiteX14" fmla="*/ 634345 w 661287"/>
                  <a:gd name="connsiteY14" fmla="*/ 450574 h 640017"/>
                  <a:gd name="connsiteX15" fmla="*/ 558983 w 661287"/>
                  <a:gd name="connsiteY15" fmla="*/ 554198 h 640017"/>
                  <a:gd name="connsiteX16" fmla="*/ 328750 w 661287"/>
                  <a:gd name="connsiteY16" fmla="*/ 640017 h 640017"/>
                  <a:gd name="connsiteX17" fmla="*/ 328750 w 661287"/>
                  <a:gd name="connsiteY17" fmla="*/ 636532 h 640017"/>
                  <a:gd name="connsiteX18" fmla="*/ 359366 w 661287"/>
                  <a:gd name="connsiteY18" fmla="*/ 634648 h 640017"/>
                  <a:gd name="connsiteX19" fmla="*/ 389605 w 661287"/>
                  <a:gd name="connsiteY19" fmla="*/ 629655 h 640017"/>
                  <a:gd name="connsiteX20" fmla="*/ 418996 w 661287"/>
                  <a:gd name="connsiteY20" fmla="*/ 621365 h 640017"/>
                  <a:gd name="connsiteX21" fmla="*/ 447257 w 661287"/>
                  <a:gd name="connsiteY21" fmla="*/ 609966 h 640017"/>
                  <a:gd name="connsiteX22" fmla="*/ 543062 w 661287"/>
                  <a:gd name="connsiteY22" fmla="*/ 538184 h 640017"/>
                  <a:gd name="connsiteX23" fmla="*/ 624831 w 661287"/>
                  <a:gd name="connsiteY23" fmla="*/ 323871 h 640017"/>
                  <a:gd name="connsiteX24" fmla="*/ 539671 w 661287"/>
                  <a:gd name="connsiteY24" fmla="*/ 113044 h 640017"/>
                  <a:gd name="connsiteX25" fmla="*/ 328844 w 661287"/>
                  <a:gd name="connsiteY25" fmla="*/ 18935 h 640017"/>
                  <a:gd name="connsiteX26" fmla="*/ 210807 w 661287"/>
                  <a:gd name="connsiteY26" fmla="*/ 38906 h 640017"/>
                  <a:gd name="connsiteX27" fmla="*/ 110481 w 661287"/>
                  <a:gd name="connsiteY27" fmla="*/ 105602 h 640017"/>
                  <a:gd name="connsiteX28" fmla="*/ 90604 w 661287"/>
                  <a:gd name="connsiteY28" fmla="*/ 128493 h 640017"/>
                  <a:gd name="connsiteX29" fmla="*/ 73270 w 661287"/>
                  <a:gd name="connsiteY29" fmla="*/ 153269 h 640017"/>
                  <a:gd name="connsiteX30" fmla="*/ 58857 w 661287"/>
                  <a:gd name="connsiteY30" fmla="*/ 179740 h 640017"/>
                  <a:gd name="connsiteX31" fmla="*/ 47176 w 661287"/>
                  <a:gd name="connsiteY31" fmla="*/ 207342 h 640017"/>
                  <a:gd name="connsiteX32" fmla="*/ 28712 w 661287"/>
                  <a:gd name="connsiteY32" fmla="*/ 323965 h 640017"/>
                  <a:gd name="connsiteX33" fmla="*/ 114249 w 661287"/>
                  <a:gd name="connsiteY33" fmla="*/ 538466 h 640017"/>
                  <a:gd name="connsiteX34" fmla="*/ 210148 w 661287"/>
                  <a:gd name="connsiteY34" fmla="*/ 610249 h 640017"/>
                  <a:gd name="connsiteX35" fmla="*/ 238409 w 661287"/>
                  <a:gd name="connsiteY35" fmla="*/ 621648 h 640017"/>
                  <a:gd name="connsiteX36" fmla="*/ 267894 w 661287"/>
                  <a:gd name="connsiteY36" fmla="*/ 629938 h 640017"/>
                  <a:gd name="connsiteX37" fmla="*/ 298134 w 661287"/>
                  <a:gd name="connsiteY37" fmla="*/ 634836 h 640017"/>
                  <a:gd name="connsiteX38" fmla="*/ 328750 w 661287"/>
                  <a:gd name="connsiteY38" fmla="*/ 636532 h 6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661287" h="640017">
                    <a:moveTo>
                      <a:pt x="328750" y="640017"/>
                    </a:moveTo>
                    <a:cubicBezTo>
                      <a:pt x="246322" y="639829"/>
                      <a:pt x="162481" y="611285"/>
                      <a:pt x="98705" y="553915"/>
                    </a:cubicBezTo>
                    <a:cubicBezTo>
                      <a:pt x="67241" y="525278"/>
                      <a:pt x="41147" y="489763"/>
                      <a:pt x="24379" y="450009"/>
                    </a:cubicBezTo>
                    <a:cubicBezTo>
                      <a:pt x="7140" y="410444"/>
                      <a:pt x="-868" y="366922"/>
                      <a:pt x="74" y="323965"/>
                    </a:cubicBezTo>
                    <a:cubicBezTo>
                      <a:pt x="1205" y="280914"/>
                      <a:pt x="11661" y="238523"/>
                      <a:pt x="29466" y="199994"/>
                    </a:cubicBezTo>
                    <a:cubicBezTo>
                      <a:pt x="34082" y="190385"/>
                      <a:pt x="39263" y="181153"/>
                      <a:pt x="44162" y="171827"/>
                    </a:cubicBezTo>
                    <a:cubicBezTo>
                      <a:pt x="49719" y="162783"/>
                      <a:pt x="55749" y="154117"/>
                      <a:pt x="61495" y="145356"/>
                    </a:cubicBezTo>
                    <a:lnTo>
                      <a:pt x="80901" y="120580"/>
                    </a:lnTo>
                    <a:lnTo>
                      <a:pt x="102473" y="97689"/>
                    </a:lnTo>
                    <a:cubicBezTo>
                      <a:pt x="162387" y="39283"/>
                      <a:pt x="243684" y="3015"/>
                      <a:pt x="328655" y="188"/>
                    </a:cubicBezTo>
                    <a:cubicBezTo>
                      <a:pt x="370953" y="-1225"/>
                      <a:pt x="414098" y="5275"/>
                      <a:pt x="454229" y="20819"/>
                    </a:cubicBezTo>
                    <a:cubicBezTo>
                      <a:pt x="494359" y="36174"/>
                      <a:pt x="531381" y="60102"/>
                      <a:pt x="562374" y="90247"/>
                    </a:cubicBezTo>
                    <a:cubicBezTo>
                      <a:pt x="593367" y="120392"/>
                      <a:pt x="618425" y="156849"/>
                      <a:pt x="635570" y="196791"/>
                    </a:cubicBezTo>
                    <a:cubicBezTo>
                      <a:pt x="652903" y="236733"/>
                      <a:pt x="661193" y="280443"/>
                      <a:pt x="661287" y="323965"/>
                    </a:cubicBezTo>
                    <a:cubicBezTo>
                      <a:pt x="660628" y="367393"/>
                      <a:pt x="652055" y="411009"/>
                      <a:pt x="634345" y="450574"/>
                    </a:cubicBezTo>
                    <a:cubicBezTo>
                      <a:pt x="617012" y="490328"/>
                      <a:pt x="590729" y="525749"/>
                      <a:pt x="558983" y="554198"/>
                    </a:cubicBezTo>
                    <a:cubicBezTo>
                      <a:pt x="495207" y="611568"/>
                      <a:pt x="411178" y="640111"/>
                      <a:pt x="328750" y="640017"/>
                    </a:cubicBezTo>
                    <a:close/>
                    <a:moveTo>
                      <a:pt x="328750" y="636532"/>
                    </a:moveTo>
                    <a:lnTo>
                      <a:pt x="359366" y="634648"/>
                    </a:lnTo>
                    <a:cubicBezTo>
                      <a:pt x="369446" y="633235"/>
                      <a:pt x="379525" y="631539"/>
                      <a:pt x="389605" y="629655"/>
                    </a:cubicBezTo>
                    <a:cubicBezTo>
                      <a:pt x="399496" y="627206"/>
                      <a:pt x="409199" y="624097"/>
                      <a:pt x="418996" y="621365"/>
                    </a:cubicBezTo>
                    <a:cubicBezTo>
                      <a:pt x="428605" y="618068"/>
                      <a:pt x="437931" y="613829"/>
                      <a:pt x="447257" y="609966"/>
                    </a:cubicBezTo>
                    <a:cubicBezTo>
                      <a:pt x="484091" y="592916"/>
                      <a:pt x="516591" y="567763"/>
                      <a:pt x="543062" y="538184"/>
                    </a:cubicBezTo>
                    <a:cubicBezTo>
                      <a:pt x="595533" y="478553"/>
                      <a:pt x="625679" y="401683"/>
                      <a:pt x="624831" y="323871"/>
                    </a:cubicBezTo>
                    <a:cubicBezTo>
                      <a:pt x="624548" y="246342"/>
                      <a:pt x="594309" y="169095"/>
                      <a:pt x="539671" y="113044"/>
                    </a:cubicBezTo>
                    <a:cubicBezTo>
                      <a:pt x="485127" y="57087"/>
                      <a:pt x="408917" y="22138"/>
                      <a:pt x="328844" y="18935"/>
                    </a:cubicBezTo>
                    <a:cubicBezTo>
                      <a:pt x="288996" y="17804"/>
                      <a:pt x="248300" y="23833"/>
                      <a:pt x="210807" y="38906"/>
                    </a:cubicBezTo>
                    <a:cubicBezTo>
                      <a:pt x="173220" y="53696"/>
                      <a:pt x="138742" y="76681"/>
                      <a:pt x="110481" y="105602"/>
                    </a:cubicBezTo>
                    <a:cubicBezTo>
                      <a:pt x="103698" y="113138"/>
                      <a:pt x="97198" y="120863"/>
                      <a:pt x="90604" y="128493"/>
                    </a:cubicBezTo>
                    <a:cubicBezTo>
                      <a:pt x="84857" y="136783"/>
                      <a:pt x="78734" y="144791"/>
                      <a:pt x="73270" y="153269"/>
                    </a:cubicBezTo>
                    <a:cubicBezTo>
                      <a:pt x="68466" y="162124"/>
                      <a:pt x="63379" y="170791"/>
                      <a:pt x="58857" y="179740"/>
                    </a:cubicBezTo>
                    <a:cubicBezTo>
                      <a:pt x="54995" y="188972"/>
                      <a:pt x="50756" y="198015"/>
                      <a:pt x="47176" y="207342"/>
                    </a:cubicBezTo>
                    <a:cubicBezTo>
                      <a:pt x="33422" y="244834"/>
                      <a:pt x="27676" y="284682"/>
                      <a:pt x="28712" y="323965"/>
                    </a:cubicBezTo>
                    <a:cubicBezTo>
                      <a:pt x="30785" y="402625"/>
                      <a:pt x="61024" y="479118"/>
                      <a:pt x="114249" y="538466"/>
                    </a:cubicBezTo>
                    <a:cubicBezTo>
                      <a:pt x="140814" y="568046"/>
                      <a:pt x="173314" y="593198"/>
                      <a:pt x="210148" y="610249"/>
                    </a:cubicBezTo>
                    <a:cubicBezTo>
                      <a:pt x="219474" y="614111"/>
                      <a:pt x="228800" y="618350"/>
                      <a:pt x="238409" y="621648"/>
                    </a:cubicBezTo>
                    <a:cubicBezTo>
                      <a:pt x="248206" y="624379"/>
                      <a:pt x="257909" y="627488"/>
                      <a:pt x="267894" y="629938"/>
                    </a:cubicBezTo>
                    <a:cubicBezTo>
                      <a:pt x="277974" y="631727"/>
                      <a:pt x="288054" y="633423"/>
                      <a:pt x="298134" y="634836"/>
                    </a:cubicBezTo>
                    <a:lnTo>
                      <a:pt x="328750" y="636532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2" name="任意多边形 91" descr="f0267d3a-b5bd-421d-9643-b8659e3a352b"/>
              <p:cNvSpPr/>
              <p:nvPr/>
            </p:nvSpPr>
            <p:spPr>
              <a:xfrm flipH="1">
                <a:off x="3700294" y="407143"/>
                <a:ext cx="538035" cy="538035"/>
              </a:xfrm>
              <a:custGeom>
                <a:avLst/>
                <a:gdLst>
                  <a:gd name="connsiteX0" fmla="*/ 188878 w 377755"/>
                  <a:gd name="connsiteY0" fmla="*/ 0 h 377755"/>
                  <a:gd name="connsiteX1" fmla="*/ 0 w 377755"/>
                  <a:gd name="connsiteY1" fmla="*/ 188878 h 377755"/>
                  <a:gd name="connsiteX2" fmla="*/ 188878 w 377755"/>
                  <a:gd name="connsiteY2" fmla="*/ 377755 h 377755"/>
                  <a:gd name="connsiteX3" fmla="*/ 377755 w 377755"/>
                  <a:gd name="connsiteY3" fmla="*/ 188878 h 377755"/>
                  <a:gd name="connsiteX4" fmla="*/ 188878 w 377755"/>
                  <a:gd name="connsiteY4" fmla="*/ 0 h 377755"/>
                  <a:gd name="connsiteX5" fmla="*/ 188878 w 377755"/>
                  <a:gd name="connsiteY5" fmla="*/ 258211 h 377755"/>
                  <a:gd name="connsiteX6" fmla="*/ 119544 w 377755"/>
                  <a:gd name="connsiteY6" fmla="*/ 188878 h 377755"/>
                  <a:gd name="connsiteX7" fmla="*/ 188878 w 377755"/>
                  <a:gd name="connsiteY7" fmla="*/ 119544 h 377755"/>
                  <a:gd name="connsiteX8" fmla="*/ 258211 w 377755"/>
                  <a:gd name="connsiteY8" fmla="*/ 188878 h 377755"/>
                  <a:gd name="connsiteX9" fmla="*/ 188878 w 377755"/>
                  <a:gd name="connsiteY9" fmla="*/ 258211 h 377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77755" h="377755">
                    <a:moveTo>
                      <a:pt x="188878" y="0"/>
                    </a:moveTo>
                    <a:cubicBezTo>
                      <a:pt x="84595" y="0"/>
                      <a:pt x="0" y="84595"/>
                      <a:pt x="0" y="188878"/>
                    </a:cubicBezTo>
                    <a:cubicBezTo>
                      <a:pt x="0" y="293161"/>
                      <a:pt x="84595" y="377755"/>
                      <a:pt x="188878" y="377755"/>
                    </a:cubicBezTo>
                    <a:cubicBezTo>
                      <a:pt x="293161" y="377755"/>
                      <a:pt x="377755" y="293255"/>
                      <a:pt x="377755" y="188878"/>
                    </a:cubicBezTo>
                    <a:cubicBezTo>
                      <a:pt x="377755" y="84500"/>
                      <a:pt x="293161" y="0"/>
                      <a:pt x="188878" y="0"/>
                    </a:cubicBezTo>
                    <a:close/>
                    <a:moveTo>
                      <a:pt x="188878" y="258211"/>
                    </a:moveTo>
                    <a:cubicBezTo>
                      <a:pt x="150537" y="258211"/>
                      <a:pt x="119544" y="227124"/>
                      <a:pt x="119544" y="188878"/>
                    </a:cubicBezTo>
                    <a:cubicBezTo>
                      <a:pt x="119544" y="150537"/>
                      <a:pt x="150631" y="119544"/>
                      <a:pt x="188878" y="119544"/>
                    </a:cubicBezTo>
                    <a:cubicBezTo>
                      <a:pt x="227124" y="119544"/>
                      <a:pt x="258211" y="150631"/>
                      <a:pt x="258211" y="188878"/>
                    </a:cubicBezTo>
                    <a:cubicBezTo>
                      <a:pt x="258211" y="227124"/>
                      <a:pt x="227218" y="258211"/>
                      <a:pt x="188878" y="2582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3" name="任意多边形 92" descr="06ecf7ce-e1e5-4104-b98b-0d425a90f6f9"/>
              <p:cNvSpPr/>
              <p:nvPr/>
            </p:nvSpPr>
            <p:spPr>
              <a:xfrm flipH="1">
                <a:off x="3684595" y="405667"/>
                <a:ext cx="566192" cy="547724"/>
              </a:xfrm>
              <a:custGeom>
                <a:avLst/>
                <a:gdLst>
                  <a:gd name="connsiteX0" fmla="*/ 197625 w 397524"/>
                  <a:gd name="connsiteY0" fmla="*/ 2073 h 384558"/>
                  <a:gd name="connsiteX1" fmla="*/ 126407 w 397524"/>
                  <a:gd name="connsiteY1" fmla="*/ 17899 h 384558"/>
                  <a:gd name="connsiteX2" fmla="*/ 68755 w 397524"/>
                  <a:gd name="connsiteY2" fmla="*/ 60950 h 384558"/>
                  <a:gd name="connsiteX3" fmla="*/ 17508 w 397524"/>
                  <a:gd name="connsiteY3" fmla="*/ 189820 h 384558"/>
                  <a:gd name="connsiteX4" fmla="*/ 66494 w 397524"/>
                  <a:gd name="connsiteY4" fmla="*/ 320951 h 384558"/>
                  <a:gd name="connsiteX5" fmla="*/ 126690 w 397524"/>
                  <a:gd name="connsiteY5" fmla="*/ 360988 h 384558"/>
                  <a:gd name="connsiteX6" fmla="*/ 197625 w 397524"/>
                  <a:gd name="connsiteY6" fmla="*/ 372951 h 384558"/>
                  <a:gd name="connsiteX7" fmla="*/ 324234 w 397524"/>
                  <a:gd name="connsiteY7" fmla="*/ 316429 h 384558"/>
                  <a:gd name="connsiteX8" fmla="*/ 375386 w 397524"/>
                  <a:gd name="connsiteY8" fmla="*/ 189820 h 384558"/>
                  <a:gd name="connsiteX9" fmla="*/ 326306 w 397524"/>
                  <a:gd name="connsiteY9" fmla="*/ 61138 h 384558"/>
                  <a:gd name="connsiteX10" fmla="*/ 268842 w 397524"/>
                  <a:gd name="connsiteY10" fmla="*/ 17993 h 384558"/>
                  <a:gd name="connsiteX11" fmla="*/ 197625 w 397524"/>
                  <a:gd name="connsiteY11" fmla="*/ 2073 h 384558"/>
                  <a:gd name="connsiteX12" fmla="*/ 197625 w 397524"/>
                  <a:gd name="connsiteY12" fmla="*/ 0 h 384558"/>
                  <a:gd name="connsiteX13" fmla="*/ 336009 w 397524"/>
                  <a:gd name="connsiteY13" fmla="*/ 51530 h 384558"/>
                  <a:gd name="connsiteX14" fmla="*/ 381321 w 397524"/>
                  <a:gd name="connsiteY14" fmla="*/ 113798 h 384558"/>
                  <a:gd name="connsiteX15" fmla="*/ 397524 w 397524"/>
                  <a:gd name="connsiteY15" fmla="*/ 189914 h 384558"/>
                  <a:gd name="connsiteX16" fmla="*/ 382075 w 397524"/>
                  <a:gd name="connsiteY16" fmla="*/ 266313 h 384558"/>
                  <a:gd name="connsiteX17" fmla="*/ 338082 w 397524"/>
                  <a:gd name="connsiteY17" fmla="*/ 330371 h 384558"/>
                  <a:gd name="connsiteX18" fmla="*/ 273082 w 397524"/>
                  <a:gd name="connsiteY18" fmla="*/ 372103 h 384558"/>
                  <a:gd name="connsiteX19" fmla="*/ 197625 w 397524"/>
                  <a:gd name="connsiteY19" fmla="*/ 384444 h 384558"/>
                  <a:gd name="connsiteX20" fmla="*/ 61689 w 397524"/>
                  <a:gd name="connsiteY20" fmla="*/ 325850 h 384558"/>
                  <a:gd name="connsiteX21" fmla="*/ 17791 w 397524"/>
                  <a:gd name="connsiteY21" fmla="*/ 264429 h 384558"/>
                  <a:gd name="connsiteX22" fmla="*/ 80 w 397524"/>
                  <a:gd name="connsiteY22" fmla="*/ 189914 h 384558"/>
                  <a:gd name="connsiteX23" fmla="*/ 59428 w 397524"/>
                  <a:gd name="connsiteY23" fmla="*/ 51718 h 384558"/>
                  <a:gd name="connsiteX24" fmla="*/ 197625 w 397524"/>
                  <a:gd name="connsiteY24" fmla="*/ 0 h 384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97524" h="384558">
                    <a:moveTo>
                      <a:pt x="197625" y="2073"/>
                    </a:moveTo>
                    <a:cubicBezTo>
                      <a:pt x="173038" y="2167"/>
                      <a:pt x="148451" y="7443"/>
                      <a:pt x="126407" y="17899"/>
                    </a:cubicBezTo>
                    <a:cubicBezTo>
                      <a:pt x="104269" y="28167"/>
                      <a:pt x="84769" y="43334"/>
                      <a:pt x="68755" y="60950"/>
                    </a:cubicBezTo>
                    <a:cubicBezTo>
                      <a:pt x="37008" y="96747"/>
                      <a:pt x="18733" y="142624"/>
                      <a:pt x="17508" y="189820"/>
                    </a:cubicBezTo>
                    <a:cubicBezTo>
                      <a:pt x="15812" y="236828"/>
                      <a:pt x="32392" y="286002"/>
                      <a:pt x="66494" y="320951"/>
                    </a:cubicBezTo>
                    <a:cubicBezTo>
                      <a:pt x="83450" y="338284"/>
                      <a:pt x="104175" y="352132"/>
                      <a:pt x="126690" y="360988"/>
                    </a:cubicBezTo>
                    <a:cubicBezTo>
                      <a:pt x="149204" y="370031"/>
                      <a:pt x="173697" y="373611"/>
                      <a:pt x="197625" y="372951"/>
                    </a:cubicBezTo>
                    <a:cubicBezTo>
                      <a:pt x="245668" y="370973"/>
                      <a:pt x="291451" y="349966"/>
                      <a:pt x="324234" y="316429"/>
                    </a:cubicBezTo>
                    <a:cubicBezTo>
                      <a:pt x="357111" y="282705"/>
                      <a:pt x="375198" y="236357"/>
                      <a:pt x="375386" y="189820"/>
                    </a:cubicBezTo>
                    <a:cubicBezTo>
                      <a:pt x="375857" y="143095"/>
                      <a:pt x="357865" y="97030"/>
                      <a:pt x="326306" y="61138"/>
                    </a:cubicBezTo>
                    <a:cubicBezTo>
                      <a:pt x="310386" y="43428"/>
                      <a:pt x="290886" y="28261"/>
                      <a:pt x="268842" y="17993"/>
                    </a:cubicBezTo>
                    <a:cubicBezTo>
                      <a:pt x="246799" y="7631"/>
                      <a:pt x="222212" y="2261"/>
                      <a:pt x="197625" y="2073"/>
                    </a:cubicBezTo>
                    <a:close/>
                    <a:moveTo>
                      <a:pt x="197625" y="0"/>
                    </a:moveTo>
                    <a:cubicBezTo>
                      <a:pt x="247176" y="-94"/>
                      <a:pt x="297669" y="17051"/>
                      <a:pt x="336009" y="51530"/>
                    </a:cubicBezTo>
                    <a:cubicBezTo>
                      <a:pt x="355133" y="68581"/>
                      <a:pt x="370959" y="89870"/>
                      <a:pt x="381321" y="113798"/>
                    </a:cubicBezTo>
                    <a:cubicBezTo>
                      <a:pt x="391966" y="137631"/>
                      <a:pt x="397147" y="163820"/>
                      <a:pt x="397524" y="189914"/>
                    </a:cubicBezTo>
                    <a:cubicBezTo>
                      <a:pt x="397524" y="216009"/>
                      <a:pt x="392437" y="242291"/>
                      <a:pt x="382075" y="266313"/>
                    </a:cubicBezTo>
                    <a:cubicBezTo>
                      <a:pt x="371712" y="290335"/>
                      <a:pt x="356640" y="312190"/>
                      <a:pt x="338082" y="330371"/>
                    </a:cubicBezTo>
                    <a:cubicBezTo>
                      <a:pt x="319430" y="348458"/>
                      <a:pt x="297198" y="362872"/>
                      <a:pt x="273082" y="372103"/>
                    </a:cubicBezTo>
                    <a:cubicBezTo>
                      <a:pt x="248965" y="381430"/>
                      <a:pt x="223060" y="385292"/>
                      <a:pt x="197625" y="384444"/>
                    </a:cubicBezTo>
                    <a:cubicBezTo>
                      <a:pt x="146567" y="382654"/>
                      <a:pt x="97675" y="360893"/>
                      <a:pt x="61689" y="325850"/>
                    </a:cubicBezTo>
                    <a:cubicBezTo>
                      <a:pt x="43697" y="308328"/>
                      <a:pt x="28530" y="287509"/>
                      <a:pt x="17791" y="264429"/>
                    </a:cubicBezTo>
                    <a:cubicBezTo>
                      <a:pt x="7146" y="241255"/>
                      <a:pt x="928" y="215820"/>
                      <a:pt x="80" y="189914"/>
                    </a:cubicBezTo>
                    <a:cubicBezTo>
                      <a:pt x="-1521" y="138102"/>
                      <a:pt x="20899" y="85725"/>
                      <a:pt x="59428" y="51718"/>
                    </a:cubicBezTo>
                    <a:cubicBezTo>
                      <a:pt x="97675" y="17145"/>
                      <a:pt x="148168" y="189"/>
                      <a:pt x="197625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4" name="任意多边形 93" descr="b58e29f0-b4e9-499b-acc5-a8b039b03087"/>
              <p:cNvSpPr/>
              <p:nvPr/>
            </p:nvSpPr>
            <p:spPr>
              <a:xfrm flipH="1">
                <a:off x="3854585" y="568769"/>
                <a:ext cx="225966" cy="207618"/>
              </a:xfrm>
              <a:custGeom>
                <a:avLst/>
                <a:gdLst>
                  <a:gd name="connsiteX0" fmla="*/ 78102 w 158651"/>
                  <a:gd name="connsiteY0" fmla="*/ 145769 h 145769"/>
                  <a:gd name="connsiteX1" fmla="*/ 24406 w 158651"/>
                  <a:gd name="connsiteY1" fmla="*/ 129095 h 145769"/>
                  <a:gd name="connsiteX2" fmla="*/ 5565 w 158651"/>
                  <a:gd name="connsiteY2" fmla="*/ 105450 h 145769"/>
                  <a:gd name="connsiteX3" fmla="*/ 102 w 158651"/>
                  <a:gd name="connsiteY3" fmla="*/ 75400 h 145769"/>
                  <a:gd name="connsiteX4" fmla="*/ 26667 w 158651"/>
                  <a:gd name="connsiteY4" fmla="*/ 23965 h 145769"/>
                  <a:gd name="connsiteX5" fmla="*/ 78102 w 158651"/>
                  <a:gd name="connsiteY5" fmla="*/ 320 h 145769"/>
                  <a:gd name="connsiteX6" fmla="*/ 107870 w 158651"/>
                  <a:gd name="connsiteY6" fmla="*/ 3617 h 145769"/>
                  <a:gd name="connsiteX7" fmla="*/ 134153 w 158651"/>
                  <a:gd name="connsiteY7" fmla="*/ 19443 h 145769"/>
                  <a:gd name="connsiteX8" fmla="*/ 158646 w 158651"/>
                  <a:gd name="connsiteY8" fmla="*/ 75494 h 145769"/>
                  <a:gd name="connsiteX9" fmla="*/ 151486 w 158651"/>
                  <a:gd name="connsiteY9" fmla="*/ 105921 h 145769"/>
                  <a:gd name="connsiteX10" fmla="*/ 131986 w 158651"/>
                  <a:gd name="connsiteY10" fmla="*/ 129472 h 145769"/>
                  <a:gd name="connsiteX11" fmla="*/ 78102 w 158651"/>
                  <a:gd name="connsiteY11" fmla="*/ 145769 h 145769"/>
                  <a:gd name="connsiteX12" fmla="*/ 78102 w 158651"/>
                  <a:gd name="connsiteY12" fmla="*/ 143697 h 145769"/>
                  <a:gd name="connsiteX13" fmla="*/ 103537 w 158651"/>
                  <a:gd name="connsiteY13" fmla="*/ 136820 h 145769"/>
                  <a:gd name="connsiteX14" fmla="*/ 122283 w 158651"/>
                  <a:gd name="connsiteY14" fmla="*/ 119581 h 145769"/>
                  <a:gd name="connsiteX15" fmla="*/ 136320 w 158651"/>
                  <a:gd name="connsiteY15" fmla="*/ 75400 h 145769"/>
                  <a:gd name="connsiteX16" fmla="*/ 120211 w 158651"/>
                  <a:gd name="connsiteY16" fmla="*/ 33385 h 145769"/>
                  <a:gd name="connsiteX17" fmla="*/ 78196 w 158651"/>
                  <a:gd name="connsiteY17" fmla="*/ 11812 h 145769"/>
                  <a:gd name="connsiteX18" fmla="*/ 31565 w 158651"/>
                  <a:gd name="connsiteY18" fmla="*/ 28769 h 145769"/>
                  <a:gd name="connsiteX19" fmla="*/ 17529 w 158651"/>
                  <a:gd name="connsiteY19" fmla="*/ 75400 h 145769"/>
                  <a:gd name="connsiteX20" fmla="*/ 22710 w 158651"/>
                  <a:gd name="connsiteY20" fmla="*/ 98385 h 145769"/>
                  <a:gd name="connsiteX21" fmla="*/ 33921 w 158651"/>
                  <a:gd name="connsiteY21" fmla="*/ 119769 h 145769"/>
                  <a:gd name="connsiteX22" fmla="*/ 52761 w 158651"/>
                  <a:gd name="connsiteY22" fmla="*/ 137009 h 145769"/>
                  <a:gd name="connsiteX23" fmla="*/ 78102 w 158651"/>
                  <a:gd name="connsiteY23" fmla="*/ 143697 h 1457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58651" h="145769">
                    <a:moveTo>
                      <a:pt x="78102" y="145769"/>
                    </a:moveTo>
                    <a:cubicBezTo>
                      <a:pt x="59921" y="145487"/>
                      <a:pt x="40609" y="141342"/>
                      <a:pt x="24406" y="129095"/>
                    </a:cubicBezTo>
                    <a:cubicBezTo>
                      <a:pt x="16493" y="122972"/>
                      <a:pt x="9710" y="114871"/>
                      <a:pt x="5565" y="105450"/>
                    </a:cubicBezTo>
                    <a:cubicBezTo>
                      <a:pt x="1326" y="96030"/>
                      <a:pt x="-464" y="85574"/>
                      <a:pt x="102" y="75400"/>
                    </a:cubicBezTo>
                    <a:cubicBezTo>
                      <a:pt x="1420" y="54675"/>
                      <a:pt x="12913" y="36682"/>
                      <a:pt x="26667" y="23965"/>
                    </a:cubicBezTo>
                    <a:cubicBezTo>
                      <a:pt x="40609" y="11059"/>
                      <a:pt x="58413" y="2298"/>
                      <a:pt x="78102" y="320"/>
                    </a:cubicBezTo>
                    <a:cubicBezTo>
                      <a:pt x="87899" y="-528"/>
                      <a:pt x="98167" y="225"/>
                      <a:pt x="107870" y="3617"/>
                    </a:cubicBezTo>
                    <a:cubicBezTo>
                      <a:pt x="117573" y="6820"/>
                      <a:pt x="126522" y="12378"/>
                      <a:pt x="134153" y="19443"/>
                    </a:cubicBezTo>
                    <a:cubicBezTo>
                      <a:pt x="149508" y="33385"/>
                      <a:pt x="158928" y="54298"/>
                      <a:pt x="158646" y="75494"/>
                    </a:cubicBezTo>
                    <a:cubicBezTo>
                      <a:pt x="158269" y="85950"/>
                      <a:pt x="156197" y="96501"/>
                      <a:pt x="151486" y="105921"/>
                    </a:cubicBezTo>
                    <a:cubicBezTo>
                      <a:pt x="147059" y="115342"/>
                      <a:pt x="140088" y="123443"/>
                      <a:pt x="131986" y="129472"/>
                    </a:cubicBezTo>
                    <a:cubicBezTo>
                      <a:pt x="115689" y="141436"/>
                      <a:pt x="96283" y="145675"/>
                      <a:pt x="78102" y="145769"/>
                    </a:cubicBezTo>
                    <a:close/>
                    <a:moveTo>
                      <a:pt x="78102" y="143697"/>
                    </a:moveTo>
                    <a:cubicBezTo>
                      <a:pt x="87051" y="143697"/>
                      <a:pt x="95906" y="141154"/>
                      <a:pt x="103537" y="136820"/>
                    </a:cubicBezTo>
                    <a:cubicBezTo>
                      <a:pt x="111167" y="132487"/>
                      <a:pt x="117479" y="126269"/>
                      <a:pt x="122283" y="119581"/>
                    </a:cubicBezTo>
                    <a:cubicBezTo>
                      <a:pt x="131515" y="105827"/>
                      <a:pt x="136696" y="90755"/>
                      <a:pt x="136320" y="75400"/>
                    </a:cubicBezTo>
                    <a:cubicBezTo>
                      <a:pt x="136131" y="60139"/>
                      <a:pt x="130667" y="45066"/>
                      <a:pt x="120211" y="33385"/>
                    </a:cubicBezTo>
                    <a:cubicBezTo>
                      <a:pt x="109660" y="21986"/>
                      <a:pt x="94870" y="13885"/>
                      <a:pt x="78196" y="11812"/>
                    </a:cubicBezTo>
                    <a:cubicBezTo>
                      <a:pt x="61522" y="9740"/>
                      <a:pt x="43247" y="15863"/>
                      <a:pt x="31565" y="28769"/>
                    </a:cubicBezTo>
                    <a:cubicBezTo>
                      <a:pt x="19507" y="41675"/>
                      <a:pt x="16116" y="59762"/>
                      <a:pt x="17529" y="75400"/>
                    </a:cubicBezTo>
                    <a:cubicBezTo>
                      <a:pt x="18189" y="83407"/>
                      <a:pt x="19884" y="91037"/>
                      <a:pt x="22710" y="98385"/>
                    </a:cubicBezTo>
                    <a:cubicBezTo>
                      <a:pt x="25442" y="105733"/>
                      <a:pt x="28928" y="112987"/>
                      <a:pt x="33921" y="119769"/>
                    </a:cubicBezTo>
                    <a:cubicBezTo>
                      <a:pt x="38819" y="126458"/>
                      <a:pt x="45037" y="132769"/>
                      <a:pt x="52761" y="137009"/>
                    </a:cubicBezTo>
                    <a:cubicBezTo>
                      <a:pt x="60203" y="141248"/>
                      <a:pt x="69153" y="143697"/>
                      <a:pt x="78102" y="143697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5" name="任意多边形 94" descr="def3a617-3d7b-4e9a-9b0b-206e173dac9c"/>
              <p:cNvSpPr/>
              <p:nvPr/>
            </p:nvSpPr>
            <p:spPr>
              <a:xfrm flipH="1">
                <a:off x="3438791" y="152473"/>
                <a:ext cx="1059700" cy="1050749"/>
              </a:xfrm>
              <a:custGeom>
                <a:avLst/>
                <a:gdLst>
                  <a:gd name="connsiteX0" fmla="*/ 371538 w 744017"/>
                  <a:gd name="connsiteY0" fmla="*/ 1137 h 737732"/>
                  <a:gd name="connsiteX1" fmla="*/ 231646 w 744017"/>
                  <a:gd name="connsiteY1" fmla="*/ 29869 h 737732"/>
                  <a:gd name="connsiteX2" fmla="*/ 114363 w 744017"/>
                  <a:gd name="connsiteY2" fmla="*/ 110507 h 737732"/>
                  <a:gd name="connsiteX3" fmla="*/ 8855 w 744017"/>
                  <a:gd name="connsiteY3" fmla="*/ 367682 h 737732"/>
                  <a:gd name="connsiteX4" fmla="*/ 113232 w 744017"/>
                  <a:gd name="connsiteY4" fmla="*/ 625987 h 737732"/>
                  <a:gd name="connsiteX5" fmla="*/ 371538 w 744017"/>
                  <a:gd name="connsiteY5" fmla="*/ 731872 h 737732"/>
                  <a:gd name="connsiteX6" fmla="*/ 510488 w 744017"/>
                  <a:gd name="connsiteY6" fmla="*/ 703045 h 737732"/>
                  <a:gd name="connsiteX7" fmla="*/ 627583 w 744017"/>
                  <a:gd name="connsiteY7" fmla="*/ 623726 h 737732"/>
                  <a:gd name="connsiteX8" fmla="*/ 733184 w 744017"/>
                  <a:gd name="connsiteY8" fmla="*/ 367682 h 737732"/>
                  <a:gd name="connsiteX9" fmla="*/ 628713 w 744017"/>
                  <a:gd name="connsiteY9" fmla="*/ 110601 h 737732"/>
                  <a:gd name="connsiteX10" fmla="*/ 511524 w 744017"/>
                  <a:gd name="connsiteY10" fmla="*/ 29963 h 737732"/>
                  <a:gd name="connsiteX11" fmla="*/ 371538 w 744017"/>
                  <a:gd name="connsiteY11" fmla="*/ 1137 h 737732"/>
                  <a:gd name="connsiteX12" fmla="*/ 371538 w 744017"/>
                  <a:gd name="connsiteY12" fmla="*/ 6 h 737732"/>
                  <a:gd name="connsiteX13" fmla="*/ 633517 w 744017"/>
                  <a:gd name="connsiteY13" fmla="*/ 105608 h 737732"/>
                  <a:gd name="connsiteX14" fmla="*/ 715286 w 744017"/>
                  <a:gd name="connsiteY14" fmla="*/ 225246 h 737732"/>
                  <a:gd name="connsiteX15" fmla="*/ 744018 w 744017"/>
                  <a:gd name="connsiteY15" fmla="*/ 367682 h 737732"/>
                  <a:gd name="connsiteX16" fmla="*/ 715663 w 744017"/>
                  <a:gd name="connsiteY16" fmla="*/ 510305 h 737732"/>
                  <a:gd name="connsiteX17" fmla="*/ 634553 w 744017"/>
                  <a:gd name="connsiteY17" fmla="*/ 630792 h 737732"/>
                  <a:gd name="connsiteX18" fmla="*/ 371444 w 744017"/>
                  <a:gd name="connsiteY18" fmla="*/ 737712 h 737732"/>
                  <a:gd name="connsiteX19" fmla="*/ 230233 w 744017"/>
                  <a:gd name="connsiteY19" fmla="*/ 708603 h 737732"/>
                  <a:gd name="connsiteX20" fmla="*/ 110595 w 744017"/>
                  <a:gd name="connsiteY20" fmla="*/ 628625 h 737732"/>
                  <a:gd name="connsiteX21" fmla="*/ 29580 w 744017"/>
                  <a:gd name="connsiteY21" fmla="*/ 509363 h 737732"/>
                  <a:gd name="connsiteX22" fmla="*/ 0 w 744017"/>
                  <a:gd name="connsiteY22" fmla="*/ 367776 h 737732"/>
                  <a:gd name="connsiteX23" fmla="*/ 28073 w 744017"/>
                  <a:gd name="connsiteY23" fmla="*/ 225529 h 737732"/>
                  <a:gd name="connsiteX24" fmla="*/ 109464 w 744017"/>
                  <a:gd name="connsiteY24" fmla="*/ 105891 h 737732"/>
                  <a:gd name="connsiteX25" fmla="*/ 371538 w 744017"/>
                  <a:gd name="connsiteY25" fmla="*/ 6 h 737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744017" h="737732">
                    <a:moveTo>
                      <a:pt x="371538" y="1137"/>
                    </a:moveTo>
                    <a:cubicBezTo>
                      <a:pt x="323588" y="1513"/>
                      <a:pt x="275639" y="10934"/>
                      <a:pt x="231646" y="29869"/>
                    </a:cubicBezTo>
                    <a:cubicBezTo>
                      <a:pt x="187653" y="48709"/>
                      <a:pt x="147617" y="76405"/>
                      <a:pt x="114363" y="110507"/>
                    </a:cubicBezTo>
                    <a:cubicBezTo>
                      <a:pt x="47761" y="178710"/>
                      <a:pt x="9138" y="272631"/>
                      <a:pt x="8855" y="367682"/>
                    </a:cubicBezTo>
                    <a:cubicBezTo>
                      <a:pt x="7819" y="462639"/>
                      <a:pt x="45312" y="558255"/>
                      <a:pt x="113232" y="625987"/>
                    </a:cubicBezTo>
                    <a:cubicBezTo>
                      <a:pt x="180399" y="694379"/>
                      <a:pt x="276016" y="733096"/>
                      <a:pt x="371538" y="731872"/>
                    </a:cubicBezTo>
                    <a:cubicBezTo>
                      <a:pt x="419205" y="731401"/>
                      <a:pt x="466683" y="721604"/>
                      <a:pt x="510488" y="703045"/>
                    </a:cubicBezTo>
                    <a:cubicBezTo>
                      <a:pt x="554198" y="684487"/>
                      <a:pt x="594140" y="657263"/>
                      <a:pt x="627583" y="623726"/>
                    </a:cubicBezTo>
                    <a:cubicBezTo>
                      <a:pt x="694749" y="556465"/>
                      <a:pt x="733090" y="462450"/>
                      <a:pt x="733184" y="367682"/>
                    </a:cubicBezTo>
                    <a:cubicBezTo>
                      <a:pt x="733467" y="272819"/>
                      <a:pt x="695220" y="178804"/>
                      <a:pt x="628713" y="110601"/>
                    </a:cubicBezTo>
                    <a:cubicBezTo>
                      <a:pt x="595553" y="76405"/>
                      <a:pt x="555517" y="48804"/>
                      <a:pt x="511524" y="29963"/>
                    </a:cubicBezTo>
                    <a:cubicBezTo>
                      <a:pt x="467437" y="11028"/>
                      <a:pt x="419487" y="1513"/>
                      <a:pt x="371538" y="1137"/>
                    </a:cubicBezTo>
                    <a:close/>
                    <a:moveTo>
                      <a:pt x="371538" y="6"/>
                    </a:moveTo>
                    <a:cubicBezTo>
                      <a:pt x="467814" y="-559"/>
                      <a:pt x="563995" y="37782"/>
                      <a:pt x="633517" y="105608"/>
                    </a:cubicBezTo>
                    <a:cubicBezTo>
                      <a:pt x="668373" y="139333"/>
                      <a:pt x="696257" y="180406"/>
                      <a:pt x="715286" y="225246"/>
                    </a:cubicBezTo>
                    <a:cubicBezTo>
                      <a:pt x="734409" y="270087"/>
                      <a:pt x="743829" y="318884"/>
                      <a:pt x="744018" y="367682"/>
                    </a:cubicBezTo>
                    <a:cubicBezTo>
                      <a:pt x="743924" y="416385"/>
                      <a:pt x="734597" y="465276"/>
                      <a:pt x="715663" y="510305"/>
                    </a:cubicBezTo>
                    <a:cubicBezTo>
                      <a:pt x="696822" y="555335"/>
                      <a:pt x="669126" y="596502"/>
                      <a:pt x="634553" y="630792"/>
                    </a:cubicBezTo>
                    <a:cubicBezTo>
                      <a:pt x="565597" y="699843"/>
                      <a:pt x="468379" y="738748"/>
                      <a:pt x="371444" y="737712"/>
                    </a:cubicBezTo>
                    <a:cubicBezTo>
                      <a:pt x="323023" y="737335"/>
                      <a:pt x="274791" y="727067"/>
                      <a:pt x="230233" y="708603"/>
                    </a:cubicBezTo>
                    <a:cubicBezTo>
                      <a:pt x="185675" y="689951"/>
                      <a:pt x="144979" y="662538"/>
                      <a:pt x="110595" y="628625"/>
                    </a:cubicBezTo>
                    <a:cubicBezTo>
                      <a:pt x="76399" y="594523"/>
                      <a:pt x="48703" y="553922"/>
                      <a:pt x="29580" y="509363"/>
                    </a:cubicBezTo>
                    <a:cubicBezTo>
                      <a:pt x="10551" y="464805"/>
                      <a:pt x="377" y="416385"/>
                      <a:pt x="0" y="367776"/>
                    </a:cubicBezTo>
                    <a:cubicBezTo>
                      <a:pt x="0" y="319167"/>
                      <a:pt x="9044" y="270370"/>
                      <a:pt x="28073" y="225529"/>
                    </a:cubicBezTo>
                    <a:cubicBezTo>
                      <a:pt x="46913" y="180688"/>
                      <a:pt x="74609" y="139616"/>
                      <a:pt x="109464" y="105891"/>
                    </a:cubicBezTo>
                    <a:cubicBezTo>
                      <a:pt x="179175" y="37876"/>
                      <a:pt x="275262" y="-465"/>
                      <a:pt x="371538" y="6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6" name="任意多边形 95" descr="5324344e-8aa6-401a-be14-4aaec148a7b8"/>
              <p:cNvSpPr/>
              <p:nvPr/>
            </p:nvSpPr>
            <p:spPr>
              <a:xfrm flipH="1">
                <a:off x="5185986" y="170169"/>
                <a:ext cx="630767" cy="711436"/>
              </a:xfrm>
              <a:custGeom>
                <a:avLst/>
                <a:gdLst>
                  <a:gd name="connsiteX0" fmla="*/ 427313 w 442862"/>
                  <a:gd name="connsiteY0" fmla="*/ 112873 h 499500"/>
                  <a:gd name="connsiteX1" fmla="*/ 226565 w 442862"/>
                  <a:gd name="connsiteY1" fmla="*/ 2561 h 499500"/>
                  <a:gd name="connsiteX2" fmla="*/ 205841 w 442862"/>
                  <a:gd name="connsiteY2" fmla="*/ 3032 h 499500"/>
                  <a:gd name="connsiteX3" fmla="*/ 9992 w 442862"/>
                  <a:gd name="connsiteY3" fmla="*/ 121728 h 499500"/>
                  <a:gd name="connsiteX4" fmla="*/ 7 w 442862"/>
                  <a:gd name="connsiteY4" fmla="*/ 139909 h 499500"/>
                  <a:gd name="connsiteX5" fmla="*/ 4811 w 442862"/>
                  <a:gd name="connsiteY5" fmla="*/ 368917 h 499500"/>
                  <a:gd name="connsiteX6" fmla="*/ 15550 w 442862"/>
                  <a:gd name="connsiteY6" fmla="*/ 386628 h 499500"/>
                  <a:gd name="connsiteX7" fmla="*/ 216297 w 442862"/>
                  <a:gd name="connsiteY7" fmla="*/ 496940 h 499500"/>
                  <a:gd name="connsiteX8" fmla="*/ 237022 w 442862"/>
                  <a:gd name="connsiteY8" fmla="*/ 496469 h 499500"/>
                  <a:gd name="connsiteX9" fmla="*/ 432871 w 442862"/>
                  <a:gd name="connsiteY9" fmla="*/ 377772 h 499500"/>
                  <a:gd name="connsiteX10" fmla="*/ 442856 w 442862"/>
                  <a:gd name="connsiteY10" fmla="*/ 359591 h 499500"/>
                  <a:gd name="connsiteX11" fmla="*/ 438052 w 442862"/>
                  <a:gd name="connsiteY11" fmla="*/ 130583 h 499500"/>
                  <a:gd name="connsiteX12" fmla="*/ 427313 w 442862"/>
                  <a:gd name="connsiteY12" fmla="*/ 112873 h 499500"/>
                  <a:gd name="connsiteX13" fmla="*/ 159210 w 442862"/>
                  <a:gd name="connsiteY13" fmla="*/ 363077 h 499500"/>
                  <a:gd name="connsiteX14" fmla="*/ 108152 w 442862"/>
                  <a:gd name="connsiteY14" fmla="*/ 187293 h 499500"/>
                  <a:gd name="connsiteX15" fmla="*/ 283935 w 442862"/>
                  <a:gd name="connsiteY15" fmla="*/ 136235 h 499500"/>
                  <a:gd name="connsiteX16" fmla="*/ 334994 w 442862"/>
                  <a:gd name="connsiteY16" fmla="*/ 312019 h 499500"/>
                  <a:gd name="connsiteX17" fmla="*/ 159210 w 442862"/>
                  <a:gd name="connsiteY17" fmla="*/ 363077 h 499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42862" h="499500">
                    <a:moveTo>
                      <a:pt x="427313" y="112873"/>
                    </a:moveTo>
                    <a:lnTo>
                      <a:pt x="226565" y="2561"/>
                    </a:lnTo>
                    <a:cubicBezTo>
                      <a:pt x="220066" y="-1019"/>
                      <a:pt x="212152" y="-831"/>
                      <a:pt x="205841" y="3032"/>
                    </a:cubicBezTo>
                    <a:lnTo>
                      <a:pt x="9992" y="121728"/>
                    </a:lnTo>
                    <a:cubicBezTo>
                      <a:pt x="3681" y="125590"/>
                      <a:pt x="-182" y="132467"/>
                      <a:pt x="7" y="139909"/>
                    </a:cubicBezTo>
                    <a:lnTo>
                      <a:pt x="4811" y="368917"/>
                    </a:lnTo>
                    <a:cubicBezTo>
                      <a:pt x="4999" y="376359"/>
                      <a:pt x="9050" y="383048"/>
                      <a:pt x="15550" y="386628"/>
                    </a:cubicBezTo>
                    <a:lnTo>
                      <a:pt x="216297" y="496940"/>
                    </a:lnTo>
                    <a:cubicBezTo>
                      <a:pt x="222797" y="500519"/>
                      <a:pt x="230710" y="500331"/>
                      <a:pt x="237022" y="496469"/>
                    </a:cubicBezTo>
                    <a:lnTo>
                      <a:pt x="432871" y="377772"/>
                    </a:lnTo>
                    <a:cubicBezTo>
                      <a:pt x="439182" y="373910"/>
                      <a:pt x="443045" y="367033"/>
                      <a:pt x="442856" y="359591"/>
                    </a:cubicBezTo>
                    <a:lnTo>
                      <a:pt x="438052" y="130583"/>
                    </a:lnTo>
                    <a:cubicBezTo>
                      <a:pt x="437958" y="123141"/>
                      <a:pt x="433813" y="116453"/>
                      <a:pt x="427313" y="112873"/>
                    </a:cubicBezTo>
                    <a:close/>
                    <a:moveTo>
                      <a:pt x="159210" y="363077"/>
                    </a:moveTo>
                    <a:cubicBezTo>
                      <a:pt x="96565" y="328693"/>
                      <a:pt x="73674" y="249939"/>
                      <a:pt x="108152" y="187293"/>
                    </a:cubicBezTo>
                    <a:cubicBezTo>
                      <a:pt x="142536" y="124648"/>
                      <a:pt x="221290" y="101757"/>
                      <a:pt x="283935" y="136235"/>
                    </a:cubicBezTo>
                    <a:cubicBezTo>
                      <a:pt x="346581" y="170620"/>
                      <a:pt x="369472" y="249373"/>
                      <a:pt x="334994" y="312019"/>
                    </a:cubicBezTo>
                    <a:cubicBezTo>
                      <a:pt x="300515" y="374664"/>
                      <a:pt x="221855" y="397555"/>
                      <a:pt x="159210" y="36307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7" name="任意多边形 96" descr="1b82f138-7f91-46e5-93f7-84d57ed38dab"/>
              <p:cNvSpPr/>
              <p:nvPr/>
            </p:nvSpPr>
            <p:spPr>
              <a:xfrm flipH="1">
                <a:off x="5165829" y="151932"/>
                <a:ext cx="661281" cy="751947"/>
              </a:xfrm>
              <a:custGeom>
                <a:avLst/>
                <a:gdLst>
                  <a:gd name="connsiteX0" fmla="*/ 433831 w 464286"/>
                  <a:gd name="connsiteY0" fmla="*/ 126996 h 527943"/>
                  <a:gd name="connsiteX1" fmla="*/ 265019 w 464286"/>
                  <a:gd name="connsiteY1" fmla="*/ 43720 h 527943"/>
                  <a:gd name="connsiteX2" fmla="*/ 243729 w 464286"/>
                  <a:gd name="connsiteY2" fmla="*/ 33735 h 527943"/>
                  <a:gd name="connsiteX3" fmla="*/ 233084 w 464286"/>
                  <a:gd name="connsiteY3" fmla="*/ 28648 h 527943"/>
                  <a:gd name="connsiteX4" fmla="*/ 227903 w 464286"/>
                  <a:gd name="connsiteY4" fmla="*/ 26104 h 527943"/>
                  <a:gd name="connsiteX5" fmla="*/ 225642 w 464286"/>
                  <a:gd name="connsiteY5" fmla="*/ 25539 h 527943"/>
                  <a:gd name="connsiteX6" fmla="*/ 213490 w 464286"/>
                  <a:gd name="connsiteY6" fmla="*/ 31380 h 527943"/>
                  <a:gd name="connsiteX7" fmla="*/ 193613 w 464286"/>
                  <a:gd name="connsiteY7" fmla="*/ 43909 h 527943"/>
                  <a:gd name="connsiteX8" fmla="*/ 112786 w 464286"/>
                  <a:gd name="connsiteY8" fmla="*/ 91952 h 527943"/>
                  <a:gd name="connsiteX9" fmla="*/ 30076 w 464286"/>
                  <a:gd name="connsiteY9" fmla="*/ 136981 h 527943"/>
                  <a:gd name="connsiteX10" fmla="*/ 20467 w 464286"/>
                  <a:gd name="connsiteY10" fmla="*/ 142257 h 527943"/>
                  <a:gd name="connsiteX11" fmla="*/ 15757 w 464286"/>
                  <a:gd name="connsiteY11" fmla="*/ 147626 h 527943"/>
                  <a:gd name="connsiteX12" fmla="*/ 14438 w 464286"/>
                  <a:gd name="connsiteY12" fmla="*/ 156387 h 527943"/>
                  <a:gd name="connsiteX13" fmla="*/ 14156 w 464286"/>
                  <a:gd name="connsiteY13" fmla="*/ 168163 h 527943"/>
                  <a:gd name="connsiteX14" fmla="*/ 13779 w 464286"/>
                  <a:gd name="connsiteY14" fmla="*/ 215170 h 527943"/>
                  <a:gd name="connsiteX15" fmla="*/ 16040 w 464286"/>
                  <a:gd name="connsiteY15" fmla="*/ 309185 h 527943"/>
                  <a:gd name="connsiteX16" fmla="*/ 18489 w 464286"/>
                  <a:gd name="connsiteY16" fmla="*/ 356193 h 527943"/>
                  <a:gd name="connsiteX17" fmla="*/ 19902 w 464286"/>
                  <a:gd name="connsiteY17" fmla="*/ 379649 h 527943"/>
                  <a:gd name="connsiteX18" fmla="*/ 20467 w 464286"/>
                  <a:gd name="connsiteY18" fmla="*/ 383983 h 527943"/>
                  <a:gd name="connsiteX19" fmla="*/ 21974 w 464286"/>
                  <a:gd name="connsiteY19" fmla="*/ 387280 h 527943"/>
                  <a:gd name="connsiteX20" fmla="*/ 27156 w 464286"/>
                  <a:gd name="connsiteY20" fmla="*/ 391896 h 527943"/>
                  <a:gd name="connsiteX21" fmla="*/ 194932 w 464286"/>
                  <a:gd name="connsiteY21" fmla="*/ 477055 h 527943"/>
                  <a:gd name="connsiteX22" fmla="*/ 215751 w 464286"/>
                  <a:gd name="connsiteY22" fmla="*/ 487983 h 527943"/>
                  <a:gd name="connsiteX23" fmla="*/ 226113 w 464286"/>
                  <a:gd name="connsiteY23" fmla="*/ 493447 h 527943"/>
                  <a:gd name="connsiteX24" fmla="*/ 231200 w 464286"/>
                  <a:gd name="connsiteY24" fmla="*/ 496084 h 527943"/>
                  <a:gd name="connsiteX25" fmla="*/ 232613 w 464286"/>
                  <a:gd name="connsiteY25" fmla="*/ 496461 h 527943"/>
                  <a:gd name="connsiteX26" fmla="*/ 242787 w 464286"/>
                  <a:gd name="connsiteY26" fmla="*/ 491469 h 527943"/>
                  <a:gd name="connsiteX27" fmla="*/ 262664 w 464286"/>
                  <a:gd name="connsiteY27" fmla="*/ 478939 h 527943"/>
                  <a:gd name="connsiteX28" fmla="*/ 342925 w 464286"/>
                  <a:gd name="connsiteY28" fmla="*/ 429859 h 527943"/>
                  <a:gd name="connsiteX29" fmla="*/ 424223 w 464286"/>
                  <a:gd name="connsiteY29" fmla="*/ 382570 h 527943"/>
                  <a:gd name="connsiteX30" fmla="*/ 433172 w 464286"/>
                  <a:gd name="connsiteY30" fmla="*/ 377577 h 527943"/>
                  <a:gd name="connsiteX31" fmla="*/ 435527 w 464286"/>
                  <a:gd name="connsiteY31" fmla="*/ 375033 h 527943"/>
                  <a:gd name="connsiteX32" fmla="*/ 436752 w 464286"/>
                  <a:gd name="connsiteY32" fmla="*/ 357040 h 527943"/>
                  <a:gd name="connsiteX33" fmla="*/ 438636 w 464286"/>
                  <a:gd name="connsiteY33" fmla="*/ 309939 h 527943"/>
                  <a:gd name="connsiteX34" fmla="*/ 442686 w 464286"/>
                  <a:gd name="connsiteY34" fmla="*/ 215830 h 527943"/>
                  <a:gd name="connsiteX35" fmla="*/ 443628 w 464286"/>
                  <a:gd name="connsiteY35" fmla="*/ 168822 h 527943"/>
                  <a:gd name="connsiteX36" fmla="*/ 443534 w 464286"/>
                  <a:gd name="connsiteY36" fmla="*/ 145271 h 527943"/>
                  <a:gd name="connsiteX37" fmla="*/ 433831 w 464286"/>
                  <a:gd name="connsiteY37" fmla="*/ 126996 h 527943"/>
                  <a:gd name="connsiteX38" fmla="*/ 435339 w 464286"/>
                  <a:gd name="connsiteY38" fmla="*/ 124264 h 527943"/>
                  <a:gd name="connsiteX39" fmla="*/ 447302 w 464286"/>
                  <a:gd name="connsiteY39" fmla="*/ 145177 h 527943"/>
                  <a:gd name="connsiteX40" fmla="*/ 448244 w 464286"/>
                  <a:gd name="connsiteY40" fmla="*/ 168634 h 527943"/>
                  <a:gd name="connsiteX41" fmla="*/ 451165 w 464286"/>
                  <a:gd name="connsiteY41" fmla="*/ 215547 h 527943"/>
                  <a:gd name="connsiteX42" fmla="*/ 459266 w 464286"/>
                  <a:gd name="connsiteY42" fmla="*/ 309374 h 527943"/>
                  <a:gd name="connsiteX43" fmla="*/ 463128 w 464286"/>
                  <a:gd name="connsiteY43" fmla="*/ 356287 h 527943"/>
                  <a:gd name="connsiteX44" fmla="*/ 463976 w 464286"/>
                  <a:gd name="connsiteY44" fmla="*/ 368062 h 527943"/>
                  <a:gd name="connsiteX45" fmla="*/ 462469 w 464286"/>
                  <a:gd name="connsiteY45" fmla="*/ 385019 h 527943"/>
                  <a:gd name="connsiteX46" fmla="*/ 450882 w 464286"/>
                  <a:gd name="connsiteY46" fmla="*/ 401128 h 527943"/>
                  <a:gd name="connsiteX47" fmla="*/ 444759 w 464286"/>
                  <a:gd name="connsiteY47" fmla="*/ 405272 h 527943"/>
                  <a:gd name="connsiteX48" fmla="*/ 439860 w 464286"/>
                  <a:gd name="connsiteY48" fmla="*/ 408475 h 527943"/>
                  <a:gd name="connsiteX49" fmla="*/ 360258 w 464286"/>
                  <a:gd name="connsiteY49" fmla="*/ 458592 h 527943"/>
                  <a:gd name="connsiteX50" fmla="*/ 279620 w 464286"/>
                  <a:gd name="connsiteY50" fmla="*/ 507012 h 527943"/>
                  <a:gd name="connsiteX51" fmla="*/ 259273 w 464286"/>
                  <a:gd name="connsiteY51" fmla="*/ 518882 h 527943"/>
                  <a:gd name="connsiteX52" fmla="*/ 246272 w 464286"/>
                  <a:gd name="connsiteY52" fmla="*/ 525759 h 527943"/>
                  <a:gd name="connsiteX53" fmla="*/ 225925 w 464286"/>
                  <a:gd name="connsiteY53" fmla="*/ 527077 h 527943"/>
                  <a:gd name="connsiteX54" fmla="*/ 216316 w 464286"/>
                  <a:gd name="connsiteY54" fmla="*/ 523403 h 527943"/>
                  <a:gd name="connsiteX55" fmla="*/ 211135 w 464286"/>
                  <a:gd name="connsiteY55" fmla="*/ 520483 h 527943"/>
                  <a:gd name="connsiteX56" fmla="*/ 200961 w 464286"/>
                  <a:gd name="connsiteY56" fmla="*/ 514642 h 527943"/>
                  <a:gd name="connsiteX57" fmla="*/ 180519 w 464286"/>
                  <a:gd name="connsiteY57" fmla="*/ 502961 h 527943"/>
                  <a:gd name="connsiteX58" fmla="*/ 18677 w 464286"/>
                  <a:gd name="connsiteY58" fmla="*/ 406968 h 527943"/>
                  <a:gd name="connsiteX59" fmla="*/ 7467 w 464286"/>
                  <a:gd name="connsiteY59" fmla="*/ 395099 h 527943"/>
                  <a:gd name="connsiteX60" fmla="*/ 4829 w 464286"/>
                  <a:gd name="connsiteY60" fmla="*/ 387374 h 527943"/>
                  <a:gd name="connsiteX61" fmla="*/ 4358 w 464286"/>
                  <a:gd name="connsiteY61" fmla="*/ 380026 h 527943"/>
                  <a:gd name="connsiteX62" fmla="*/ 4829 w 464286"/>
                  <a:gd name="connsiteY62" fmla="*/ 356475 h 527943"/>
                  <a:gd name="connsiteX63" fmla="*/ 5300 w 464286"/>
                  <a:gd name="connsiteY63" fmla="*/ 309468 h 527943"/>
                  <a:gd name="connsiteX64" fmla="*/ 3511 w 464286"/>
                  <a:gd name="connsiteY64" fmla="*/ 215453 h 527943"/>
                  <a:gd name="connsiteX65" fmla="*/ 1156 w 464286"/>
                  <a:gd name="connsiteY65" fmla="*/ 168445 h 527943"/>
                  <a:gd name="connsiteX66" fmla="*/ 308 w 464286"/>
                  <a:gd name="connsiteY66" fmla="*/ 156670 h 527943"/>
                  <a:gd name="connsiteX67" fmla="*/ 1438 w 464286"/>
                  <a:gd name="connsiteY67" fmla="*/ 142257 h 527943"/>
                  <a:gd name="connsiteX68" fmla="*/ 10576 w 464286"/>
                  <a:gd name="connsiteY68" fmla="*/ 129068 h 527943"/>
                  <a:gd name="connsiteX69" fmla="*/ 16040 w 464286"/>
                  <a:gd name="connsiteY69" fmla="*/ 125206 h 527943"/>
                  <a:gd name="connsiteX70" fmla="*/ 20938 w 464286"/>
                  <a:gd name="connsiteY70" fmla="*/ 121909 h 527943"/>
                  <a:gd name="connsiteX71" fmla="*/ 99127 w 464286"/>
                  <a:gd name="connsiteY71" fmla="*/ 69438 h 527943"/>
                  <a:gd name="connsiteX72" fmla="*/ 179200 w 464286"/>
                  <a:gd name="connsiteY72" fmla="*/ 20075 h 527943"/>
                  <a:gd name="connsiteX73" fmla="*/ 199548 w 464286"/>
                  <a:gd name="connsiteY73" fmla="*/ 8206 h 527943"/>
                  <a:gd name="connsiteX74" fmla="*/ 212265 w 464286"/>
                  <a:gd name="connsiteY74" fmla="*/ 1800 h 527943"/>
                  <a:gd name="connsiteX75" fmla="*/ 231012 w 464286"/>
                  <a:gd name="connsiteY75" fmla="*/ 952 h 527943"/>
                  <a:gd name="connsiteX76" fmla="*/ 239678 w 464286"/>
                  <a:gd name="connsiteY76" fmla="*/ 4437 h 527943"/>
                  <a:gd name="connsiteX77" fmla="*/ 244765 w 464286"/>
                  <a:gd name="connsiteY77" fmla="*/ 7546 h 527943"/>
                  <a:gd name="connsiteX78" fmla="*/ 254751 w 464286"/>
                  <a:gd name="connsiteY78" fmla="*/ 13764 h 527943"/>
                  <a:gd name="connsiteX79" fmla="*/ 274628 w 464286"/>
                  <a:gd name="connsiteY79" fmla="*/ 26387 h 527943"/>
                  <a:gd name="connsiteX80" fmla="*/ 435339 w 464286"/>
                  <a:gd name="connsiteY80" fmla="*/ 124264 h 527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464286" h="527943">
                    <a:moveTo>
                      <a:pt x="433831" y="126996"/>
                    </a:moveTo>
                    <a:cubicBezTo>
                      <a:pt x="379099" y="96380"/>
                      <a:pt x="321824" y="70474"/>
                      <a:pt x="265019" y="43720"/>
                    </a:cubicBezTo>
                    <a:lnTo>
                      <a:pt x="243729" y="33735"/>
                    </a:lnTo>
                    <a:cubicBezTo>
                      <a:pt x="240149" y="32039"/>
                      <a:pt x="236570" y="30438"/>
                      <a:pt x="233084" y="28648"/>
                    </a:cubicBezTo>
                    <a:lnTo>
                      <a:pt x="227903" y="26104"/>
                    </a:lnTo>
                    <a:cubicBezTo>
                      <a:pt x="227149" y="25822"/>
                      <a:pt x="226396" y="25633"/>
                      <a:pt x="225642" y="25539"/>
                    </a:cubicBezTo>
                    <a:cubicBezTo>
                      <a:pt x="221874" y="25351"/>
                      <a:pt x="221780" y="25916"/>
                      <a:pt x="213490" y="31380"/>
                    </a:cubicBezTo>
                    <a:lnTo>
                      <a:pt x="193613" y="43909"/>
                    </a:lnTo>
                    <a:cubicBezTo>
                      <a:pt x="167142" y="60677"/>
                      <a:pt x="140105" y="76503"/>
                      <a:pt x="112786" y="91952"/>
                    </a:cubicBezTo>
                    <a:lnTo>
                      <a:pt x="30076" y="136981"/>
                    </a:lnTo>
                    <a:lnTo>
                      <a:pt x="20467" y="142257"/>
                    </a:lnTo>
                    <a:cubicBezTo>
                      <a:pt x="18489" y="143482"/>
                      <a:pt x="16793" y="145366"/>
                      <a:pt x="15757" y="147626"/>
                    </a:cubicBezTo>
                    <a:cubicBezTo>
                      <a:pt x="14627" y="149982"/>
                      <a:pt x="14532" y="151866"/>
                      <a:pt x="14438" y="156387"/>
                    </a:cubicBezTo>
                    <a:lnTo>
                      <a:pt x="14156" y="168163"/>
                    </a:lnTo>
                    <a:lnTo>
                      <a:pt x="13779" y="215170"/>
                    </a:lnTo>
                    <a:cubicBezTo>
                      <a:pt x="13967" y="246540"/>
                      <a:pt x="14627" y="277815"/>
                      <a:pt x="16040" y="309185"/>
                    </a:cubicBezTo>
                    <a:cubicBezTo>
                      <a:pt x="16605" y="324823"/>
                      <a:pt x="17453" y="340461"/>
                      <a:pt x="18489" y="356193"/>
                    </a:cubicBezTo>
                    <a:lnTo>
                      <a:pt x="19902" y="379649"/>
                    </a:lnTo>
                    <a:cubicBezTo>
                      <a:pt x="19996" y="381910"/>
                      <a:pt x="20090" y="382664"/>
                      <a:pt x="20467" y="383983"/>
                    </a:cubicBezTo>
                    <a:cubicBezTo>
                      <a:pt x="20844" y="385113"/>
                      <a:pt x="21315" y="386243"/>
                      <a:pt x="21974" y="387280"/>
                    </a:cubicBezTo>
                    <a:cubicBezTo>
                      <a:pt x="23293" y="389258"/>
                      <a:pt x="25083" y="390859"/>
                      <a:pt x="27156" y="391896"/>
                    </a:cubicBezTo>
                    <a:cubicBezTo>
                      <a:pt x="83583" y="419403"/>
                      <a:pt x="139634" y="447476"/>
                      <a:pt x="194932" y="477055"/>
                    </a:cubicBezTo>
                    <a:lnTo>
                      <a:pt x="215751" y="487983"/>
                    </a:lnTo>
                    <a:lnTo>
                      <a:pt x="226113" y="493447"/>
                    </a:lnTo>
                    <a:lnTo>
                      <a:pt x="231200" y="496084"/>
                    </a:lnTo>
                    <a:cubicBezTo>
                      <a:pt x="231671" y="496273"/>
                      <a:pt x="232142" y="496461"/>
                      <a:pt x="232613" y="496461"/>
                    </a:cubicBezTo>
                    <a:cubicBezTo>
                      <a:pt x="235156" y="496461"/>
                      <a:pt x="233932" y="497026"/>
                      <a:pt x="242787" y="491469"/>
                    </a:cubicBezTo>
                    <a:lnTo>
                      <a:pt x="262664" y="478939"/>
                    </a:lnTo>
                    <a:cubicBezTo>
                      <a:pt x="289135" y="462171"/>
                      <a:pt x="316077" y="446157"/>
                      <a:pt x="342925" y="429859"/>
                    </a:cubicBezTo>
                    <a:cubicBezTo>
                      <a:pt x="370056" y="414128"/>
                      <a:pt x="396809" y="397830"/>
                      <a:pt x="424223" y="382570"/>
                    </a:cubicBezTo>
                    <a:lnTo>
                      <a:pt x="433172" y="377577"/>
                    </a:lnTo>
                    <a:cubicBezTo>
                      <a:pt x="434114" y="377011"/>
                      <a:pt x="434962" y="376164"/>
                      <a:pt x="435527" y="375033"/>
                    </a:cubicBezTo>
                    <a:cubicBezTo>
                      <a:pt x="436752" y="375222"/>
                      <a:pt x="436375" y="364200"/>
                      <a:pt x="436752" y="357040"/>
                    </a:cubicBezTo>
                    <a:cubicBezTo>
                      <a:pt x="437034" y="341403"/>
                      <a:pt x="437976" y="325671"/>
                      <a:pt x="438636" y="309939"/>
                    </a:cubicBezTo>
                    <a:cubicBezTo>
                      <a:pt x="439955" y="278569"/>
                      <a:pt x="441839" y="247199"/>
                      <a:pt x="442686" y="215830"/>
                    </a:cubicBezTo>
                    <a:cubicBezTo>
                      <a:pt x="443346" y="200098"/>
                      <a:pt x="443346" y="184460"/>
                      <a:pt x="443628" y="168822"/>
                    </a:cubicBezTo>
                    <a:cubicBezTo>
                      <a:pt x="443817" y="161003"/>
                      <a:pt x="443534" y="153184"/>
                      <a:pt x="443534" y="145271"/>
                    </a:cubicBezTo>
                    <a:cubicBezTo>
                      <a:pt x="444005" y="137735"/>
                      <a:pt x="440237" y="130670"/>
                      <a:pt x="433831" y="126996"/>
                    </a:cubicBezTo>
                    <a:close/>
                    <a:moveTo>
                      <a:pt x="435339" y="124264"/>
                    </a:moveTo>
                    <a:cubicBezTo>
                      <a:pt x="442875" y="128126"/>
                      <a:pt x="447679" y="136887"/>
                      <a:pt x="447302" y="145177"/>
                    </a:cubicBezTo>
                    <a:cubicBezTo>
                      <a:pt x="447585" y="152996"/>
                      <a:pt x="447773" y="160815"/>
                      <a:pt x="448244" y="168634"/>
                    </a:cubicBezTo>
                    <a:cubicBezTo>
                      <a:pt x="449186" y="184272"/>
                      <a:pt x="449846" y="199909"/>
                      <a:pt x="451165" y="215547"/>
                    </a:cubicBezTo>
                    <a:cubicBezTo>
                      <a:pt x="453426" y="246823"/>
                      <a:pt x="456534" y="278098"/>
                      <a:pt x="459266" y="309374"/>
                    </a:cubicBezTo>
                    <a:cubicBezTo>
                      <a:pt x="460585" y="325011"/>
                      <a:pt x="462187" y="340649"/>
                      <a:pt x="463128" y="356287"/>
                    </a:cubicBezTo>
                    <a:lnTo>
                      <a:pt x="463976" y="368062"/>
                    </a:lnTo>
                    <a:cubicBezTo>
                      <a:pt x="464353" y="370700"/>
                      <a:pt x="464824" y="378990"/>
                      <a:pt x="462469" y="385019"/>
                    </a:cubicBezTo>
                    <a:cubicBezTo>
                      <a:pt x="460302" y="391330"/>
                      <a:pt x="456252" y="396983"/>
                      <a:pt x="450882" y="401128"/>
                    </a:cubicBezTo>
                    <a:cubicBezTo>
                      <a:pt x="447679" y="403483"/>
                      <a:pt x="446455" y="404142"/>
                      <a:pt x="444759" y="405272"/>
                    </a:cubicBezTo>
                    <a:lnTo>
                      <a:pt x="439860" y="408475"/>
                    </a:lnTo>
                    <a:cubicBezTo>
                      <a:pt x="413578" y="425620"/>
                      <a:pt x="386824" y="441823"/>
                      <a:pt x="360258" y="458592"/>
                    </a:cubicBezTo>
                    <a:cubicBezTo>
                      <a:pt x="333411" y="474794"/>
                      <a:pt x="306751" y="491280"/>
                      <a:pt x="279620" y="507012"/>
                    </a:cubicBezTo>
                    <a:lnTo>
                      <a:pt x="259273" y="518882"/>
                    </a:lnTo>
                    <a:cubicBezTo>
                      <a:pt x="255504" y="520860"/>
                      <a:pt x="253903" y="522650"/>
                      <a:pt x="246272" y="525759"/>
                    </a:cubicBezTo>
                    <a:cubicBezTo>
                      <a:pt x="239773" y="528114"/>
                      <a:pt x="232613" y="528585"/>
                      <a:pt x="225925" y="527077"/>
                    </a:cubicBezTo>
                    <a:cubicBezTo>
                      <a:pt x="222533" y="526324"/>
                      <a:pt x="219330" y="525099"/>
                      <a:pt x="216316" y="523403"/>
                    </a:cubicBezTo>
                    <a:lnTo>
                      <a:pt x="211135" y="520483"/>
                    </a:lnTo>
                    <a:lnTo>
                      <a:pt x="200961" y="514642"/>
                    </a:lnTo>
                    <a:lnTo>
                      <a:pt x="180519" y="502961"/>
                    </a:lnTo>
                    <a:cubicBezTo>
                      <a:pt x="125881" y="472157"/>
                      <a:pt x="72185" y="439845"/>
                      <a:pt x="18677" y="406968"/>
                    </a:cubicBezTo>
                    <a:cubicBezTo>
                      <a:pt x="13873" y="404142"/>
                      <a:pt x="10011" y="399997"/>
                      <a:pt x="7467" y="395099"/>
                    </a:cubicBezTo>
                    <a:cubicBezTo>
                      <a:pt x="6243" y="392649"/>
                      <a:pt x="5300" y="390106"/>
                      <a:pt x="4829" y="387374"/>
                    </a:cubicBezTo>
                    <a:cubicBezTo>
                      <a:pt x="4264" y="384830"/>
                      <a:pt x="4264" y="381627"/>
                      <a:pt x="4358" y="380026"/>
                    </a:cubicBezTo>
                    <a:lnTo>
                      <a:pt x="4829" y="356475"/>
                    </a:lnTo>
                    <a:cubicBezTo>
                      <a:pt x="5206" y="340837"/>
                      <a:pt x="5300" y="325105"/>
                      <a:pt x="5300" y="309468"/>
                    </a:cubicBezTo>
                    <a:cubicBezTo>
                      <a:pt x="5300" y="278098"/>
                      <a:pt x="4641" y="246823"/>
                      <a:pt x="3511" y="215453"/>
                    </a:cubicBezTo>
                    <a:lnTo>
                      <a:pt x="1156" y="168445"/>
                    </a:lnTo>
                    <a:lnTo>
                      <a:pt x="308" y="156670"/>
                    </a:lnTo>
                    <a:cubicBezTo>
                      <a:pt x="-69" y="153373"/>
                      <a:pt x="-446" y="147250"/>
                      <a:pt x="1438" y="142257"/>
                    </a:cubicBezTo>
                    <a:cubicBezTo>
                      <a:pt x="3134" y="137170"/>
                      <a:pt x="6337" y="132554"/>
                      <a:pt x="10576" y="129068"/>
                    </a:cubicBezTo>
                    <a:cubicBezTo>
                      <a:pt x="13025" y="127184"/>
                      <a:pt x="14438" y="126336"/>
                      <a:pt x="16040" y="125206"/>
                    </a:cubicBezTo>
                    <a:lnTo>
                      <a:pt x="20938" y="121909"/>
                    </a:lnTo>
                    <a:lnTo>
                      <a:pt x="99127" y="69438"/>
                    </a:lnTo>
                    <a:cubicBezTo>
                      <a:pt x="125504" y="52387"/>
                      <a:pt x="151975" y="35807"/>
                      <a:pt x="179200" y="20075"/>
                    </a:cubicBezTo>
                    <a:lnTo>
                      <a:pt x="199548" y="8206"/>
                    </a:lnTo>
                    <a:cubicBezTo>
                      <a:pt x="203316" y="6322"/>
                      <a:pt x="205294" y="4532"/>
                      <a:pt x="212265" y="1800"/>
                    </a:cubicBezTo>
                    <a:cubicBezTo>
                      <a:pt x="218294" y="-273"/>
                      <a:pt x="224888" y="-555"/>
                      <a:pt x="231012" y="952"/>
                    </a:cubicBezTo>
                    <a:cubicBezTo>
                      <a:pt x="234026" y="1706"/>
                      <a:pt x="237041" y="2836"/>
                      <a:pt x="239678" y="4437"/>
                    </a:cubicBezTo>
                    <a:lnTo>
                      <a:pt x="244765" y="7546"/>
                    </a:lnTo>
                    <a:cubicBezTo>
                      <a:pt x="248157" y="9524"/>
                      <a:pt x="251454" y="11691"/>
                      <a:pt x="254751" y="13764"/>
                    </a:cubicBezTo>
                    <a:lnTo>
                      <a:pt x="274628" y="26387"/>
                    </a:lnTo>
                    <a:cubicBezTo>
                      <a:pt x="327664" y="60017"/>
                      <a:pt x="380230" y="94496"/>
                      <a:pt x="435339" y="124264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8" name="任意多边形 97" descr="34976aad-23a7-4082-90ea-212f8c3083f8"/>
              <p:cNvSpPr/>
              <p:nvPr/>
            </p:nvSpPr>
            <p:spPr>
              <a:xfrm flipH="1">
                <a:off x="5294012" y="334485"/>
                <a:ext cx="410784" cy="385241"/>
              </a:xfrm>
              <a:custGeom>
                <a:avLst/>
                <a:gdLst>
                  <a:gd name="connsiteX0" fmla="*/ 79852 w 288412"/>
                  <a:gd name="connsiteY0" fmla="*/ 249123 h 270478"/>
                  <a:gd name="connsiteX1" fmla="*/ 9011 w 288412"/>
                  <a:gd name="connsiteY1" fmla="*/ 173289 h 270478"/>
                  <a:gd name="connsiteX2" fmla="*/ 439 w 288412"/>
                  <a:gd name="connsiteY2" fmla="*/ 118651 h 270478"/>
                  <a:gd name="connsiteX3" fmla="*/ 18055 w 288412"/>
                  <a:gd name="connsiteY3" fmla="*/ 65709 h 270478"/>
                  <a:gd name="connsiteX4" fmla="*/ 56584 w 288412"/>
                  <a:gd name="connsiteY4" fmla="*/ 26615 h 270478"/>
                  <a:gd name="connsiteX5" fmla="*/ 105381 w 288412"/>
                  <a:gd name="connsiteY5" fmla="*/ 5231 h 270478"/>
                  <a:gd name="connsiteX6" fmla="*/ 209382 w 288412"/>
                  <a:gd name="connsiteY6" fmla="*/ 13426 h 270478"/>
                  <a:gd name="connsiteX7" fmla="*/ 253751 w 288412"/>
                  <a:gd name="connsiteY7" fmla="*/ 45550 h 270478"/>
                  <a:gd name="connsiteX8" fmla="*/ 281447 w 288412"/>
                  <a:gd name="connsiteY8" fmla="*/ 94064 h 270478"/>
                  <a:gd name="connsiteX9" fmla="*/ 271085 w 288412"/>
                  <a:gd name="connsiteY9" fmla="*/ 204753 h 270478"/>
                  <a:gd name="connsiteX10" fmla="*/ 233403 w 288412"/>
                  <a:gd name="connsiteY10" fmla="*/ 247239 h 270478"/>
                  <a:gd name="connsiteX11" fmla="*/ 181968 w 288412"/>
                  <a:gd name="connsiteY11" fmla="*/ 268623 h 270478"/>
                  <a:gd name="connsiteX12" fmla="*/ 79852 w 288412"/>
                  <a:gd name="connsiteY12" fmla="*/ 249123 h 270478"/>
                  <a:gd name="connsiteX13" fmla="*/ 81359 w 288412"/>
                  <a:gd name="connsiteY13" fmla="*/ 246391 h 270478"/>
                  <a:gd name="connsiteX14" fmla="*/ 129215 w 288412"/>
                  <a:gd name="connsiteY14" fmla="*/ 258732 h 270478"/>
                  <a:gd name="connsiteX15" fmla="*/ 176128 w 288412"/>
                  <a:gd name="connsiteY15" fmla="*/ 248558 h 270478"/>
                  <a:gd name="connsiteX16" fmla="*/ 214280 w 288412"/>
                  <a:gd name="connsiteY16" fmla="*/ 223405 h 270478"/>
                  <a:gd name="connsiteX17" fmla="*/ 241599 w 288412"/>
                  <a:gd name="connsiteY17" fmla="*/ 188550 h 270478"/>
                  <a:gd name="connsiteX18" fmla="*/ 252903 w 288412"/>
                  <a:gd name="connsiteY18" fmla="*/ 102354 h 270478"/>
                  <a:gd name="connsiteX19" fmla="*/ 201092 w 288412"/>
                  <a:gd name="connsiteY19" fmla="*/ 28499 h 270478"/>
                  <a:gd name="connsiteX20" fmla="*/ 108207 w 288412"/>
                  <a:gd name="connsiteY20" fmla="*/ 14934 h 270478"/>
                  <a:gd name="connsiteX21" fmla="*/ 67417 w 288412"/>
                  <a:gd name="connsiteY21" fmla="*/ 40086 h 270478"/>
                  <a:gd name="connsiteX22" fmla="*/ 40946 w 288412"/>
                  <a:gd name="connsiteY22" fmla="*/ 78238 h 270478"/>
                  <a:gd name="connsiteX23" fmla="*/ 28229 w 288412"/>
                  <a:gd name="connsiteY23" fmla="*/ 167543 h 270478"/>
                  <a:gd name="connsiteX24" fmla="*/ 44997 w 288412"/>
                  <a:gd name="connsiteY24" fmla="*/ 212666 h 270478"/>
                  <a:gd name="connsiteX25" fmla="*/ 81359 w 288412"/>
                  <a:gd name="connsiteY25" fmla="*/ 246391 h 270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88412" h="270478">
                    <a:moveTo>
                      <a:pt x="79852" y="249123"/>
                    </a:moveTo>
                    <a:cubicBezTo>
                      <a:pt x="50272" y="232449"/>
                      <a:pt x="23424" y="207485"/>
                      <a:pt x="9011" y="173289"/>
                    </a:cubicBezTo>
                    <a:cubicBezTo>
                      <a:pt x="2040" y="156333"/>
                      <a:pt x="-1257" y="137398"/>
                      <a:pt x="439" y="118651"/>
                    </a:cubicBezTo>
                    <a:cubicBezTo>
                      <a:pt x="1946" y="99905"/>
                      <a:pt x="8257" y="81535"/>
                      <a:pt x="18055" y="65709"/>
                    </a:cubicBezTo>
                    <a:cubicBezTo>
                      <a:pt x="27946" y="49883"/>
                      <a:pt x="41417" y="36506"/>
                      <a:pt x="56584" y="26615"/>
                    </a:cubicBezTo>
                    <a:cubicBezTo>
                      <a:pt x="71751" y="16629"/>
                      <a:pt x="88330" y="9470"/>
                      <a:pt x="105381" y="5231"/>
                    </a:cubicBezTo>
                    <a:cubicBezTo>
                      <a:pt x="139388" y="-3624"/>
                      <a:pt x="176222" y="-1458"/>
                      <a:pt x="209382" y="13426"/>
                    </a:cubicBezTo>
                    <a:cubicBezTo>
                      <a:pt x="225773" y="20963"/>
                      <a:pt x="241316" y="31608"/>
                      <a:pt x="253751" y="45550"/>
                    </a:cubicBezTo>
                    <a:cubicBezTo>
                      <a:pt x="266280" y="59397"/>
                      <a:pt x="275606" y="76166"/>
                      <a:pt x="281447" y="94064"/>
                    </a:cubicBezTo>
                    <a:cubicBezTo>
                      <a:pt x="293317" y="129862"/>
                      <a:pt x="290114" y="171405"/>
                      <a:pt x="271085" y="204753"/>
                    </a:cubicBezTo>
                    <a:cubicBezTo>
                      <a:pt x="261664" y="221333"/>
                      <a:pt x="248759" y="236029"/>
                      <a:pt x="233403" y="247239"/>
                    </a:cubicBezTo>
                    <a:cubicBezTo>
                      <a:pt x="218048" y="258449"/>
                      <a:pt x="200055" y="265514"/>
                      <a:pt x="181968" y="268623"/>
                    </a:cubicBezTo>
                    <a:cubicBezTo>
                      <a:pt x="145229" y="274652"/>
                      <a:pt x="109620" y="265420"/>
                      <a:pt x="79852" y="249123"/>
                    </a:cubicBezTo>
                    <a:close/>
                    <a:moveTo>
                      <a:pt x="81359" y="246391"/>
                    </a:moveTo>
                    <a:cubicBezTo>
                      <a:pt x="96055" y="254398"/>
                      <a:pt x="112729" y="258732"/>
                      <a:pt x="129215" y="258732"/>
                    </a:cubicBezTo>
                    <a:cubicBezTo>
                      <a:pt x="145700" y="259014"/>
                      <a:pt x="161809" y="254964"/>
                      <a:pt x="176128" y="248558"/>
                    </a:cubicBezTo>
                    <a:cubicBezTo>
                      <a:pt x="190541" y="242246"/>
                      <a:pt x="203258" y="233391"/>
                      <a:pt x="214280" y="223405"/>
                    </a:cubicBezTo>
                    <a:cubicBezTo>
                      <a:pt x="225396" y="213420"/>
                      <a:pt x="234628" y="201645"/>
                      <a:pt x="241599" y="188550"/>
                    </a:cubicBezTo>
                    <a:cubicBezTo>
                      <a:pt x="255353" y="162550"/>
                      <a:pt x="260251" y="131652"/>
                      <a:pt x="252903" y="102354"/>
                    </a:cubicBezTo>
                    <a:cubicBezTo>
                      <a:pt x="245367" y="73340"/>
                      <a:pt x="227469" y="46492"/>
                      <a:pt x="201092" y="28499"/>
                    </a:cubicBezTo>
                    <a:cubicBezTo>
                      <a:pt x="174903" y="10412"/>
                      <a:pt x="139294" y="4665"/>
                      <a:pt x="108207" y="14934"/>
                    </a:cubicBezTo>
                    <a:cubicBezTo>
                      <a:pt x="92758" y="20115"/>
                      <a:pt x="78627" y="28876"/>
                      <a:pt x="67417" y="40086"/>
                    </a:cubicBezTo>
                    <a:cubicBezTo>
                      <a:pt x="56113" y="51296"/>
                      <a:pt x="47446" y="64485"/>
                      <a:pt x="40946" y="78238"/>
                    </a:cubicBezTo>
                    <a:cubicBezTo>
                      <a:pt x="28229" y="106028"/>
                      <a:pt x="23707" y="136267"/>
                      <a:pt x="28229" y="167543"/>
                    </a:cubicBezTo>
                    <a:cubicBezTo>
                      <a:pt x="30678" y="183086"/>
                      <a:pt x="35953" y="198818"/>
                      <a:pt x="44997" y="212666"/>
                    </a:cubicBezTo>
                    <a:cubicBezTo>
                      <a:pt x="53946" y="226608"/>
                      <a:pt x="66664" y="238384"/>
                      <a:pt x="81359" y="246391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9" name="任意多边形 98" descr="2fa07eea-027b-487f-a516-c6d87d99dea8"/>
              <p:cNvSpPr/>
              <p:nvPr/>
            </p:nvSpPr>
            <p:spPr>
              <a:xfrm flipH="1">
                <a:off x="5252168" y="280846"/>
                <a:ext cx="497027" cy="490429"/>
              </a:xfrm>
              <a:custGeom>
                <a:avLst/>
                <a:gdLst>
                  <a:gd name="connsiteX0" fmla="*/ 91618 w 348963"/>
                  <a:gd name="connsiteY0" fmla="*/ 322015 h 344331"/>
                  <a:gd name="connsiteX1" fmla="*/ 7683 w 348963"/>
                  <a:gd name="connsiteY1" fmla="*/ 220370 h 344331"/>
                  <a:gd name="connsiteX2" fmla="*/ 21531 w 348963"/>
                  <a:gd name="connsiteY2" fmla="*/ 88203 h 344331"/>
                  <a:gd name="connsiteX3" fmla="*/ 65901 w 348963"/>
                  <a:gd name="connsiteY3" fmla="*/ 37050 h 344331"/>
                  <a:gd name="connsiteX4" fmla="*/ 126003 w 348963"/>
                  <a:gd name="connsiteY4" fmla="*/ 6717 h 344331"/>
                  <a:gd name="connsiteX5" fmla="*/ 257416 w 348963"/>
                  <a:gd name="connsiteY5" fmla="*/ 20470 h 344331"/>
                  <a:gd name="connsiteX6" fmla="*/ 341728 w 348963"/>
                  <a:gd name="connsiteY6" fmla="*/ 123340 h 344331"/>
                  <a:gd name="connsiteX7" fmla="*/ 348040 w 348963"/>
                  <a:gd name="connsiteY7" fmla="*/ 191261 h 344331"/>
                  <a:gd name="connsiteX8" fmla="*/ 327409 w 348963"/>
                  <a:gd name="connsiteY8" fmla="*/ 256355 h 344331"/>
                  <a:gd name="connsiteX9" fmla="*/ 222561 w 348963"/>
                  <a:gd name="connsiteY9" fmla="*/ 338689 h 344331"/>
                  <a:gd name="connsiteX10" fmla="*/ 91618 w 348963"/>
                  <a:gd name="connsiteY10" fmla="*/ 322015 h 344331"/>
                  <a:gd name="connsiteX11" fmla="*/ 91995 w 348963"/>
                  <a:gd name="connsiteY11" fmla="*/ 321356 h 344331"/>
                  <a:gd name="connsiteX12" fmla="*/ 155488 w 348963"/>
                  <a:gd name="connsiteY12" fmla="*/ 340667 h 344331"/>
                  <a:gd name="connsiteX13" fmla="*/ 221054 w 348963"/>
                  <a:gd name="connsiteY13" fmla="*/ 333508 h 344331"/>
                  <a:gd name="connsiteX14" fmla="*/ 320250 w 348963"/>
                  <a:gd name="connsiteY14" fmla="*/ 252305 h 344331"/>
                  <a:gd name="connsiteX15" fmla="*/ 334569 w 348963"/>
                  <a:gd name="connsiteY15" fmla="*/ 125319 h 344331"/>
                  <a:gd name="connsiteX16" fmla="*/ 255344 w 348963"/>
                  <a:gd name="connsiteY16" fmla="*/ 24144 h 344331"/>
                  <a:gd name="connsiteX17" fmla="*/ 126851 w 348963"/>
                  <a:gd name="connsiteY17" fmla="*/ 9260 h 344331"/>
                  <a:gd name="connsiteX18" fmla="*/ 27278 w 348963"/>
                  <a:gd name="connsiteY18" fmla="*/ 91311 h 344331"/>
                  <a:gd name="connsiteX19" fmla="*/ 12488 w 348963"/>
                  <a:gd name="connsiteY19" fmla="*/ 218957 h 344331"/>
                  <a:gd name="connsiteX20" fmla="*/ 41691 w 348963"/>
                  <a:gd name="connsiteY20" fmla="*/ 278116 h 344331"/>
                  <a:gd name="connsiteX21" fmla="*/ 91995 w 348963"/>
                  <a:gd name="connsiteY21" fmla="*/ 321356 h 344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48963" h="344331">
                    <a:moveTo>
                      <a:pt x="91618" y="322015"/>
                    </a:moveTo>
                    <a:cubicBezTo>
                      <a:pt x="52241" y="300631"/>
                      <a:pt x="21249" y="263703"/>
                      <a:pt x="7683" y="220370"/>
                    </a:cubicBezTo>
                    <a:cubicBezTo>
                      <a:pt x="-6259" y="177036"/>
                      <a:pt x="-983" y="127862"/>
                      <a:pt x="21531" y="88203"/>
                    </a:cubicBezTo>
                    <a:cubicBezTo>
                      <a:pt x="32741" y="68420"/>
                      <a:pt x="48002" y="50898"/>
                      <a:pt x="65901" y="37050"/>
                    </a:cubicBezTo>
                    <a:cubicBezTo>
                      <a:pt x="83800" y="23202"/>
                      <a:pt x="104336" y="12934"/>
                      <a:pt x="126003" y="6717"/>
                    </a:cubicBezTo>
                    <a:cubicBezTo>
                      <a:pt x="169336" y="-5624"/>
                      <a:pt x="217286" y="-914"/>
                      <a:pt x="257416" y="20470"/>
                    </a:cubicBezTo>
                    <a:cubicBezTo>
                      <a:pt x="297453" y="41666"/>
                      <a:pt x="328917" y="79347"/>
                      <a:pt x="341728" y="123340"/>
                    </a:cubicBezTo>
                    <a:cubicBezTo>
                      <a:pt x="348228" y="145195"/>
                      <a:pt x="350395" y="168464"/>
                      <a:pt x="348040" y="191261"/>
                    </a:cubicBezTo>
                    <a:cubicBezTo>
                      <a:pt x="345685" y="214058"/>
                      <a:pt x="338431" y="236290"/>
                      <a:pt x="327409" y="256355"/>
                    </a:cubicBezTo>
                    <a:cubicBezTo>
                      <a:pt x="305460" y="296674"/>
                      <a:pt x="266648" y="327196"/>
                      <a:pt x="222561" y="338689"/>
                    </a:cubicBezTo>
                    <a:cubicBezTo>
                      <a:pt x="178568" y="350182"/>
                      <a:pt x="130713" y="343870"/>
                      <a:pt x="91618" y="322015"/>
                    </a:cubicBezTo>
                    <a:close/>
                    <a:moveTo>
                      <a:pt x="91995" y="321356"/>
                    </a:moveTo>
                    <a:cubicBezTo>
                      <a:pt x="111684" y="331812"/>
                      <a:pt x="133350" y="338689"/>
                      <a:pt x="155488" y="340667"/>
                    </a:cubicBezTo>
                    <a:cubicBezTo>
                      <a:pt x="177626" y="342646"/>
                      <a:pt x="200046" y="340196"/>
                      <a:pt x="221054" y="333508"/>
                    </a:cubicBezTo>
                    <a:cubicBezTo>
                      <a:pt x="263163" y="320225"/>
                      <a:pt x="299243" y="290645"/>
                      <a:pt x="320250" y="252305"/>
                    </a:cubicBezTo>
                    <a:cubicBezTo>
                      <a:pt x="341163" y="213964"/>
                      <a:pt x="346627" y="167522"/>
                      <a:pt x="334569" y="125319"/>
                    </a:cubicBezTo>
                    <a:cubicBezTo>
                      <a:pt x="322699" y="83210"/>
                      <a:pt x="293967" y="45811"/>
                      <a:pt x="255344" y="24144"/>
                    </a:cubicBezTo>
                    <a:cubicBezTo>
                      <a:pt x="217003" y="2101"/>
                      <a:pt x="169336" y="-3740"/>
                      <a:pt x="126851" y="9260"/>
                    </a:cubicBezTo>
                    <a:cubicBezTo>
                      <a:pt x="84082" y="21695"/>
                      <a:pt x="47814" y="52594"/>
                      <a:pt x="27278" y="91311"/>
                    </a:cubicBezTo>
                    <a:cubicBezTo>
                      <a:pt x="6364" y="129935"/>
                      <a:pt x="995" y="176377"/>
                      <a:pt x="12488" y="218957"/>
                    </a:cubicBezTo>
                    <a:cubicBezTo>
                      <a:pt x="18140" y="240247"/>
                      <a:pt x="28125" y="260500"/>
                      <a:pt x="41691" y="278116"/>
                    </a:cubicBezTo>
                    <a:cubicBezTo>
                      <a:pt x="55162" y="295827"/>
                      <a:pt x="72589" y="310334"/>
                      <a:pt x="91995" y="321356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1" name="组合 10" descr="4bea15c7-1dab-4b34-8d9d-371363f64850"/>
            <p:cNvGrpSpPr/>
            <p:nvPr/>
          </p:nvGrpSpPr>
          <p:grpSpPr>
            <a:xfrm>
              <a:off x="11125772" y="5421529"/>
              <a:ext cx="393128" cy="446642"/>
              <a:chOff x="3343140" y="4592143"/>
              <a:chExt cx="203356" cy="231038"/>
            </a:xfrm>
          </p:grpSpPr>
          <p:grpSp>
            <p:nvGrpSpPr>
              <p:cNvPr id="12" name="组合 11" descr="dd4bb2f5-8387-4fba-8519-a69a90748026"/>
              <p:cNvGrpSpPr/>
              <p:nvPr/>
            </p:nvGrpSpPr>
            <p:grpSpPr>
              <a:xfrm>
                <a:off x="3343140" y="4592143"/>
                <a:ext cx="203356" cy="231038"/>
                <a:chOff x="3343140" y="4592143"/>
                <a:chExt cx="203356" cy="231038"/>
              </a:xfrm>
            </p:grpSpPr>
            <p:sp>
              <p:nvSpPr>
                <p:cNvPr id="14" name="任意多边形 13" descr="6e3a8ff8-daa5-4e63-ae4b-4ee3b5767682"/>
                <p:cNvSpPr/>
                <p:nvPr/>
              </p:nvSpPr>
              <p:spPr>
                <a:xfrm>
                  <a:off x="3346509" y="4597739"/>
                  <a:ext cx="193746" cy="218457"/>
                </a:xfrm>
                <a:custGeom>
                  <a:avLst/>
                  <a:gdLst>
                    <a:gd name="connsiteX0" fmla="*/ 186980 w 193746"/>
                    <a:gd name="connsiteY0" fmla="*/ 49412 h 218457"/>
                    <a:gd name="connsiteX1" fmla="*/ 99159 w 193746"/>
                    <a:gd name="connsiteY1" fmla="*/ 1120 h 218457"/>
                    <a:gd name="connsiteX2" fmla="*/ 90110 w 193746"/>
                    <a:gd name="connsiteY2" fmla="*/ 1311 h 218457"/>
                    <a:gd name="connsiteX3" fmla="*/ 4385 w 193746"/>
                    <a:gd name="connsiteY3" fmla="*/ 53222 h 218457"/>
                    <a:gd name="connsiteX4" fmla="*/ 4 w 193746"/>
                    <a:gd name="connsiteY4" fmla="*/ 61128 h 218457"/>
                    <a:gd name="connsiteX5" fmla="*/ 2099 w 193746"/>
                    <a:gd name="connsiteY5" fmla="*/ 161331 h 218457"/>
                    <a:gd name="connsiteX6" fmla="*/ 6767 w 193746"/>
                    <a:gd name="connsiteY6" fmla="*/ 169046 h 218457"/>
                    <a:gd name="connsiteX7" fmla="*/ 94587 w 193746"/>
                    <a:gd name="connsiteY7" fmla="*/ 217338 h 218457"/>
                    <a:gd name="connsiteX8" fmla="*/ 103636 w 193746"/>
                    <a:gd name="connsiteY8" fmla="*/ 217147 h 218457"/>
                    <a:gd name="connsiteX9" fmla="*/ 189361 w 193746"/>
                    <a:gd name="connsiteY9" fmla="*/ 165236 h 218457"/>
                    <a:gd name="connsiteX10" fmla="*/ 193742 w 193746"/>
                    <a:gd name="connsiteY10" fmla="*/ 157330 h 218457"/>
                    <a:gd name="connsiteX11" fmla="*/ 191647 w 193746"/>
                    <a:gd name="connsiteY11" fmla="*/ 57127 h 218457"/>
                    <a:gd name="connsiteX12" fmla="*/ 186980 w 193746"/>
                    <a:gd name="connsiteY12" fmla="*/ 49412 h 218457"/>
                    <a:gd name="connsiteX13" fmla="*/ 69536 w 193746"/>
                    <a:gd name="connsiteY13" fmla="*/ 158950 h 218457"/>
                    <a:gd name="connsiteX14" fmla="*/ 47153 w 193746"/>
                    <a:gd name="connsiteY14" fmla="*/ 81987 h 218457"/>
                    <a:gd name="connsiteX15" fmla="*/ 124115 w 193746"/>
                    <a:gd name="connsiteY15" fmla="*/ 59604 h 218457"/>
                    <a:gd name="connsiteX16" fmla="*/ 146498 w 193746"/>
                    <a:gd name="connsiteY16" fmla="*/ 136566 h 218457"/>
                    <a:gd name="connsiteX17" fmla="*/ 69536 w 193746"/>
                    <a:gd name="connsiteY17" fmla="*/ 158950 h 218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3746" h="218457">
                      <a:moveTo>
                        <a:pt x="186980" y="49412"/>
                      </a:moveTo>
                      <a:lnTo>
                        <a:pt x="99159" y="1120"/>
                      </a:lnTo>
                      <a:cubicBezTo>
                        <a:pt x="96302" y="-404"/>
                        <a:pt x="92873" y="-404"/>
                        <a:pt x="90110" y="1311"/>
                      </a:cubicBezTo>
                      <a:lnTo>
                        <a:pt x="4385" y="53222"/>
                      </a:lnTo>
                      <a:cubicBezTo>
                        <a:pt x="1623" y="54936"/>
                        <a:pt x="-91" y="57889"/>
                        <a:pt x="4" y="61128"/>
                      </a:cubicBezTo>
                      <a:lnTo>
                        <a:pt x="2099" y="161331"/>
                      </a:lnTo>
                      <a:cubicBezTo>
                        <a:pt x="2195" y="164569"/>
                        <a:pt x="4004" y="167522"/>
                        <a:pt x="6767" y="169046"/>
                      </a:cubicBezTo>
                      <a:lnTo>
                        <a:pt x="94587" y="217338"/>
                      </a:lnTo>
                      <a:cubicBezTo>
                        <a:pt x="97445" y="218862"/>
                        <a:pt x="100874" y="218862"/>
                        <a:pt x="103636" y="217147"/>
                      </a:cubicBezTo>
                      <a:lnTo>
                        <a:pt x="189361" y="165236"/>
                      </a:lnTo>
                      <a:cubicBezTo>
                        <a:pt x="192123" y="163521"/>
                        <a:pt x="193838" y="160569"/>
                        <a:pt x="193742" y="157330"/>
                      </a:cubicBezTo>
                      <a:lnTo>
                        <a:pt x="191647" y="57127"/>
                      </a:lnTo>
                      <a:cubicBezTo>
                        <a:pt x="191552" y="53889"/>
                        <a:pt x="189837" y="50936"/>
                        <a:pt x="186980" y="49412"/>
                      </a:cubicBezTo>
                      <a:close/>
                      <a:moveTo>
                        <a:pt x="69536" y="158950"/>
                      </a:moveTo>
                      <a:cubicBezTo>
                        <a:pt x="42104" y="143900"/>
                        <a:pt x="32103" y="109419"/>
                        <a:pt x="47153" y="81987"/>
                      </a:cubicBezTo>
                      <a:cubicBezTo>
                        <a:pt x="62202" y="54555"/>
                        <a:pt x="96683" y="44554"/>
                        <a:pt x="124115" y="59604"/>
                      </a:cubicBezTo>
                      <a:cubicBezTo>
                        <a:pt x="151547" y="74653"/>
                        <a:pt x="161548" y="109134"/>
                        <a:pt x="146498" y="136566"/>
                      </a:cubicBezTo>
                      <a:cubicBezTo>
                        <a:pt x="131449" y="163998"/>
                        <a:pt x="96968" y="173999"/>
                        <a:pt x="69536" y="15895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5" name="组合 14" descr="f783fa13-9c1b-4387-ae99-072271889fd4"/>
                <p:cNvGrpSpPr/>
                <p:nvPr/>
              </p:nvGrpSpPr>
              <p:grpSpPr>
                <a:xfrm>
                  <a:off x="3343140" y="4592143"/>
                  <a:ext cx="203356" cy="231038"/>
                  <a:chOff x="3343140" y="4592143"/>
                  <a:chExt cx="203356" cy="231038"/>
                </a:xfrm>
                <a:solidFill>
                  <a:srgbClr val="333333"/>
                </a:solidFill>
              </p:grpSpPr>
              <p:sp>
                <p:nvSpPr>
                  <p:cNvPr id="16" name="任意多边形 15" descr="9427b850-dfac-4b2c-b6af-141289d2a99c"/>
                  <p:cNvSpPr/>
                  <p:nvPr/>
                </p:nvSpPr>
                <p:spPr>
                  <a:xfrm>
                    <a:off x="3343140" y="4592143"/>
                    <a:ext cx="203356" cy="231038"/>
                  </a:xfrm>
                  <a:custGeom>
                    <a:avLst/>
                    <a:gdLst>
                      <a:gd name="connsiteX0" fmla="*/ 189967 w 203356"/>
                      <a:gd name="connsiteY0" fmla="*/ 55580 h 231038"/>
                      <a:gd name="connsiteX1" fmla="*/ 116053 w 203356"/>
                      <a:gd name="connsiteY1" fmla="*/ 19099 h 231038"/>
                      <a:gd name="connsiteX2" fmla="*/ 106719 w 203356"/>
                      <a:gd name="connsiteY2" fmla="*/ 14717 h 231038"/>
                      <a:gd name="connsiteX3" fmla="*/ 102052 w 203356"/>
                      <a:gd name="connsiteY3" fmla="*/ 12527 h 231038"/>
                      <a:gd name="connsiteX4" fmla="*/ 99766 w 203356"/>
                      <a:gd name="connsiteY4" fmla="*/ 11384 h 231038"/>
                      <a:gd name="connsiteX5" fmla="*/ 98718 w 203356"/>
                      <a:gd name="connsiteY5" fmla="*/ 11098 h 231038"/>
                      <a:gd name="connsiteX6" fmla="*/ 93384 w 203356"/>
                      <a:gd name="connsiteY6" fmla="*/ 13670 h 231038"/>
                      <a:gd name="connsiteX7" fmla="*/ 84716 w 203356"/>
                      <a:gd name="connsiteY7" fmla="*/ 19194 h 231038"/>
                      <a:gd name="connsiteX8" fmla="*/ 49378 w 203356"/>
                      <a:gd name="connsiteY8" fmla="*/ 40244 h 231038"/>
                      <a:gd name="connsiteX9" fmla="*/ 13183 w 203356"/>
                      <a:gd name="connsiteY9" fmla="*/ 59961 h 231038"/>
                      <a:gd name="connsiteX10" fmla="*/ 8992 w 203356"/>
                      <a:gd name="connsiteY10" fmla="*/ 62247 h 231038"/>
                      <a:gd name="connsiteX11" fmla="*/ 6897 w 203356"/>
                      <a:gd name="connsiteY11" fmla="*/ 64628 h 231038"/>
                      <a:gd name="connsiteX12" fmla="*/ 6135 w 203356"/>
                      <a:gd name="connsiteY12" fmla="*/ 73582 h 231038"/>
                      <a:gd name="connsiteX13" fmla="*/ 5944 w 203356"/>
                      <a:gd name="connsiteY13" fmla="*/ 94156 h 231038"/>
                      <a:gd name="connsiteX14" fmla="*/ 6897 w 203356"/>
                      <a:gd name="connsiteY14" fmla="*/ 135304 h 231038"/>
                      <a:gd name="connsiteX15" fmla="*/ 7945 w 203356"/>
                      <a:gd name="connsiteY15" fmla="*/ 155878 h 231038"/>
                      <a:gd name="connsiteX16" fmla="*/ 8611 w 203356"/>
                      <a:gd name="connsiteY16" fmla="*/ 166165 h 231038"/>
                      <a:gd name="connsiteX17" fmla="*/ 11755 w 203356"/>
                      <a:gd name="connsiteY17" fmla="*/ 171499 h 231038"/>
                      <a:gd name="connsiteX18" fmla="*/ 85192 w 203356"/>
                      <a:gd name="connsiteY18" fmla="*/ 208742 h 231038"/>
                      <a:gd name="connsiteX19" fmla="*/ 94336 w 203356"/>
                      <a:gd name="connsiteY19" fmla="*/ 213504 h 231038"/>
                      <a:gd name="connsiteX20" fmla="*/ 98908 w 203356"/>
                      <a:gd name="connsiteY20" fmla="*/ 215885 h 231038"/>
                      <a:gd name="connsiteX21" fmla="*/ 101099 w 203356"/>
                      <a:gd name="connsiteY21" fmla="*/ 217028 h 231038"/>
                      <a:gd name="connsiteX22" fmla="*/ 101671 w 203356"/>
                      <a:gd name="connsiteY22" fmla="*/ 217219 h 231038"/>
                      <a:gd name="connsiteX23" fmla="*/ 114815 w 203356"/>
                      <a:gd name="connsiteY23" fmla="*/ 209503 h 231038"/>
                      <a:gd name="connsiteX24" fmla="*/ 149962 w 203356"/>
                      <a:gd name="connsiteY24" fmla="*/ 188072 h 231038"/>
                      <a:gd name="connsiteX25" fmla="*/ 185491 w 203356"/>
                      <a:gd name="connsiteY25" fmla="*/ 167403 h 231038"/>
                      <a:gd name="connsiteX26" fmla="*/ 189396 w 203356"/>
                      <a:gd name="connsiteY26" fmla="*/ 165212 h 231038"/>
                      <a:gd name="connsiteX27" fmla="*/ 190444 w 203356"/>
                      <a:gd name="connsiteY27" fmla="*/ 164069 h 231038"/>
                      <a:gd name="connsiteX28" fmla="*/ 191015 w 203356"/>
                      <a:gd name="connsiteY28" fmla="*/ 156164 h 231038"/>
                      <a:gd name="connsiteX29" fmla="*/ 191872 w 203356"/>
                      <a:gd name="connsiteY29" fmla="*/ 135590 h 231038"/>
                      <a:gd name="connsiteX30" fmla="*/ 193587 w 203356"/>
                      <a:gd name="connsiteY30" fmla="*/ 94346 h 231038"/>
                      <a:gd name="connsiteX31" fmla="*/ 194063 w 203356"/>
                      <a:gd name="connsiteY31" fmla="*/ 73772 h 231038"/>
                      <a:gd name="connsiteX32" fmla="*/ 189967 w 203356"/>
                      <a:gd name="connsiteY32" fmla="*/ 55580 h 231038"/>
                      <a:gd name="connsiteX33" fmla="*/ 190634 w 203356"/>
                      <a:gd name="connsiteY33" fmla="*/ 54341 h 231038"/>
                      <a:gd name="connsiteX34" fmla="*/ 195873 w 203356"/>
                      <a:gd name="connsiteY34" fmla="*/ 63485 h 231038"/>
                      <a:gd name="connsiteX35" fmla="*/ 196254 w 203356"/>
                      <a:gd name="connsiteY35" fmla="*/ 73772 h 231038"/>
                      <a:gd name="connsiteX36" fmla="*/ 197587 w 203356"/>
                      <a:gd name="connsiteY36" fmla="*/ 94346 h 231038"/>
                      <a:gd name="connsiteX37" fmla="*/ 201112 w 203356"/>
                      <a:gd name="connsiteY37" fmla="*/ 135399 h 231038"/>
                      <a:gd name="connsiteX38" fmla="*/ 202826 w 203356"/>
                      <a:gd name="connsiteY38" fmla="*/ 155973 h 231038"/>
                      <a:gd name="connsiteX39" fmla="*/ 203207 w 203356"/>
                      <a:gd name="connsiteY39" fmla="*/ 161117 h 231038"/>
                      <a:gd name="connsiteX40" fmla="*/ 202540 w 203356"/>
                      <a:gd name="connsiteY40" fmla="*/ 168546 h 231038"/>
                      <a:gd name="connsiteX41" fmla="*/ 197492 w 203356"/>
                      <a:gd name="connsiteY41" fmla="*/ 175595 h 231038"/>
                      <a:gd name="connsiteX42" fmla="*/ 194825 w 203356"/>
                      <a:gd name="connsiteY42" fmla="*/ 177404 h 231038"/>
                      <a:gd name="connsiteX43" fmla="*/ 192634 w 203356"/>
                      <a:gd name="connsiteY43" fmla="*/ 178833 h 231038"/>
                      <a:gd name="connsiteX44" fmla="*/ 157773 w 203356"/>
                      <a:gd name="connsiteY44" fmla="*/ 200741 h 231038"/>
                      <a:gd name="connsiteX45" fmla="*/ 122530 w 203356"/>
                      <a:gd name="connsiteY45" fmla="*/ 221886 h 231038"/>
                      <a:gd name="connsiteX46" fmla="*/ 113672 w 203356"/>
                      <a:gd name="connsiteY46" fmla="*/ 227030 h 231038"/>
                      <a:gd name="connsiteX47" fmla="*/ 107957 w 203356"/>
                      <a:gd name="connsiteY47" fmla="*/ 230078 h 231038"/>
                      <a:gd name="connsiteX48" fmla="*/ 99004 w 203356"/>
                      <a:gd name="connsiteY48" fmla="*/ 230649 h 231038"/>
                      <a:gd name="connsiteX49" fmla="*/ 94813 w 203356"/>
                      <a:gd name="connsiteY49" fmla="*/ 229030 h 231038"/>
                      <a:gd name="connsiteX50" fmla="*/ 92527 w 203356"/>
                      <a:gd name="connsiteY50" fmla="*/ 227696 h 231038"/>
                      <a:gd name="connsiteX51" fmla="*/ 88050 w 203356"/>
                      <a:gd name="connsiteY51" fmla="*/ 225125 h 231038"/>
                      <a:gd name="connsiteX52" fmla="*/ 79096 w 203356"/>
                      <a:gd name="connsiteY52" fmla="*/ 219981 h 231038"/>
                      <a:gd name="connsiteX53" fmla="*/ 8230 w 203356"/>
                      <a:gd name="connsiteY53" fmla="*/ 177976 h 231038"/>
                      <a:gd name="connsiteX54" fmla="*/ 1944 w 203356"/>
                      <a:gd name="connsiteY54" fmla="*/ 166165 h 231038"/>
                      <a:gd name="connsiteX55" fmla="*/ 2134 w 203356"/>
                      <a:gd name="connsiteY55" fmla="*/ 155878 h 231038"/>
                      <a:gd name="connsiteX56" fmla="*/ 2325 w 203356"/>
                      <a:gd name="connsiteY56" fmla="*/ 135304 h 231038"/>
                      <a:gd name="connsiteX57" fmla="*/ 1563 w 203356"/>
                      <a:gd name="connsiteY57" fmla="*/ 94156 h 231038"/>
                      <a:gd name="connsiteX58" fmla="*/ 515 w 203356"/>
                      <a:gd name="connsiteY58" fmla="*/ 73582 h 231038"/>
                      <a:gd name="connsiteX59" fmla="*/ 134 w 203356"/>
                      <a:gd name="connsiteY59" fmla="*/ 68438 h 231038"/>
                      <a:gd name="connsiteX60" fmla="*/ 610 w 203356"/>
                      <a:gd name="connsiteY60" fmla="*/ 62152 h 231038"/>
                      <a:gd name="connsiteX61" fmla="*/ 4611 w 203356"/>
                      <a:gd name="connsiteY61" fmla="*/ 56342 h 231038"/>
                      <a:gd name="connsiteX62" fmla="*/ 9183 w 203356"/>
                      <a:gd name="connsiteY62" fmla="*/ 53198 h 231038"/>
                      <a:gd name="connsiteX63" fmla="*/ 43378 w 203356"/>
                      <a:gd name="connsiteY63" fmla="*/ 30243 h 231038"/>
                      <a:gd name="connsiteX64" fmla="*/ 78430 w 203356"/>
                      <a:gd name="connsiteY64" fmla="*/ 8621 h 231038"/>
                      <a:gd name="connsiteX65" fmla="*/ 87383 w 203356"/>
                      <a:gd name="connsiteY65" fmla="*/ 3668 h 231038"/>
                      <a:gd name="connsiteX66" fmla="*/ 92908 w 203356"/>
                      <a:gd name="connsiteY66" fmla="*/ 811 h 231038"/>
                      <a:gd name="connsiteX67" fmla="*/ 101099 w 203356"/>
                      <a:gd name="connsiteY67" fmla="*/ 430 h 231038"/>
                      <a:gd name="connsiteX68" fmla="*/ 104909 w 203356"/>
                      <a:gd name="connsiteY68" fmla="*/ 1954 h 231038"/>
                      <a:gd name="connsiteX69" fmla="*/ 107195 w 203356"/>
                      <a:gd name="connsiteY69" fmla="*/ 3287 h 231038"/>
                      <a:gd name="connsiteX70" fmla="*/ 111577 w 203356"/>
                      <a:gd name="connsiteY70" fmla="*/ 6050 h 231038"/>
                      <a:gd name="connsiteX71" fmla="*/ 120244 w 203356"/>
                      <a:gd name="connsiteY71" fmla="*/ 11574 h 231038"/>
                      <a:gd name="connsiteX72" fmla="*/ 190634 w 203356"/>
                      <a:gd name="connsiteY72" fmla="*/ 54341 h 2310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</a:cxnLst>
                    <a:rect l="l" t="t" r="r" b="b"/>
                    <a:pathLst>
                      <a:path w="203356" h="231038">
                        <a:moveTo>
                          <a:pt x="189967" y="55580"/>
                        </a:moveTo>
                        <a:cubicBezTo>
                          <a:pt x="166060" y="42149"/>
                          <a:pt x="140914" y="30910"/>
                          <a:pt x="116053" y="19099"/>
                        </a:cubicBezTo>
                        <a:lnTo>
                          <a:pt x="106719" y="14717"/>
                        </a:lnTo>
                        <a:lnTo>
                          <a:pt x="102052" y="12527"/>
                        </a:lnTo>
                        <a:lnTo>
                          <a:pt x="99766" y="11384"/>
                        </a:lnTo>
                        <a:cubicBezTo>
                          <a:pt x="99480" y="11288"/>
                          <a:pt x="99099" y="11193"/>
                          <a:pt x="98718" y="11098"/>
                        </a:cubicBezTo>
                        <a:cubicBezTo>
                          <a:pt x="97099" y="11003"/>
                          <a:pt x="97003" y="11288"/>
                          <a:pt x="93384" y="13670"/>
                        </a:cubicBezTo>
                        <a:lnTo>
                          <a:pt x="84716" y="19194"/>
                        </a:lnTo>
                        <a:cubicBezTo>
                          <a:pt x="73096" y="26528"/>
                          <a:pt x="61285" y="33482"/>
                          <a:pt x="49378" y="40244"/>
                        </a:cubicBezTo>
                        <a:lnTo>
                          <a:pt x="13183" y="59961"/>
                        </a:lnTo>
                        <a:lnTo>
                          <a:pt x="8992" y="62247"/>
                        </a:lnTo>
                        <a:cubicBezTo>
                          <a:pt x="8135" y="62819"/>
                          <a:pt x="7373" y="63581"/>
                          <a:pt x="6897" y="64628"/>
                        </a:cubicBezTo>
                        <a:cubicBezTo>
                          <a:pt x="6040" y="66152"/>
                          <a:pt x="6421" y="70343"/>
                          <a:pt x="6135" y="73582"/>
                        </a:cubicBezTo>
                        <a:lnTo>
                          <a:pt x="5944" y="94156"/>
                        </a:lnTo>
                        <a:cubicBezTo>
                          <a:pt x="6040" y="107872"/>
                          <a:pt x="6325" y="121588"/>
                          <a:pt x="6897" y="135304"/>
                        </a:cubicBezTo>
                        <a:cubicBezTo>
                          <a:pt x="7183" y="142162"/>
                          <a:pt x="7468" y="149020"/>
                          <a:pt x="7945" y="155878"/>
                        </a:cubicBezTo>
                        <a:lnTo>
                          <a:pt x="8611" y="166165"/>
                        </a:lnTo>
                        <a:cubicBezTo>
                          <a:pt x="8611" y="168927"/>
                          <a:pt x="9945" y="170546"/>
                          <a:pt x="11755" y="171499"/>
                        </a:cubicBezTo>
                        <a:cubicBezTo>
                          <a:pt x="36424" y="183596"/>
                          <a:pt x="60999" y="195883"/>
                          <a:pt x="85192" y="208742"/>
                        </a:cubicBezTo>
                        <a:lnTo>
                          <a:pt x="94336" y="213504"/>
                        </a:lnTo>
                        <a:lnTo>
                          <a:pt x="98908" y="215885"/>
                        </a:lnTo>
                        <a:lnTo>
                          <a:pt x="101099" y="217028"/>
                        </a:lnTo>
                        <a:cubicBezTo>
                          <a:pt x="101290" y="217124"/>
                          <a:pt x="101480" y="217219"/>
                          <a:pt x="101671" y="217219"/>
                        </a:cubicBezTo>
                        <a:cubicBezTo>
                          <a:pt x="101480" y="218552"/>
                          <a:pt x="109481" y="212647"/>
                          <a:pt x="114815" y="209503"/>
                        </a:cubicBezTo>
                        <a:cubicBezTo>
                          <a:pt x="126436" y="202169"/>
                          <a:pt x="138151" y="195121"/>
                          <a:pt x="149962" y="188072"/>
                        </a:cubicBezTo>
                        <a:cubicBezTo>
                          <a:pt x="161869" y="181215"/>
                          <a:pt x="173584" y="174071"/>
                          <a:pt x="185491" y="167403"/>
                        </a:cubicBezTo>
                        <a:lnTo>
                          <a:pt x="189396" y="165212"/>
                        </a:lnTo>
                        <a:cubicBezTo>
                          <a:pt x="189777" y="164927"/>
                          <a:pt x="190158" y="164546"/>
                          <a:pt x="190444" y="164069"/>
                        </a:cubicBezTo>
                        <a:cubicBezTo>
                          <a:pt x="190920" y="164165"/>
                          <a:pt x="190825" y="159307"/>
                          <a:pt x="191015" y="156164"/>
                        </a:cubicBezTo>
                        <a:lnTo>
                          <a:pt x="191872" y="135590"/>
                        </a:lnTo>
                        <a:lnTo>
                          <a:pt x="193587" y="94346"/>
                        </a:lnTo>
                        <a:cubicBezTo>
                          <a:pt x="193968" y="87488"/>
                          <a:pt x="193873" y="80630"/>
                          <a:pt x="194063" y="73772"/>
                        </a:cubicBezTo>
                        <a:cubicBezTo>
                          <a:pt x="193682" y="67295"/>
                          <a:pt x="196254" y="59009"/>
                          <a:pt x="189967" y="55580"/>
                        </a:cubicBezTo>
                        <a:close/>
                        <a:moveTo>
                          <a:pt x="190634" y="54341"/>
                        </a:moveTo>
                        <a:cubicBezTo>
                          <a:pt x="193968" y="56056"/>
                          <a:pt x="196063" y="59866"/>
                          <a:pt x="195873" y="63485"/>
                        </a:cubicBezTo>
                        <a:lnTo>
                          <a:pt x="196254" y="73772"/>
                        </a:lnTo>
                        <a:cubicBezTo>
                          <a:pt x="196730" y="80630"/>
                          <a:pt x="196921" y="87488"/>
                          <a:pt x="197587" y="94346"/>
                        </a:cubicBezTo>
                        <a:lnTo>
                          <a:pt x="201112" y="135399"/>
                        </a:lnTo>
                        <a:lnTo>
                          <a:pt x="202826" y="155973"/>
                        </a:lnTo>
                        <a:lnTo>
                          <a:pt x="203207" y="161117"/>
                        </a:lnTo>
                        <a:cubicBezTo>
                          <a:pt x="203398" y="162260"/>
                          <a:pt x="203588" y="165879"/>
                          <a:pt x="202540" y="168546"/>
                        </a:cubicBezTo>
                        <a:cubicBezTo>
                          <a:pt x="201588" y="171308"/>
                          <a:pt x="199778" y="173785"/>
                          <a:pt x="197492" y="175595"/>
                        </a:cubicBezTo>
                        <a:cubicBezTo>
                          <a:pt x="196063" y="176642"/>
                          <a:pt x="195587" y="176928"/>
                          <a:pt x="194825" y="177404"/>
                        </a:cubicBezTo>
                        <a:lnTo>
                          <a:pt x="192634" y="178833"/>
                        </a:lnTo>
                        <a:cubicBezTo>
                          <a:pt x="181109" y="186358"/>
                          <a:pt x="169393" y="193407"/>
                          <a:pt x="157773" y="200741"/>
                        </a:cubicBezTo>
                        <a:cubicBezTo>
                          <a:pt x="146057" y="207884"/>
                          <a:pt x="134341" y="215028"/>
                          <a:pt x="122530" y="221886"/>
                        </a:cubicBezTo>
                        <a:lnTo>
                          <a:pt x="113672" y="227030"/>
                        </a:lnTo>
                        <a:cubicBezTo>
                          <a:pt x="112053" y="227887"/>
                          <a:pt x="111291" y="228649"/>
                          <a:pt x="107957" y="230078"/>
                        </a:cubicBezTo>
                        <a:cubicBezTo>
                          <a:pt x="105100" y="231125"/>
                          <a:pt x="101956" y="231316"/>
                          <a:pt x="99004" y="230649"/>
                        </a:cubicBezTo>
                        <a:cubicBezTo>
                          <a:pt x="97575" y="230363"/>
                          <a:pt x="96146" y="229792"/>
                          <a:pt x="94813" y="229030"/>
                        </a:cubicBezTo>
                        <a:lnTo>
                          <a:pt x="92527" y="227696"/>
                        </a:lnTo>
                        <a:lnTo>
                          <a:pt x="88050" y="225125"/>
                        </a:lnTo>
                        <a:lnTo>
                          <a:pt x="79096" y="219981"/>
                        </a:lnTo>
                        <a:cubicBezTo>
                          <a:pt x="55284" y="206456"/>
                          <a:pt x="31662" y="192359"/>
                          <a:pt x="8230" y="177976"/>
                        </a:cubicBezTo>
                        <a:cubicBezTo>
                          <a:pt x="3944" y="175690"/>
                          <a:pt x="1563" y="170261"/>
                          <a:pt x="1944" y="166165"/>
                        </a:cubicBezTo>
                        <a:lnTo>
                          <a:pt x="2134" y="155878"/>
                        </a:lnTo>
                        <a:cubicBezTo>
                          <a:pt x="2325" y="149020"/>
                          <a:pt x="2325" y="142162"/>
                          <a:pt x="2325" y="135304"/>
                        </a:cubicBezTo>
                        <a:cubicBezTo>
                          <a:pt x="2325" y="121588"/>
                          <a:pt x="2039" y="107872"/>
                          <a:pt x="1563" y="94156"/>
                        </a:cubicBezTo>
                        <a:lnTo>
                          <a:pt x="515" y="73582"/>
                        </a:lnTo>
                        <a:lnTo>
                          <a:pt x="134" y="68438"/>
                        </a:lnTo>
                        <a:cubicBezTo>
                          <a:pt x="-56" y="67010"/>
                          <a:pt x="-152" y="64343"/>
                          <a:pt x="610" y="62152"/>
                        </a:cubicBezTo>
                        <a:cubicBezTo>
                          <a:pt x="1372" y="59961"/>
                          <a:pt x="2706" y="57866"/>
                          <a:pt x="4611" y="56342"/>
                        </a:cubicBezTo>
                        <a:cubicBezTo>
                          <a:pt x="6611" y="54913"/>
                          <a:pt x="7564" y="54246"/>
                          <a:pt x="9183" y="53198"/>
                        </a:cubicBezTo>
                        <a:lnTo>
                          <a:pt x="43378" y="30243"/>
                        </a:lnTo>
                        <a:cubicBezTo>
                          <a:pt x="54903" y="22814"/>
                          <a:pt x="66523" y="15479"/>
                          <a:pt x="78430" y="8621"/>
                        </a:cubicBezTo>
                        <a:lnTo>
                          <a:pt x="87383" y="3668"/>
                        </a:lnTo>
                        <a:cubicBezTo>
                          <a:pt x="89002" y="2811"/>
                          <a:pt x="89860" y="2049"/>
                          <a:pt x="92908" y="811"/>
                        </a:cubicBezTo>
                        <a:cubicBezTo>
                          <a:pt x="95575" y="-142"/>
                          <a:pt x="98432" y="-237"/>
                          <a:pt x="101099" y="430"/>
                        </a:cubicBezTo>
                        <a:cubicBezTo>
                          <a:pt x="102433" y="716"/>
                          <a:pt x="103766" y="1287"/>
                          <a:pt x="104909" y="1954"/>
                        </a:cubicBezTo>
                        <a:lnTo>
                          <a:pt x="107195" y="3287"/>
                        </a:lnTo>
                        <a:lnTo>
                          <a:pt x="111577" y="6050"/>
                        </a:lnTo>
                        <a:lnTo>
                          <a:pt x="120244" y="11574"/>
                        </a:lnTo>
                        <a:cubicBezTo>
                          <a:pt x="143581" y="26147"/>
                          <a:pt x="166536" y="41387"/>
                          <a:pt x="190634" y="54341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" name="任意多边形 20" descr="89f9f735-0304-4542-a400-3023c59faa2b"/>
                  <p:cNvSpPr/>
                  <p:nvPr/>
                </p:nvSpPr>
                <p:spPr>
                  <a:xfrm>
                    <a:off x="3380854" y="4648219"/>
                    <a:ext cx="126135" cy="118396"/>
                  </a:xfrm>
                  <a:custGeom>
                    <a:avLst/>
                    <a:gdLst>
                      <a:gd name="connsiteX0" fmla="*/ 34906 w 126135"/>
                      <a:gd name="connsiteY0" fmla="*/ 109041 h 118396"/>
                      <a:gd name="connsiteX1" fmla="*/ 3949 w 126135"/>
                      <a:gd name="connsiteY1" fmla="*/ 75799 h 118396"/>
                      <a:gd name="connsiteX2" fmla="*/ 7855 w 126135"/>
                      <a:gd name="connsiteY2" fmla="*/ 28745 h 118396"/>
                      <a:gd name="connsiteX3" fmla="*/ 46050 w 126135"/>
                      <a:gd name="connsiteY3" fmla="*/ 2266 h 118396"/>
                      <a:gd name="connsiteX4" fmla="*/ 91579 w 126135"/>
                      <a:gd name="connsiteY4" fmla="*/ 5885 h 118396"/>
                      <a:gd name="connsiteX5" fmla="*/ 123107 w 126135"/>
                      <a:gd name="connsiteY5" fmla="*/ 41223 h 118396"/>
                      <a:gd name="connsiteX6" fmla="*/ 118535 w 126135"/>
                      <a:gd name="connsiteY6" fmla="*/ 89706 h 118396"/>
                      <a:gd name="connsiteX7" fmla="*/ 79483 w 126135"/>
                      <a:gd name="connsiteY7" fmla="*/ 117614 h 118396"/>
                      <a:gd name="connsiteX8" fmla="*/ 34906 w 126135"/>
                      <a:gd name="connsiteY8" fmla="*/ 109041 h 118396"/>
                      <a:gd name="connsiteX9" fmla="*/ 35572 w 126135"/>
                      <a:gd name="connsiteY9" fmla="*/ 107803 h 118396"/>
                      <a:gd name="connsiteX10" fmla="*/ 77101 w 126135"/>
                      <a:gd name="connsiteY10" fmla="*/ 108756 h 118396"/>
                      <a:gd name="connsiteX11" fmla="*/ 105772 w 126135"/>
                      <a:gd name="connsiteY11" fmla="*/ 82466 h 118396"/>
                      <a:gd name="connsiteX12" fmla="*/ 110725 w 126135"/>
                      <a:gd name="connsiteY12" fmla="*/ 44748 h 118396"/>
                      <a:gd name="connsiteX13" fmla="*/ 88055 w 126135"/>
                      <a:gd name="connsiteY13" fmla="*/ 12458 h 118396"/>
                      <a:gd name="connsiteX14" fmla="*/ 47383 w 126135"/>
                      <a:gd name="connsiteY14" fmla="*/ 6552 h 118396"/>
                      <a:gd name="connsiteX15" fmla="*/ 17951 w 126135"/>
                      <a:gd name="connsiteY15" fmla="*/ 34270 h 118396"/>
                      <a:gd name="connsiteX16" fmla="*/ 12331 w 126135"/>
                      <a:gd name="connsiteY16" fmla="*/ 73418 h 118396"/>
                      <a:gd name="connsiteX17" fmla="*/ 35572 w 126135"/>
                      <a:gd name="connsiteY17" fmla="*/ 107803 h 1183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26135" h="118396">
                        <a:moveTo>
                          <a:pt x="34906" y="109041"/>
                        </a:moveTo>
                        <a:cubicBezTo>
                          <a:pt x="21952" y="101707"/>
                          <a:pt x="10141" y="90849"/>
                          <a:pt x="3949" y="75799"/>
                        </a:cubicBezTo>
                        <a:cubicBezTo>
                          <a:pt x="-2528" y="61035"/>
                          <a:pt x="-908" y="42557"/>
                          <a:pt x="7855" y="28745"/>
                        </a:cubicBezTo>
                        <a:cubicBezTo>
                          <a:pt x="16713" y="14744"/>
                          <a:pt x="31286" y="5981"/>
                          <a:pt x="46050" y="2266"/>
                        </a:cubicBezTo>
                        <a:cubicBezTo>
                          <a:pt x="60909" y="-1544"/>
                          <a:pt x="77101" y="-687"/>
                          <a:pt x="91579" y="5885"/>
                        </a:cubicBezTo>
                        <a:cubicBezTo>
                          <a:pt x="106153" y="12267"/>
                          <a:pt x="118249" y="25316"/>
                          <a:pt x="123107" y="41223"/>
                        </a:cubicBezTo>
                        <a:cubicBezTo>
                          <a:pt x="128251" y="56940"/>
                          <a:pt x="126917" y="75037"/>
                          <a:pt x="118535" y="89706"/>
                        </a:cubicBezTo>
                        <a:cubicBezTo>
                          <a:pt x="110344" y="104279"/>
                          <a:pt x="95580" y="115233"/>
                          <a:pt x="79483" y="117614"/>
                        </a:cubicBezTo>
                        <a:cubicBezTo>
                          <a:pt x="63576" y="120185"/>
                          <a:pt x="47955" y="116185"/>
                          <a:pt x="34906" y="109041"/>
                        </a:cubicBezTo>
                        <a:close/>
                        <a:moveTo>
                          <a:pt x="35572" y="107803"/>
                        </a:moveTo>
                        <a:cubicBezTo>
                          <a:pt x="48526" y="115042"/>
                          <a:pt x="64624" y="114470"/>
                          <a:pt x="77101" y="108756"/>
                        </a:cubicBezTo>
                        <a:cubicBezTo>
                          <a:pt x="89579" y="102945"/>
                          <a:pt x="99771" y="93992"/>
                          <a:pt x="105772" y="82466"/>
                        </a:cubicBezTo>
                        <a:cubicBezTo>
                          <a:pt x="111868" y="71132"/>
                          <a:pt x="113963" y="57511"/>
                          <a:pt x="110725" y="44748"/>
                        </a:cubicBezTo>
                        <a:cubicBezTo>
                          <a:pt x="107391" y="32079"/>
                          <a:pt x="99580" y="20268"/>
                          <a:pt x="88055" y="12458"/>
                        </a:cubicBezTo>
                        <a:cubicBezTo>
                          <a:pt x="76530" y="4647"/>
                          <a:pt x="61004" y="1980"/>
                          <a:pt x="47383" y="6552"/>
                        </a:cubicBezTo>
                        <a:cubicBezTo>
                          <a:pt x="33667" y="11029"/>
                          <a:pt x="23380" y="22173"/>
                          <a:pt x="17951" y="34270"/>
                        </a:cubicBezTo>
                        <a:cubicBezTo>
                          <a:pt x="12331" y="46367"/>
                          <a:pt x="10426" y="59702"/>
                          <a:pt x="12331" y="73418"/>
                        </a:cubicBezTo>
                        <a:cubicBezTo>
                          <a:pt x="14236" y="86943"/>
                          <a:pt x="22428" y="100945"/>
                          <a:pt x="35572" y="107803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3" name="任意多边形 12" descr="7be92017-6404-483c-bd96-82272185732e"/>
              <p:cNvSpPr/>
              <p:nvPr/>
            </p:nvSpPr>
            <p:spPr>
              <a:xfrm>
                <a:off x="3367158" y="4631667"/>
                <a:ext cx="152720" cy="150788"/>
              </a:xfrm>
              <a:custGeom>
                <a:avLst/>
                <a:gdLst>
                  <a:gd name="connsiteX0" fmla="*/ 40124 w 152720"/>
                  <a:gd name="connsiteY0" fmla="*/ 141024 h 150788"/>
                  <a:gd name="connsiteX1" fmla="*/ 3358 w 152720"/>
                  <a:gd name="connsiteY1" fmla="*/ 96542 h 150788"/>
                  <a:gd name="connsiteX2" fmla="*/ 9549 w 152720"/>
                  <a:gd name="connsiteY2" fmla="*/ 38725 h 150788"/>
                  <a:gd name="connsiteX3" fmla="*/ 55174 w 152720"/>
                  <a:gd name="connsiteY3" fmla="*/ 2911 h 150788"/>
                  <a:gd name="connsiteX4" fmla="*/ 112705 w 152720"/>
                  <a:gd name="connsiteY4" fmla="*/ 9007 h 150788"/>
                  <a:gd name="connsiteX5" fmla="*/ 149567 w 152720"/>
                  <a:gd name="connsiteY5" fmla="*/ 54060 h 150788"/>
                  <a:gd name="connsiteX6" fmla="*/ 143280 w 152720"/>
                  <a:gd name="connsiteY6" fmla="*/ 112258 h 150788"/>
                  <a:gd name="connsiteX7" fmla="*/ 97370 w 152720"/>
                  <a:gd name="connsiteY7" fmla="*/ 148263 h 150788"/>
                  <a:gd name="connsiteX8" fmla="*/ 40124 w 152720"/>
                  <a:gd name="connsiteY8" fmla="*/ 141024 h 150788"/>
                  <a:gd name="connsiteX9" fmla="*/ 40315 w 152720"/>
                  <a:gd name="connsiteY9" fmla="*/ 140738 h 150788"/>
                  <a:gd name="connsiteX10" fmla="*/ 96798 w 152720"/>
                  <a:gd name="connsiteY10" fmla="*/ 146167 h 150788"/>
                  <a:gd name="connsiteX11" fmla="*/ 140232 w 152720"/>
                  <a:gd name="connsiteY11" fmla="*/ 110544 h 150788"/>
                  <a:gd name="connsiteX12" fmla="*/ 146519 w 152720"/>
                  <a:gd name="connsiteY12" fmla="*/ 55013 h 150788"/>
                  <a:gd name="connsiteX13" fmla="*/ 111848 w 152720"/>
                  <a:gd name="connsiteY13" fmla="*/ 10722 h 150788"/>
                  <a:gd name="connsiteX14" fmla="*/ 55650 w 152720"/>
                  <a:gd name="connsiteY14" fmla="*/ 4245 h 150788"/>
                  <a:gd name="connsiteX15" fmla="*/ 11930 w 152720"/>
                  <a:gd name="connsiteY15" fmla="*/ 40059 h 150788"/>
                  <a:gd name="connsiteX16" fmla="*/ 5549 w 152720"/>
                  <a:gd name="connsiteY16" fmla="*/ 95970 h 150788"/>
                  <a:gd name="connsiteX17" fmla="*/ 40315 w 152720"/>
                  <a:gd name="connsiteY17" fmla="*/ 140738 h 150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2720" h="150788">
                    <a:moveTo>
                      <a:pt x="40124" y="141024"/>
                    </a:moveTo>
                    <a:cubicBezTo>
                      <a:pt x="22884" y="131689"/>
                      <a:pt x="9359" y="115497"/>
                      <a:pt x="3358" y="96542"/>
                    </a:cubicBezTo>
                    <a:cubicBezTo>
                      <a:pt x="-2738" y="77587"/>
                      <a:pt x="-452" y="56061"/>
                      <a:pt x="9549" y="38725"/>
                    </a:cubicBezTo>
                    <a:cubicBezTo>
                      <a:pt x="19265" y="21294"/>
                      <a:pt x="36124" y="8150"/>
                      <a:pt x="55174" y="2911"/>
                    </a:cubicBezTo>
                    <a:cubicBezTo>
                      <a:pt x="74129" y="-2328"/>
                      <a:pt x="95179" y="-613"/>
                      <a:pt x="112705" y="9007"/>
                    </a:cubicBezTo>
                    <a:cubicBezTo>
                      <a:pt x="130231" y="18246"/>
                      <a:pt x="143947" y="34820"/>
                      <a:pt x="149567" y="54060"/>
                    </a:cubicBezTo>
                    <a:cubicBezTo>
                      <a:pt x="155377" y="73206"/>
                      <a:pt x="153091" y="94732"/>
                      <a:pt x="143280" y="112258"/>
                    </a:cubicBezTo>
                    <a:cubicBezTo>
                      <a:pt x="133755" y="129975"/>
                      <a:pt x="116610" y="143119"/>
                      <a:pt x="97370" y="148263"/>
                    </a:cubicBezTo>
                    <a:cubicBezTo>
                      <a:pt x="78224" y="153406"/>
                      <a:pt x="57269" y="150549"/>
                      <a:pt x="40124" y="141024"/>
                    </a:cubicBezTo>
                    <a:close/>
                    <a:moveTo>
                      <a:pt x="40315" y="140738"/>
                    </a:moveTo>
                    <a:cubicBezTo>
                      <a:pt x="57460" y="150168"/>
                      <a:pt x="78415" y="151977"/>
                      <a:pt x="96798" y="146167"/>
                    </a:cubicBezTo>
                    <a:cubicBezTo>
                      <a:pt x="115277" y="140452"/>
                      <a:pt x="130993" y="127308"/>
                      <a:pt x="140232" y="110544"/>
                    </a:cubicBezTo>
                    <a:cubicBezTo>
                      <a:pt x="149376" y="93780"/>
                      <a:pt x="151757" y="73396"/>
                      <a:pt x="146519" y="55013"/>
                    </a:cubicBezTo>
                    <a:cubicBezTo>
                      <a:pt x="141280" y="36535"/>
                      <a:pt x="128707" y="20247"/>
                      <a:pt x="111848" y="10722"/>
                    </a:cubicBezTo>
                    <a:cubicBezTo>
                      <a:pt x="94988" y="1292"/>
                      <a:pt x="74224" y="-1565"/>
                      <a:pt x="55650" y="4245"/>
                    </a:cubicBezTo>
                    <a:cubicBezTo>
                      <a:pt x="36981" y="9864"/>
                      <a:pt x="20979" y="23009"/>
                      <a:pt x="11930" y="40059"/>
                    </a:cubicBezTo>
                    <a:cubicBezTo>
                      <a:pt x="2882" y="57109"/>
                      <a:pt x="596" y="77302"/>
                      <a:pt x="5549" y="95970"/>
                    </a:cubicBezTo>
                    <a:cubicBezTo>
                      <a:pt x="10311" y="114639"/>
                      <a:pt x="23075" y="131308"/>
                      <a:pt x="40315" y="140738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" name="标题 4" descr="996c1bd6-ee8b-4bdb-afb3-6257a38c0d94"/>
          <p:cNvSpPr>
            <a:spLocks noGrp="1"/>
          </p:cNvSpPr>
          <p:nvPr>
            <p:ph type="title" hasCustomPrompt="1"/>
          </p:nvPr>
        </p:nvSpPr>
        <p:spPr>
          <a:xfrm>
            <a:off x="6149418" y="1202357"/>
            <a:ext cx="5369482" cy="115011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3200"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25" name="文本占位符 24" descr="44baebfc-3f01-4325-9d05-b477b54ad857"/>
          <p:cNvSpPr>
            <a:spLocks noGrp="1"/>
          </p:cNvSpPr>
          <p:nvPr>
            <p:ph type="body" sz="quarter" idx="1" hasCustomPrompt="1"/>
          </p:nvPr>
        </p:nvSpPr>
        <p:spPr>
          <a:xfrm>
            <a:off x="6149418" y="2364326"/>
            <a:ext cx="5369482" cy="1657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0000"/>
              </a:lnSpc>
              <a:buFont typeface="+mj-lt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zh-CN" altLang="en-US" dirty="0"/>
              <a:t>Click to add text</a:t>
            </a:r>
            <a:endParaRPr lang="en-US" dirty="0"/>
          </a:p>
        </p:txBody>
      </p:sp>
      <p:sp>
        <p:nvSpPr>
          <p:cNvPr id="4" name="日期占位符 3" descr="15ad8b2e-697c-4046-a4bf-c6eb9569806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7A813-B2FD-42E1-9222-83B574E9907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页脚占位符 5" descr="806ed8e2-1be8-42e8-a886-4ca4fcc652b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iSlide</a:t>
            </a:r>
            <a:endParaRPr lang="zh-CN" altLang="en-US" dirty="0"/>
          </a:p>
        </p:txBody>
      </p:sp>
      <p:sp>
        <p:nvSpPr>
          <p:cNvPr id="8" name="灯片编号占位符 7" descr="d957e03b-44b0-49c0-a23b-95d3473758e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f3f0832-5463-4a2e-8a52-eef781e99330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日期占位符 2" descr="07a06899-0e81-4168-bae0-25770811a15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3f5de6ad-0602-4325-9ecb-b569d99129fb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 descr="d3aced46-f02c-49aa-b086-ea4222c1516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929c1de5-2acb-4497-a444-e0c30ae8397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8ea2c801-2a7f-4ac0-89b4-825f1a759b9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 descr="8a9a14ba-fbbd-4eb5-b685-0287c550081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 descr="1a853fa7-3d2b-467f-8693-7cf95efb94cf"/>
          <p:cNvGrpSpPr/>
          <p:nvPr/>
        </p:nvGrpSpPr>
        <p:grpSpPr>
          <a:xfrm>
            <a:off x="207536" y="0"/>
            <a:ext cx="11984465" cy="6858001"/>
            <a:chOff x="207536" y="0"/>
            <a:chExt cx="11984465" cy="6858001"/>
          </a:xfrm>
        </p:grpSpPr>
        <p:grpSp>
          <p:nvGrpSpPr>
            <p:cNvPr id="8" name="组合 7" descr="85e59120-c870-4b66-903a-2c9480079552"/>
            <p:cNvGrpSpPr/>
            <p:nvPr/>
          </p:nvGrpSpPr>
          <p:grpSpPr>
            <a:xfrm>
              <a:off x="3774719" y="4318846"/>
              <a:ext cx="1060025" cy="1386668"/>
              <a:chOff x="3611702" y="4374284"/>
              <a:chExt cx="1060025" cy="1386668"/>
            </a:xfrm>
          </p:grpSpPr>
          <p:grpSp>
            <p:nvGrpSpPr>
              <p:cNvPr id="134" name="组合 133" descr="dc4acee5-de89-4b1e-b33b-d6a959f021a9"/>
              <p:cNvGrpSpPr/>
              <p:nvPr/>
            </p:nvGrpSpPr>
            <p:grpSpPr>
              <a:xfrm flipH="1">
                <a:off x="3786256" y="4374284"/>
                <a:ext cx="685575" cy="779903"/>
                <a:chOff x="5244257" y="2427353"/>
                <a:chExt cx="685575" cy="779903"/>
              </a:xfrm>
            </p:grpSpPr>
            <p:grpSp>
              <p:nvGrpSpPr>
                <p:cNvPr id="149" name="组合 148" descr="566ccd05-a250-4a78-b41c-502b6969599c"/>
                <p:cNvGrpSpPr/>
                <p:nvPr/>
              </p:nvGrpSpPr>
              <p:grpSpPr>
                <a:xfrm>
                  <a:off x="5244257" y="2427353"/>
                  <a:ext cx="685575" cy="779903"/>
                  <a:chOff x="5244257" y="2427353"/>
                  <a:chExt cx="685575" cy="779903"/>
                </a:xfrm>
              </p:grpSpPr>
              <p:sp>
                <p:nvSpPr>
                  <p:cNvPr id="151" name="任意多边形 150" descr="5e7f53c1-b5b9-4620-bba2-7f09ebf4d814"/>
                  <p:cNvSpPr/>
                  <p:nvPr/>
                </p:nvSpPr>
                <p:spPr>
                  <a:xfrm>
                    <a:off x="5254937" y="2446334"/>
                    <a:ext cx="653995" cy="737557"/>
                  </a:xfrm>
                  <a:custGeom>
                    <a:avLst/>
                    <a:gdLst>
                      <a:gd name="connsiteX0" fmla="*/ 631036 w 653995"/>
                      <a:gd name="connsiteY0" fmla="*/ 166658 h 737557"/>
                      <a:gd name="connsiteX1" fmla="*/ 334618 w 653995"/>
                      <a:gd name="connsiteY1" fmla="*/ 3781 h 737557"/>
                      <a:gd name="connsiteX2" fmla="*/ 304043 w 653995"/>
                      <a:gd name="connsiteY2" fmla="*/ 4447 h 737557"/>
                      <a:gd name="connsiteX3" fmla="*/ 14768 w 653995"/>
                      <a:gd name="connsiteY3" fmla="*/ 179707 h 737557"/>
                      <a:gd name="connsiteX4" fmla="*/ 5 w 653995"/>
                      <a:gd name="connsiteY4" fmla="*/ 206568 h 737557"/>
                      <a:gd name="connsiteX5" fmla="*/ 7148 w 653995"/>
                      <a:gd name="connsiteY5" fmla="*/ 544705 h 737557"/>
                      <a:gd name="connsiteX6" fmla="*/ 22960 w 653995"/>
                      <a:gd name="connsiteY6" fmla="*/ 570899 h 737557"/>
                      <a:gd name="connsiteX7" fmla="*/ 319378 w 653995"/>
                      <a:gd name="connsiteY7" fmla="*/ 733777 h 737557"/>
                      <a:gd name="connsiteX8" fmla="*/ 349953 w 653995"/>
                      <a:gd name="connsiteY8" fmla="*/ 733110 h 737557"/>
                      <a:gd name="connsiteX9" fmla="*/ 639227 w 653995"/>
                      <a:gd name="connsiteY9" fmla="*/ 557850 h 737557"/>
                      <a:gd name="connsiteX10" fmla="*/ 653991 w 653995"/>
                      <a:gd name="connsiteY10" fmla="*/ 530989 h 737557"/>
                      <a:gd name="connsiteX11" fmla="*/ 646847 w 653995"/>
                      <a:gd name="connsiteY11" fmla="*/ 192852 h 737557"/>
                      <a:gd name="connsiteX12" fmla="*/ 631036 w 653995"/>
                      <a:gd name="connsiteY12" fmla="*/ 166658 h 737557"/>
                      <a:gd name="connsiteX13" fmla="*/ 234986 w 653995"/>
                      <a:gd name="connsiteY13" fmla="*/ 536228 h 737557"/>
                      <a:gd name="connsiteX14" fmla="*/ 159548 w 653995"/>
                      <a:gd name="connsiteY14" fmla="*/ 276672 h 737557"/>
                      <a:gd name="connsiteX15" fmla="*/ 419105 w 653995"/>
                      <a:gd name="connsiteY15" fmla="*/ 201234 h 737557"/>
                      <a:gd name="connsiteX16" fmla="*/ 494543 w 653995"/>
                      <a:gd name="connsiteY16" fmla="*/ 460790 h 737557"/>
                      <a:gd name="connsiteX17" fmla="*/ 234986 w 653995"/>
                      <a:gd name="connsiteY17" fmla="*/ 536228 h 73755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653995" h="737557">
                        <a:moveTo>
                          <a:pt x="631036" y="166658"/>
                        </a:moveTo>
                        <a:lnTo>
                          <a:pt x="334618" y="3781"/>
                        </a:lnTo>
                        <a:cubicBezTo>
                          <a:pt x="324998" y="-1458"/>
                          <a:pt x="313377" y="-1268"/>
                          <a:pt x="304043" y="4447"/>
                        </a:cubicBezTo>
                        <a:lnTo>
                          <a:pt x="14768" y="179707"/>
                        </a:lnTo>
                        <a:cubicBezTo>
                          <a:pt x="5434" y="185327"/>
                          <a:pt x="-186" y="195614"/>
                          <a:pt x="5" y="206568"/>
                        </a:cubicBezTo>
                        <a:lnTo>
                          <a:pt x="7148" y="544705"/>
                        </a:lnTo>
                        <a:cubicBezTo>
                          <a:pt x="7339" y="555659"/>
                          <a:pt x="13435" y="565660"/>
                          <a:pt x="22960" y="570899"/>
                        </a:cubicBezTo>
                        <a:lnTo>
                          <a:pt x="319378" y="733777"/>
                        </a:lnTo>
                        <a:cubicBezTo>
                          <a:pt x="328998" y="739015"/>
                          <a:pt x="340619" y="738825"/>
                          <a:pt x="349953" y="733110"/>
                        </a:cubicBezTo>
                        <a:lnTo>
                          <a:pt x="639227" y="557850"/>
                        </a:lnTo>
                        <a:cubicBezTo>
                          <a:pt x="648562" y="552135"/>
                          <a:pt x="654182" y="541943"/>
                          <a:pt x="653991" y="530989"/>
                        </a:cubicBezTo>
                        <a:lnTo>
                          <a:pt x="646847" y="192852"/>
                        </a:lnTo>
                        <a:cubicBezTo>
                          <a:pt x="646657" y="181898"/>
                          <a:pt x="640656" y="171897"/>
                          <a:pt x="631036" y="166658"/>
                        </a:cubicBezTo>
                        <a:close/>
                        <a:moveTo>
                          <a:pt x="234986" y="536228"/>
                        </a:moveTo>
                        <a:cubicBezTo>
                          <a:pt x="142499" y="485365"/>
                          <a:pt x="108685" y="369160"/>
                          <a:pt x="159548" y="276672"/>
                        </a:cubicBezTo>
                        <a:cubicBezTo>
                          <a:pt x="210412" y="184184"/>
                          <a:pt x="326617" y="150370"/>
                          <a:pt x="419105" y="201234"/>
                        </a:cubicBezTo>
                        <a:cubicBezTo>
                          <a:pt x="511593" y="252097"/>
                          <a:pt x="545406" y="368302"/>
                          <a:pt x="494543" y="460790"/>
                        </a:cubicBezTo>
                        <a:cubicBezTo>
                          <a:pt x="443679" y="553278"/>
                          <a:pt x="327474" y="587092"/>
                          <a:pt x="234986" y="536228"/>
                        </a:cubicBezTo>
                        <a:close/>
                      </a:path>
                    </a:pathLst>
                  </a:custGeom>
                  <a:solidFill>
                    <a:srgbClr val="F9BA2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52" name="组合 151" descr="066394c8-b3ed-45f4-80dd-11c372ed6c26"/>
                  <p:cNvGrpSpPr/>
                  <p:nvPr/>
                </p:nvGrpSpPr>
                <p:grpSpPr>
                  <a:xfrm>
                    <a:off x="5244257" y="2427353"/>
                    <a:ext cx="685575" cy="779903"/>
                    <a:chOff x="5244257" y="2427353"/>
                    <a:chExt cx="685575" cy="779903"/>
                  </a:xfrm>
                  <a:solidFill>
                    <a:srgbClr val="333333"/>
                  </a:solidFill>
                </p:grpSpPr>
                <p:sp>
                  <p:nvSpPr>
                    <p:cNvPr id="153" name="任意多边形 152" descr="466e9371-4f5f-4213-b7a9-c2e8c0989d07"/>
                    <p:cNvSpPr/>
                    <p:nvPr/>
                  </p:nvSpPr>
                  <p:spPr>
                    <a:xfrm>
                      <a:off x="5244257" y="2427353"/>
                      <a:ext cx="685575" cy="779903"/>
                    </a:xfrm>
                    <a:custGeom>
                      <a:avLst/>
                      <a:gdLst>
                        <a:gd name="connsiteX0" fmla="*/ 640573 w 685575"/>
                        <a:gd name="connsiteY0" fmla="*/ 187639 h 779903"/>
                        <a:gd name="connsiteX1" fmla="*/ 391208 w 685575"/>
                        <a:gd name="connsiteY1" fmla="*/ 64862 h 779903"/>
                        <a:gd name="connsiteX2" fmla="*/ 359776 w 685575"/>
                        <a:gd name="connsiteY2" fmla="*/ 49908 h 779903"/>
                        <a:gd name="connsiteX3" fmla="*/ 344060 w 685575"/>
                        <a:gd name="connsiteY3" fmla="*/ 42383 h 779903"/>
                        <a:gd name="connsiteX4" fmla="*/ 336345 w 685575"/>
                        <a:gd name="connsiteY4" fmla="*/ 38573 h 779903"/>
                        <a:gd name="connsiteX5" fmla="*/ 333011 w 685575"/>
                        <a:gd name="connsiteY5" fmla="*/ 37716 h 779903"/>
                        <a:gd name="connsiteX6" fmla="*/ 326534 w 685575"/>
                        <a:gd name="connsiteY6" fmla="*/ 38859 h 779903"/>
                        <a:gd name="connsiteX7" fmla="*/ 315008 w 685575"/>
                        <a:gd name="connsiteY7" fmla="*/ 46288 h 779903"/>
                        <a:gd name="connsiteX8" fmla="*/ 285672 w 685575"/>
                        <a:gd name="connsiteY8" fmla="*/ 64957 h 779903"/>
                        <a:gd name="connsiteX9" fmla="*/ 166228 w 685575"/>
                        <a:gd name="connsiteY9" fmla="*/ 135823 h 779903"/>
                        <a:gd name="connsiteX10" fmla="*/ 44118 w 685575"/>
                        <a:gd name="connsiteY10" fmla="*/ 202213 h 779903"/>
                        <a:gd name="connsiteX11" fmla="*/ 29925 w 685575"/>
                        <a:gd name="connsiteY11" fmla="*/ 209928 h 779903"/>
                        <a:gd name="connsiteX12" fmla="*/ 22877 w 685575"/>
                        <a:gd name="connsiteY12" fmla="*/ 218024 h 779903"/>
                        <a:gd name="connsiteX13" fmla="*/ 20972 w 685575"/>
                        <a:gd name="connsiteY13" fmla="*/ 231073 h 779903"/>
                        <a:gd name="connsiteX14" fmla="*/ 20591 w 685575"/>
                        <a:gd name="connsiteY14" fmla="*/ 248409 h 779903"/>
                        <a:gd name="connsiteX15" fmla="*/ 20019 w 685575"/>
                        <a:gd name="connsiteY15" fmla="*/ 317846 h 779903"/>
                        <a:gd name="connsiteX16" fmla="*/ 23353 w 685575"/>
                        <a:gd name="connsiteY16" fmla="*/ 456625 h 779903"/>
                        <a:gd name="connsiteX17" fmla="*/ 26782 w 685575"/>
                        <a:gd name="connsiteY17" fmla="*/ 525967 h 779903"/>
                        <a:gd name="connsiteX18" fmla="*/ 28878 w 685575"/>
                        <a:gd name="connsiteY18" fmla="*/ 560638 h 779903"/>
                        <a:gd name="connsiteX19" fmla="*/ 29735 w 685575"/>
                        <a:gd name="connsiteY19" fmla="*/ 567020 h 779903"/>
                        <a:gd name="connsiteX20" fmla="*/ 31925 w 685575"/>
                        <a:gd name="connsiteY20" fmla="*/ 571878 h 779903"/>
                        <a:gd name="connsiteX21" fmla="*/ 39641 w 685575"/>
                        <a:gd name="connsiteY21" fmla="*/ 578546 h 779903"/>
                        <a:gd name="connsiteX22" fmla="*/ 164228 w 685575"/>
                        <a:gd name="connsiteY22" fmla="*/ 640172 h 779903"/>
                        <a:gd name="connsiteX23" fmla="*/ 287481 w 685575"/>
                        <a:gd name="connsiteY23" fmla="*/ 704085 h 779903"/>
                        <a:gd name="connsiteX24" fmla="*/ 318247 w 685575"/>
                        <a:gd name="connsiteY24" fmla="*/ 720182 h 779903"/>
                        <a:gd name="connsiteX25" fmla="*/ 333582 w 685575"/>
                        <a:gd name="connsiteY25" fmla="*/ 728279 h 779903"/>
                        <a:gd name="connsiteX26" fmla="*/ 341107 w 685575"/>
                        <a:gd name="connsiteY26" fmla="*/ 732184 h 779903"/>
                        <a:gd name="connsiteX27" fmla="*/ 343107 w 685575"/>
                        <a:gd name="connsiteY27" fmla="*/ 732755 h 779903"/>
                        <a:gd name="connsiteX28" fmla="*/ 358062 w 685575"/>
                        <a:gd name="connsiteY28" fmla="*/ 725421 h 779903"/>
                        <a:gd name="connsiteX29" fmla="*/ 387494 w 685575"/>
                        <a:gd name="connsiteY29" fmla="*/ 707038 h 779903"/>
                        <a:gd name="connsiteX30" fmla="*/ 505985 w 685575"/>
                        <a:gd name="connsiteY30" fmla="*/ 634648 h 779903"/>
                        <a:gd name="connsiteX31" fmla="*/ 625905 w 685575"/>
                        <a:gd name="connsiteY31" fmla="*/ 564639 h 779903"/>
                        <a:gd name="connsiteX32" fmla="*/ 639144 w 685575"/>
                        <a:gd name="connsiteY32" fmla="*/ 557209 h 779903"/>
                        <a:gd name="connsiteX33" fmla="*/ 642573 w 685575"/>
                        <a:gd name="connsiteY33" fmla="*/ 553590 h 779903"/>
                        <a:gd name="connsiteX34" fmla="*/ 644383 w 685575"/>
                        <a:gd name="connsiteY34" fmla="*/ 527015 h 779903"/>
                        <a:gd name="connsiteX35" fmla="*/ 647050 w 685575"/>
                        <a:gd name="connsiteY35" fmla="*/ 457483 h 779903"/>
                        <a:gd name="connsiteX36" fmla="*/ 653241 w 685575"/>
                        <a:gd name="connsiteY36" fmla="*/ 318513 h 779903"/>
                        <a:gd name="connsiteX37" fmla="*/ 654670 w 685575"/>
                        <a:gd name="connsiteY37" fmla="*/ 249076 h 779903"/>
                        <a:gd name="connsiteX38" fmla="*/ 654670 w 685575"/>
                        <a:gd name="connsiteY38" fmla="*/ 214309 h 779903"/>
                        <a:gd name="connsiteX39" fmla="*/ 640573 w 685575"/>
                        <a:gd name="connsiteY39" fmla="*/ 187639 h 779903"/>
                        <a:gd name="connsiteX40" fmla="*/ 642859 w 685575"/>
                        <a:gd name="connsiteY40" fmla="*/ 183544 h 779903"/>
                        <a:gd name="connsiteX41" fmla="*/ 660290 w 685575"/>
                        <a:gd name="connsiteY41" fmla="*/ 214405 h 779903"/>
                        <a:gd name="connsiteX42" fmla="*/ 661814 w 685575"/>
                        <a:gd name="connsiteY42" fmla="*/ 249076 h 779903"/>
                        <a:gd name="connsiteX43" fmla="*/ 666195 w 685575"/>
                        <a:gd name="connsiteY43" fmla="*/ 318418 h 779903"/>
                        <a:gd name="connsiteX44" fmla="*/ 678292 w 685575"/>
                        <a:gd name="connsiteY44" fmla="*/ 457006 h 779903"/>
                        <a:gd name="connsiteX45" fmla="*/ 683912 w 685575"/>
                        <a:gd name="connsiteY45" fmla="*/ 526348 h 779903"/>
                        <a:gd name="connsiteX46" fmla="*/ 685150 w 685575"/>
                        <a:gd name="connsiteY46" fmla="*/ 543684 h 779903"/>
                        <a:gd name="connsiteX47" fmla="*/ 685531 w 685575"/>
                        <a:gd name="connsiteY47" fmla="*/ 554352 h 779903"/>
                        <a:gd name="connsiteX48" fmla="*/ 682864 w 685575"/>
                        <a:gd name="connsiteY48" fmla="*/ 568735 h 779903"/>
                        <a:gd name="connsiteX49" fmla="*/ 665909 w 685575"/>
                        <a:gd name="connsiteY49" fmla="*/ 592547 h 779903"/>
                        <a:gd name="connsiteX50" fmla="*/ 656861 w 685575"/>
                        <a:gd name="connsiteY50" fmla="*/ 598738 h 779903"/>
                        <a:gd name="connsiteX51" fmla="*/ 649622 w 685575"/>
                        <a:gd name="connsiteY51" fmla="*/ 603501 h 779903"/>
                        <a:gd name="connsiteX52" fmla="*/ 532083 w 685575"/>
                        <a:gd name="connsiteY52" fmla="*/ 677415 h 779903"/>
                        <a:gd name="connsiteX53" fmla="*/ 413021 w 685575"/>
                        <a:gd name="connsiteY53" fmla="*/ 748948 h 779903"/>
                        <a:gd name="connsiteX54" fmla="*/ 383112 w 685575"/>
                        <a:gd name="connsiteY54" fmla="*/ 766474 h 779903"/>
                        <a:gd name="connsiteX55" fmla="*/ 375587 w 685575"/>
                        <a:gd name="connsiteY55" fmla="*/ 770855 h 779903"/>
                        <a:gd name="connsiteX56" fmla="*/ 363872 w 685575"/>
                        <a:gd name="connsiteY56" fmla="*/ 776665 h 779903"/>
                        <a:gd name="connsiteX57" fmla="*/ 333678 w 685575"/>
                        <a:gd name="connsiteY57" fmla="*/ 778571 h 779903"/>
                        <a:gd name="connsiteX58" fmla="*/ 319485 w 685575"/>
                        <a:gd name="connsiteY58" fmla="*/ 773141 h 779903"/>
                        <a:gd name="connsiteX59" fmla="*/ 311770 w 685575"/>
                        <a:gd name="connsiteY59" fmla="*/ 768760 h 779903"/>
                        <a:gd name="connsiteX60" fmla="*/ 296720 w 685575"/>
                        <a:gd name="connsiteY60" fmla="*/ 760092 h 779903"/>
                        <a:gd name="connsiteX61" fmla="*/ 266622 w 685575"/>
                        <a:gd name="connsiteY61" fmla="*/ 742756 h 779903"/>
                        <a:gd name="connsiteX62" fmla="*/ 146511 w 685575"/>
                        <a:gd name="connsiteY62" fmla="*/ 672938 h 779903"/>
                        <a:gd name="connsiteX63" fmla="*/ 27639 w 685575"/>
                        <a:gd name="connsiteY63" fmla="*/ 600834 h 779903"/>
                        <a:gd name="connsiteX64" fmla="*/ 11161 w 685575"/>
                        <a:gd name="connsiteY64" fmla="*/ 583308 h 779903"/>
                        <a:gd name="connsiteX65" fmla="*/ 7256 w 685575"/>
                        <a:gd name="connsiteY65" fmla="*/ 571973 h 779903"/>
                        <a:gd name="connsiteX66" fmla="*/ 6589 w 685575"/>
                        <a:gd name="connsiteY66" fmla="*/ 561115 h 779903"/>
                        <a:gd name="connsiteX67" fmla="*/ 7161 w 685575"/>
                        <a:gd name="connsiteY67" fmla="*/ 526348 h 779903"/>
                        <a:gd name="connsiteX68" fmla="*/ 7637 w 685575"/>
                        <a:gd name="connsiteY68" fmla="*/ 456911 h 779903"/>
                        <a:gd name="connsiteX69" fmla="*/ 5065 w 685575"/>
                        <a:gd name="connsiteY69" fmla="*/ 318132 h 779903"/>
                        <a:gd name="connsiteX70" fmla="*/ 1541 w 685575"/>
                        <a:gd name="connsiteY70" fmla="*/ 248790 h 779903"/>
                        <a:gd name="connsiteX71" fmla="*/ 398 w 685575"/>
                        <a:gd name="connsiteY71" fmla="*/ 231454 h 779903"/>
                        <a:gd name="connsiteX72" fmla="*/ 2112 w 685575"/>
                        <a:gd name="connsiteY72" fmla="*/ 210214 h 779903"/>
                        <a:gd name="connsiteX73" fmla="*/ 15543 w 685575"/>
                        <a:gd name="connsiteY73" fmla="*/ 190878 h 779903"/>
                        <a:gd name="connsiteX74" fmla="*/ 23639 w 685575"/>
                        <a:gd name="connsiteY74" fmla="*/ 185163 h 779903"/>
                        <a:gd name="connsiteX75" fmla="*/ 30782 w 685575"/>
                        <a:gd name="connsiteY75" fmla="*/ 180305 h 779903"/>
                        <a:gd name="connsiteX76" fmla="*/ 146130 w 685575"/>
                        <a:gd name="connsiteY76" fmla="*/ 102772 h 779903"/>
                        <a:gd name="connsiteX77" fmla="*/ 264240 w 685575"/>
                        <a:gd name="connsiteY77" fmla="*/ 29715 h 779903"/>
                        <a:gd name="connsiteX78" fmla="*/ 294339 w 685575"/>
                        <a:gd name="connsiteY78" fmla="*/ 12379 h 779903"/>
                        <a:gd name="connsiteX79" fmla="*/ 301959 w 685575"/>
                        <a:gd name="connsiteY79" fmla="*/ 8093 h 779903"/>
                        <a:gd name="connsiteX80" fmla="*/ 313104 w 685575"/>
                        <a:gd name="connsiteY80" fmla="*/ 2759 h 779903"/>
                        <a:gd name="connsiteX81" fmla="*/ 340821 w 685575"/>
                        <a:gd name="connsiteY81" fmla="*/ 1426 h 779903"/>
                        <a:gd name="connsiteX82" fmla="*/ 353680 w 685575"/>
                        <a:gd name="connsiteY82" fmla="*/ 6569 h 779903"/>
                        <a:gd name="connsiteX83" fmla="*/ 361205 w 685575"/>
                        <a:gd name="connsiteY83" fmla="*/ 11141 h 779903"/>
                        <a:gd name="connsiteX84" fmla="*/ 375969 w 685575"/>
                        <a:gd name="connsiteY84" fmla="*/ 20380 h 779903"/>
                        <a:gd name="connsiteX85" fmla="*/ 405401 w 685575"/>
                        <a:gd name="connsiteY85" fmla="*/ 38859 h 779903"/>
                        <a:gd name="connsiteX86" fmla="*/ 642859 w 685575"/>
                        <a:gd name="connsiteY86" fmla="*/ 183544 h 77990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  <a:cxn ang="0">
                          <a:pos x="connsiteX35" y="connsiteY35"/>
                        </a:cxn>
                        <a:cxn ang="0">
                          <a:pos x="connsiteX36" y="connsiteY36"/>
                        </a:cxn>
                        <a:cxn ang="0">
                          <a:pos x="connsiteX37" y="connsiteY37"/>
                        </a:cxn>
                        <a:cxn ang="0">
                          <a:pos x="connsiteX38" y="connsiteY38"/>
                        </a:cxn>
                        <a:cxn ang="0">
                          <a:pos x="connsiteX39" y="connsiteY39"/>
                        </a:cxn>
                        <a:cxn ang="0">
                          <a:pos x="connsiteX40" y="connsiteY40"/>
                        </a:cxn>
                        <a:cxn ang="0">
                          <a:pos x="connsiteX41" y="connsiteY41"/>
                        </a:cxn>
                        <a:cxn ang="0">
                          <a:pos x="connsiteX42" y="connsiteY42"/>
                        </a:cxn>
                        <a:cxn ang="0">
                          <a:pos x="connsiteX43" y="connsiteY43"/>
                        </a:cxn>
                        <a:cxn ang="0">
                          <a:pos x="connsiteX44" y="connsiteY44"/>
                        </a:cxn>
                        <a:cxn ang="0">
                          <a:pos x="connsiteX45" y="connsiteY45"/>
                        </a:cxn>
                        <a:cxn ang="0">
                          <a:pos x="connsiteX46" y="connsiteY46"/>
                        </a:cxn>
                        <a:cxn ang="0">
                          <a:pos x="connsiteX47" y="connsiteY47"/>
                        </a:cxn>
                        <a:cxn ang="0">
                          <a:pos x="connsiteX48" y="connsiteY48"/>
                        </a:cxn>
                        <a:cxn ang="0">
                          <a:pos x="connsiteX49" y="connsiteY49"/>
                        </a:cxn>
                        <a:cxn ang="0">
                          <a:pos x="connsiteX50" y="connsiteY50"/>
                        </a:cxn>
                        <a:cxn ang="0">
                          <a:pos x="connsiteX51" y="connsiteY51"/>
                        </a:cxn>
                        <a:cxn ang="0">
                          <a:pos x="connsiteX52" y="connsiteY52"/>
                        </a:cxn>
                        <a:cxn ang="0">
                          <a:pos x="connsiteX53" y="connsiteY53"/>
                        </a:cxn>
                        <a:cxn ang="0">
                          <a:pos x="connsiteX54" y="connsiteY54"/>
                        </a:cxn>
                        <a:cxn ang="0">
                          <a:pos x="connsiteX55" y="connsiteY55"/>
                        </a:cxn>
                        <a:cxn ang="0">
                          <a:pos x="connsiteX56" y="connsiteY56"/>
                        </a:cxn>
                        <a:cxn ang="0">
                          <a:pos x="connsiteX57" y="connsiteY57"/>
                        </a:cxn>
                        <a:cxn ang="0">
                          <a:pos x="connsiteX58" y="connsiteY58"/>
                        </a:cxn>
                        <a:cxn ang="0">
                          <a:pos x="connsiteX59" y="connsiteY59"/>
                        </a:cxn>
                        <a:cxn ang="0">
                          <a:pos x="connsiteX60" y="connsiteY60"/>
                        </a:cxn>
                        <a:cxn ang="0">
                          <a:pos x="connsiteX61" y="connsiteY61"/>
                        </a:cxn>
                        <a:cxn ang="0">
                          <a:pos x="connsiteX62" y="connsiteY62"/>
                        </a:cxn>
                        <a:cxn ang="0">
                          <a:pos x="connsiteX63" y="connsiteY63"/>
                        </a:cxn>
                        <a:cxn ang="0">
                          <a:pos x="connsiteX64" y="connsiteY64"/>
                        </a:cxn>
                        <a:cxn ang="0">
                          <a:pos x="connsiteX65" y="connsiteY65"/>
                        </a:cxn>
                        <a:cxn ang="0">
                          <a:pos x="connsiteX66" y="connsiteY66"/>
                        </a:cxn>
                        <a:cxn ang="0">
                          <a:pos x="connsiteX67" y="connsiteY67"/>
                        </a:cxn>
                        <a:cxn ang="0">
                          <a:pos x="connsiteX68" y="connsiteY68"/>
                        </a:cxn>
                        <a:cxn ang="0">
                          <a:pos x="connsiteX69" y="connsiteY69"/>
                        </a:cxn>
                        <a:cxn ang="0">
                          <a:pos x="connsiteX70" y="connsiteY70"/>
                        </a:cxn>
                        <a:cxn ang="0">
                          <a:pos x="connsiteX71" y="connsiteY71"/>
                        </a:cxn>
                        <a:cxn ang="0">
                          <a:pos x="connsiteX72" y="connsiteY72"/>
                        </a:cxn>
                        <a:cxn ang="0">
                          <a:pos x="connsiteX73" y="connsiteY73"/>
                        </a:cxn>
                        <a:cxn ang="0">
                          <a:pos x="connsiteX74" y="connsiteY74"/>
                        </a:cxn>
                        <a:cxn ang="0">
                          <a:pos x="connsiteX75" y="connsiteY75"/>
                        </a:cxn>
                        <a:cxn ang="0">
                          <a:pos x="connsiteX76" y="connsiteY76"/>
                        </a:cxn>
                        <a:cxn ang="0">
                          <a:pos x="connsiteX77" y="connsiteY77"/>
                        </a:cxn>
                        <a:cxn ang="0">
                          <a:pos x="connsiteX78" y="connsiteY78"/>
                        </a:cxn>
                        <a:cxn ang="0">
                          <a:pos x="connsiteX79" y="connsiteY79"/>
                        </a:cxn>
                        <a:cxn ang="0">
                          <a:pos x="connsiteX80" y="connsiteY80"/>
                        </a:cxn>
                        <a:cxn ang="0">
                          <a:pos x="connsiteX81" y="connsiteY81"/>
                        </a:cxn>
                        <a:cxn ang="0">
                          <a:pos x="connsiteX82" y="connsiteY82"/>
                        </a:cxn>
                        <a:cxn ang="0">
                          <a:pos x="connsiteX83" y="connsiteY83"/>
                        </a:cxn>
                        <a:cxn ang="0">
                          <a:pos x="connsiteX84" y="connsiteY84"/>
                        </a:cxn>
                        <a:cxn ang="0">
                          <a:pos x="connsiteX85" y="connsiteY85"/>
                        </a:cxn>
                        <a:cxn ang="0">
                          <a:pos x="connsiteX86" y="connsiteY86"/>
                        </a:cxn>
                      </a:cxnLst>
                      <a:rect l="l" t="t" r="r" b="b"/>
                      <a:pathLst>
                        <a:path w="685575" h="779903">
                          <a:moveTo>
                            <a:pt x="640573" y="187639"/>
                          </a:moveTo>
                          <a:cubicBezTo>
                            <a:pt x="559801" y="142491"/>
                            <a:pt x="475314" y="104010"/>
                            <a:pt x="391208" y="64862"/>
                          </a:cubicBezTo>
                          <a:lnTo>
                            <a:pt x="359776" y="49908"/>
                          </a:lnTo>
                          <a:lnTo>
                            <a:pt x="344060" y="42383"/>
                          </a:lnTo>
                          <a:lnTo>
                            <a:pt x="336345" y="38573"/>
                          </a:lnTo>
                          <a:cubicBezTo>
                            <a:pt x="335202" y="38097"/>
                            <a:pt x="334154" y="37906"/>
                            <a:pt x="333011" y="37716"/>
                          </a:cubicBezTo>
                          <a:cubicBezTo>
                            <a:pt x="330725" y="37525"/>
                            <a:pt x="328439" y="37811"/>
                            <a:pt x="326534" y="38859"/>
                          </a:cubicBezTo>
                          <a:cubicBezTo>
                            <a:pt x="326058" y="38954"/>
                            <a:pt x="319581" y="43431"/>
                            <a:pt x="315008" y="46288"/>
                          </a:cubicBezTo>
                          <a:lnTo>
                            <a:pt x="285672" y="64957"/>
                          </a:lnTo>
                          <a:cubicBezTo>
                            <a:pt x="246524" y="89627"/>
                            <a:pt x="206614" y="113059"/>
                            <a:pt x="166228" y="135823"/>
                          </a:cubicBezTo>
                          <a:cubicBezTo>
                            <a:pt x="125842" y="158493"/>
                            <a:pt x="84980" y="180305"/>
                            <a:pt x="44118" y="202213"/>
                          </a:cubicBezTo>
                          <a:lnTo>
                            <a:pt x="29925" y="209928"/>
                          </a:lnTo>
                          <a:cubicBezTo>
                            <a:pt x="26877" y="211738"/>
                            <a:pt x="24401" y="214595"/>
                            <a:pt x="22877" y="218024"/>
                          </a:cubicBezTo>
                          <a:cubicBezTo>
                            <a:pt x="21257" y="221644"/>
                            <a:pt x="21067" y="224406"/>
                            <a:pt x="20972" y="231073"/>
                          </a:cubicBezTo>
                          <a:lnTo>
                            <a:pt x="20591" y="248409"/>
                          </a:lnTo>
                          <a:lnTo>
                            <a:pt x="20019" y="317846"/>
                          </a:lnTo>
                          <a:cubicBezTo>
                            <a:pt x="20210" y="364138"/>
                            <a:pt x="21448" y="410429"/>
                            <a:pt x="23353" y="456625"/>
                          </a:cubicBezTo>
                          <a:cubicBezTo>
                            <a:pt x="24306" y="479771"/>
                            <a:pt x="25353" y="502917"/>
                            <a:pt x="26782" y="525967"/>
                          </a:cubicBezTo>
                          <a:lnTo>
                            <a:pt x="28878" y="560638"/>
                          </a:lnTo>
                          <a:cubicBezTo>
                            <a:pt x="29068" y="564067"/>
                            <a:pt x="29258" y="565115"/>
                            <a:pt x="29735" y="567020"/>
                          </a:cubicBezTo>
                          <a:cubicBezTo>
                            <a:pt x="30211" y="568735"/>
                            <a:pt x="30973" y="570354"/>
                            <a:pt x="31925" y="571878"/>
                          </a:cubicBezTo>
                          <a:cubicBezTo>
                            <a:pt x="33831" y="574831"/>
                            <a:pt x="36593" y="577212"/>
                            <a:pt x="39641" y="578546"/>
                          </a:cubicBezTo>
                          <a:cubicBezTo>
                            <a:pt x="81170" y="599119"/>
                            <a:pt x="122889" y="619217"/>
                            <a:pt x="164228" y="640172"/>
                          </a:cubicBezTo>
                          <a:cubicBezTo>
                            <a:pt x="205566" y="661032"/>
                            <a:pt x="246524" y="682654"/>
                            <a:pt x="287481" y="704085"/>
                          </a:cubicBezTo>
                          <a:lnTo>
                            <a:pt x="318247" y="720182"/>
                          </a:lnTo>
                          <a:lnTo>
                            <a:pt x="333582" y="728279"/>
                          </a:lnTo>
                          <a:lnTo>
                            <a:pt x="341107" y="732184"/>
                          </a:lnTo>
                          <a:cubicBezTo>
                            <a:pt x="341774" y="732469"/>
                            <a:pt x="342441" y="732660"/>
                            <a:pt x="343107" y="732755"/>
                          </a:cubicBezTo>
                          <a:cubicBezTo>
                            <a:pt x="346822" y="732850"/>
                            <a:pt x="344917" y="733708"/>
                            <a:pt x="358062" y="725421"/>
                          </a:cubicBezTo>
                          <a:lnTo>
                            <a:pt x="387494" y="707038"/>
                          </a:lnTo>
                          <a:cubicBezTo>
                            <a:pt x="426641" y="682368"/>
                            <a:pt x="466266" y="658365"/>
                            <a:pt x="505985" y="634648"/>
                          </a:cubicBezTo>
                          <a:cubicBezTo>
                            <a:pt x="545799" y="611026"/>
                            <a:pt x="585709" y="587594"/>
                            <a:pt x="625905" y="564639"/>
                          </a:cubicBezTo>
                          <a:lnTo>
                            <a:pt x="639144" y="557209"/>
                          </a:lnTo>
                          <a:cubicBezTo>
                            <a:pt x="640573" y="556448"/>
                            <a:pt x="641811" y="555114"/>
                            <a:pt x="642573" y="553590"/>
                          </a:cubicBezTo>
                          <a:cubicBezTo>
                            <a:pt x="644383" y="553876"/>
                            <a:pt x="643812" y="537588"/>
                            <a:pt x="644383" y="527015"/>
                          </a:cubicBezTo>
                          <a:cubicBezTo>
                            <a:pt x="644859" y="503869"/>
                            <a:pt x="646098" y="480724"/>
                            <a:pt x="647050" y="457483"/>
                          </a:cubicBezTo>
                          <a:cubicBezTo>
                            <a:pt x="649146" y="411191"/>
                            <a:pt x="651908" y="364804"/>
                            <a:pt x="653241" y="318513"/>
                          </a:cubicBezTo>
                          <a:cubicBezTo>
                            <a:pt x="654194" y="295367"/>
                            <a:pt x="654480" y="272221"/>
                            <a:pt x="654670" y="249076"/>
                          </a:cubicBezTo>
                          <a:lnTo>
                            <a:pt x="654670" y="214309"/>
                          </a:lnTo>
                          <a:cubicBezTo>
                            <a:pt x="655718" y="203451"/>
                            <a:pt x="650098" y="192973"/>
                            <a:pt x="640573" y="187639"/>
                          </a:cubicBezTo>
                          <a:close/>
                          <a:moveTo>
                            <a:pt x="642859" y="183544"/>
                          </a:moveTo>
                          <a:cubicBezTo>
                            <a:pt x="654003" y="189259"/>
                            <a:pt x="660861" y="202213"/>
                            <a:pt x="660290" y="214405"/>
                          </a:cubicBezTo>
                          <a:lnTo>
                            <a:pt x="661814" y="249076"/>
                          </a:lnTo>
                          <a:cubicBezTo>
                            <a:pt x="662957" y="272221"/>
                            <a:pt x="664290" y="295272"/>
                            <a:pt x="666195" y="318418"/>
                          </a:cubicBezTo>
                          <a:cubicBezTo>
                            <a:pt x="669434" y="364614"/>
                            <a:pt x="674196" y="410810"/>
                            <a:pt x="678292" y="457006"/>
                          </a:cubicBezTo>
                          <a:cubicBezTo>
                            <a:pt x="680197" y="480152"/>
                            <a:pt x="682388" y="503203"/>
                            <a:pt x="683912" y="526348"/>
                          </a:cubicBezTo>
                          <a:lnTo>
                            <a:pt x="685150" y="543684"/>
                          </a:lnTo>
                          <a:cubicBezTo>
                            <a:pt x="685245" y="546827"/>
                            <a:pt x="685722" y="548542"/>
                            <a:pt x="685531" y="554352"/>
                          </a:cubicBezTo>
                          <a:cubicBezTo>
                            <a:pt x="685341" y="559210"/>
                            <a:pt x="684388" y="564067"/>
                            <a:pt x="682864" y="568735"/>
                          </a:cubicBezTo>
                          <a:cubicBezTo>
                            <a:pt x="679625" y="578069"/>
                            <a:pt x="673720" y="586356"/>
                            <a:pt x="665909" y="592547"/>
                          </a:cubicBezTo>
                          <a:cubicBezTo>
                            <a:pt x="661242" y="596071"/>
                            <a:pt x="659337" y="597024"/>
                            <a:pt x="656861" y="598738"/>
                          </a:cubicBezTo>
                          <a:lnTo>
                            <a:pt x="649622" y="603501"/>
                          </a:lnTo>
                          <a:cubicBezTo>
                            <a:pt x="610665" y="628552"/>
                            <a:pt x="571422" y="653126"/>
                            <a:pt x="532083" y="677415"/>
                          </a:cubicBezTo>
                          <a:cubicBezTo>
                            <a:pt x="492650" y="701608"/>
                            <a:pt x="453026" y="725611"/>
                            <a:pt x="413021" y="748948"/>
                          </a:cubicBezTo>
                          <a:lnTo>
                            <a:pt x="383112" y="766474"/>
                          </a:lnTo>
                          <a:lnTo>
                            <a:pt x="375587" y="770855"/>
                          </a:lnTo>
                          <a:cubicBezTo>
                            <a:pt x="373968" y="771808"/>
                            <a:pt x="368444" y="775142"/>
                            <a:pt x="363872" y="776665"/>
                          </a:cubicBezTo>
                          <a:cubicBezTo>
                            <a:pt x="354252" y="780190"/>
                            <a:pt x="343679" y="780856"/>
                            <a:pt x="333678" y="778571"/>
                          </a:cubicBezTo>
                          <a:cubicBezTo>
                            <a:pt x="328724" y="777427"/>
                            <a:pt x="323867" y="775618"/>
                            <a:pt x="319485" y="773141"/>
                          </a:cubicBezTo>
                          <a:lnTo>
                            <a:pt x="311770" y="768760"/>
                          </a:lnTo>
                          <a:lnTo>
                            <a:pt x="296720" y="760092"/>
                          </a:lnTo>
                          <a:lnTo>
                            <a:pt x="266622" y="742756"/>
                          </a:lnTo>
                          <a:cubicBezTo>
                            <a:pt x="226521" y="719706"/>
                            <a:pt x="186326" y="696656"/>
                            <a:pt x="146511" y="672938"/>
                          </a:cubicBezTo>
                          <a:cubicBezTo>
                            <a:pt x="106602" y="649411"/>
                            <a:pt x="67263" y="624837"/>
                            <a:pt x="27639" y="600834"/>
                          </a:cubicBezTo>
                          <a:cubicBezTo>
                            <a:pt x="20591" y="596643"/>
                            <a:pt x="14781" y="590452"/>
                            <a:pt x="11161" y="583308"/>
                          </a:cubicBezTo>
                          <a:cubicBezTo>
                            <a:pt x="9351" y="579688"/>
                            <a:pt x="8018" y="575879"/>
                            <a:pt x="7256" y="571973"/>
                          </a:cubicBezTo>
                          <a:cubicBezTo>
                            <a:pt x="6494" y="568258"/>
                            <a:pt x="6494" y="563496"/>
                            <a:pt x="6589" y="561115"/>
                          </a:cubicBezTo>
                          <a:lnTo>
                            <a:pt x="7161" y="526348"/>
                          </a:lnTo>
                          <a:cubicBezTo>
                            <a:pt x="7541" y="503203"/>
                            <a:pt x="7732" y="480057"/>
                            <a:pt x="7637" y="456911"/>
                          </a:cubicBezTo>
                          <a:cubicBezTo>
                            <a:pt x="7541" y="410620"/>
                            <a:pt x="6875" y="364328"/>
                            <a:pt x="5065" y="318132"/>
                          </a:cubicBezTo>
                          <a:lnTo>
                            <a:pt x="1541" y="248790"/>
                          </a:lnTo>
                          <a:lnTo>
                            <a:pt x="398" y="231454"/>
                          </a:lnTo>
                          <a:cubicBezTo>
                            <a:pt x="-78" y="226597"/>
                            <a:pt x="-650" y="217548"/>
                            <a:pt x="2112" y="210214"/>
                          </a:cubicBezTo>
                          <a:cubicBezTo>
                            <a:pt x="4589" y="202689"/>
                            <a:pt x="9351" y="195926"/>
                            <a:pt x="15543" y="190878"/>
                          </a:cubicBezTo>
                          <a:cubicBezTo>
                            <a:pt x="19067" y="188116"/>
                            <a:pt x="21257" y="186877"/>
                            <a:pt x="23639" y="185163"/>
                          </a:cubicBezTo>
                          <a:lnTo>
                            <a:pt x="30782" y="180305"/>
                          </a:lnTo>
                          <a:cubicBezTo>
                            <a:pt x="69073" y="154207"/>
                            <a:pt x="107364" y="128013"/>
                            <a:pt x="146130" y="102772"/>
                          </a:cubicBezTo>
                          <a:cubicBezTo>
                            <a:pt x="184992" y="77530"/>
                            <a:pt x="224235" y="53051"/>
                            <a:pt x="264240" y="29715"/>
                          </a:cubicBezTo>
                          <a:lnTo>
                            <a:pt x="294339" y="12379"/>
                          </a:lnTo>
                          <a:lnTo>
                            <a:pt x="301959" y="8093"/>
                          </a:lnTo>
                          <a:cubicBezTo>
                            <a:pt x="303769" y="7045"/>
                            <a:pt x="308722" y="4188"/>
                            <a:pt x="313104" y="2759"/>
                          </a:cubicBezTo>
                          <a:cubicBezTo>
                            <a:pt x="322057" y="-384"/>
                            <a:pt x="331773" y="-860"/>
                            <a:pt x="340821" y="1426"/>
                          </a:cubicBezTo>
                          <a:cubicBezTo>
                            <a:pt x="345298" y="2569"/>
                            <a:pt x="349679" y="4283"/>
                            <a:pt x="353680" y="6569"/>
                          </a:cubicBezTo>
                          <a:lnTo>
                            <a:pt x="361205" y="11141"/>
                          </a:lnTo>
                          <a:lnTo>
                            <a:pt x="375969" y="20380"/>
                          </a:lnTo>
                          <a:lnTo>
                            <a:pt x="405401" y="38859"/>
                          </a:lnTo>
                          <a:cubicBezTo>
                            <a:pt x="483601" y="88865"/>
                            <a:pt x="561420" y="139633"/>
                            <a:pt x="642859" y="183544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4" name="任意多边形 153" descr="22677231-433d-4514-90ac-fc87105be0c6"/>
                    <p:cNvSpPr/>
                    <p:nvPr/>
                  </p:nvSpPr>
                  <p:spPr>
                    <a:xfrm>
                      <a:off x="5370891" y="2616648"/>
                      <a:ext cx="426035" cy="399517"/>
                    </a:xfrm>
                    <a:custGeom>
                      <a:avLst/>
                      <a:gdLst>
                        <a:gd name="connsiteX0" fmla="*/ 117889 w 426035"/>
                        <a:gd name="connsiteY0" fmla="*/ 367915 h 399517"/>
                        <a:gd name="connsiteX1" fmla="*/ 57310 w 426035"/>
                        <a:gd name="connsiteY1" fmla="*/ 321623 h 399517"/>
                        <a:gd name="connsiteX2" fmla="*/ 13305 w 426035"/>
                        <a:gd name="connsiteY2" fmla="*/ 255901 h 399517"/>
                        <a:gd name="connsiteX3" fmla="*/ 637 w 426035"/>
                        <a:gd name="connsiteY3" fmla="*/ 175224 h 399517"/>
                        <a:gd name="connsiteX4" fmla="*/ 26545 w 426035"/>
                        <a:gd name="connsiteY4" fmla="*/ 97024 h 399517"/>
                        <a:gd name="connsiteX5" fmla="*/ 83504 w 426035"/>
                        <a:gd name="connsiteY5" fmla="*/ 39302 h 399517"/>
                        <a:gd name="connsiteX6" fmla="*/ 155608 w 426035"/>
                        <a:gd name="connsiteY6" fmla="*/ 7679 h 399517"/>
                        <a:gd name="connsiteX7" fmla="*/ 309247 w 426035"/>
                        <a:gd name="connsiteY7" fmla="*/ 19776 h 399517"/>
                        <a:gd name="connsiteX8" fmla="*/ 374779 w 426035"/>
                        <a:gd name="connsiteY8" fmla="*/ 67211 h 399517"/>
                        <a:gd name="connsiteX9" fmla="*/ 415736 w 426035"/>
                        <a:gd name="connsiteY9" fmla="*/ 138934 h 399517"/>
                        <a:gd name="connsiteX10" fmla="*/ 400401 w 426035"/>
                        <a:gd name="connsiteY10" fmla="*/ 302478 h 399517"/>
                        <a:gd name="connsiteX11" fmla="*/ 344775 w 426035"/>
                        <a:gd name="connsiteY11" fmla="*/ 365153 h 399517"/>
                        <a:gd name="connsiteX12" fmla="*/ 268861 w 426035"/>
                        <a:gd name="connsiteY12" fmla="*/ 396776 h 399517"/>
                        <a:gd name="connsiteX13" fmla="*/ 189613 w 426035"/>
                        <a:gd name="connsiteY13" fmla="*/ 394585 h 399517"/>
                        <a:gd name="connsiteX14" fmla="*/ 117889 w 426035"/>
                        <a:gd name="connsiteY14" fmla="*/ 367915 h 399517"/>
                        <a:gd name="connsiteX15" fmla="*/ 120175 w 426035"/>
                        <a:gd name="connsiteY15" fmla="*/ 363914 h 399517"/>
                        <a:gd name="connsiteX16" fmla="*/ 190851 w 426035"/>
                        <a:gd name="connsiteY16" fmla="*/ 382202 h 399517"/>
                        <a:gd name="connsiteX17" fmla="*/ 260098 w 426035"/>
                        <a:gd name="connsiteY17" fmla="*/ 367153 h 399517"/>
                        <a:gd name="connsiteX18" fmla="*/ 316486 w 426035"/>
                        <a:gd name="connsiteY18" fmla="*/ 330005 h 399517"/>
                        <a:gd name="connsiteX19" fmla="*/ 356776 w 426035"/>
                        <a:gd name="connsiteY19" fmla="*/ 278570 h 399517"/>
                        <a:gd name="connsiteX20" fmla="*/ 376874 w 426035"/>
                        <a:gd name="connsiteY20" fmla="*/ 216753 h 399517"/>
                        <a:gd name="connsiteX21" fmla="*/ 373445 w 426035"/>
                        <a:gd name="connsiteY21" fmla="*/ 151221 h 399517"/>
                        <a:gd name="connsiteX22" fmla="*/ 345632 w 426035"/>
                        <a:gd name="connsiteY22" fmla="*/ 90642 h 399517"/>
                        <a:gd name="connsiteX23" fmla="*/ 296959 w 426035"/>
                        <a:gd name="connsiteY23" fmla="*/ 42160 h 399517"/>
                        <a:gd name="connsiteX24" fmla="*/ 231142 w 426035"/>
                        <a:gd name="connsiteY24" fmla="*/ 16347 h 399517"/>
                        <a:gd name="connsiteX25" fmla="*/ 159799 w 426035"/>
                        <a:gd name="connsiteY25" fmla="*/ 22157 h 399517"/>
                        <a:gd name="connsiteX26" fmla="*/ 99601 w 426035"/>
                        <a:gd name="connsiteY26" fmla="*/ 59400 h 399517"/>
                        <a:gd name="connsiteX27" fmla="*/ 60644 w 426035"/>
                        <a:gd name="connsiteY27" fmla="*/ 115788 h 399517"/>
                        <a:gd name="connsiteX28" fmla="*/ 41880 w 426035"/>
                        <a:gd name="connsiteY28" fmla="*/ 247709 h 399517"/>
                        <a:gd name="connsiteX29" fmla="*/ 66645 w 426035"/>
                        <a:gd name="connsiteY29" fmla="*/ 314289 h 399517"/>
                        <a:gd name="connsiteX30" fmla="*/ 120175 w 426035"/>
                        <a:gd name="connsiteY30" fmla="*/ 363914 h 39951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</a:cxnLst>
                      <a:rect l="l" t="t" r="r" b="b"/>
                      <a:pathLst>
                        <a:path w="426035" h="399517">
                          <a:moveTo>
                            <a:pt x="117889" y="367915"/>
                          </a:moveTo>
                          <a:cubicBezTo>
                            <a:pt x="95791" y="355532"/>
                            <a:pt x="75313" y="340197"/>
                            <a:pt x="57310" y="321623"/>
                          </a:cubicBezTo>
                          <a:cubicBezTo>
                            <a:pt x="39308" y="303050"/>
                            <a:pt x="23687" y="281047"/>
                            <a:pt x="13305" y="255901"/>
                          </a:cubicBezTo>
                          <a:cubicBezTo>
                            <a:pt x="3018" y="230850"/>
                            <a:pt x="-1840" y="202942"/>
                            <a:pt x="637" y="175224"/>
                          </a:cubicBezTo>
                          <a:cubicBezTo>
                            <a:pt x="2923" y="147602"/>
                            <a:pt x="12067" y="120455"/>
                            <a:pt x="26545" y="97024"/>
                          </a:cubicBezTo>
                          <a:cubicBezTo>
                            <a:pt x="41213" y="73688"/>
                            <a:pt x="61120" y="53971"/>
                            <a:pt x="83504" y="39302"/>
                          </a:cubicBezTo>
                          <a:cubicBezTo>
                            <a:pt x="105888" y="24443"/>
                            <a:pt x="130462" y="14252"/>
                            <a:pt x="155608" y="7679"/>
                          </a:cubicBezTo>
                          <a:cubicBezTo>
                            <a:pt x="205805" y="-5275"/>
                            <a:pt x="260193" y="-2227"/>
                            <a:pt x="309247" y="19776"/>
                          </a:cubicBezTo>
                          <a:cubicBezTo>
                            <a:pt x="333440" y="30920"/>
                            <a:pt x="356491" y="46637"/>
                            <a:pt x="374779" y="67211"/>
                          </a:cubicBezTo>
                          <a:cubicBezTo>
                            <a:pt x="393257" y="87689"/>
                            <a:pt x="407068" y="112359"/>
                            <a:pt x="415736" y="138934"/>
                          </a:cubicBezTo>
                          <a:cubicBezTo>
                            <a:pt x="433262" y="191798"/>
                            <a:pt x="428595" y="253234"/>
                            <a:pt x="400401" y="302478"/>
                          </a:cubicBezTo>
                          <a:cubicBezTo>
                            <a:pt x="386399" y="326957"/>
                            <a:pt x="367349" y="348674"/>
                            <a:pt x="344775" y="365153"/>
                          </a:cubicBezTo>
                          <a:cubicBezTo>
                            <a:pt x="322105" y="381726"/>
                            <a:pt x="295626" y="392204"/>
                            <a:pt x="268861" y="396776"/>
                          </a:cubicBezTo>
                          <a:cubicBezTo>
                            <a:pt x="242000" y="401348"/>
                            <a:pt x="214949" y="399919"/>
                            <a:pt x="189613" y="394585"/>
                          </a:cubicBezTo>
                          <a:cubicBezTo>
                            <a:pt x="164086" y="389346"/>
                            <a:pt x="140083" y="380202"/>
                            <a:pt x="117889" y="367915"/>
                          </a:cubicBezTo>
                          <a:close/>
                          <a:moveTo>
                            <a:pt x="120175" y="363914"/>
                          </a:moveTo>
                          <a:cubicBezTo>
                            <a:pt x="141892" y="375725"/>
                            <a:pt x="166562" y="382012"/>
                            <a:pt x="190851" y="382202"/>
                          </a:cubicBezTo>
                          <a:cubicBezTo>
                            <a:pt x="215235" y="382393"/>
                            <a:pt x="238952" y="376583"/>
                            <a:pt x="260098" y="367153"/>
                          </a:cubicBezTo>
                          <a:cubicBezTo>
                            <a:pt x="281338" y="357723"/>
                            <a:pt x="300103" y="344769"/>
                            <a:pt x="316486" y="330005"/>
                          </a:cubicBezTo>
                          <a:cubicBezTo>
                            <a:pt x="332869" y="315242"/>
                            <a:pt x="346585" y="297906"/>
                            <a:pt x="356776" y="278570"/>
                          </a:cubicBezTo>
                          <a:cubicBezTo>
                            <a:pt x="367063" y="259235"/>
                            <a:pt x="373636" y="238375"/>
                            <a:pt x="376874" y="216753"/>
                          </a:cubicBezTo>
                          <a:cubicBezTo>
                            <a:pt x="379922" y="195131"/>
                            <a:pt x="378779" y="172843"/>
                            <a:pt x="373445" y="151221"/>
                          </a:cubicBezTo>
                          <a:cubicBezTo>
                            <a:pt x="368111" y="129695"/>
                            <a:pt x="358396" y="109216"/>
                            <a:pt x="345632" y="90642"/>
                          </a:cubicBezTo>
                          <a:cubicBezTo>
                            <a:pt x="332678" y="72164"/>
                            <a:pt x="316581" y="55209"/>
                            <a:pt x="296959" y="42160"/>
                          </a:cubicBezTo>
                          <a:cubicBezTo>
                            <a:pt x="277433" y="29206"/>
                            <a:pt x="254954" y="19776"/>
                            <a:pt x="231142" y="16347"/>
                          </a:cubicBezTo>
                          <a:cubicBezTo>
                            <a:pt x="207424" y="12632"/>
                            <a:pt x="182659" y="14728"/>
                            <a:pt x="159799" y="22157"/>
                          </a:cubicBezTo>
                          <a:cubicBezTo>
                            <a:pt x="136844" y="29587"/>
                            <a:pt x="116270" y="42922"/>
                            <a:pt x="99601" y="59400"/>
                          </a:cubicBezTo>
                          <a:cubicBezTo>
                            <a:pt x="82933" y="75974"/>
                            <a:pt x="70074" y="95309"/>
                            <a:pt x="60644" y="115788"/>
                          </a:cubicBezTo>
                          <a:cubicBezTo>
                            <a:pt x="41785" y="156746"/>
                            <a:pt x="35117" y="201513"/>
                            <a:pt x="41880" y="247709"/>
                          </a:cubicBezTo>
                          <a:cubicBezTo>
                            <a:pt x="45499" y="270665"/>
                            <a:pt x="53310" y="293906"/>
                            <a:pt x="66645" y="314289"/>
                          </a:cubicBezTo>
                          <a:cubicBezTo>
                            <a:pt x="79789" y="334673"/>
                            <a:pt x="98458" y="352103"/>
                            <a:pt x="120175" y="363914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150" name="任意多边形 149" descr="d8860111-7ab9-409f-b9dc-f453de28c8fb"/>
                <p:cNvSpPr/>
                <p:nvPr/>
              </p:nvSpPr>
              <p:spPr>
                <a:xfrm>
                  <a:off x="5324912" y="2561016"/>
                  <a:ext cx="515123" cy="508548"/>
                </a:xfrm>
                <a:custGeom>
                  <a:avLst/>
                  <a:gdLst>
                    <a:gd name="connsiteX0" fmla="*/ 135294 w 515123"/>
                    <a:gd name="connsiteY0" fmla="*/ 475648 h 508548"/>
                    <a:gd name="connsiteX1" fmla="*/ 11279 w 515123"/>
                    <a:gd name="connsiteY1" fmla="*/ 325534 h 508548"/>
                    <a:gd name="connsiteX2" fmla="*/ 1277 w 515123"/>
                    <a:gd name="connsiteY2" fmla="*/ 225903 h 508548"/>
                    <a:gd name="connsiteX3" fmla="*/ 31662 w 515123"/>
                    <a:gd name="connsiteY3" fmla="*/ 130272 h 508548"/>
                    <a:gd name="connsiteX4" fmla="*/ 97194 w 515123"/>
                    <a:gd name="connsiteY4" fmla="*/ 54738 h 508548"/>
                    <a:gd name="connsiteX5" fmla="*/ 185967 w 515123"/>
                    <a:gd name="connsiteY5" fmla="*/ 9971 h 508548"/>
                    <a:gd name="connsiteX6" fmla="*/ 284837 w 515123"/>
                    <a:gd name="connsiteY6" fmla="*/ 1398 h 508548"/>
                    <a:gd name="connsiteX7" fmla="*/ 379991 w 515123"/>
                    <a:gd name="connsiteY7" fmla="*/ 30259 h 508548"/>
                    <a:gd name="connsiteX8" fmla="*/ 504483 w 515123"/>
                    <a:gd name="connsiteY8" fmla="*/ 182183 h 508548"/>
                    <a:gd name="connsiteX9" fmla="*/ 513722 w 515123"/>
                    <a:gd name="connsiteY9" fmla="*/ 282386 h 508548"/>
                    <a:gd name="connsiteX10" fmla="*/ 483338 w 515123"/>
                    <a:gd name="connsiteY10" fmla="*/ 378493 h 508548"/>
                    <a:gd name="connsiteX11" fmla="*/ 418187 w 515123"/>
                    <a:gd name="connsiteY11" fmla="*/ 455265 h 508548"/>
                    <a:gd name="connsiteX12" fmla="*/ 328461 w 515123"/>
                    <a:gd name="connsiteY12" fmla="*/ 500032 h 508548"/>
                    <a:gd name="connsiteX13" fmla="*/ 135294 w 515123"/>
                    <a:gd name="connsiteY13" fmla="*/ 475648 h 508548"/>
                    <a:gd name="connsiteX14" fmla="*/ 135866 w 515123"/>
                    <a:gd name="connsiteY14" fmla="*/ 474600 h 508548"/>
                    <a:gd name="connsiteX15" fmla="*/ 229592 w 515123"/>
                    <a:gd name="connsiteY15" fmla="*/ 503175 h 508548"/>
                    <a:gd name="connsiteX16" fmla="*/ 326366 w 515123"/>
                    <a:gd name="connsiteY16" fmla="*/ 492603 h 508548"/>
                    <a:gd name="connsiteX17" fmla="*/ 472860 w 515123"/>
                    <a:gd name="connsiteY17" fmla="*/ 372683 h 508548"/>
                    <a:gd name="connsiteX18" fmla="*/ 494006 w 515123"/>
                    <a:gd name="connsiteY18" fmla="*/ 185231 h 508548"/>
                    <a:gd name="connsiteX19" fmla="*/ 450381 w 515123"/>
                    <a:gd name="connsiteY19" fmla="*/ 99220 h 508548"/>
                    <a:gd name="connsiteX20" fmla="*/ 376943 w 515123"/>
                    <a:gd name="connsiteY20" fmla="*/ 35879 h 508548"/>
                    <a:gd name="connsiteX21" fmla="*/ 187110 w 515123"/>
                    <a:gd name="connsiteY21" fmla="*/ 13876 h 508548"/>
                    <a:gd name="connsiteX22" fmla="*/ 40139 w 515123"/>
                    <a:gd name="connsiteY22" fmla="*/ 135034 h 508548"/>
                    <a:gd name="connsiteX23" fmla="*/ 18232 w 515123"/>
                    <a:gd name="connsiteY23" fmla="*/ 323629 h 508548"/>
                    <a:gd name="connsiteX24" fmla="*/ 61285 w 515123"/>
                    <a:gd name="connsiteY24" fmla="*/ 410973 h 508548"/>
                    <a:gd name="connsiteX25" fmla="*/ 135866 w 515123"/>
                    <a:gd name="connsiteY25" fmla="*/ 474600 h 5085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515123" h="508548">
                      <a:moveTo>
                        <a:pt x="135294" y="475648"/>
                      </a:moveTo>
                      <a:cubicBezTo>
                        <a:pt x="77096" y="444120"/>
                        <a:pt x="31376" y="389542"/>
                        <a:pt x="11279" y="325534"/>
                      </a:cubicBezTo>
                      <a:cubicBezTo>
                        <a:pt x="1087" y="293625"/>
                        <a:pt x="-2056" y="259431"/>
                        <a:pt x="1277" y="225903"/>
                      </a:cubicBezTo>
                      <a:cubicBezTo>
                        <a:pt x="4516" y="192375"/>
                        <a:pt x="15565" y="159704"/>
                        <a:pt x="31662" y="130272"/>
                      </a:cubicBezTo>
                      <a:cubicBezTo>
                        <a:pt x="48236" y="101030"/>
                        <a:pt x="70715" y="75217"/>
                        <a:pt x="97194" y="54738"/>
                      </a:cubicBezTo>
                      <a:cubicBezTo>
                        <a:pt x="123674" y="34355"/>
                        <a:pt x="153963" y="19115"/>
                        <a:pt x="185967" y="9971"/>
                      </a:cubicBezTo>
                      <a:cubicBezTo>
                        <a:pt x="218066" y="1113"/>
                        <a:pt x="251690" y="-2126"/>
                        <a:pt x="284837" y="1398"/>
                      </a:cubicBezTo>
                      <a:cubicBezTo>
                        <a:pt x="317888" y="5018"/>
                        <a:pt x="350464" y="14543"/>
                        <a:pt x="379991" y="30259"/>
                      </a:cubicBezTo>
                      <a:cubicBezTo>
                        <a:pt x="439046" y="61596"/>
                        <a:pt x="485528" y="117222"/>
                        <a:pt x="504483" y="182183"/>
                      </a:cubicBezTo>
                      <a:cubicBezTo>
                        <a:pt x="514103" y="214568"/>
                        <a:pt x="517247" y="248763"/>
                        <a:pt x="513722" y="282386"/>
                      </a:cubicBezTo>
                      <a:cubicBezTo>
                        <a:pt x="510293" y="316009"/>
                        <a:pt x="499530" y="348870"/>
                        <a:pt x="483338" y="378493"/>
                      </a:cubicBezTo>
                      <a:cubicBezTo>
                        <a:pt x="466859" y="407925"/>
                        <a:pt x="444952" y="434595"/>
                        <a:pt x="418187" y="455265"/>
                      </a:cubicBezTo>
                      <a:cubicBezTo>
                        <a:pt x="391612" y="476029"/>
                        <a:pt x="360941" y="491555"/>
                        <a:pt x="328461" y="500032"/>
                      </a:cubicBezTo>
                      <a:cubicBezTo>
                        <a:pt x="263691" y="517272"/>
                        <a:pt x="193111" y="507938"/>
                        <a:pt x="135294" y="475648"/>
                      </a:cubicBezTo>
                      <a:close/>
                      <a:moveTo>
                        <a:pt x="135866" y="474600"/>
                      </a:moveTo>
                      <a:cubicBezTo>
                        <a:pt x="164917" y="490126"/>
                        <a:pt x="196921" y="500223"/>
                        <a:pt x="229592" y="503175"/>
                      </a:cubicBezTo>
                      <a:cubicBezTo>
                        <a:pt x="262262" y="506128"/>
                        <a:pt x="295409" y="502413"/>
                        <a:pt x="326366" y="492603"/>
                      </a:cubicBezTo>
                      <a:cubicBezTo>
                        <a:pt x="388469" y="473076"/>
                        <a:pt x="441809" y="429357"/>
                        <a:pt x="472860" y="372683"/>
                      </a:cubicBezTo>
                      <a:cubicBezTo>
                        <a:pt x="503816" y="316009"/>
                        <a:pt x="511913" y="247429"/>
                        <a:pt x="494006" y="185231"/>
                      </a:cubicBezTo>
                      <a:cubicBezTo>
                        <a:pt x="485052" y="154179"/>
                        <a:pt x="470289" y="124747"/>
                        <a:pt x="450381" y="99220"/>
                      </a:cubicBezTo>
                      <a:cubicBezTo>
                        <a:pt x="430474" y="73598"/>
                        <a:pt x="405328" y="52071"/>
                        <a:pt x="376943" y="35879"/>
                      </a:cubicBezTo>
                      <a:cubicBezTo>
                        <a:pt x="320365" y="3399"/>
                        <a:pt x="249975" y="-5269"/>
                        <a:pt x="187110" y="13876"/>
                      </a:cubicBezTo>
                      <a:cubicBezTo>
                        <a:pt x="123959" y="32164"/>
                        <a:pt x="70429" y="77789"/>
                        <a:pt x="40139" y="135034"/>
                      </a:cubicBezTo>
                      <a:cubicBezTo>
                        <a:pt x="9278" y="192089"/>
                        <a:pt x="1373" y="260669"/>
                        <a:pt x="18232" y="323629"/>
                      </a:cubicBezTo>
                      <a:cubicBezTo>
                        <a:pt x="26614" y="355062"/>
                        <a:pt x="41282" y="384970"/>
                        <a:pt x="61285" y="410973"/>
                      </a:cubicBezTo>
                      <a:cubicBezTo>
                        <a:pt x="81478" y="436881"/>
                        <a:pt x="107195" y="458408"/>
                        <a:pt x="135866" y="474600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5" name="组合 134" descr="1fd24f74-ddfc-4143-b741-ab187af6efec"/>
              <p:cNvGrpSpPr/>
              <p:nvPr/>
            </p:nvGrpSpPr>
            <p:grpSpPr>
              <a:xfrm flipH="1">
                <a:off x="4277885" y="5384217"/>
                <a:ext cx="393842" cy="376735"/>
                <a:chOff x="5044361" y="3437286"/>
                <a:chExt cx="393842" cy="376735"/>
              </a:xfrm>
            </p:grpSpPr>
            <p:grpSp>
              <p:nvGrpSpPr>
                <p:cNvPr id="143" name="组合 142" descr="f58407fa-82e5-49de-a839-c70fad95a57a"/>
                <p:cNvGrpSpPr/>
                <p:nvPr/>
              </p:nvGrpSpPr>
              <p:grpSpPr>
                <a:xfrm>
                  <a:off x="5044361" y="3437286"/>
                  <a:ext cx="393842" cy="376735"/>
                  <a:chOff x="5044361" y="3437286"/>
                  <a:chExt cx="393842" cy="376735"/>
                </a:xfrm>
              </p:grpSpPr>
              <p:sp>
                <p:nvSpPr>
                  <p:cNvPr id="145" name="任意多边形 144" descr="3e21f2e9-0207-4bcf-9174-34045b8e100a"/>
                  <p:cNvSpPr/>
                  <p:nvPr/>
                </p:nvSpPr>
                <p:spPr>
                  <a:xfrm>
                    <a:off x="5056060" y="3438715"/>
                    <a:ext cx="367474" cy="367474"/>
                  </a:xfrm>
                  <a:custGeom>
                    <a:avLst/>
                    <a:gdLst>
                      <a:gd name="connsiteX0" fmla="*/ 183737 w 367474"/>
                      <a:gd name="connsiteY0" fmla="*/ 0 h 367474"/>
                      <a:gd name="connsiteX1" fmla="*/ 0 w 367474"/>
                      <a:gd name="connsiteY1" fmla="*/ 183737 h 367474"/>
                      <a:gd name="connsiteX2" fmla="*/ 183737 w 367474"/>
                      <a:gd name="connsiteY2" fmla="*/ 367475 h 367474"/>
                      <a:gd name="connsiteX3" fmla="*/ 367474 w 367474"/>
                      <a:gd name="connsiteY3" fmla="*/ 183737 h 367474"/>
                      <a:gd name="connsiteX4" fmla="*/ 183737 w 367474"/>
                      <a:gd name="connsiteY4" fmla="*/ 0 h 367474"/>
                      <a:gd name="connsiteX5" fmla="*/ 183737 w 367474"/>
                      <a:gd name="connsiteY5" fmla="*/ 277654 h 367474"/>
                      <a:gd name="connsiteX6" fmla="*/ 89821 w 367474"/>
                      <a:gd name="connsiteY6" fmla="*/ 183737 h 367474"/>
                      <a:gd name="connsiteX7" fmla="*/ 183737 w 367474"/>
                      <a:gd name="connsiteY7" fmla="*/ 89821 h 367474"/>
                      <a:gd name="connsiteX8" fmla="*/ 277654 w 367474"/>
                      <a:gd name="connsiteY8" fmla="*/ 183737 h 367474"/>
                      <a:gd name="connsiteX9" fmla="*/ 183737 w 367474"/>
                      <a:gd name="connsiteY9" fmla="*/ 277654 h 3674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367474" h="367474">
                        <a:moveTo>
                          <a:pt x="183737" y="0"/>
                        </a:moveTo>
                        <a:cubicBezTo>
                          <a:pt x="82296" y="0"/>
                          <a:pt x="0" y="82296"/>
                          <a:pt x="0" y="183737"/>
                        </a:cubicBezTo>
                        <a:cubicBezTo>
                          <a:pt x="0" y="285179"/>
                          <a:pt x="82296" y="367475"/>
                          <a:pt x="183737" y="367475"/>
                        </a:cubicBezTo>
                        <a:cubicBezTo>
                          <a:pt x="285178" y="367475"/>
                          <a:pt x="367474" y="285179"/>
                          <a:pt x="367474" y="183737"/>
                        </a:cubicBezTo>
                        <a:cubicBezTo>
                          <a:pt x="367474" y="82296"/>
                          <a:pt x="285178" y="0"/>
                          <a:pt x="183737" y="0"/>
                        </a:cubicBezTo>
                        <a:close/>
                        <a:moveTo>
                          <a:pt x="183737" y="277654"/>
                        </a:moveTo>
                        <a:cubicBezTo>
                          <a:pt x="131826" y="277654"/>
                          <a:pt x="89821" y="235553"/>
                          <a:pt x="89821" y="183737"/>
                        </a:cubicBezTo>
                        <a:cubicBezTo>
                          <a:pt x="89821" y="131921"/>
                          <a:pt x="131826" y="89821"/>
                          <a:pt x="183737" y="89821"/>
                        </a:cubicBezTo>
                        <a:cubicBezTo>
                          <a:pt x="235648" y="89821"/>
                          <a:pt x="277654" y="131921"/>
                          <a:pt x="277654" y="183737"/>
                        </a:cubicBezTo>
                        <a:cubicBezTo>
                          <a:pt x="277654" y="235553"/>
                          <a:pt x="235553" y="277654"/>
                          <a:pt x="183737" y="277654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46" name="组合 145" descr="bd624eb8-c409-4f56-b74f-2f67b67ac6cf"/>
                  <p:cNvGrpSpPr/>
                  <p:nvPr/>
                </p:nvGrpSpPr>
                <p:grpSpPr>
                  <a:xfrm>
                    <a:off x="5044361" y="3437286"/>
                    <a:ext cx="393842" cy="376735"/>
                    <a:chOff x="5044361" y="3437286"/>
                    <a:chExt cx="393842" cy="376735"/>
                  </a:xfrm>
                  <a:solidFill>
                    <a:srgbClr val="333333"/>
                  </a:solidFill>
                </p:grpSpPr>
                <p:sp>
                  <p:nvSpPr>
                    <p:cNvPr id="147" name="任意多边形 146" descr="871f7ee6-6d4d-449e-b385-bd97e1b60201"/>
                    <p:cNvSpPr/>
                    <p:nvPr/>
                  </p:nvSpPr>
                  <p:spPr>
                    <a:xfrm>
                      <a:off x="5044361" y="3437286"/>
                      <a:ext cx="393842" cy="376735"/>
                    </a:xfrm>
                    <a:custGeom>
                      <a:avLst/>
                      <a:gdLst>
                        <a:gd name="connsiteX0" fmla="*/ 195437 w 393842"/>
                        <a:gd name="connsiteY0" fmla="*/ 2762 h 376735"/>
                        <a:gd name="connsiteX1" fmla="*/ 126476 w 393842"/>
                        <a:gd name="connsiteY1" fmla="*/ 18669 h 376735"/>
                        <a:gd name="connsiteX2" fmla="*/ 71707 w 393842"/>
                        <a:gd name="connsiteY2" fmla="*/ 61436 h 376735"/>
                        <a:gd name="connsiteX3" fmla="*/ 36941 w 393842"/>
                        <a:gd name="connsiteY3" fmla="*/ 119539 h 376735"/>
                        <a:gd name="connsiteX4" fmla="*/ 23129 w 393842"/>
                        <a:gd name="connsiteY4" fmla="*/ 185166 h 376735"/>
                        <a:gd name="connsiteX5" fmla="*/ 32654 w 393842"/>
                        <a:gd name="connsiteY5" fmla="*/ 252508 h 376735"/>
                        <a:gd name="connsiteX6" fmla="*/ 68563 w 393842"/>
                        <a:gd name="connsiteY6" fmla="*/ 311849 h 376735"/>
                        <a:gd name="connsiteX7" fmla="*/ 126761 w 393842"/>
                        <a:gd name="connsiteY7" fmla="*/ 350520 h 376735"/>
                        <a:gd name="connsiteX8" fmla="*/ 195246 w 393842"/>
                        <a:gd name="connsiteY8" fmla="*/ 361283 h 376735"/>
                        <a:gd name="connsiteX9" fmla="*/ 315928 w 393842"/>
                        <a:gd name="connsiteY9" fmla="*/ 305848 h 376735"/>
                        <a:gd name="connsiteX10" fmla="*/ 364220 w 393842"/>
                        <a:gd name="connsiteY10" fmla="*/ 185166 h 376735"/>
                        <a:gd name="connsiteX11" fmla="*/ 318690 w 393842"/>
                        <a:gd name="connsiteY11" fmla="*/ 61722 h 376735"/>
                        <a:gd name="connsiteX12" fmla="*/ 264112 w 393842"/>
                        <a:gd name="connsiteY12" fmla="*/ 18955 h 376735"/>
                        <a:gd name="connsiteX13" fmla="*/ 195437 w 393842"/>
                        <a:gd name="connsiteY13" fmla="*/ 2762 h 376735"/>
                        <a:gd name="connsiteX14" fmla="*/ 195437 w 393842"/>
                        <a:gd name="connsiteY14" fmla="*/ 0 h 376735"/>
                        <a:gd name="connsiteX15" fmla="*/ 331739 w 393842"/>
                        <a:gd name="connsiteY15" fmla="*/ 48768 h 376735"/>
                        <a:gd name="connsiteX16" fmla="*/ 377364 w 393842"/>
                        <a:gd name="connsiteY16" fmla="*/ 109728 h 376735"/>
                        <a:gd name="connsiteX17" fmla="*/ 393842 w 393842"/>
                        <a:gd name="connsiteY17" fmla="*/ 185166 h 376735"/>
                        <a:gd name="connsiteX18" fmla="*/ 378412 w 393842"/>
                        <a:gd name="connsiteY18" fmla="*/ 260985 h 376735"/>
                        <a:gd name="connsiteX19" fmla="*/ 334502 w 393842"/>
                        <a:gd name="connsiteY19" fmla="*/ 324326 h 376735"/>
                        <a:gd name="connsiteX20" fmla="*/ 269922 w 393842"/>
                        <a:gd name="connsiteY20" fmla="*/ 365189 h 376735"/>
                        <a:gd name="connsiteX21" fmla="*/ 195341 w 393842"/>
                        <a:gd name="connsiteY21" fmla="*/ 376523 h 376735"/>
                        <a:gd name="connsiteX22" fmla="*/ 62277 w 393842"/>
                        <a:gd name="connsiteY22" fmla="*/ 318325 h 376735"/>
                        <a:gd name="connsiteX23" fmla="*/ 18557 w 393842"/>
                        <a:gd name="connsiteY23" fmla="*/ 258509 h 376735"/>
                        <a:gd name="connsiteX24" fmla="*/ 79 w 393842"/>
                        <a:gd name="connsiteY24" fmla="*/ 185261 h 376735"/>
                        <a:gd name="connsiteX25" fmla="*/ 14271 w 393842"/>
                        <a:gd name="connsiteY25" fmla="*/ 110300 h 376735"/>
                        <a:gd name="connsiteX26" fmla="*/ 59134 w 393842"/>
                        <a:gd name="connsiteY26" fmla="*/ 49149 h 376735"/>
                        <a:gd name="connsiteX27" fmla="*/ 195437 w 393842"/>
                        <a:gd name="connsiteY27" fmla="*/ 0 h 3767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</a:cxnLst>
                      <a:rect l="l" t="t" r="r" b="b"/>
                      <a:pathLst>
                        <a:path w="393842" h="376735">
                          <a:moveTo>
                            <a:pt x="195437" y="2762"/>
                          </a:moveTo>
                          <a:cubicBezTo>
                            <a:pt x="171529" y="2667"/>
                            <a:pt x="147716" y="8287"/>
                            <a:pt x="126476" y="18669"/>
                          </a:cubicBezTo>
                          <a:cubicBezTo>
                            <a:pt x="105140" y="28956"/>
                            <a:pt x="86661" y="44101"/>
                            <a:pt x="71707" y="61436"/>
                          </a:cubicBezTo>
                          <a:cubicBezTo>
                            <a:pt x="56657" y="78867"/>
                            <a:pt x="45227" y="98679"/>
                            <a:pt x="36941" y="119539"/>
                          </a:cubicBezTo>
                          <a:cubicBezTo>
                            <a:pt x="28654" y="140399"/>
                            <a:pt x="23987" y="162592"/>
                            <a:pt x="23129" y="185166"/>
                          </a:cubicBezTo>
                          <a:cubicBezTo>
                            <a:pt x="22272" y="207740"/>
                            <a:pt x="25225" y="230696"/>
                            <a:pt x="32654" y="252508"/>
                          </a:cubicBezTo>
                          <a:cubicBezTo>
                            <a:pt x="40084" y="274415"/>
                            <a:pt x="52371" y="294894"/>
                            <a:pt x="68563" y="311849"/>
                          </a:cubicBezTo>
                          <a:cubicBezTo>
                            <a:pt x="84851" y="328708"/>
                            <a:pt x="104949" y="342138"/>
                            <a:pt x="126761" y="350520"/>
                          </a:cubicBezTo>
                          <a:cubicBezTo>
                            <a:pt x="148574" y="359188"/>
                            <a:pt x="172196" y="362141"/>
                            <a:pt x="195246" y="361283"/>
                          </a:cubicBezTo>
                          <a:cubicBezTo>
                            <a:pt x="241538" y="358616"/>
                            <a:pt x="284972" y="338042"/>
                            <a:pt x="315928" y="305848"/>
                          </a:cubicBezTo>
                          <a:cubicBezTo>
                            <a:pt x="346884" y="273368"/>
                            <a:pt x="364124" y="229457"/>
                            <a:pt x="364220" y="185166"/>
                          </a:cubicBezTo>
                          <a:cubicBezTo>
                            <a:pt x="364791" y="140684"/>
                            <a:pt x="348027" y="96869"/>
                            <a:pt x="318690" y="61722"/>
                          </a:cubicBezTo>
                          <a:cubicBezTo>
                            <a:pt x="303736" y="44387"/>
                            <a:pt x="285353" y="29242"/>
                            <a:pt x="264112" y="18955"/>
                          </a:cubicBezTo>
                          <a:cubicBezTo>
                            <a:pt x="243062" y="8382"/>
                            <a:pt x="219249" y="3048"/>
                            <a:pt x="195437" y="2762"/>
                          </a:cubicBezTo>
                          <a:close/>
                          <a:moveTo>
                            <a:pt x="195437" y="0"/>
                          </a:moveTo>
                          <a:cubicBezTo>
                            <a:pt x="243633" y="0"/>
                            <a:pt x="293163" y="15526"/>
                            <a:pt x="331739" y="48768"/>
                          </a:cubicBezTo>
                          <a:cubicBezTo>
                            <a:pt x="350884" y="65246"/>
                            <a:pt x="366982" y="86106"/>
                            <a:pt x="377364" y="109728"/>
                          </a:cubicBezTo>
                          <a:cubicBezTo>
                            <a:pt x="388127" y="133255"/>
                            <a:pt x="393271" y="159258"/>
                            <a:pt x="393842" y="185166"/>
                          </a:cubicBezTo>
                          <a:cubicBezTo>
                            <a:pt x="393842" y="211074"/>
                            <a:pt x="388794" y="237173"/>
                            <a:pt x="378412" y="260985"/>
                          </a:cubicBezTo>
                          <a:cubicBezTo>
                            <a:pt x="368125" y="284798"/>
                            <a:pt x="353075" y="306515"/>
                            <a:pt x="334502" y="324326"/>
                          </a:cubicBezTo>
                          <a:cubicBezTo>
                            <a:pt x="315928" y="342138"/>
                            <a:pt x="293830" y="356235"/>
                            <a:pt x="269922" y="365189"/>
                          </a:cubicBezTo>
                          <a:cubicBezTo>
                            <a:pt x="246014" y="374237"/>
                            <a:pt x="220392" y="377666"/>
                            <a:pt x="195341" y="376523"/>
                          </a:cubicBezTo>
                          <a:cubicBezTo>
                            <a:pt x="145145" y="374142"/>
                            <a:pt x="97710" y="352425"/>
                            <a:pt x="62277" y="318325"/>
                          </a:cubicBezTo>
                          <a:cubicBezTo>
                            <a:pt x="44465" y="301276"/>
                            <a:pt x="29606" y="281083"/>
                            <a:pt x="18557" y="258509"/>
                          </a:cubicBezTo>
                          <a:cubicBezTo>
                            <a:pt x="7604" y="235934"/>
                            <a:pt x="1031" y="210884"/>
                            <a:pt x="79" y="185261"/>
                          </a:cubicBezTo>
                          <a:cubicBezTo>
                            <a:pt x="-683" y="159734"/>
                            <a:pt x="4079" y="133826"/>
                            <a:pt x="14271" y="110300"/>
                          </a:cubicBezTo>
                          <a:cubicBezTo>
                            <a:pt x="24463" y="86678"/>
                            <a:pt x="40179" y="65818"/>
                            <a:pt x="59134" y="49149"/>
                          </a:cubicBezTo>
                          <a:cubicBezTo>
                            <a:pt x="97805" y="15716"/>
                            <a:pt x="147240" y="286"/>
                            <a:pt x="195437" y="0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8" name="任意多边形 147" descr="23e1e295-b856-48a6-aa64-6488f86171c1"/>
                    <p:cNvSpPr/>
                    <p:nvPr/>
                  </p:nvSpPr>
                  <p:spPr>
                    <a:xfrm>
                      <a:off x="5134186" y="3520502"/>
                      <a:ext cx="214214" cy="197200"/>
                    </a:xfrm>
                    <a:custGeom>
                      <a:avLst/>
                      <a:gdLst>
                        <a:gd name="connsiteX0" fmla="*/ 105612 w 214214"/>
                        <a:gd name="connsiteY0" fmla="*/ 197200 h 197200"/>
                        <a:gd name="connsiteX1" fmla="*/ 32936 w 214214"/>
                        <a:gd name="connsiteY1" fmla="*/ 174530 h 197200"/>
                        <a:gd name="connsiteX2" fmla="*/ 7504 w 214214"/>
                        <a:gd name="connsiteY2" fmla="*/ 142527 h 197200"/>
                        <a:gd name="connsiteX3" fmla="*/ 170 w 214214"/>
                        <a:gd name="connsiteY3" fmla="*/ 101855 h 197200"/>
                        <a:gd name="connsiteX4" fmla="*/ 35984 w 214214"/>
                        <a:gd name="connsiteY4" fmla="*/ 32322 h 197200"/>
                        <a:gd name="connsiteX5" fmla="*/ 105516 w 214214"/>
                        <a:gd name="connsiteY5" fmla="*/ 413 h 197200"/>
                        <a:gd name="connsiteX6" fmla="*/ 145712 w 214214"/>
                        <a:gd name="connsiteY6" fmla="*/ 4890 h 197200"/>
                        <a:gd name="connsiteX7" fmla="*/ 181145 w 214214"/>
                        <a:gd name="connsiteY7" fmla="*/ 26226 h 197200"/>
                        <a:gd name="connsiteX8" fmla="*/ 214197 w 214214"/>
                        <a:gd name="connsiteY8" fmla="*/ 101855 h 197200"/>
                        <a:gd name="connsiteX9" fmla="*/ 204672 w 214214"/>
                        <a:gd name="connsiteY9" fmla="*/ 142908 h 197200"/>
                        <a:gd name="connsiteX10" fmla="*/ 178478 w 214214"/>
                        <a:gd name="connsiteY10" fmla="*/ 174721 h 197200"/>
                        <a:gd name="connsiteX11" fmla="*/ 105612 w 214214"/>
                        <a:gd name="connsiteY11" fmla="*/ 197200 h 197200"/>
                        <a:gd name="connsiteX12" fmla="*/ 105612 w 214214"/>
                        <a:gd name="connsiteY12" fmla="*/ 194438 h 197200"/>
                        <a:gd name="connsiteX13" fmla="*/ 140092 w 214214"/>
                        <a:gd name="connsiteY13" fmla="*/ 185199 h 197200"/>
                        <a:gd name="connsiteX14" fmla="*/ 165524 w 214214"/>
                        <a:gd name="connsiteY14" fmla="*/ 161862 h 197200"/>
                        <a:gd name="connsiteX15" fmla="*/ 180002 w 214214"/>
                        <a:gd name="connsiteY15" fmla="*/ 132716 h 197200"/>
                        <a:gd name="connsiteX16" fmla="*/ 184764 w 214214"/>
                        <a:gd name="connsiteY16" fmla="*/ 101855 h 197200"/>
                        <a:gd name="connsiteX17" fmla="*/ 162762 w 214214"/>
                        <a:gd name="connsiteY17" fmla="*/ 44705 h 197200"/>
                        <a:gd name="connsiteX18" fmla="*/ 105612 w 214214"/>
                        <a:gd name="connsiteY18" fmla="*/ 15558 h 197200"/>
                        <a:gd name="connsiteX19" fmla="*/ 42366 w 214214"/>
                        <a:gd name="connsiteY19" fmla="*/ 38704 h 197200"/>
                        <a:gd name="connsiteX20" fmla="*/ 25887 w 214214"/>
                        <a:gd name="connsiteY20" fmla="*/ 68994 h 197200"/>
                        <a:gd name="connsiteX21" fmla="*/ 23220 w 214214"/>
                        <a:gd name="connsiteY21" fmla="*/ 102045 h 197200"/>
                        <a:gd name="connsiteX22" fmla="*/ 45413 w 214214"/>
                        <a:gd name="connsiteY22" fmla="*/ 162243 h 197200"/>
                        <a:gd name="connsiteX23" fmla="*/ 71036 w 214214"/>
                        <a:gd name="connsiteY23" fmla="*/ 185580 h 197200"/>
                        <a:gd name="connsiteX24" fmla="*/ 105612 w 214214"/>
                        <a:gd name="connsiteY24" fmla="*/ 194438 h 19720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</a:cxnLst>
                      <a:rect l="l" t="t" r="r" b="b"/>
                      <a:pathLst>
                        <a:path w="214214" h="197200">
                          <a:moveTo>
                            <a:pt x="105612" y="197200"/>
                          </a:moveTo>
                          <a:cubicBezTo>
                            <a:pt x="81037" y="196819"/>
                            <a:pt x="54843" y="191104"/>
                            <a:pt x="32936" y="174530"/>
                          </a:cubicBezTo>
                          <a:cubicBezTo>
                            <a:pt x="22268" y="166244"/>
                            <a:pt x="13124" y="155290"/>
                            <a:pt x="7504" y="142527"/>
                          </a:cubicBezTo>
                          <a:cubicBezTo>
                            <a:pt x="1694" y="129858"/>
                            <a:pt x="-687" y="115666"/>
                            <a:pt x="170" y="101855"/>
                          </a:cubicBezTo>
                          <a:cubicBezTo>
                            <a:pt x="1980" y="73851"/>
                            <a:pt x="17410" y="49563"/>
                            <a:pt x="35984" y="32322"/>
                          </a:cubicBezTo>
                          <a:cubicBezTo>
                            <a:pt x="54748" y="14796"/>
                            <a:pt x="78942" y="3080"/>
                            <a:pt x="105516" y="413"/>
                          </a:cubicBezTo>
                          <a:cubicBezTo>
                            <a:pt x="118756" y="-729"/>
                            <a:pt x="132663" y="413"/>
                            <a:pt x="145712" y="4890"/>
                          </a:cubicBezTo>
                          <a:cubicBezTo>
                            <a:pt x="158761" y="9272"/>
                            <a:pt x="170953" y="16701"/>
                            <a:pt x="181145" y="26226"/>
                          </a:cubicBezTo>
                          <a:cubicBezTo>
                            <a:pt x="201719" y="45086"/>
                            <a:pt x="214768" y="73280"/>
                            <a:pt x="214197" y="101855"/>
                          </a:cubicBezTo>
                          <a:cubicBezTo>
                            <a:pt x="213911" y="116047"/>
                            <a:pt x="210768" y="130239"/>
                            <a:pt x="204672" y="142908"/>
                          </a:cubicBezTo>
                          <a:cubicBezTo>
                            <a:pt x="198576" y="155576"/>
                            <a:pt x="189241" y="166530"/>
                            <a:pt x="178478" y="174721"/>
                          </a:cubicBezTo>
                          <a:cubicBezTo>
                            <a:pt x="156380" y="191295"/>
                            <a:pt x="130281" y="197200"/>
                            <a:pt x="105612" y="197200"/>
                          </a:cubicBezTo>
                          <a:close/>
                          <a:moveTo>
                            <a:pt x="105612" y="194438"/>
                          </a:moveTo>
                          <a:cubicBezTo>
                            <a:pt x="117708" y="194343"/>
                            <a:pt x="129805" y="191199"/>
                            <a:pt x="140092" y="185199"/>
                          </a:cubicBezTo>
                          <a:cubicBezTo>
                            <a:pt x="150474" y="179388"/>
                            <a:pt x="158952" y="170911"/>
                            <a:pt x="165524" y="161862"/>
                          </a:cubicBezTo>
                          <a:cubicBezTo>
                            <a:pt x="172096" y="152718"/>
                            <a:pt x="176668" y="142812"/>
                            <a:pt x="180002" y="132716"/>
                          </a:cubicBezTo>
                          <a:cubicBezTo>
                            <a:pt x="183336" y="122715"/>
                            <a:pt x="184955" y="112332"/>
                            <a:pt x="184764" y="101855"/>
                          </a:cubicBezTo>
                          <a:cubicBezTo>
                            <a:pt x="184383" y="81186"/>
                            <a:pt x="177144" y="60516"/>
                            <a:pt x="162762" y="44705"/>
                          </a:cubicBezTo>
                          <a:cubicBezTo>
                            <a:pt x="148379" y="29179"/>
                            <a:pt x="128281" y="18225"/>
                            <a:pt x="105612" y="15558"/>
                          </a:cubicBezTo>
                          <a:cubicBezTo>
                            <a:pt x="82942" y="12796"/>
                            <a:pt x="58272" y="21273"/>
                            <a:pt x="42366" y="38704"/>
                          </a:cubicBezTo>
                          <a:cubicBezTo>
                            <a:pt x="34460" y="47372"/>
                            <a:pt x="28840" y="57945"/>
                            <a:pt x="25887" y="68994"/>
                          </a:cubicBezTo>
                          <a:cubicBezTo>
                            <a:pt x="22934" y="80043"/>
                            <a:pt x="22268" y="91187"/>
                            <a:pt x="23220" y="102045"/>
                          </a:cubicBezTo>
                          <a:cubicBezTo>
                            <a:pt x="25221" y="123667"/>
                            <a:pt x="32364" y="143765"/>
                            <a:pt x="45413" y="162243"/>
                          </a:cubicBezTo>
                          <a:cubicBezTo>
                            <a:pt x="52081" y="171292"/>
                            <a:pt x="60558" y="179769"/>
                            <a:pt x="71036" y="185580"/>
                          </a:cubicBezTo>
                          <a:cubicBezTo>
                            <a:pt x="81323" y="191390"/>
                            <a:pt x="93515" y="194533"/>
                            <a:pt x="105612" y="194438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144" name="任意多边形 143" descr="f5c53715-4527-468e-804b-8244fb0fe2f3"/>
                <p:cNvSpPr/>
                <p:nvPr/>
              </p:nvSpPr>
              <p:spPr>
                <a:xfrm>
                  <a:off x="5103776" y="3489842"/>
                  <a:ext cx="270659" cy="261959"/>
                </a:xfrm>
                <a:custGeom>
                  <a:avLst/>
                  <a:gdLst>
                    <a:gd name="connsiteX0" fmla="*/ 136021 w 270659"/>
                    <a:gd name="connsiteY0" fmla="*/ 261959 h 261959"/>
                    <a:gd name="connsiteX1" fmla="*/ 41819 w 270659"/>
                    <a:gd name="connsiteY1" fmla="*/ 226812 h 261959"/>
                    <a:gd name="connsiteX2" fmla="*/ 4 w 270659"/>
                    <a:gd name="connsiteY2" fmla="*/ 132610 h 261959"/>
                    <a:gd name="connsiteX3" fmla="*/ 40485 w 270659"/>
                    <a:gd name="connsiteY3" fmla="*/ 36979 h 261959"/>
                    <a:gd name="connsiteX4" fmla="*/ 136116 w 270659"/>
                    <a:gd name="connsiteY4" fmla="*/ 117 h 261959"/>
                    <a:gd name="connsiteX5" fmla="*/ 228699 w 270659"/>
                    <a:gd name="connsiteY5" fmla="*/ 40027 h 261959"/>
                    <a:gd name="connsiteX6" fmla="*/ 258608 w 270659"/>
                    <a:gd name="connsiteY6" fmla="*/ 81937 h 261959"/>
                    <a:gd name="connsiteX7" fmla="*/ 270609 w 270659"/>
                    <a:gd name="connsiteY7" fmla="*/ 132705 h 261959"/>
                    <a:gd name="connsiteX8" fmla="*/ 230223 w 270659"/>
                    <a:gd name="connsiteY8" fmla="*/ 226812 h 261959"/>
                    <a:gd name="connsiteX9" fmla="*/ 136021 w 270659"/>
                    <a:gd name="connsiteY9" fmla="*/ 261959 h 261959"/>
                    <a:gd name="connsiteX10" fmla="*/ 136021 w 270659"/>
                    <a:gd name="connsiteY10" fmla="*/ 260626 h 261959"/>
                    <a:gd name="connsiteX11" fmla="*/ 224032 w 270659"/>
                    <a:gd name="connsiteY11" fmla="*/ 220525 h 261959"/>
                    <a:gd name="connsiteX12" fmla="*/ 259084 w 270659"/>
                    <a:gd name="connsiteY12" fmla="*/ 132515 h 261959"/>
                    <a:gd name="connsiteX13" fmla="*/ 225556 w 270659"/>
                    <a:gd name="connsiteY13" fmla="*/ 43075 h 261959"/>
                    <a:gd name="connsiteX14" fmla="*/ 136116 w 270659"/>
                    <a:gd name="connsiteY14" fmla="*/ 7546 h 261959"/>
                    <a:gd name="connsiteX15" fmla="*/ 49724 w 270659"/>
                    <a:gd name="connsiteY15" fmla="*/ 46027 h 261959"/>
                    <a:gd name="connsiteX16" fmla="*/ 14768 w 270659"/>
                    <a:gd name="connsiteY16" fmla="*/ 132419 h 261959"/>
                    <a:gd name="connsiteX17" fmla="*/ 48296 w 270659"/>
                    <a:gd name="connsiteY17" fmla="*/ 220240 h 261959"/>
                    <a:gd name="connsiteX18" fmla="*/ 136021 w 270659"/>
                    <a:gd name="connsiteY18" fmla="*/ 260626 h 2619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270659" h="261959">
                      <a:moveTo>
                        <a:pt x="136021" y="261959"/>
                      </a:moveTo>
                      <a:cubicBezTo>
                        <a:pt x="102303" y="261959"/>
                        <a:pt x="67822" y="250339"/>
                        <a:pt x="41819" y="226812"/>
                      </a:cubicBezTo>
                      <a:cubicBezTo>
                        <a:pt x="15434" y="203666"/>
                        <a:pt x="99" y="168233"/>
                        <a:pt x="4" y="132610"/>
                      </a:cubicBezTo>
                      <a:cubicBezTo>
                        <a:pt x="-282" y="96891"/>
                        <a:pt x="14958" y="61553"/>
                        <a:pt x="40485" y="36979"/>
                      </a:cubicBezTo>
                      <a:cubicBezTo>
                        <a:pt x="65726" y="12023"/>
                        <a:pt x="101445" y="-1407"/>
                        <a:pt x="136116" y="117"/>
                      </a:cubicBezTo>
                      <a:cubicBezTo>
                        <a:pt x="170882" y="1260"/>
                        <a:pt x="204220" y="16024"/>
                        <a:pt x="228699" y="40027"/>
                      </a:cubicBezTo>
                      <a:cubicBezTo>
                        <a:pt x="240986" y="52028"/>
                        <a:pt x="251274" y="66125"/>
                        <a:pt x="258608" y="81937"/>
                      </a:cubicBezTo>
                      <a:cubicBezTo>
                        <a:pt x="265847" y="97748"/>
                        <a:pt x="270038" y="115084"/>
                        <a:pt x="270609" y="132705"/>
                      </a:cubicBezTo>
                      <a:cubicBezTo>
                        <a:pt x="271657" y="167948"/>
                        <a:pt x="256417" y="203666"/>
                        <a:pt x="230223" y="226812"/>
                      </a:cubicBezTo>
                      <a:cubicBezTo>
                        <a:pt x="204220" y="250339"/>
                        <a:pt x="169739" y="261864"/>
                        <a:pt x="136021" y="261959"/>
                      </a:cubicBezTo>
                      <a:close/>
                      <a:moveTo>
                        <a:pt x="136021" y="260626"/>
                      </a:moveTo>
                      <a:cubicBezTo>
                        <a:pt x="169835" y="261007"/>
                        <a:pt x="202315" y="244814"/>
                        <a:pt x="224032" y="220525"/>
                      </a:cubicBezTo>
                      <a:cubicBezTo>
                        <a:pt x="245749" y="196141"/>
                        <a:pt x="258227" y="164804"/>
                        <a:pt x="259084" y="132515"/>
                      </a:cubicBezTo>
                      <a:cubicBezTo>
                        <a:pt x="260227" y="100415"/>
                        <a:pt x="248797" y="66887"/>
                        <a:pt x="225556" y="43075"/>
                      </a:cubicBezTo>
                      <a:cubicBezTo>
                        <a:pt x="202410" y="19167"/>
                        <a:pt x="168882" y="6213"/>
                        <a:pt x="136116" y="7546"/>
                      </a:cubicBezTo>
                      <a:cubicBezTo>
                        <a:pt x="103350" y="8785"/>
                        <a:pt x="72013" y="23072"/>
                        <a:pt x="49724" y="46027"/>
                      </a:cubicBezTo>
                      <a:cubicBezTo>
                        <a:pt x="27341" y="68983"/>
                        <a:pt x="14863" y="100701"/>
                        <a:pt x="14768" y="132419"/>
                      </a:cubicBezTo>
                      <a:cubicBezTo>
                        <a:pt x="14387" y="164328"/>
                        <a:pt x="26769" y="195856"/>
                        <a:pt x="48296" y="220240"/>
                      </a:cubicBezTo>
                      <a:cubicBezTo>
                        <a:pt x="69727" y="244719"/>
                        <a:pt x="102207" y="260816"/>
                        <a:pt x="136021" y="260626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6" name="组合 135" descr="b085d0a0-657b-408a-b1e1-6cc7e8955cb7"/>
              <p:cNvGrpSpPr/>
              <p:nvPr/>
            </p:nvGrpSpPr>
            <p:grpSpPr>
              <a:xfrm flipH="1">
                <a:off x="3611702" y="5375168"/>
                <a:ext cx="201429" cy="192656"/>
                <a:chOff x="5902957" y="3428237"/>
                <a:chExt cx="201429" cy="192656"/>
              </a:xfrm>
            </p:grpSpPr>
            <p:grpSp>
              <p:nvGrpSpPr>
                <p:cNvPr id="137" name="组合 136" descr="8ce359d4-2464-4396-986e-2d8b956ac213"/>
                <p:cNvGrpSpPr/>
                <p:nvPr/>
              </p:nvGrpSpPr>
              <p:grpSpPr>
                <a:xfrm>
                  <a:off x="5902957" y="3428237"/>
                  <a:ext cx="201429" cy="192656"/>
                  <a:chOff x="5902957" y="3428237"/>
                  <a:chExt cx="201429" cy="192656"/>
                </a:xfrm>
              </p:grpSpPr>
              <p:sp>
                <p:nvSpPr>
                  <p:cNvPr id="139" name="任意多边形 138" descr="4f6ab1e6-9e29-4c41-b96a-dafa4adcd93a"/>
                  <p:cNvSpPr/>
                  <p:nvPr/>
                </p:nvSpPr>
                <p:spPr>
                  <a:xfrm>
                    <a:off x="5909024" y="3428999"/>
                    <a:ext cx="187833" cy="187833"/>
                  </a:xfrm>
                  <a:custGeom>
                    <a:avLst/>
                    <a:gdLst>
                      <a:gd name="connsiteX0" fmla="*/ 93917 w 187833"/>
                      <a:gd name="connsiteY0" fmla="*/ 0 h 187833"/>
                      <a:gd name="connsiteX1" fmla="*/ 0 w 187833"/>
                      <a:gd name="connsiteY1" fmla="*/ 93917 h 187833"/>
                      <a:gd name="connsiteX2" fmla="*/ 93917 w 187833"/>
                      <a:gd name="connsiteY2" fmla="*/ 187833 h 187833"/>
                      <a:gd name="connsiteX3" fmla="*/ 187833 w 187833"/>
                      <a:gd name="connsiteY3" fmla="*/ 93917 h 187833"/>
                      <a:gd name="connsiteX4" fmla="*/ 93917 w 187833"/>
                      <a:gd name="connsiteY4" fmla="*/ 0 h 187833"/>
                      <a:gd name="connsiteX5" fmla="*/ 93917 w 187833"/>
                      <a:gd name="connsiteY5" fmla="*/ 141922 h 187833"/>
                      <a:gd name="connsiteX6" fmla="*/ 45911 w 187833"/>
                      <a:gd name="connsiteY6" fmla="*/ 93917 h 187833"/>
                      <a:gd name="connsiteX7" fmla="*/ 93917 w 187833"/>
                      <a:gd name="connsiteY7" fmla="*/ 45911 h 187833"/>
                      <a:gd name="connsiteX8" fmla="*/ 141922 w 187833"/>
                      <a:gd name="connsiteY8" fmla="*/ 93917 h 187833"/>
                      <a:gd name="connsiteX9" fmla="*/ 93917 w 187833"/>
                      <a:gd name="connsiteY9" fmla="*/ 141922 h 1878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187833" h="187833">
                        <a:moveTo>
                          <a:pt x="93917" y="0"/>
                        </a:moveTo>
                        <a:cubicBezTo>
                          <a:pt x="42005" y="0"/>
                          <a:pt x="0" y="42100"/>
                          <a:pt x="0" y="93917"/>
                        </a:cubicBezTo>
                        <a:cubicBezTo>
                          <a:pt x="0" y="145733"/>
                          <a:pt x="42005" y="187833"/>
                          <a:pt x="93917" y="187833"/>
                        </a:cubicBezTo>
                        <a:cubicBezTo>
                          <a:pt x="145828" y="187833"/>
                          <a:pt x="187833" y="145733"/>
                          <a:pt x="187833" y="93917"/>
                        </a:cubicBezTo>
                        <a:cubicBezTo>
                          <a:pt x="187833" y="42100"/>
                          <a:pt x="145733" y="0"/>
                          <a:pt x="93917" y="0"/>
                        </a:cubicBezTo>
                        <a:close/>
                        <a:moveTo>
                          <a:pt x="93917" y="141922"/>
                        </a:moveTo>
                        <a:cubicBezTo>
                          <a:pt x="67437" y="141922"/>
                          <a:pt x="45911" y="120396"/>
                          <a:pt x="45911" y="93917"/>
                        </a:cubicBezTo>
                        <a:cubicBezTo>
                          <a:pt x="45911" y="67437"/>
                          <a:pt x="67437" y="45911"/>
                          <a:pt x="93917" y="45911"/>
                        </a:cubicBezTo>
                        <a:cubicBezTo>
                          <a:pt x="120396" y="45911"/>
                          <a:pt x="141922" y="67437"/>
                          <a:pt x="141922" y="93917"/>
                        </a:cubicBezTo>
                        <a:cubicBezTo>
                          <a:pt x="141922" y="120396"/>
                          <a:pt x="120396" y="141922"/>
                          <a:pt x="93917" y="141922"/>
                        </a:cubicBezTo>
                        <a:close/>
                      </a:path>
                    </a:pathLst>
                  </a:custGeom>
                  <a:solidFill>
                    <a:srgbClr val="CF5144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40" name="组合 139" descr="2c5563c0-f7b2-4880-bd96-c050eca5e1a0"/>
                  <p:cNvGrpSpPr/>
                  <p:nvPr/>
                </p:nvGrpSpPr>
                <p:grpSpPr>
                  <a:xfrm>
                    <a:off x="5902957" y="3428237"/>
                    <a:ext cx="201429" cy="192656"/>
                    <a:chOff x="5902957" y="3428237"/>
                    <a:chExt cx="201429" cy="192656"/>
                  </a:xfrm>
                  <a:solidFill>
                    <a:srgbClr val="333333"/>
                  </a:solidFill>
                </p:grpSpPr>
                <p:sp>
                  <p:nvSpPr>
                    <p:cNvPr id="141" name="任意多边形 140" descr="cf00ca27-acfc-4396-bf75-c88c9a6b3755"/>
                    <p:cNvSpPr/>
                    <p:nvPr/>
                  </p:nvSpPr>
                  <p:spPr>
                    <a:xfrm>
                      <a:off x="5902957" y="3428237"/>
                      <a:ext cx="201429" cy="192656"/>
                    </a:xfrm>
                    <a:custGeom>
                      <a:avLst/>
                      <a:gdLst>
                        <a:gd name="connsiteX0" fmla="*/ 99983 w 201429"/>
                        <a:gd name="connsiteY0" fmla="*/ 1429 h 192656"/>
                        <a:gd name="connsiteX1" fmla="*/ 36737 w 201429"/>
                        <a:gd name="connsiteY1" fmla="*/ 31337 h 192656"/>
                        <a:gd name="connsiteX2" fmla="*/ 11972 w 201429"/>
                        <a:gd name="connsiteY2" fmla="*/ 94583 h 192656"/>
                        <a:gd name="connsiteX3" fmla="*/ 35213 w 201429"/>
                        <a:gd name="connsiteY3" fmla="*/ 159353 h 192656"/>
                        <a:gd name="connsiteX4" fmla="*/ 99983 w 201429"/>
                        <a:gd name="connsiteY4" fmla="*/ 184595 h 192656"/>
                        <a:gd name="connsiteX5" fmla="*/ 161705 w 201429"/>
                        <a:gd name="connsiteY5" fmla="*/ 156210 h 192656"/>
                        <a:gd name="connsiteX6" fmla="*/ 186375 w 201429"/>
                        <a:gd name="connsiteY6" fmla="*/ 94488 h 192656"/>
                        <a:gd name="connsiteX7" fmla="*/ 163134 w 201429"/>
                        <a:gd name="connsiteY7" fmla="*/ 31337 h 192656"/>
                        <a:gd name="connsiteX8" fmla="*/ 99983 w 201429"/>
                        <a:gd name="connsiteY8" fmla="*/ 1429 h 192656"/>
                        <a:gd name="connsiteX9" fmla="*/ 99983 w 201429"/>
                        <a:gd name="connsiteY9" fmla="*/ 0 h 192656"/>
                        <a:gd name="connsiteX10" fmla="*/ 169706 w 201429"/>
                        <a:gd name="connsiteY10" fmla="*/ 24955 h 192656"/>
                        <a:gd name="connsiteX11" fmla="*/ 201424 w 201429"/>
                        <a:gd name="connsiteY11" fmla="*/ 94679 h 192656"/>
                        <a:gd name="connsiteX12" fmla="*/ 171040 w 201429"/>
                        <a:gd name="connsiteY12" fmla="*/ 165830 h 192656"/>
                        <a:gd name="connsiteX13" fmla="*/ 99888 w 201429"/>
                        <a:gd name="connsiteY13" fmla="*/ 192500 h 192656"/>
                        <a:gd name="connsiteX14" fmla="*/ 31879 w 201429"/>
                        <a:gd name="connsiteY14" fmla="*/ 162782 h 192656"/>
                        <a:gd name="connsiteX15" fmla="*/ 9496 w 201429"/>
                        <a:gd name="connsiteY15" fmla="*/ 132207 h 192656"/>
                        <a:gd name="connsiteX16" fmla="*/ 66 w 201429"/>
                        <a:gd name="connsiteY16" fmla="*/ 94774 h 192656"/>
                        <a:gd name="connsiteX17" fmla="*/ 30356 w 201429"/>
                        <a:gd name="connsiteY17" fmla="*/ 25241 h 192656"/>
                        <a:gd name="connsiteX18" fmla="*/ 99983 w 201429"/>
                        <a:gd name="connsiteY18" fmla="*/ 0 h 19265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</a:cxnLst>
                      <a:rect l="l" t="t" r="r" b="b"/>
                      <a:pathLst>
                        <a:path w="201429" h="192656">
                          <a:moveTo>
                            <a:pt x="99983" y="1429"/>
                          </a:moveTo>
                          <a:cubicBezTo>
                            <a:pt x="75314" y="1143"/>
                            <a:pt x="51882" y="13525"/>
                            <a:pt x="36737" y="31337"/>
                          </a:cubicBezTo>
                          <a:cubicBezTo>
                            <a:pt x="21592" y="49340"/>
                            <a:pt x="12829" y="71533"/>
                            <a:pt x="11972" y="94583"/>
                          </a:cubicBezTo>
                          <a:cubicBezTo>
                            <a:pt x="10829" y="117538"/>
                            <a:pt x="18449" y="141923"/>
                            <a:pt x="35213" y="159353"/>
                          </a:cubicBezTo>
                          <a:cubicBezTo>
                            <a:pt x="51787" y="176879"/>
                            <a:pt x="76456" y="186023"/>
                            <a:pt x="99983" y="184595"/>
                          </a:cubicBezTo>
                          <a:cubicBezTo>
                            <a:pt x="123605" y="183261"/>
                            <a:pt x="145894" y="172784"/>
                            <a:pt x="161705" y="156210"/>
                          </a:cubicBezTo>
                          <a:cubicBezTo>
                            <a:pt x="177612" y="139637"/>
                            <a:pt x="186280" y="117062"/>
                            <a:pt x="186375" y="94488"/>
                          </a:cubicBezTo>
                          <a:cubicBezTo>
                            <a:pt x="186661" y="71723"/>
                            <a:pt x="178088" y="49340"/>
                            <a:pt x="163134" y="31337"/>
                          </a:cubicBezTo>
                          <a:cubicBezTo>
                            <a:pt x="148084" y="13621"/>
                            <a:pt x="124558" y="1238"/>
                            <a:pt x="99983" y="1429"/>
                          </a:cubicBezTo>
                          <a:close/>
                          <a:moveTo>
                            <a:pt x="99983" y="0"/>
                          </a:moveTo>
                          <a:cubicBezTo>
                            <a:pt x="124653" y="0"/>
                            <a:pt x="149989" y="7811"/>
                            <a:pt x="169706" y="24955"/>
                          </a:cubicBezTo>
                          <a:cubicBezTo>
                            <a:pt x="189709" y="41624"/>
                            <a:pt x="201329" y="68104"/>
                            <a:pt x="201424" y="94679"/>
                          </a:cubicBezTo>
                          <a:cubicBezTo>
                            <a:pt x="201710" y="121349"/>
                            <a:pt x="190090" y="147638"/>
                            <a:pt x="171040" y="165830"/>
                          </a:cubicBezTo>
                          <a:cubicBezTo>
                            <a:pt x="152180" y="184309"/>
                            <a:pt x="125510" y="194024"/>
                            <a:pt x="99888" y="192500"/>
                          </a:cubicBezTo>
                          <a:cubicBezTo>
                            <a:pt x="74170" y="191262"/>
                            <a:pt x="49977" y="180213"/>
                            <a:pt x="31879" y="162782"/>
                          </a:cubicBezTo>
                          <a:cubicBezTo>
                            <a:pt x="22831" y="154019"/>
                            <a:pt x="15115" y="143732"/>
                            <a:pt x="9496" y="132207"/>
                          </a:cubicBezTo>
                          <a:cubicBezTo>
                            <a:pt x="3971" y="120682"/>
                            <a:pt x="637" y="107823"/>
                            <a:pt x="66" y="94774"/>
                          </a:cubicBezTo>
                          <a:cubicBezTo>
                            <a:pt x="-982" y="68580"/>
                            <a:pt x="10543" y="41910"/>
                            <a:pt x="30356" y="25241"/>
                          </a:cubicBezTo>
                          <a:cubicBezTo>
                            <a:pt x="49977" y="7906"/>
                            <a:pt x="75409" y="191"/>
                            <a:pt x="99983" y="0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42" name="任意多边形 141" descr="53d667ca-7405-4719-b60f-e8cf135876bd"/>
                    <p:cNvSpPr/>
                    <p:nvPr/>
                  </p:nvSpPr>
                  <p:spPr>
                    <a:xfrm>
                      <a:off x="5948921" y="3470657"/>
                      <a:ext cx="109558" cy="100931"/>
                    </a:xfrm>
                    <a:custGeom>
                      <a:avLst/>
                      <a:gdLst>
                        <a:gd name="connsiteX0" fmla="*/ 54019 w 109558"/>
                        <a:gd name="connsiteY0" fmla="*/ 100932 h 100931"/>
                        <a:gd name="connsiteX1" fmla="*/ 16872 w 109558"/>
                        <a:gd name="connsiteY1" fmla="*/ 89311 h 100931"/>
                        <a:gd name="connsiteX2" fmla="*/ 108 w 109558"/>
                        <a:gd name="connsiteY2" fmla="*/ 52164 h 100931"/>
                        <a:gd name="connsiteX3" fmla="*/ 18396 w 109558"/>
                        <a:gd name="connsiteY3" fmla="*/ 16540 h 100931"/>
                        <a:gd name="connsiteX4" fmla="*/ 54019 w 109558"/>
                        <a:gd name="connsiteY4" fmla="*/ 252 h 100931"/>
                        <a:gd name="connsiteX5" fmla="*/ 92691 w 109558"/>
                        <a:gd name="connsiteY5" fmla="*/ 13492 h 100931"/>
                        <a:gd name="connsiteX6" fmla="*/ 109550 w 109558"/>
                        <a:gd name="connsiteY6" fmla="*/ 52164 h 100931"/>
                        <a:gd name="connsiteX7" fmla="*/ 91262 w 109558"/>
                        <a:gd name="connsiteY7" fmla="*/ 89406 h 100931"/>
                        <a:gd name="connsiteX8" fmla="*/ 54019 w 109558"/>
                        <a:gd name="connsiteY8" fmla="*/ 100932 h 100931"/>
                        <a:gd name="connsiteX9" fmla="*/ 54019 w 109558"/>
                        <a:gd name="connsiteY9" fmla="*/ 99503 h 100931"/>
                        <a:gd name="connsiteX10" fmla="*/ 84690 w 109558"/>
                        <a:gd name="connsiteY10" fmla="*/ 82834 h 100931"/>
                        <a:gd name="connsiteX11" fmla="*/ 94501 w 109558"/>
                        <a:gd name="connsiteY11" fmla="*/ 52164 h 100931"/>
                        <a:gd name="connsiteX12" fmla="*/ 83261 w 109558"/>
                        <a:gd name="connsiteY12" fmla="*/ 22922 h 100931"/>
                        <a:gd name="connsiteX13" fmla="*/ 54019 w 109558"/>
                        <a:gd name="connsiteY13" fmla="*/ 8063 h 100931"/>
                        <a:gd name="connsiteX14" fmla="*/ 21634 w 109558"/>
                        <a:gd name="connsiteY14" fmla="*/ 19874 h 100931"/>
                        <a:gd name="connsiteX15" fmla="*/ 11823 w 109558"/>
                        <a:gd name="connsiteY15" fmla="*/ 52259 h 100931"/>
                        <a:gd name="connsiteX16" fmla="*/ 23158 w 109558"/>
                        <a:gd name="connsiteY16" fmla="*/ 83025 h 100931"/>
                        <a:gd name="connsiteX17" fmla="*/ 54019 w 109558"/>
                        <a:gd name="connsiteY17" fmla="*/ 99503 h 10093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</a:cxnLst>
                      <a:rect l="l" t="t" r="r" b="b"/>
                      <a:pathLst>
                        <a:path w="109558" h="100931">
                          <a:moveTo>
                            <a:pt x="54019" y="100932"/>
                          </a:moveTo>
                          <a:cubicBezTo>
                            <a:pt x="41446" y="100741"/>
                            <a:pt x="28111" y="97788"/>
                            <a:pt x="16872" y="89311"/>
                          </a:cubicBezTo>
                          <a:cubicBezTo>
                            <a:pt x="5727" y="80929"/>
                            <a:pt x="-940" y="66356"/>
                            <a:pt x="108" y="52164"/>
                          </a:cubicBezTo>
                          <a:cubicBezTo>
                            <a:pt x="965" y="37876"/>
                            <a:pt x="8871" y="25398"/>
                            <a:pt x="18396" y="16540"/>
                          </a:cubicBezTo>
                          <a:cubicBezTo>
                            <a:pt x="28016" y="7682"/>
                            <a:pt x="40303" y="1491"/>
                            <a:pt x="54019" y="252"/>
                          </a:cubicBezTo>
                          <a:cubicBezTo>
                            <a:pt x="67545" y="-1176"/>
                            <a:pt x="82309" y="3491"/>
                            <a:pt x="92691" y="13492"/>
                          </a:cubicBezTo>
                          <a:cubicBezTo>
                            <a:pt x="103168" y="23208"/>
                            <a:pt x="109836" y="37495"/>
                            <a:pt x="109550" y="52164"/>
                          </a:cubicBezTo>
                          <a:cubicBezTo>
                            <a:pt x="109360" y="66642"/>
                            <a:pt x="102692" y="81215"/>
                            <a:pt x="91262" y="89406"/>
                          </a:cubicBezTo>
                          <a:cubicBezTo>
                            <a:pt x="80022" y="97979"/>
                            <a:pt x="66592" y="100932"/>
                            <a:pt x="54019" y="100932"/>
                          </a:cubicBezTo>
                          <a:close/>
                          <a:moveTo>
                            <a:pt x="54019" y="99503"/>
                          </a:moveTo>
                          <a:cubicBezTo>
                            <a:pt x="66592" y="99598"/>
                            <a:pt x="78213" y="92264"/>
                            <a:pt x="84690" y="82834"/>
                          </a:cubicBezTo>
                          <a:cubicBezTo>
                            <a:pt x="91167" y="73309"/>
                            <a:pt x="94786" y="62832"/>
                            <a:pt x="94501" y="52164"/>
                          </a:cubicBezTo>
                          <a:cubicBezTo>
                            <a:pt x="94310" y="41591"/>
                            <a:pt x="90595" y="30923"/>
                            <a:pt x="83261" y="22922"/>
                          </a:cubicBezTo>
                          <a:cubicBezTo>
                            <a:pt x="75831" y="15016"/>
                            <a:pt x="65640" y="9396"/>
                            <a:pt x="54019" y="8063"/>
                          </a:cubicBezTo>
                          <a:cubicBezTo>
                            <a:pt x="42494" y="6729"/>
                            <a:pt x="29826" y="10920"/>
                            <a:pt x="21634" y="19874"/>
                          </a:cubicBezTo>
                          <a:cubicBezTo>
                            <a:pt x="13347" y="28827"/>
                            <a:pt x="10871" y="41305"/>
                            <a:pt x="11823" y="52259"/>
                          </a:cubicBezTo>
                          <a:cubicBezTo>
                            <a:pt x="12776" y="63308"/>
                            <a:pt x="16491" y="73595"/>
                            <a:pt x="23158" y="83025"/>
                          </a:cubicBezTo>
                          <a:cubicBezTo>
                            <a:pt x="29730" y="92454"/>
                            <a:pt x="41446" y="99789"/>
                            <a:pt x="54019" y="99503"/>
                          </a:cubicBezTo>
                          <a:close/>
                        </a:path>
                      </a:pathLst>
                    </a:custGeom>
                    <a:solidFill>
                      <a:srgbClr val="333333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138" name="任意多边形 137" descr="1ceb802d-9bb7-4e03-93ff-d0b26c7ec593"/>
                <p:cNvSpPr/>
                <p:nvPr/>
              </p:nvSpPr>
              <p:spPr>
                <a:xfrm>
                  <a:off x="5933309" y="3455040"/>
                  <a:ext cx="138327" cy="133978"/>
                </a:xfrm>
                <a:custGeom>
                  <a:avLst/>
                  <a:gdLst>
                    <a:gd name="connsiteX0" fmla="*/ 69631 w 138327"/>
                    <a:gd name="connsiteY0" fmla="*/ 133979 h 133978"/>
                    <a:gd name="connsiteX1" fmla="*/ 21435 w 138327"/>
                    <a:gd name="connsiteY1" fmla="*/ 115977 h 133978"/>
                    <a:gd name="connsiteX2" fmla="*/ 3 w 138327"/>
                    <a:gd name="connsiteY2" fmla="*/ 67780 h 133978"/>
                    <a:gd name="connsiteX3" fmla="*/ 20673 w 138327"/>
                    <a:gd name="connsiteY3" fmla="*/ 18917 h 133978"/>
                    <a:gd name="connsiteX4" fmla="*/ 69536 w 138327"/>
                    <a:gd name="connsiteY4" fmla="*/ 57 h 133978"/>
                    <a:gd name="connsiteX5" fmla="*/ 116970 w 138327"/>
                    <a:gd name="connsiteY5" fmla="*/ 20441 h 133978"/>
                    <a:gd name="connsiteX6" fmla="*/ 138306 w 138327"/>
                    <a:gd name="connsiteY6" fmla="*/ 67875 h 133978"/>
                    <a:gd name="connsiteX7" fmla="*/ 117637 w 138327"/>
                    <a:gd name="connsiteY7" fmla="*/ 115977 h 133978"/>
                    <a:gd name="connsiteX8" fmla="*/ 69631 w 138327"/>
                    <a:gd name="connsiteY8" fmla="*/ 133979 h 133978"/>
                    <a:gd name="connsiteX9" fmla="*/ 69631 w 138327"/>
                    <a:gd name="connsiteY9" fmla="*/ 133312 h 133978"/>
                    <a:gd name="connsiteX10" fmla="*/ 114589 w 138327"/>
                    <a:gd name="connsiteY10" fmla="*/ 112833 h 133978"/>
                    <a:gd name="connsiteX11" fmla="*/ 132496 w 138327"/>
                    <a:gd name="connsiteY11" fmla="*/ 67875 h 133978"/>
                    <a:gd name="connsiteX12" fmla="*/ 115256 w 138327"/>
                    <a:gd name="connsiteY12" fmla="*/ 22155 h 133978"/>
                    <a:gd name="connsiteX13" fmla="*/ 69536 w 138327"/>
                    <a:gd name="connsiteY13" fmla="*/ 3963 h 133978"/>
                    <a:gd name="connsiteX14" fmla="*/ 25340 w 138327"/>
                    <a:gd name="connsiteY14" fmla="*/ 23679 h 133978"/>
                    <a:gd name="connsiteX15" fmla="*/ 7433 w 138327"/>
                    <a:gd name="connsiteY15" fmla="*/ 67875 h 133978"/>
                    <a:gd name="connsiteX16" fmla="*/ 24578 w 138327"/>
                    <a:gd name="connsiteY16" fmla="*/ 112738 h 133978"/>
                    <a:gd name="connsiteX17" fmla="*/ 69631 w 138327"/>
                    <a:gd name="connsiteY17" fmla="*/ 133312 h 133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38327" h="133978">
                      <a:moveTo>
                        <a:pt x="69631" y="133979"/>
                      </a:moveTo>
                      <a:cubicBezTo>
                        <a:pt x="52391" y="133979"/>
                        <a:pt x="34770" y="128073"/>
                        <a:pt x="21435" y="115977"/>
                      </a:cubicBezTo>
                      <a:cubicBezTo>
                        <a:pt x="8004" y="104070"/>
                        <a:pt x="98" y="85973"/>
                        <a:pt x="3" y="67780"/>
                      </a:cubicBezTo>
                      <a:cubicBezTo>
                        <a:pt x="-187" y="49492"/>
                        <a:pt x="7623" y="31490"/>
                        <a:pt x="20673" y="18917"/>
                      </a:cubicBezTo>
                      <a:cubicBezTo>
                        <a:pt x="33627" y="6153"/>
                        <a:pt x="51819" y="-705"/>
                        <a:pt x="69536" y="57"/>
                      </a:cubicBezTo>
                      <a:cubicBezTo>
                        <a:pt x="87348" y="629"/>
                        <a:pt x="104302" y="8249"/>
                        <a:pt x="116970" y="20441"/>
                      </a:cubicBezTo>
                      <a:cubicBezTo>
                        <a:pt x="129448" y="32633"/>
                        <a:pt x="137925" y="49683"/>
                        <a:pt x="138306" y="67875"/>
                      </a:cubicBezTo>
                      <a:cubicBezTo>
                        <a:pt x="138782" y="85878"/>
                        <a:pt x="131163" y="104166"/>
                        <a:pt x="117637" y="115977"/>
                      </a:cubicBezTo>
                      <a:cubicBezTo>
                        <a:pt x="104493" y="128073"/>
                        <a:pt x="86871" y="133979"/>
                        <a:pt x="69631" y="133979"/>
                      </a:cubicBezTo>
                      <a:close/>
                      <a:moveTo>
                        <a:pt x="69631" y="133312"/>
                      </a:moveTo>
                      <a:cubicBezTo>
                        <a:pt x="86871" y="133503"/>
                        <a:pt x="103540" y="125216"/>
                        <a:pt x="114589" y="112833"/>
                      </a:cubicBezTo>
                      <a:cubicBezTo>
                        <a:pt x="125638" y="100356"/>
                        <a:pt x="132210" y="84354"/>
                        <a:pt x="132496" y="67875"/>
                      </a:cubicBezTo>
                      <a:cubicBezTo>
                        <a:pt x="133068" y="51492"/>
                        <a:pt x="127257" y="34252"/>
                        <a:pt x="115256" y="22155"/>
                      </a:cubicBezTo>
                      <a:cubicBezTo>
                        <a:pt x="103540" y="9868"/>
                        <a:pt x="86300" y="3296"/>
                        <a:pt x="69536" y="3963"/>
                      </a:cubicBezTo>
                      <a:cubicBezTo>
                        <a:pt x="52772" y="4629"/>
                        <a:pt x="36770" y="11868"/>
                        <a:pt x="25340" y="23679"/>
                      </a:cubicBezTo>
                      <a:cubicBezTo>
                        <a:pt x="13910" y="35395"/>
                        <a:pt x="7528" y="51588"/>
                        <a:pt x="7433" y="67875"/>
                      </a:cubicBezTo>
                      <a:cubicBezTo>
                        <a:pt x="7242" y="84163"/>
                        <a:pt x="13529" y="100356"/>
                        <a:pt x="24578" y="112738"/>
                      </a:cubicBezTo>
                      <a:cubicBezTo>
                        <a:pt x="35722" y="125216"/>
                        <a:pt x="52391" y="133407"/>
                        <a:pt x="69631" y="133312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9" name="组合 8" descr="2fc5b16d-c99f-4585-a062-3da1211f06c5"/>
            <p:cNvGrpSpPr/>
            <p:nvPr/>
          </p:nvGrpSpPr>
          <p:grpSpPr>
            <a:xfrm>
              <a:off x="8044784" y="1869756"/>
              <a:ext cx="796718" cy="805330"/>
              <a:chOff x="5464521" y="1199436"/>
              <a:chExt cx="1639056" cy="1656772"/>
            </a:xfrm>
          </p:grpSpPr>
          <p:sp>
            <p:nvSpPr>
              <p:cNvPr id="127" name="任意多边形 126" descr="64134b02-377e-4eaa-bf45-c28a917e559a"/>
              <p:cNvSpPr/>
              <p:nvPr/>
            </p:nvSpPr>
            <p:spPr>
              <a:xfrm>
                <a:off x="5470865" y="1212316"/>
                <a:ext cx="1629399" cy="1629400"/>
              </a:xfrm>
              <a:custGeom>
                <a:avLst/>
                <a:gdLst>
                  <a:gd name="connsiteX0" fmla="*/ 1074106 w 1144004"/>
                  <a:gd name="connsiteY0" fmla="*/ 438045 h 1144004"/>
                  <a:gd name="connsiteX1" fmla="*/ 1071845 w 1144004"/>
                  <a:gd name="connsiteY1" fmla="*/ 438045 h 1144004"/>
                  <a:gd name="connsiteX2" fmla="*/ 1073824 w 1144004"/>
                  <a:gd name="connsiteY2" fmla="*/ 436915 h 1144004"/>
                  <a:gd name="connsiteX3" fmla="*/ 1099353 w 1144004"/>
                  <a:gd name="connsiteY3" fmla="*/ 341581 h 1144004"/>
                  <a:gd name="connsiteX4" fmla="*/ 1035200 w 1144004"/>
                  <a:gd name="connsiteY4" fmla="*/ 230421 h 1144004"/>
                  <a:gd name="connsiteX5" fmla="*/ 939866 w 1144004"/>
                  <a:gd name="connsiteY5" fmla="*/ 204892 h 1144004"/>
                  <a:gd name="connsiteX6" fmla="*/ 937888 w 1144004"/>
                  <a:gd name="connsiteY6" fmla="*/ 206023 h 1144004"/>
                  <a:gd name="connsiteX7" fmla="*/ 939019 w 1144004"/>
                  <a:gd name="connsiteY7" fmla="*/ 204044 h 1144004"/>
                  <a:gd name="connsiteX8" fmla="*/ 913489 w 1144004"/>
                  <a:gd name="connsiteY8" fmla="*/ 108711 h 1144004"/>
                  <a:gd name="connsiteX9" fmla="*/ 802330 w 1144004"/>
                  <a:gd name="connsiteY9" fmla="*/ 44558 h 1144004"/>
                  <a:gd name="connsiteX10" fmla="*/ 706996 w 1144004"/>
                  <a:gd name="connsiteY10" fmla="*/ 70087 h 1144004"/>
                  <a:gd name="connsiteX11" fmla="*/ 705865 w 1144004"/>
                  <a:gd name="connsiteY11" fmla="*/ 72065 h 1144004"/>
                  <a:gd name="connsiteX12" fmla="*/ 705865 w 1144004"/>
                  <a:gd name="connsiteY12" fmla="*/ 69805 h 1144004"/>
                  <a:gd name="connsiteX13" fmla="*/ 636061 w 1144004"/>
                  <a:gd name="connsiteY13" fmla="*/ 0 h 1144004"/>
                  <a:gd name="connsiteX14" fmla="*/ 507850 w 1144004"/>
                  <a:gd name="connsiteY14" fmla="*/ 0 h 1144004"/>
                  <a:gd name="connsiteX15" fmla="*/ 438045 w 1144004"/>
                  <a:gd name="connsiteY15" fmla="*/ 69805 h 1144004"/>
                  <a:gd name="connsiteX16" fmla="*/ 438045 w 1144004"/>
                  <a:gd name="connsiteY16" fmla="*/ 72065 h 1144004"/>
                  <a:gd name="connsiteX17" fmla="*/ 436915 w 1144004"/>
                  <a:gd name="connsiteY17" fmla="*/ 70087 h 1144004"/>
                  <a:gd name="connsiteX18" fmla="*/ 341581 w 1144004"/>
                  <a:gd name="connsiteY18" fmla="*/ 44558 h 1144004"/>
                  <a:gd name="connsiteX19" fmla="*/ 230421 w 1144004"/>
                  <a:gd name="connsiteY19" fmla="*/ 108711 h 1144004"/>
                  <a:gd name="connsiteX20" fmla="*/ 204892 w 1144004"/>
                  <a:gd name="connsiteY20" fmla="*/ 204044 h 1144004"/>
                  <a:gd name="connsiteX21" fmla="*/ 206023 w 1144004"/>
                  <a:gd name="connsiteY21" fmla="*/ 206023 h 1144004"/>
                  <a:gd name="connsiteX22" fmla="*/ 204044 w 1144004"/>
                  <a:gd name="connsiteY22" fmla="*/ 204892 h 1144004"/>
                  <a:gd name="connsiteX23" fmla="*/ 108711 w 1144004"/>
                  <a:gd name="connsiteY23" fmla="*/ 230421 h 1144004"/>
                  <a:gd name="connsiteX24" fmla="*/ 44558 w 1144004"/>
                  <a:gd name="connsiteY24" fmla="*/ 341581 h 1144004"/>
                  <a:gd name="connsiteX25" fmla="*/ 70087 w 1144004"/>
                  <a:gd name="connsiteY25" fmla="*/ 436915 h 1144004"/>
                  <a:gd name="connsiteX26" fmla="*/ 72066 w 1144004"/>
                  <a:gd name="connsiteY26" fmla="*/ 438045 h 1144004"/>
                  <a:gd name="connsiteX27" fmla="*/ 69805 w 1144004"/>
                  <a:gd name="connsiteY27" fmla="*/ 438045 h 1144004"/>
                  <a:gd name="connsiteX28" fmla="*/ 0 w 1144004"/>
                  <a:gd name="connsiteY28" fmla="*/ 507850 h 1144004"/>
                  <a:gd name="connsiteX29" fmla="*/ 0 w 1144004"/>
                  <a:gd name="connsiteY29" fmla="*/ 636155 h 1144004"/>
                  <a:gd name="connsiteX30" fmla="*/ 69805 w 1144004"/>
                  <a:gd name="connsiteY30" fmla="*/ 705959 h 1144004"/>
                  <a:gd name="connsiteX31" fmla="*/ 72066 w 1144004"/>
                  <a:gd name="connsiteY31" fmla="*/ 705959 h 1144004"/>
                  <a:gd name="connsiteX32" fmla="*/ 70087 w 1144004"/>
                  <a:gd name="connsiteY32" fmla="*/ 707090 h 1144004"/>
                  <a:gd name="connsiteX33" fmla="*/ 44558 w 1144004"/>
                  <a:gd name="connsiteY33" fmla="*/ 802424 h 1144004"/>
                  <a:gd name="connsiteX34" fmla="*/ 108711 w 1144004"/>
                  <a:gd name="connsiteY34" fmla="*/ 913584 h 1144004"/>
                  <a:gd name="connsiteX35" fmla="*/ 204044 w 1144004"/>
                  <a:gd name="connsiteY35" fmla="*/ 939113 h 1144004"/>
                  <a:gd name="connsiteX36" fmla="*/ 206023 w 1144004"/>
                  <a:gd name="connsiteY36" fmla="*/ 937982 h 1144004"/>
                  <a:gd name="connsiteX37" fmla="*/ 204892 w 1144004"/>
                  <a:gd name="connsiteY37" fmla="*/ 939960 h 1144004"/>
                  <a:gd name="connsiteX38" fmla="*/ 230421 w 1144004"/>
                  <a:gd name="connsiteY38" fmla="*/ 1035294 h 1144004"/>
                  <a:gd name="connsiteX39" fmla="*/ 341581 w 1144004"/>
                  <a:gd name="connsiteY39" fmla="*/ 1099447 h 1144004"/>
                  <a:gd name="connsiteX40" fmla="*/ 436915 w 1144004"/>
                  <a:gd name="connsiteY40" fmla="*/ 1073918 h 1144004"/>
                  <a:gd name="connsiteX41" fmla="*/ 438045 w 1144004"/>
                  <a:gd name="connsiteY41" fmla="*/ 1071939 h 1144004"/>
                  <a:gd name="connsiteX42" fmla="*/ 438045 w 1144004"/>
                  <a:gd name="connsiteY42" fmla="*/ 1074200 h 1144004"/>
                  <a:gd name="connsiteX43" fmla="*/ 507850 w 1144004"/>
                  <a:gd name="connsiteY43" fmla="*/ 1144005 h 1144004"/>
                  <a:gd name="connsiteX44" fmla="*/ 636155 w 1144004"/>
                  <a:gd name="connsiteY44" fmla="*/ 1144005 h 1144004"/>
                  <a:gd name="connsiteX45" fmla="*/ 705960 w 1144004"/>
                  <a:gd name="connsiteY45" fmla="*/ 1074200 h 1144004"/>
                  <a:gd name="connsiteX46" fmla="*/ 705960 w 1144004"/>
                  <a:gd name="connsiteY46" fmla="*/ 1071939 h 1144004"/>
                  <a:gd name="connsiteX47" fmla="*/ 707090 w 1144004"/>
                  <a:gd name="connsiteY47" fmla="*/ 1073918 h 1144004"/>
                  <a:gd name="connsiteX48" fmla="*/ 802424 w 1144004"/>
                  <a:gd name="connsiteY48" fmla="*/ 1099447 h 1144004"/>
                  <a:gd name="connsiteX49" fmla="*/ 913584 w 1144004"/>
                  <a:gd name="connsiteY49" fmla="*/ 1035294 h 1144004"/>
                  <a:gd name="connsiteX50" fmla="*/ 939113 w 1144004"/>
                  <a:gd name="connsiteY50" fmla="*/ 939960 h 1144004"/>
                  <a:gd name="connsiteX51" fmla="*/ 937982 w 1144004"/>
                  <a:gd name="connsiteY51" fmla="*/ 937982 h 1144004"/>
                  <a:gd name="connsiteX52" fmla="*/ 939961 w 1144004"/>
                  <a:gd name="connsiteY52" fmla="*/ 939113 h 1144004"/>
                  <a:gd name="connsiteX53" fmla="*/ 1035294 w 1144004"/>
                  <a:gd name="connsiteY53" fmla="*/ 913584 h 1144004"/>
                  <a:gd name="connsiteX54" fmla="*/ 1099447 w 1144004"/>
                  <a:gd name="connsiteY54" fmla="*/ 802424 h 1144004"/>
                  <a:gd name="connsiteX55" fmla="*/ 1073918 w 1144004"/>
                  <a:gd name="connsiteY55" fmla="*/ 707090 h 1144004"/>
                  <a:gd name="connsiteX56" fmla="*/ 1071939 w 1144004"/>
                  <a:gd name="connsiteY56" fmla="*/ 705959 h 1144004"/>
                  <a:gd name="connsiteX57" fmla="*/ 1074200 w 1144004"/>
                  <a:gd name="connsiteY57" fmla="*/ 705959 h 1144004"/>
                  <a:gd name="connsiteX58" fmla="*/ 1144005 w 1144004"/>
                  <a:gd name="connsiteY58" fmla="*/ 636155 h 1144004"/>
                  <a:gd name="connsiteX59" fmla="*/ 1144005 w 1144004"/>
                  <a:gd name="connsiteY59" fmla="*/ 507850 h 1144004"/>
                  <a:gd name="connsiteX60" fmla="*/ 1074106 w 1144004"/>
                  <a:gd name="connsiteY60" fmla="*/ 438045 h 1144004"/>
                  <a:gd name="connsiteX61" fmla="*/ 568705 w 1144004"/>
                  <a:gd name="connsiteY61" fmla="*/ 877598 h 1144004"/>
                  <a:gd name="connsiteX62" fmla="*/ 261791 w 1144004"/>
                  <a:gd name="connsiteY62" fmla="*/ 570684 h 1144004"/>
                  <a:gd name="connsiteX63" fmla="*/ 568705 w 1144004"/>
                  <a:gd name="connsiteY63" fmla="*/ 263769 h 1144004"/>
                  <a:gd name="connsiteX64" fmla="*/ 875620 w 1144004"/>
                  <a:gd name="connsiteY64" fmla="*/ 570684 h 1144004"/>
                  <a:gd name="connsiteX65" fmla="*/ 568705 w 1144004"/>
                  <a:gd name="connsiteY65" fmla="*/ 877598 h 1144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1144004" h="1144004">
                    <a:moveTo>
                      <a:pt x="1074106" y="438045"/>
                    </a:moveTo>
                    <a:lnTo>
                      <a:pt x="1071845" y="438045"/>
                    </a:lnTo>
                    <a:lnTo>
                      <a:pt x="1073824" y="436915"/>
                    </a:lnTo>
                    <a:cubicBezTo>
                      <a:pt x="1107171" y="417603"/>
                      <a:pt x="1118664" y="375023"/>
                      <a:pt x="1099353" y="341581"/>
                    </a:cubicBezTo>
                    <a:lnTo>
                      <a:pt x="1035200" y="230421"/>
                    </a:lnTo>
                    <a:cubicBezTo>
                      <a:pt x="1015889" y="197073"/>
                      <a:pt x="973309" y="185580"/>
                      <a:pt x="939866" y="204892"/>
                    </a:cubicBezTo>
                    <a:lnTo>
                      <a:pt x="937888" y="206023"/>
                    </a:lnTo>
                    <a:lnTo>
                      <a:pt x="939019" y="204044"/>
                    </a:lnTo>
                    <a:cubicBezTo>
                      <a:pt x="958236" y="170696"/>
                      <a:pt x="946837" y="128022"/>
                      <a:pt x="913489" y="108711"/>
                    </a:cubicBezTo>
                    <a:lnTo>
                      <a:pt x="802330" y="44558"/>
                    </a:lnTo>
                    <a:cubicBezTo>
                      <a:pt x="768982" y="25341"/>
                      <a:pt x="726308" y="36739"/>
                      <a:pt x="706996" y="70087"/>
                    </a:cubicBezTo>
                    <a:lnTo>
                      <a:pt x="705865" y="72065"/>
                    </a:lnTo>
                    <a:lnTo>
                      <a:pt x="705865" y="69805"/>
                    </a:lnTo>
                    <a:cubicBezTo>
                      <a:pt x="705865" y="31275"/>
                      <a:pt x="674590" y="0"/>
                      <a:pt x="636061" y="0"/>
                    </a:cubicBezTo>
                    <a:lnTo>
                      <a:pt x="507850" y="0"/>
                    </a:lnTo>
                    <a:cubicBezTo>
                      <a:pt x="469321" y="0"/>
                      <a:pt x="438045" y="31275"/>
                      <a:pt x="438045" y="69805"/>
                    </a:cubicBezTo>
                    <a:lnTo>
                      <a:pt x="438045" y="72065"/>
                    </a:lnTo>
                    <a:lnTo>
                      <a:pt x="436915" y="70087"/>
                    </a:lnTo>
                    <a:cubicBezTo>
                      <a:pt x="417697" y="36739"/>
                      <a:pt x="375023" y="25246"/>
                      <a:pt x="341581" y="44558"/>
                    </a:cubicBezTo>
                    <a:lnTo>
                      <a:pt x="230421" y="108711"/>
                    </a:lnTo>
                    <a:cubicBezTo>
                      <a:pt x="197073" y="127928"/>
                      <a:pt x="185581" y="170602"/>
                      <a:pt x="204892" y="204044"/>
                    </a:cubicBezTo>
                    <a:lnTo>
                      <a:pt x="206023" y="206023"/>
                    </a:lnTo>
                    <a:lnTo>
                      <a:pt x="204044" y="204892"/>
                    </a:lnTo>
                    <a:cubicBezTo>
                      <a:pt x="170696" y="185675"/>
                      <a:pt x="128022" y="197073"/>
                      <a:pt x="108711" y="230421"/>
                    </a:cubicBezTo>
                    <a:lnTo>
                      <a:pt x="44558" y="341581"/>
                    </a:lnTo>
                    <a:cubicBezTo>
                      <a:pt x="25246" y="374929"/>
                      <a:pt x="36739" y="417603"/>
                      <a:pt x="70087" y="436915"/>
                    </a:cubicBezTo>
                    <a:lnTo>
                      <a:pt x="72066" y="438045"/>
                    </a:lnTo>
                    <a:lnTo>
                      <a:pt x="69805" y="438045"/>
                    </a:lnTo>
                    <a:cubicBezTo>
                      <a:pt x="31275" y="438045"/>
                      <a:pt x="0" y="469321"/>
                      <a:pt x="0" y="507850"/>
                    </a:cubicBezTo>
                    <a:lnTo>
                      <a:pt x="0" y="636155"/>
                    </a:lnTo>
                    <a:cubicBezTo>
                      <a:pt x="0" y="674684"/>
                      <a:pt x="31275" y="705959"/>
                      <a:pt x="69805" y="705959"/>
                    </a:cubicBezTo>
                    <a:lnTo>
                      <a:pt x="72066" y="705959"/>
                    </a:lnTo>
                    <a:lnTo>
                      <a:pt x="70087" y="707090"/>
                    </a:lnTo>
                    <a:cubicBezTo>
                      <a:pt x="36739" y="726307"/>
                      <a:pt x="25246" y="768981"/>
                      <a:pt x="44558" y="802424"/>
                    </a:cubicBezTo>
                    <a:lnTo>
                      <a:pt x="108711" y="913584"/>
                    </a:lnTo>
                    <a:cubicBezTo>
                      <a:pt x="127928" y="946932"/>
                      <a:pt x="170602" y="958424"/>
                      <a:pt x="204044" y="939113"/>
                    </a:cubicBezTo>
                    <a:lnTo>
                      <a:pt x="206023" y="937982"/>
                    </a:lnTo>
                    <a:lnTo>
                      <a:pt x="204892" y="939960"/>
                    </a:lnTo>
                    <a:cubicBezTo>
                      <a:pt x="185581" y="973308"/>
                      <a:pt x="197073" y="1015982"/>
                      <a:pt x="230421" y="1035294"/>
                    </a:cubicBezTo>
                    <a:lnTo>
                      <a:pt x="341581" y="1099447"/>
                    </a:lnTo>
                    <a:cubicBezTo>
                      <a:pt x="374929" y="1118664"/>
                      <a:pt x="417603" y="1107266"/>
                      <a:pt x="436915" y="1073918"/>
                    </a:cubicBezTo>
                    <a:lnTo>
                      <a:pt x="438045" y="1071939"/>
                    </a:lnTo>
                    <a:lnTo>
                      <a:pt x="438045" y="1074200"/>
                    </a:lnTo>
                    <a:cubicBezTo>
                      <a:pt x="438045" y="1112730"/>
                      <a:pt x="469321" y="1144005"/>
                      <a:pt x="507850" y="1144005"/>
                    </a:cubicBezTo>
                    <a:lnTo>
                      <a:pt x="636155" y="1144005"/>
                    </a:lnTo>
                    <a:cubicBezTo>
                      <a:pt x="674684" y="1144005"/>
                      <a:pt x="705960" y="1112730"/>
                      <a:pt x="705960" y="1074200"/>
                    </a:cubicBezTo>
                    <a:lnTo>
                      <a:pt x="705960" y="1071939"/>
                    </a:lnTo>
                    <a:lnTo>
                      <a:pt x="707090" y="1073918"/>
                    </a:lnTo>
                    <a:cubicBezTo>
                      <a:pt x="726308" y="1107266"/>
                      <a:pt x="768982" y="1118758"/>
                      <a:pt x="802424" y="1099447"/>
                    </a:cubicBezTo>
                    <a:lnTo>
                      <a:pt x="913584" y="1035294"/>
                    </a:lnTo>
                    <a:cubicBezTo>
                      <a:pt x="946932" y="1015982"/>
                      <a:pt x="958424" y="973403"/>
                      <a:pt x="939113" y="939960"/>
                    </a:cubicBezTo>
                    <a:lnTo>
                      <a:pt x="937982" y="937982"/>
                    </a:lnTo>
                    <a:lnTo>
                      <a:pt x="939961" y="939113"/>
                    </a:lnTo>
                    <a:cubicBezTo>
                      <a:pt x="973309" y="958424"/>
                      <a:pt x="1015983" y="946932"/>
                      <a:pt x="1035294" y="913584"/>
                    </a:cubicBezTo>
                    <a:lnTo>
                      <a:pt x="1099447" y="802424"/>
                    </a:lnTo>
                    <a:cubicBezTo>
                      <a:pt x="1118664" y="769076"/>
                      <a:pt x="1107266" y="726402"/>
                      <a:pt x="1073918" y="707090"/>
                    </a:cubicBezTo>
                    <a:lnTo>
                      <a:pt x="1071939" y="705959"/>
                    </a:lnTo>
                    <a:lnTo>
                      <a:pt x="1074200" y="705959"/>
                    </a:lnTo>
                    <a:cubicBezTo>
                      <a:pt x="1112730" y="705959"/>
                      <a:pt x="1144005" y="674684"/>
                      <a:pt x="1144005" y="636155"/>
                    </a:cubicBezTo>
                    <a:lnTo>
                      <a:pt x="1144005" y="507850"/>
                    </a:lnTo>
                    <a:cubicBezTo>
                      <a:pt x="1143911" y="469226"/>
                      <a:pt x="1112635" y="438045"/>
                      <a:pt x="1074106" y="438045"/>
                    </a:cubicBezTo>
                    <a:close/>
                    <a:moveTo>
                      <a:pt x="568705" y="877598"/>
                    </a:moveTo>
                    <a:cubicBezTo>
                      <a:pt x="399234" y="877598"/>
                      <a:pt x="261791" y="740155"/>
                      <a:pt x="261791" y="570684"/>
                    </a:cubicBezTo>
                    <a:cubicBezTo>
                      <a:pt x="261791" y="401212"/>
                      <a:pt x="399234" y="263769"/>
                      <a:pt x="568705" y="263769"/>
                    </a:cubicBezTo>
                    <a:cubicBezTo>
                      <a:pt x="738177" y="263769"/>
                      <a:pt x="875620" y="401212"/>
                      <a:pt x="875620" y="570684"/>
                    </a:cubicBezTo>
                    <a:cubicBezTo>
                      <a:pt x="875620" y="740155"/>
                      <a:pt x="738177" y="877598"/>
                      <a:pt x="568705" y="877598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8" name="任意多边形 127" descr="721a879e-8ef6-4d9e-868d-19441fb8aa23"/>
              <p:cNvSpPr/>
              <p:nvPr/>
            </p:nvSpPr>
            <p:spPr>
              <a:xfrm>
                <a:off x="5464521" y="1199436"/>
                <a:ext cx="1639056" cy="1656772"/>
              </a:xfrm>
              <a:custGeom>
                <a:avLst/>
                <a:gdLst>
                  <a:gd name="connsiteX0" fmla="*/ 1078560 w 1150784"/>
                  <a:gd name="connsiteY0" fmla="*/ 448031 h 1163222"/>
                  <a:gd name="connsiteX1" fmla="*/ 1076299 w 1150784"/>
                  <a:gd name="connsiteY1" fmla="*/ 448031 h 1163222"/>
                  <a:gd name="connsiteX2" fmla="*/ 1072343 w 1150784"/>
                  <a:gd name="connsiteY2" fmla="*/ 448031 h 1163222"/>
                  <a:gd name="connsiteX3" fmla="*/ 1075828 w 1150784"/>
                  <a:gd name="connsiteY3" fmla="*/ 446147 h 1163222"/>
                  <a:gd name="connsiteX4" fmla="*/ 1105220 w 1150784"/>
                  <a:gd name="connsiteY4" fmla="*/ 415248 h 1163222"/>
                  <a:gd name="connsiteX5" fmla="*/ 1110778 w 1150784"/>
                  <a:gd name="connsiteY5" fmla="*/ 373045 h 1163222"/>
                  <a:gd name="connsiteX6" fmla="*/ 1092502 w 1150784"/>
                  <a:gd name="connsiteY6" fmla="*/ 333762 h 1163222"/>
                  <a:gd name="connsiteX7" fmla="*/ 1070176 w 1150784"/>
                  <a:gd name="connsiteY7" fmla="*/ 295798 h 1163222"/>
                  <a:gd name="connsiteX8" fmla="*/ 1047850 w 1150784"/>
                  <a:gd name="connsiteY8" fmla="*/ 257834 h 1163222"/>
                  <a:gd name="connsiteX9" fmla="*/ 1022603 w 1150784"/>
                  <a:gd name="connsiteY9" fmla="*/ 223168 h 1163222"/>
                  <a:gd name="connsiteX10" fmla="*/ 984074 w 1150784"/>
                  <a:gd name="connsiteY10" fmla="*/ 207907 h 1163222"/>
                  <a:gd name="connsiteX11" fmla="*/ 944226 w 1150784"/>
                  <a:gd name="connsiteY11" fmla="*/ 218269 h 1163222"/>
                  <a:gd name="connsiteX12" fmla="*/ 930943 w 1150784"/>
                  <a:gd name="connsiteY12" fmla="*/ 226653 h 1163222"/>
                  <a:gd name="connsiteX13" fmla="*/ 939045 w 1150784"/>
                  <a:gd name="connsiteY13" fmla="*/ 212994 h 1163222"/>
                  <a:gd name="connsiteX14" fmla="*/ 948183 w 1150784"/>
                  <a:gd name="connsiteY14" fmla="*/ 173240 h 1163222"/>
                  <a:gd name="connsiteX15" fmla="*/ 932262 w 1150784"/>
                  <a:gd name="connsiteY15" fmla="*/ 136218 h 1163222"/>
                  <a:gd name="connsiteX16" fmla="*/ 916624 w 1150784"/>
                  <a:gd name="connsiteY16" fmla="*/ 123312 h 1163222"/>
                  <a:gd name="connsiteX17" fmla="*/ 897595 w 1150784"/>
                  <a:gd name="connsiteY17" fmla="*/ 112573 h 1163222"/>
                  <a:gd name="connsiteX18" fmla="*/ 859160 w 1150784"/>
                  <a:gd name="connsiteY18" fmla="*/ 91095 h 1163222"/>
                  <a:gd name="connsiteX19" fmla="*/ 820726 w 1150784"/>
                  <a:gd name="connsiteY19" fmla="*/ 69616 h 1163222"/>
                  <a:gd name="connsiteX20" fmla="*/ 801602 w 1150784"/>
                  <a:gd name="connsiteY20" fmla="*/ 59066 h 1163222"/>
                  <a:gd name="connsiteX21" fmla="*/ 783044 w 1150784"/>
                  <a:gd name="connsiteY21" fmla="*/ 52848 h 1163222"/>
                  <a:gd name="connsiteX22" fmla="*/ 744892 w 1150784"/>
                  <a:gd name="connsiteY22" fmla="*/ 58218 h 1163222"/>
                  <a:gd name="connsiteX23" fmla="*/ 717290 w 1150784"/>
                  <a:gd name="connsiteY23" fmla="*/ 85160 h 1163222"/>
                  <a:gd name="connsiteX24" fmla="*/ 701558 w 1150784"/>
                  <a:gd name="connsiteY24" fmla="*/ 114363 h 1163222"/>
                  <a:gd name="connsiteX25" fmla="*/ 702124 w 1150784"/>
                  <a:gd name="connsiteY25" fmla="*/ 81109 h 1163222"/>
                  <a:gd name="connsiteX26" fmla="*/ 691196 w 1150784"/>
                  <a:gd name="connsiteY26" fmla="*/ 44276 h 1163222"/>
                  <a:gd name="connsiteX27" fmla="*/ 660957 w 1150784"/>
                  <a:gd name="connsiteY27" fmla="*/ 21290 h 1163222"/>
                  <a:gd name="connsiteX28" fmla="*/ 642116 w 1150784"/>
                  <a:gd name="connsiteY28" fmla="*/ 17899 h 1163222"/>
                  <a:gd name="connsiteX29" fmla="*/ 620355 w 1150784"/>
                  <a:gd name="connsiteY29" fmla="*/ 17993 h 1163222"/>
                  <a:gd name="connsiteX30" fmla="*/ 576551 w 1150784"/>
                  <a:gd name="connsiteY30" fmla="*/ 17993 h 1163222"/>
                  <a:gd name="connsiteX31" fmla="*/ 532558 w 1150784"/>
                  <a:gd name="connsiteY31" fmla="*/ 17804 h 1163222"/>
                  <a:gd name="connsiteX32" fmla="*/ 510797 w 1150784"/>
                  <a:gd name="connsiteY32" fmla="*/ 17804 h 1163222"/>
                  <a:gd name="connsiteX33" fmla="*/ 491956 w 1150784"/>
                  <a:gd name="connsiteY33" fmla="*/ 21196 h 1163222"/>
                  <a:gd name="connsiteX34" fmla="*/ 461717 w 1150784"/>
                  <a:gd name="connsiteY34" fmla="*/ 44276 h 1163222"/>
                  <a:gd name="connsiteX35" fmla="*/ 450883 w 1150784"/>
                  <a:gd name="connsiteY35" fmla="*/ 81109 h 1163222"/>
                  <a:gd name="connsiteX36" fmla="*/ 451543 w 1150784"/>
                  <a:gd name="connsiteY36" fmla="*/ 114740 h 1163222"/>
                  <a:gd name="connsiteX37" fmla="*/ 435434 w 1150784"/>
                  <a:gd name="connsiteY37" fmla="*/ 85254 h 1163222"/>
                  <a:gd name="connsiteX38" fmla="*/ 407927 w 1150784"/>
                  <a:gd name="connsiteY38" fmla="*/ 58312 h 1163222"/>
                  <a:gd name="connsiteX39" fmla="*/ 369774 w 1150784"/>
                  <a:gd name="connsiteY39" fmla="*/ 52754 h 1163222"/>
                  <a:gd name="connsiteX40" fmla="*/ 351216 w 1150784"/>
                  <a:gd name="connsiteY40" fmla="*/ 59066 h 1163222"/>
                  <a:gd name="connsiteX41" fmla="*/ 332187 w 1150784"/>
                  <a:gd name="connsiteY41" fmla="*/ 69711 h 1163222"/>
                  <a:gd name="connsiteX42" fmla="*/ 293846 w 1150784"/>
                  <a:gd name="connsiteY42" fmla="*/ 91283 h 1163222"/>
                  <a:gd name="connsiteX43" fmla="*/ 255506 w 1150784"/>
                  <a:gd name="connsiteY43" fmla="*/ 112856 h 1163222"/>
                  <a:gd name="connsiteX44" fmla="*/ 236477 w 1150784"/>
                  <a:gd name="connsiteY44" fmla="*/ 123689 h 1163222"/>
                  <a:gd name="connsiteX45" fmla="*/ 221027 w 1150784"/>
                  <a:gd name="connsiteY45" fmla="*/ 136595 h 1163222"/>
                  <a:gd name="connsiteX46" fmla="*/ 205390 w 1150784"/>
                  <a:gd name="connsiteY46" fmla="*/ 173334 h 1163222"/>
                  <a:gd name="connsiteX47" fmla="*/ 214622 w 1150784"/>
                  <a:gd name="connsiteY47" fmla="*/ 212711 h 1163222"/>
                  <a:gd name="connsiteX48" fmla="*/ 224230 w 1150784"/>
                  <a:gd name="connsiteY48" fmla="*/ 228914 h 1163222"/>
                  <a:gd name="connsiteX49" fmla="*/ 208404 w 1150784"/>
                  <a:gd name="connsiteY49" fmla="*/ 219023 h 1163222"/>
                  <a:gd name="connsiteX50" fmla="*/ 168933 w 1150784"/>
                  <a:gd name="connsiteY50" fmla="*/ 208849 h 1163222"/>
                  <a:gd name="connsiteX51" fmla="*/ 131157 w 1150784"/>
                  <a:gd name="connsiteY51" fmla="*/ 224204 h 1163222"/>
                  <a:gd name="connsiteX52" fmla="*/ 117592 w 1150784"/>
                  <a:gd name="connsiteY52" fmla="*/ 239842 h 1163222"/>
                  <a:gd name="connsiteX53" fmla="*/ 106476 w 1150784"/>
                  <a:gd name="connsiteY53" fmla="*/ 258682 h 1163222"/>
                  <a:gd name="connsiteX54" fmla="*/ 84338 w 1150784"/>
                  <a:gd name="connsiteY54" fmla="*/ 296646 h 1163222"/>
                  <a:gd name="connsiteX55" fmla="*/ 62201 w 1150784"/>
                  <a:gd name="connsiteY55" fmla="*/ 334610 h 1163222"/>
                  <a:gd name="connsiteX56" fmla="*/ 51273 w 1150784"/>
                  <a:gd name="connsiteY56" fmla="*/ 353545 h 1163222"/>
                  <a:gd name="connsiteX57" fmla="*/ 44208 w 1150784"/>
                  <a:gd name="connsiteY57" fmla="*/ 373233 h 1163222"/>
                  <a:gd name="connsiteX58" fmla="*/ 49671 w 1150784"/>
                  <a:gd name="connsiteY58" fmla="*/ 414212 h 1163222"/>
                  <a:gd name="connsiteX59" fmla="*/ 78404 w 1150784"/>
                  <a:gd name="connsiteY59" fmla="*/ 443980 h 1163222"/>
                  <a:gd name="connsiteX60" fmla="*/ 90085 w 1150784"/>
                  <a:gd name="connsiteY60" fmla="*/ 450292 h 1163222"/>
                  <a:gd name="connsiteX61" fmla="*/ 76802 w 1150784"/>
                  <a:gd name="connsiteY61" fmla="*/ 450009 h 1163222"/>
                  <a:gd name="connsiteX62" fmla="*/ 37142 w 1150784"/>
                  <a:gd name="connsiteY62" fmla="*/ 461690 h 1163222"/>
                  <a:gd name="connsiteX63" fmla="*/ 12179 w 1150784"/>
                  <a:gd name="connsiteY63" fmla="*/ 494379 h 1163222"/>
                  <a:gd name="connsiteX64" fmla="*/ 8410 w 1150784"/>
                  <a:gd name="connsiteY64" fmla="*/ 514821 h 1163222"/>
                  <a:gd name="connsiteX65" fmla="*/ 8410 w 1150784"/>
                  <a:gd name="connsiteY65" fmla="*/ 536771 h 1163222"/>
                  <a:gd name="connsiteX66" fmla="*/ 8693 w 1150784"/>
                  <a:gd name="connsiteY66" fmla="*/ 580763 h 1163222"/>
                  <a:gd name="connsiteX67" fmla="*/ 9070 w 1150784"/>
                  <a:gd name="connsiteY67" fmla="*/ 624756 h 1163222"/>
                  <a:gd name="connsiteX68" fmla="*/ 9352 w 1150784"/>
                  <a:gd name="connsiteY68" fmla="*/ 646612 h 1163222"/>
                  <a:gd name="connsiteX69" fmla="*/ 13309 w 1150784"/>
                  <a:gd name="connsiteY69" fmla="*/ 666677 h 1163222"/>
                  <a:gd name="connsiteX70" fmla="*/ 38179 w 1150784"/>
                  <a:gd name="connsiteY70" fmla="*/ 698329 h 1163222"/>
                  <a:gd name="connsiteX71" fmla="*/ 76896 w 1150784"/>
                  <a:gd name="connsiteY71" fmla="*/ 709162 h 1163222"/>
                  <a:gd name="connsiteX72" fmla="*/ 99317 w 1150784"/>
                  <a:gd name="connsiteY72" fmla="*/ 708409 h 1163222"/>
                  <a:gd name="connsiteX73" fmla="*/ 79628 w 1150784"/>
                  <a:gd name="connsiteY73" fmla="*/ 719431 h 1163222"/>
                  <a:gd name="connsiteX74" fmla="*/ 52309 w 1150784"/>
                  <a:gd name="connsiteY74" fmla="*/ 748539 h 1163222"/>
                  <a:gd name="connsiteX75" fmla="*/ 47505 w 1150784"/>
                  <a:gd name="connsiteY75" fmla="*/ 787728 h 1163222"/>
                  <a:gd name="connsiteX76" fmla="*/ 54287 w 1150784"/>
                  <a:gd name="connsiteY76" fmla="*/ 806380 h 1163222"/>
                  <a:gd name="connsiteX77" fmla="*/ 65309 w 1150784"/>
                  <a:gd name="connsiteY77" fmla="*/ 825221 h 1163222"/>
                  <a:gd name="connsiteX78" fmla="*/ 87730 w 1150784"/>
                  <a:gd name="connsiteY78" fmla="*/ 863091 h 1163222"/>
                  <a:gd name="connsiteX79" fmla="*/ 110056 w 1150784"/>
                  <a:gd name="connsiteY79" fmla="*/ 901055 h 1163222"/>
                  <a:gd name="connsiteX80" fmla="*/ 121172 w 1150784"/>
                  <a:gd name="connsiteY80" fmla="*/ 919801 h 1163222"/>
                  <a:gd name="connsiteX81" fmla="*/ 133889 w 1150784"/>
                  <a:gd name="connsiteY81" fmla="*/ 934497 h 1163222"/>
                  <a:gd name="connsiteX82" fmla="*/ 169310 w 1150784"/>
                  <a:gd name="connsiteY82" fmla="*/ 948816 h 1163222"/>
                  <a:gd name="connsiteX83" fmla="*/ 206426 w 1150784"/>
                  <a:gd name="connsiteY83" fmla="*/ 939395 h 1163222"/>
                  <a:gd name="connsiteX84" fmla="*/ 236100 w 1150784"/>
                  <a:gd name="connsiteY84" fmla="*/ 921026 h 1163222"/>
                  <a:gd name="connsiteX85" fmla="*/ 218107 w 1150784"/>
                  <a:gd name="connsiteY85" fmla="*/ 950982 h 1163222"/>
                  <a:gd name="connsiteX86" fmla="*/ 209252 w 1150784"/>
                  <a:gd name="connsiteY86" fmla="*/ 988099 h 1163222"/>
                  <a:gd name="connsiteX87" fmla="*/ 223853 w 1150784"/>
                  <a:gd name="connsiteY87" fmla="*/ 1022860 h 1163222"/>
                  <a:gd name="connsiteX88" fmla="*/ 238361 w 1150784"/>
                  <a:gd name="connsiteY88" fmla="*/ 1035200 h 1163222"/>
                  <a:gd name="connsiteX89" fmla="*/ 257201 w 1150784"/>
                  <a:gd name="connsiteY89" fmla="*/ 1046128 h 1163222"/>
                  <a:gd name="connsiteX90" fmla="*/ 295354 w 1150784"/>
                  <a:gd name="connsiteY90" fmla="*/ 1067983 h 1163222"/>
                  <a:gd name="connsiteX91" fmla="*/ 333506 w 1150784"/>
                  <a:gd name="connsiteY91" fmla="*/ 1089838 h 1163222"/>
                  <a:gd name="connsiteX92" fmla="*/ 352441 w 1150784"/>
                  <a:gd name="connsiteY92" fmla="*/ 1100577 h 1163222"/>
                  <a:gd name="connsiteX93" fmla="*/ 370245 w 1150784"/>
                  <a:gd name="connsiteY93" fmla="*/ 1106795 h 1163222"/>
                  <a:gd name="connsiteX94" fmla="*/ 407079 w 1150784"/>
                  <a:gd name="connsiteY94" fmla="*/ 1101708 h 1163222"/>
                  <a:gd name="connsiteX95" fmla="*/ 433927 w 1150784"/>
                  <a:gd name="connsiteY95" fmla="*/ 1075708 h 1163222"/>
                  <a:gd name="connsiteX96" fmla="*/ 453521 w 1150784"/>
                  <a:gd name="connsiteY96" fmla="*/ 1039533 h 1163222"/>
                  <a:gd name="connsiteX97" fmla="*/ 452767 w 1150784"/>
                  <a:gd name="connsiteY97" fmla="*/ 1080700 h 1163222"/>
                  <a:gd name="connsiteX98" fmla="*/ 463224 w 1150784"/>
                  <a:gd name="connsiteY98" fmla="*/ 1116497 h 1163222"/>
                  <a:gd name="connsiteX99" fmla="*/ 492521 w 1150784"/>
                  <a:gd name="connsiteY99" fmla="*/ 1138824 h 1163222"/>
                  <a:gd name="connsiteX100" fmla="*/ 510797 w 1150784"/>
                  <a:gd name="connsiteY100" fmla="*/ 1142121 h 1163222"/>
                  <a:gd name="connsiteX101" fmla="*/ 532558 w 1150784"/>
                  <a:gd name="connsiteY101" fmla="*/ 1142121 h 1163222"/>
                  <a:gd name="connsiteX102" fmla="*/ 576551 w 1150784"/>
                  <a:gd name="connsiteY102" fmla="*/ 1142121 h 1163222"/>
                  <a:gd name="connsiteX103" fmla="*/ 620544 w 1150784"/>
                  <a:gd name="connsiteY103" fmla="*/ 1142215 h 1163222"/>
                  <a:gd name="connsiteX104" fmla="*/ 642305 w 1150784"/>
                  <a:gd name="connsiteY104" fmla="*/ 1142121 h 1163222"/>
                  <a:gd name="connsiteX105" fmla="*/ 660580 w 1150784"/>
                  <a:gd name="connsiteY105" fmla="*/ 1138730 h 1163222"/>
                  <a:gd name="connsiteX106" fmla="*/ 689783 w 1150784"/>
                  <a:gd name="connsiteY106" fmla="*/ 1116309 h 1163222"/>
                  <a:gd name="connsiteX107" fmla="*/ 700145 w 1150784"/>
                  <a:gd name="connsiteY107" fmla="*/ 1080606 h 1163222"/>
                  <a:gd name="connsiteX108" fmla="*/ 699297 w 1150784"/>
                  <a:gd name="connsiteY108" fmla="*/ 1038497 h 1163222"/>
                  <a:gd name="connsiteX109" fmla="*/ 719457 w 1150784"/>
                  <a:gd name="connsiteY109" fmla="*/ 1075425 h 1163222"/>
                  <a:gd name="connsiteX110" fmla="*/ 746211 w 1150784"/>
                  <a:gd name="connsiteY110" fmla="*/ 1101237 h 1163222"/>
                  <a:gd name="connsiteX111" fmla="*/ 782856 w 1150784"/>
                  <a:gd name="connsiteY111" fmla="*/ 1106135 h 1163222"/>
                  <a:gd name="connsiteX112" fmla="*/ 800472 w 1150784"/>
                  <a:gd name="connsiteY112" fmla="*/ 1099918 h 1163222"/>
                  <a:gd name="connsiteX113" fmla="*/ 819313 w 1150784"/>
                  <a:gd name="connsiteY113" fmla="*/ 1089179 h 1163222"/>
                  <a:gd name="connsiteX114" fmla="*/ 857465 w 1150784"/>
                  <a:gd name="connsiteY114" fmla="*/ 1067229 h 1163222"/>
                  <a:gd name="connsiteX115" fmla="*/ 895617 w 1150784"/>
                  <a:gd name="connsiteY115" fmla="*/ 1045374 h 1163222"/>
                  <a:gd name="connsiteX116" fmla="*/ 914458 w 1150784"/>
                  <a:gd name="connsiteY116" fmla="*/ 1034635 h 1163222"/>
                  <a:gd name="connsiteX117" fmla="*/ 928965 w 1150784"/>
                  <a:gd name="connsiteY117" fmla="*/ 1022483 h 1163222"/>
                  <a:gd name="connsiteX118" fmla="*/ 943661 w 1150784"/>
                  <a:gd name="connsiteY118" fmla="*/ 988004 h 1163222"/>
                  <a:gd name="connsiteX119" fmla="*/ 934900 w 1150784"/>
                  <a:gd name="connsiteY119" fmla="*/ 950982 h 1163222"/>
                  <a:gd name="connsiteX120" fmla="*/ 916719 w 1150784"/>
                  <a:gd name="connsiteY120" fmla="*/ 920366 h 1163222"/>
                  <a:gd name="connsiteX121" fmla="*/ 946864 w 1150784"/>
                  <a:gd name="connsiteY121" fmla="*/ 939113 h 1163222"/>
                  <a:gd name="connsiteX122" fmla="*/ 983980 w 1150784"/>
                  <a:gd name="connsiteY122" fmla="*/ 948627 h 1163222"/>
                  <a:gd name="connsiteX123" fmla="*/ 1019494 w 1150784"/>
                  <a:gd name="connsiteY123" fmla="*/ 934403 h 1163222"/>
                  <a:gd name="connsiteX124" fmla="*/ 1032400 w 1150784"/>
                  <a:gd name="connsiteY124" fmla="*/ 919801 h 1163222"/>
                  <a:gd name="connsiteX125" fmla="*/ 1043705 w 1150784"/>
                  <a:gd name="connsiteY125" fmla="*/ 901149 h 1163222"/>
                  <a:gd name="connsiteX126" fmla="*/ 1066314 w 1150784"/>
                  <a:gd name="connsiteY126" fmla="*/ 863373 h 1163222"/>
                  <a:gd name="connsiteX127" fmla="*/ 1088922 w 1150784"/>
                  <a:gd name="connsiteY127" fmla="*/ 825598 h 1163222"/>
                  <a:gd name="connsiteX128" fmla="*/ 1100038 w 1150784"/>
                  <a:gd name="connsiteY128" fmla="*/ 806757 h 1163222"/>
                  <a:gd name="connsiteX129" fmla="*/ 1107104 w 1150784"/>
                  <a:gd name="connsiteY129" fmla="*/ 787822 h 1163222"/>
                  <a:gd name="connsiteX130" fmla="*/ 1102393 w 1150784"/>
                  <a:gd name="connsiteY130" fmla="*/ 747880 h 1163222"/>
                  <a:gd name="connsiteX131" fmla="*/ 1074603 w 1150784"/>
                  <a:gd name="connsiteY131" fmla="*/ 718018 h 1163222"/>
                  <a:gd name="connsiteX132" fmla="*/ 1060379 w 1150784"/>
                  <a:gd name="connsiteY132" fmla="*/ 710010 h 1163222"/>
                  <a:gd name="connsiteX133" fmla="*/ 1076582 w 1150784"/>
                  <a:gd name="connsiteY133" fmla="*/ 710670 h 1163222"/>
                  <a:gd name="connsiteX134" fmla="*/ 1116053 w 1150784"/>
                  <a:gd name="connsiteY134" fmla="*/ 699931 h 1163222"/>
                  <a:gd name="connsiteX135" fmla="*/ 1141770 w 1150784"/>
                  <a:gd name="connsiteY135" fmla="*/ 667807 h 1163222"/>
                  <a:gd name="connsiteX136" fmla="*/ 1146386 w 1150784"/>
                  <a:gd name="connsiteY136" fmla="*/ 625510 h 1163222"/>
                  <a:gd name="connsiteX137" fmla="*/ 1146669 w 1150784"/>
                  <a:gd name="connsiteY137" fmla="*/ 581800 h 1163222"/>
                  <a:gd name="connsiteX138" fmla="*/ 1146952 w 1150784"/>
                  <a:gd name="connsiteY138" fmla="*/ 538089 h 1163222"/>
                  <a:gd name="connsiteX139" fmla="*/ 1143749 w 1150784"/>
                  <a:gd name="connsiteY139" fmla="*/ 495227 h 1163222"/>
                  <a:gd name="connsiteX140" fmla="*/ 1078560 w 1150784"/>
                  <a:gd name="connsiteY140" fmla="*/ 448031 h 1163222"/>
                  <a:gd name="connsiteX141" fmla="*/ 1078560 w 1150784"/>
                  <a:gd name="connsiteY141" fmla="*/ 446053 h 1163222"/>
                  <a:gd name="connsiteX142" fmla="*/ 1120198 w 1150784"/>
                  <a:gd name="connsiteY142" fmla="*/ 459335 h 1163222"/>
                  <a:gd name="connsiteX143" fmla="*/ 1146292 w 1150784"/>
                  <a:gd name="connsiteY143" fmla="*/ 494567 h 1163222"/>
                  <a:gd name="connsiteX144" fmla="*/ 1149966 w 1150784"/>
                  <a:gd name="connsiteY144" fmla="*/ 516517 h 1163222"/>
                  <a:gd name="connsiteX145" fmla="*/ 1150060 w 1150784"/>
                  <a:gd name="connsiteY145" fmla="*/ 538372 h 1163222"/>
                  <a:gd name="connsiteX146" fmla="*/ 1150343 w 1150784"/>
                  <a:gd name="connsiteY146" fmla="*/ 582082 h 1163222"/>
                  <a:gd name="connsiteX147" fmla="*/ 1150625 w 1150784"/>
                  <a:gd name="connsiteY147" fmla="*/ 625792 h 1163222"/>
                  <a:gd name="connsiteX148" fmla="*/ 1150720 w 1150784"/>
                  <a:gd name="connsiteY148" fmla="*/ 647742 h 1163222"/>
                  <a:gd name="connsiteX149" fmla="*/ 1146669 w 1150784"/>
                  <a:gd name="connsiteY149" fmla="*/ 669974 h 1163222"/>
                  <a:gd name="connsiteX150" fmla="*/ 1119539 w 1150784"/>
                  <a:gd name="connsiteY150" fmla="*/ 705771 h 1163222"/>
                  <a:gd name="connsiteX151" fmla="*/ 1076299 w 1150784"/>
                  <a:gd name="connsiteY151" fmla="*/ 718865 h 1163222"/>
                  <a:gd name="connsiteX152" fmla="*/ 1078277 w 1150784"/>
                  <a:gd name="connsiteY152" fmla="*/ 711423 h 1163222"/>
                  <a:gd name="connsiteX153" fmla="*/ 1110306 w 1150784"/>
                  <a:gd name="connsiteY153" fmla="*/ 744112 h 1163222"/>
                  <a:gd name="connsiteX154" fmla="*/ 1116995 w 1150784"/>
                  <a:gd name="connsiteY154" fmla="*/ 789895 h 1163222"/>
                  <a:gd name="connsiteX155" fmla="*/ 1109459 w 1150784"/>
                  <a:gd name="connsiteY155" fmla="*/ 812221 h 1163222"/>
                  <a:gd name="connsiteX156" fmla="*/ 1098720 w 1150784"/>
                  <a:gd name="connsiteY156" fmla="*/ 831627 h 1163222"/>
                  <a:gd name="connsiteX157" fmla="*/ 1077335 w 1150784"/>
                  <a:gd name="connsiteY157" fmla="*/ 870062 h 1163222"/>
                  <a:gd name="connsiteX158" fmla="*/ 1055951 w 1150784"/>
                  <a:gd name="connsiteY158" fmla="*/ 908497 h 1163222"/>
                  <a:gd name="connsiteX159" fmla="*/ 1045024 w 1150784"/>
                  <a:gd name="connsiteY159" fmla="*/ 927808 h 1163222"/>
                  <a:gd name="connsiteX160" fmla="*/ 1029480 w 1150784"/>
                  <a:gd name="connsiteY160" fmla="*/ 946555 h 1163222"/>
                  <a:gd name="connsiteX161" fmla="*/ 985016 w 1150784"/>
                  <a:gd name="connsiteY161" fmla="*/ 965301 h 1163222"/>
                  <a:gd name="connsiteX162" fmla="*/ 938009 w 1150784"/>
                  <a:gd name="connsiteY162" fmla="*/ 954280 h 1163222"/>
                  <a:gd name="connsiteX163" fmla="*/ 949878 w 1150784"/>
                  <a:gd name="connsiteY163" fmla="*/ 942410 h 1163222"/>
                  <a:gd name="connsiteX164" fmla="*/ 961654 w 1150784"/>
                  <a:gd name="connsiteY164" fmla="*/ 989512 h 1163222"/>
                  <a:gd name="connsiteX165" fmla="*/ 943284 w 1150784"/>
                  <a:gd name="connsiteY165" fmla="*/ 1035012 h 1163222"/>
                  <a:gd name="connsiteX166" fmla="*/ 924443 w 1150784"/>
                  <a:gd name="connsiteY166" fmla="*/ 1051309 h 1163222"/>
                  <a:gd name="connsiteX167" fmla="*/ 905320 w 1150784"/>
                  <a:gd name="connsiteY167" fmla="*/ 1062707 h 1163222"/>
                  <a:gd name="connsiteX168" fmla="*/ 867262 w 1150784"/>
                  <a:gd name="connsiteY168" fmla="*/ 1084845 h 1163222"/>
                  <a:gd name="connsiteX169" fmla="*/ 829204 w 1150784"/>
                  <a:gd name="connsiteY169" fmla="*/ 1106889 h 1163222"/>
                  <a:gd name="connsiteX170" fmla="*/ 809892 w 1150784"/>
                  <a:gd name="connsiteY170" fmla="*/ 1118005 h 1163222"/>
                  <a:gd name="connsiteX171" fmla="*/ 786247 w 1150784"/>
                  <a:gd name="connsiteY171" fmla="*/ 1126389 h 1163222"/>
                  <a:gd name="connsiteX172" fmla="*/ 737073 w 1150784"/>
                  <a:gd name="connsiteY172" fmla="*/ 1119889 h 1163222"/>
                  <a:gd name="connsiteX173" fmla="*/ 701276 w 1150784"/>
                  <a:gd name="connsiteY173" fmla="*/ 1085881 h 1163222"/>
                  <a:gd name="connsiteX174" fmla="*/ 720493 w 1150784"/>
                  <a:gd name="connsiteY174" fmla="*/ 1080700 h 1163222"/>
                  <a:gd name="connsiteX175" fmla="*/ 706645 w 1150784"/>
                  <a:gd name="connsiteY175" fmla="*/ 1128085 h 1163222"/>
                  <a:gd name="connsiteX176" fmla="*/ 667268 w 1150784"/>
                  <a:gd name="connsiteY176" fmla="*/ 1158418 h 1163222"/>
                  <a:gd name="connsiteX177" fmla="*/ 642493 w 1150784"/>
                  <a:gd name="connsiteY177" fmla="*/ 1163034 h 1163222"/>
                  <a:gd name="connsiteX178" fmla="*/ 620261 w 1150784"/>
                  <a:gd name="connsiteY178" fmla="*/ 1163128 h 1163222"/>
                  <a:gd name="connsiteX179" fmla="*/ 576268 w 1150784"/>
                  <a:gd name="connsiteY179" fmla="*/ 1163222 h 1163222"/>
                  <a:gd name="connsiteX180" fmla="*/ 532275 w 1150784"/>
                  <a:gd name="connsiteY180" fmla="*/ 1163222 h 1163222"/>
                  <a:gd name="connsiteX181" fmla="*/ 510043 w 1150784"/>
                  <a:gd name="connsiteY181" fmla="*/ 1163034 h 1163222"/>
                  <a:gd name="connsiteX182" fmla="*/ 485268 w 1150784"/>
                  <a:gd name="connsiteY182" fmla="*/ 1158324 h 1163222"/>
                  <a:gd name="connsiteX183" fmla="*/ 445985 w 1150784"/>
                  <a:gd name="connsiteY183" fmla="*/ 1127896 h 1163222"/>
                  <a:gd name="connsiteX184" fmla="*/ 432231 w 1150784"/>
                  <a:gd name="connsiteY184" fmla="*/ 1080512 h 1163222"/>
                  <a:gd name="connsiteX185" fmla="*/ 451072 w 1150784"/>
                  <a:gd name="connsiteY185" fmla="*/ 1085599 h 1163222"/>
                  <a:gd name="connsiteX186" fmla="*/ 415369 w 1150784"/>
                  <a:gd name="connsiteY186" fmla="*/ 1119418 h 1163222"/>
                  <a:gd name="connsiteX187" fmla="*/ 366383 w 1150784"/>
                  <a:gd name="connsiteY187" fmla="*/ 1125824 h 1163222"/>
                  <a:gd name="connsiteX188" fmla="*/ 342926 w 1150784"/>
                  <a:gd name="connsiteY188" fmla="*/ 1117440 h 1163222"/>
                  <a:gd name="connsiteX189" fmla="*/ 323615 w 1150784"/>
                  <a:gd name="connsiteY189" fmla="*/ 1106324 h 1163222"/>
                  <a:gd name="connsiteX190" fmla="*/ 285557 w 1150784"/>
                  <a:gd name="connsiteY190" fmla="*/ 1084186 h 1163222"/>
                  <a:gd name="connsiteX191" fmla="*/ 247498 w 1150784"/>
                  <a:gd name="connsiteY191" fmla="*/ 1062048 h 1163222"/>
                  <a:gd name="connsiteX192" fmla="*/ 228375 w 1150784"/>
                  <a:gd name="connsiteY192" fmla="*/ 1050744 h 1163222"/>
                  <a:gd name="connsiteX193" fmla="*/ 209629 w 1150784"/>
                  <a:gd name="connsiteY193" fmla="*/ 1034635 h 1163222"/>
                  <a:gd name="connsiteX194" fmla="*/ 191259 w 1150784"/>
                  <a:gd name="connsiteY194" fmla="*/ 989417 h 1163222"/>
                  <a:gd name="connsiteX195" fmla="*/ 202940 w 1150784"/>
                  <a:gd name="connsiteY195" fmla="*/ 942410 h 1163222"/>
                  <a:gd name="connsiteX196" fmla="*/ 214622 w 1150784"/>
                  <a:gd name="connsiteY196" fmla="*/ 954091 h 1163222"/>
                  <a:gd name="connsiteX197" fmla="*/ 167708 w 1150784"/>
                  <a:gd name="connsiteY197" fmla="*/ 965207 h 1163222"/>
                  <a:gd name="connsiteX198" fmla="*/ 123150 w 1150784"/>
                  <a:gd name="connsiteY198" fmla="*/ 946555 h 1163222"/>
                  <a:gd name="connsiteX199" fmla="*/ 107418 w 1150784"/>
                  <a:gd name="connsiteY199" fmla="*/ 927903 h 1163222"/>
                  <a:gd name="connsiteX200" fmla="*/ 96396 w 1150784"/>
                  <a:gd name="connsiteY200" fmla="*/ 908685 h 1163222"/>
                  <a:gd name="connsiteX201" fmla="*/ 74730 w 1150784"/>
                  <a:gd name="connsiteY201" fmla="*/ 870438 h 1163222"/>
                  <a:gd name="connsiteX202" fmla="*/ 53157 w 1150784"/>
                  <a:gd name="connsiteY202" fmla="*/ 832098 h 1163222"/>
                  <a:gd name="connsiteX203" fmla="*/ 42324 w 1150784"/>
                  <a:gd name="connsiteY203" fmla="*/ 812786 h 1163222"/>
                  <a:gd name="connsiteX204" fmla="*/ 34599 w 1150784"/>
                  <a:gd name="connsiteY204" fmla="*/ 790177 h 1163222"/>
                  <a:gd name="connsiteX205" fmla="*/ 41287 w 1150784"/>
                  <a:gd name="connsiteY205" fmla="*/ 743547 h 1163222"/>
                  <a:gd name="connsiteX206" fmla="*/ 73788 w 1150784"/>
                  <a:gd name="connsiteY206" fmla="*/ 710105 h 1163222"/>
                  <a:gd name="connsiteX207" fmla="*/ 76519 w 1150784"/>
                  <a:gd name="connsiteY207" fmla="*/ 720373 h 1163222"/>
                  <a:gd name="connsiteX208" fmla="*/ 32055 w 1150784"/>
                  <a:gd name="connsiteY208" fmla="*/ 706996 h 1163222"/>
                  <a:gd name="connsiteX209" fmla="*/ 4077 w 1150784"/>
                  <a:gd name="connsiteY209" fmla="*/ 670068 h 1163222"/>
                  <a:gd name="connsiteX210" fmla="*/ 26 w 1150784"/>
                  <a:gd name="connsiteY210" fmla="*/ 647082 h 1163222"/>
                  <a:gd name="connsiteX211" fmla="*/ 121 w 1150784"/>
                  <a:gd name="connsiteY211" fmla="*/ 624945 h 1163222"/>
                  <a:gd name="connsiteX212" fmla="*/ 497 w 1150784"/>
                  <a:gd name="connsiteY212" fmla="*/ 580952 h 1163222"/>
                  <a:gd name="connsiteX213" fmla="*/ 780 w 1150784"/>
                  <a:gd name="connsiteY213" fmla="*/ 536959 h 1163222"/>
                  <a:gd name="connsiteX214" fmla="*/ 968 w 1150784"/>
                  <a:gd name="connsiteY214" fmla="*/ 514915 h 1163222"/>
                  <a:gd name="connsiteX215" fmla="*/ 5208 w 1150784"/>
                  <a:gd name="connsiteY215" fmla="*/ 492307 h 1163222"/>
                  <a:gd name="connsiteX216" fmla="*/ 32998 w 1150784"/>
                  <a:gd name="connsiteY216" fmla="*/ 456415 h 1163222"/>
                  <a:gd name="connsiteX217" fmla="*/ 76425 w 1150784"/>
                  <a:gd name="connsiteY217" fmla="*/ 443886 h 1163222"/>
                  <a:gd name="connsiteX218" fmla="*/ 74824 w 1150784"/>
                  <a:gd name="connsiteY218" fmla="*/ 449915 h 1163222"/>
                  <a:gd name="connsiteX219" fmla="*/ 43737 w 1150784"/>
                  <a:gd name="connsiteY219" fmla="*/ 417132 h 1163222"/>
                  <a:gd name="connsiteX220" fmla="*/ 37802 w 1150784"/>
                  <a:gd name="connsiteY220" fmla="*/ 372386 h 1163222"/>
                  <a:gd name="connsiteX221" fmla="*/ 45338 w 1150784"/>
                  <a:gd name="connsiteY221" fmla="*/ 350813 h 1163222"/>
                  <a:gd name="connsiteX222" fmla="*/ 56172 w 1150784"/>
                  <a:gd name="connsiteY222" fmla="*/ 331596 h 1163222"/>
                  <a:gd name="connsiteX223" fmla="*/ 78027 w 1150784"/>
                  <a:gd name="connsiteY223" fmla="*/ 293349 h 1163222"/>
                  <a:gd name="connsiteX224" fmla="*/ 99882 w 1150784"/>
                  <a:gd name="connsiteY224" fmla="*/ 255103 h 1163222"/>
                  <a:gd name="connsiteX225" fmla="*/ 110904 w 1150784"/>
                  <a:gd name="connsiteY225" fmla="*/ 235979 h 1163222"/>
                  <a:gd name="connsiteX226" fmla="*/ 125788 w 1150784"/>
                  <a:gd name="connsiteY226" fmla="*/ 218363 h 1163222"/>
                  <a:gd name="connsiteX227" fmla="*/ 167991 w 1150784"/>
                  <a:gd name="connsiteY227" fmla="*/ 200747 h 1163222"/>
                  <a:gd name="connsiteX228" fmla="*/ 212643 w 1150784"/>
                  <a:gd name="connsiteY228" fmla="*/ 211110 h 1163222"/>
                  <a:gd name="connsiteX229" fmla="*/ 206426 w 1150784"/>
                  <a:gd name="connsiteY229" fmla="*/ 217327 h 1163222"/>
                  <a:gd name="connsiteX230" fmla="*/ 195027 w 1150784"/>
                  <a:gd name="connsiteY230" fmla="*/ 172581 h 1163222"/>
                  <a:gd name="connsiteX231" fmla="*/ 212361 w 1150784"/>
                  <a:gd name="connsiteY231" fmla="*/ 129341 h 1163222"/>
                  <a:gd name="connsiteX232" fmla="*/ 230165 w 1150784"/>
                  <a:gd name="connsiteY232" fmla="*/ 113798 h 1163222"/>
                  <a:gd name="connsiteX233" fmla="*/ 249194 w 1150784"/>
                  <a:gd name="connsiteY233" fmla="*/ 102399 h 1163222"/>
                  <a:gd name="connsiteX234" fmla="*/ 287064 w 1150784"/>
                  <a:gd name="connsiteY234" fmla="*/ 79979 h 1163222"/>
                  <a:gd name="connsiteX235" fmla="*/ 324934 w 1150784"/>
                  <a:gd name="connsiteY235" fmla="*/ 57558 h 1163222"/>
                  <a:gd name="connsiteX236" fmla="*/ 344057 w 1150784"/>
                  <a:gd name="connsiteY236" fmla="*/ 46348 h 1163222"/>
                  <a:gd name="connsiteX237" fmla="*/ 366760 w 1150784"/>
                  <a:gd name="connsiteY237" fmla="*/ 38058 h 1163222"/>
                  <a:gd name="connsiteX238" fmla="*/ 414427 w 1150784"/>
                  <a:gd name="connsiteY238" fmla="*/ 43993 h 1163222"/>
                  <a:gd name="connsiteX239" fmla="*/ 449470 w 1150784"/>
                  <a:gd name="connsiteY239" fmla="*/ 76870 h 1163222"/>
                  <a:gd name="connsiteX240" fmla="*/ 434021 w 1150784"/>
                  <a:gd name="connsiteY240" fmla="*/ 81015 h 1163222"/>
                  <a:gd name="connsiteX241" fmla="*/ 447492 w 1150784"/>
                  <a:gd name="connsiteY241" fmla="*/ 34667 h 1163222"/>
                  <a:gd name="connsiteX242" fmla="*/ 485833 w 1150784"/>
                  <a:gd name="connsiteY242" fmla="*/ 4993 h 1163222"/>
                  <a:gd name="connsiteX243" fmla="*/ 510043 w 1150784"/>
                  <a:gd name="connsiteY243" fmla="*/ 471 h 1163222"/>
                  <a:gd name="connsiteX244" fmla="*/ 532275 w 1150784"/>
                  <a:gd name="connsiteY244" fmla="*/ 283 h 1163222"/>
                  <a:gd name="connsiteX245" fmla="*/ 576268 w 1150784"/>
                  <a:gd name="connsiteY245" fmla="*/ 94 h 1163222"/>
                  <a:gd name="connsiteX246" fmla="*/ 620261 w 1150784"/>
                  <a:gd name="connsiteY246" fmla="*/ 0 h 1163222"/>
                  <a:gd name="connsiteX247" fmla="*/ 642493 w 1150784"/>
                  <a:gd name="connsiteY247" fmla="*/ 283 h 1163222"/>
                  <a:gd name="connsiteX248" fmla="*/ 666703 w 1150784"/>
                  <a:gd name="connsiteY248" fmla="*/ 4899 h 1163222"/>
                  <a:gd name="connsiteX249" fmla="*/ 705044 w 1150784"/>
                  <a:gd name="connsiteY249" fmla="*/ 34761 h 1163222"/>
                  <a:gd name="connsiteX250" fmla="*/ 718327 w 1150784"/>
                  <a:gd name="connsiteY250" fmla="*/ 81015 h 1163222"/>
                  <a:gd name="connsiteX251" fmla="*/ 703160 w 1150784"/>
                  <a:gd name="connsiteY251" fmla="*/ 76964 h 1163222"/>
                  <a:gd name="connsiteX252" fmla="*/ 738109 w 1150784"/>
                  <a:gd name="connsiteY252" fmla="*/ 43993 h 1163222"/>
                  <a:gd name="connsiteX253" fmla="*/ 785776 w 1150784"/>
                  <a:gd name="connsiteY253" fmla="*/ 37870 h 1163222"/>
                  <a:gd name="connsiteX254" fmla="*/ 808479 w 1150784"/>
                  <a:gd name="connsiteY254" fmla="*/ 46254 h 1163222"/>
                  <a:gd name="connsiteX255" fmla="*/ 827602 w 1150784"/>
                  <a:gd name="connsiteY255" fmla="*/ 57558 h 1163222"/>
                  <a:gd name="connsiteX256" fmla="*/ 865378 w 1150784"/>
                  <a:gd name="connsiteY256" fmla="*/ 80073 h 1163222"/>
                  <a:gd name="connsiteX257" fmla="*/ 903153 w 1150784"/>
                  <a:gd name="connsiteY257" fmla="*/ 102587 h 1163222"/>
                  <a:gd name="connsiteX258" fmla="*/ 922088 w 1150784"/>
                  <a:gd name="connsiteY258" fmla="*/ 113986 h 1163222"/>
                  <a:gd name="connsiteX259" fmla="*/ 939799 w 1150784"/>
                  <a:gd name="connsiteY259" fmla="*/ 129530 h 1163222"/>
                  <a:gd name="connsiteX260" fmla="*/ 956849 w 1150784"/>
                  <a:gd name="connsiteY260" fmla="*/ 172486 h 1163222"/>
                  <a:gd name="connsiteX261" fmla="*/ 945451 w 1150784"/>
                  <a:gd name="connsiteY261" fmla="*/ 216762 h 1163222"/>
                  <a:gd name="connsiteX262" fmla="*/ 940175 w 1150784"/>
                  <a:gd name="connsiteY262" fmla="*/ 211486 h 1163222"/>
                  <a:gd name="connsiteX263" fmla="*/ 984357 w 1150784"/>
                  <a:gd name="connsiteY263" fmla="*/ 201313 h 1163222"/>
                  <a:gd name="connsiteX264" fmla="*/ 1025806 w 1150784"/>
                  <a:gd name="connsiteY264" fmla="*/ 219023 h 1163222"/>
                  <a:gd name="connsiteX265" fmla="*/ 1040313 w 1150784"/>
                  <a:gd name="connsiteY265" fmla="*/ 236450 h 1163222"/>
                  <a:gd name="connsiteX266" fmla="*/ 1051147 w 1150784"/>
                  <a:gd name="connsiteY266" fmla="*/ 255668 h 1163222"/>
                  <a:gd name="connsiteX267" fmla="*/ 1072814 w 1150784"/>
                  <a:gd name="connsiteY267" fmla="*/ 293914 h 1163222"/>
                  <a:gd name="connsiteX268" fmla="*/ 1094480 w 1150784"/>
                  <a:gd name="connsiteY268" fmla="*/ 332161 h 1163222"/>
                  <a:gd name="connsiteX269" fmla="*/ 1112662 w 1150784"/>
                  <a:gd name="connsiteY269" fmla="*/ 372386 h 1163222"/>
                  <a:gd name="connsiteX270" fmla="*/ 1106727 w 1150784"/>
                  <a:gd name="connsiteY270" fmla="*/ 416002 h 1163222"/>
                  <a:gd name="connsiteX271" fmla="*/ 1076299 w 1150784"/>
                  <a:gd name="connsiteY271" fmla="*/ 447654 h 1163222"/>
                  <a:gd name="connsiteX272" fmla="*/ 1075828 w 1150784"/>
                  <a:gd name="connsiteY272" fmla="*/ 445770 h 1163222"/>
                  <a:gd name="connsiteX273" fmla="*/ 1078560 w 1150784"/>
                  <a:gd name="connsiteY273" fmla="*/ 446053 h 1163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</a:cxnLst>
                <a:rect l="l" t="t" r="r" b="b"/>
                <a:pathLst>
                  <a:path w="1150784" h="1163222">
                    <a:moveTo>
                      <a:pt x="1078560" y="448031"/>
                    </a:moveTo>
                    <a:lnTo>
                      <a:pt x="1076299" y="448031"/>
                    </a:lnTo>
                    <a:lnTo>
                      <a:pt x="1072343" y="448031"/>
                    </a:lnTo>
                    <a:lnTo>
                      <a:pt x="1075828" y="446147"/>
                    </a:lnTo>
                    <a:cubicBezTo>
                      <a:pt x="1088546" y="439176"/>
                      <a:pt x="1099002" y="428248"/>
                      <a:pt x="1105220" y="415248"/>
                    </a:cubicBezTo>
                    <a:cubicBezTo>
                      <a:pt x="1111249" y="402154"/>
                      <a:pt x="1113604" y="387270"/>
                      <a:pt x="1110778" y="373045"/>
                    </a:cubicBezTo>
                    <a:cubicBezTo>
                      <a:pt x="1108517" y="358632"/>
                      <a:pt x="1099756" y="346480"/>
                      <a:pt x="1092502" y="333762"/>
                    </a:cubicBezTo>
                    <a:lnTo>
                      <a:pt x="1070176" y="295798"/>
                    </a:lnTo>
                    <a:lnTo>
                      <a:pt x="1047850" y="257834"/>
                    </a:lnTo>
                    <a:cubicBezTo>
                      <a:pt x="1040125" y="245305"/>
                      <a:pt x="1033908" y="231834"/>
                      <a:pt x="1022603" y="223168"/>
                    </a:cubicBezTo>
                    <a:cubicBezTo>
                      <a:pt x="1011864" y="214030"/>
                      <a:pt x="998016" y="208943"/>
                      <a:pt x="984074" y="207907"/>
                    </a:cubicBezTo>
                    <a:cubicBezTo>
                      <a:pt x="970038" y="207153"/>
                      <a:pt x="956190" y="210733"/>
                      <a:pt x="944226" y="218269"/>
                    </a:cubicBezTo>
                    <a:lnTo>
                      <a:pt x="930943" y="226653"/>
                    </a:lnTo>
                    <a:lnTo>
                      <a:pt x="939045" y="212994"/>
                    </a:lnTo>
                    <a:cubicBezTo>
                      <a:pt x="946204" y="200842"/>
                      <a:pt x="949407" y="186994"/>
                      <a:pt x="948183" y="173240"/>
                    </a:cubicBezTo>
                    <a:cubicBezTo>
                      <a:pt x="946770" y="159580"/>
                      <a:pt x="941400" y="146298"/>
                      <a:pt x="932262" y="136218"/>
                    </a:cubicBezTo>
                    <a:cubicBezTo>
                      <a:pt x="927741" y="131131"/>
                      <a:pt x="922559" y="126609"/>
                      <a:pt x="916624" y="123312"/>
                    </a:cubicBezTo>
                    <a:cubicBezTo>
                      <a:pt x="910595" y="119732"/>
                      <a:pt x="903907" y="116153"/>
                      <a:pt x="897595" y="112573"/>
                    </a:cubicBezTo>
                    <a:lnTo>
                      <a:pt x="859160" y="91095"/>
                    </a:lnTo>
                    <a:lnTo>
                      <a:pt x="820726" y="69616"/>
                    </a:lnTo>
                    <a:cubicBezTo>
                      <a:pt x="814414" y="66131"/>
                      <a:pt x="807820" y="62268"/>
                      <a:pt x="801602" y="59066"/>
                    </a:cubicBezTo>
                    <a:cubicBezTo>
                      <a:pt x="795856" y="55863"/>
                      <a:pt x="789450" y="53979"/>
                      <a:pt x="783044" y="52848"/>
                    </a:cubicBezTo>
                    <a:cubicBezTo>
                      <a:pt x="770138" y="50399"/>
                      <a:pt x="756667" y="52660"/>
                      <a:pt x="744892" y="58218"/>
                    </a:cubicBezTo>
                    <a:cubicBezTo>
                      <a:pt x="733117" y="64152"/>
                      <a:pt x="723696" y="73196"/>
                      <a:pt x="717290" y="85160"/>
                    </a:cubicBezTo>
                    <a:lnTo>
                      <a:pt x="701558" y="114363"/>
                    </a:lnTo>
                    <a:lnTo>
                      <a:pt x="702124" y="81109"/>
                    </a:lnTo>
                    <a:cubicBezTo>
                      <a:pt x="702312" y="67544"/>
                      <a:pt x="698544" y="55109"/>
                      <a:pt x="691196" y="44276"/>
                    </a:cubicBezTo>
                    <a:cubicBezTo>
                      <a:pt x="683754" y="33819"/>
                      <a:pt x="673109" y="25341"/>
                      <a:pt x="660957" y="21290"/>
                    </a:cubicBezTo>
                    <a:cubicBezTo>
                      <a:pt x="654928" y="19218"/>
                      <a:pt x="648522" y="17899"/>
                      <a:pt x="642116" y="17899"/>
                    </a:cubicBezTo>
                    <a:cubicBezTo>
                      <a:pt x="635239" y="17804"/>
                      <a:pt x="627609" y="17899"/>
                      <a:pt x="620355" y="17993"/>
                    </a:cubicBezTo>
                    <a:lnTo>
                      <a:pt x="576551" y="17993"/>
                    </a:lnTo>
                    <a:lnTo>
                      <a:pt x="532558" y="17804"/>
                    </a:lnTo>
                    <a:cubicBezTo>
                      <a:pt x="525304" y="17804"/>
                      <a:pt x="517674" y="17710"/>
                      <a:pt x="510797" y="17804"/>
                    </a:cubicBezTo>
                    <a:cubicBezTo>
                      <a:pt x="504297" y="17804"/>
                      <a:pt x="497985" y="19218"/>
                      <a:pt x="491956" y="21196"/>
                    </a:cubicBezTo>
                    <a:cubicBezTo>
                      <a:pt x="479710" y="25247"/>
                      <a:pt x="469159" y="33725"/>
                      <a:pt x="461717" y="44276"/>
                    </a:cubicBezTo>
                    <a:cubicBezTo>
                      <a:pt x="454463" y="55109"/>
                      <a:pt x="450695" y="67544"/>
                      <a:pt x="450883" y="81109"/>
                    </a:cubicBezTo>
                    <a:lnTo>
                      <a:pt x="451543" y="114740"/>
                    </a:lnTo>
                    <a:lnTo>
                      <a:pt x="435434" y="85254"/>
                    </a:lnTo>
                    <a:cubicBezTo>
                      <a:pt x="428934" y="73384"/>
                      <a:pt x="419608" y="64247"/>
                      <a:pt x="407927" y="58312"/>
                    </a:cubicBezTo>
                    <a:cubicBezTo>
                      <a:pt x="396245" y="52660"/>
                      <a:pt x="382680" y="50399"/>
                      <a:pt x="369774" y="52754"/>
                    </a:cubicBezTo>
                    <a:cubicBezTo>
                      <a:pt x="363369" y="53884"/>
                      <a:pt x="356963" y="55863"/>
                      <a:pt x="351216" y="59066"/>
                    </a:cubicBezTo>
                    <a:cubicBezTo>
                      <a:pt x="345093" y="62363"/>
                      <a:pt x="338499" y="66131"/>
                      <a:pt x="332187" y="69711"/>
                    </a:cubicBezTo>
                    <a:lnTo>
                      <a:pt x="293846" y="91283"/>
                    </a:lnTo>
                    <a:lnTo>
                      <a:pt x="255506" y="112856"/>
                    </a:lnTo>
                    <a:cubicBezTo>
                      <a:pt x="249194" y="116435"/>
                      <a:pt x="242506" y="120015"/>
                      <a:pt x="236477" y="123689"/>
                    </a:cubicBezTo>
                    <a:cubicBezTo>
                      <a:pt x="230636" y="126986"/>
                      <a:pt x="225549" y="131602"/>
                      <a:pt x="221027" y="136595"/>
                    </a:cubicBezTo>
                    <a:cubicBezTo>
                      <a:pt x="211984" y="146675"/>
                      <a:pt x="206708" y="159863"/>
                      <a:pt x="205390" y="173334"/>
                    </a:cubicBezTo>
                    <a:cubicBezTo>
                      <a:pt x="204259" y="186994"/>
                      <a:pt x="207368" y="200653"/>
                      <a:pt x="214622" y="212711"/>
                    </a:cubicBezTo>
                    <a:lnTo>
                      <a:pt x="224230" y="228914"/>
                    </a:lnTo>
                    <a:lnTo>
                      <a:pt x="208404" y="219023"/>
                    </a:lnTo>
                    <a:cubicBezTo>
                      <a:pt x="196534" y="211581"/>
                      <a:pt x="182781" y="208095"/>
                      <a:pt x="168933" y="208849"/>
                    </a:cubicBezTo>
                    <a:cubicBezTo>
                      <a:pt x="155179" y="209885"/>
                      <a:pt x="141614" y="215066"/>
                      <a:pt x="131157" y="224204"/>
                    </a:cubicBezTo>
                    <a:cubicBezTo>
                      <a:pt x="125882" y="228726"/>
                      <a:pt x="121172" y="233907"/>
                      <a:pt x="117592" y="239842"/>
                    </a:cubicBezTo>
                    <a:cubicBezTo>
                      <a:pt x="113824" y="245871"/>
                      <a:pt x="110150" y="252465"/>
                      <a:pt x="106476" y="258682"/>
                    </a:cubicBezTo>
                    <a:lnTo>
                      <a:pt x="84338" y="296646"/>
                    </a:lnTo>
                    <a:lnTo>
                      <a:pt x="62201" y="334610"/>
                    </a:lnTo>
                    <a:cubicBezTo>
                      <a:pt x="58527" y="340922"/>
                      <a:pt x="54664" y="347328"/>
                      <a:pt x="51273" y="353545"/>
                    </a:cubicBezTo>
                    <a:cubicBezTo>
                      <a:pt x="47787" y="359574"/>
                      <a:pt x="45621" y="366357"/>
                      <a:pt x="44208" y="373233"/>
                    </a:cubicBezTo>
                    <a:cubicBezTo>
                      <a:pt x="41382" y="386987"/>
                      <a:pt x="43737" y="401589"/>
                      <a:pt x="49671" y="414212"/>
                    </a:cubicBezTo>
                    <a:cubicBezTo>
                      <a:pt x="55889" y="426835"/>
                      <a:pt x="65874" y="437292"/>
                      <a:pt x="78404" y="443980"/>
                    </a:cubicBezTo>
                    <a:lnTo>
                      <a:pt x="90085" y="450292"/>
                    </a:lnTo>
                    <a:lnTo>
                      <a:pt x="76802" y="450009"/>
                    </a:lnTo>
                    <a:cubicBezTo>
                      <a:pt x="62577" y="449726"/>
                      <a:pt x="48729" y="453777"/>
                      <a:pt x="37142" y="461690"/>
                    </a:cubicBezTo>
                    <a:cubicBezTo>
                      <a:pt x="25744" y="469698"/>
                      <a:pt x="16606" y="481096"/>
                      <a:pt x="12179" y="494379"/>
                    </a:cubicBezTo>
                    <a:cubicBezTo>
                      <a:pt x="9918" y="500973"/>
                      <a:pt x="8410" y="507850"/>
                      <a:pt x="8410" y="514821"/>
                    </a:cubicBezTo>
                    <a:cubicBezTo>
                      <a:pt x="8222" y="521981"/>
                      <a:pt x="8410" y="529423"/>
                      <a:pt x="8410" y="536771"/>
                    </a:cubicBezTo>
                    <a:lnTo>
                      <a:pt x="8693" y="580763"/>
                    </a:lnTo>
                    <a:lnTo>
                      <a:pt x="9070" y="624756"/>
                    </a:lnTo>
                    <a:cubicBezTo>
                      <a:pt x="9164" y="632010"/>
                      <a:pt x="9070" y="639546"/>
                      <a:pt x="9352" y="646612"/>
                    </a:cubicBezTo>
                    <a:cubicBezTo>
                      <a:pt x="9447" y="653488"/>
                      <a:pt x="10954" y="660271"/>
                      <a:pt x="13309" y="666677"/>
                    </a:cubicBezTo>
                    <a:cubicBezTo>
                      <a:pt x="17831" y="679583"/>
                      <a:pt x="26969" y="690699"/>
                      <a:pt x="38179" y="698329"/>
                    </a:cubicBezTo>
                    <a:cubicBezTo>
                      <a:pt x="49577" y="705865"/>
                      <a:pt x="62954" y="709634"/>
                      <a:pt x="76896" y="709162"/>
                    </a:cubicBezTo>
                    <a:lnTo>
                      <a:pt x="99317" y="708409"/>
                    </a:lnTo>
                    <a:lnTo>
                      <a:pt x="79628" y="719431"/>
                    </a:lnTo>
                    <a:cubicBezTo>
                      <a:pt x="67476" y="726213"/>
                      <a:pt x="58150" y="736293"/>
                      <a:pt x="52309" y="748539"/>
                    </a:cubicBezTo>
                    <a:cubicBezTo>
                      <a:pt x="46751" y="760692"/>
                      <a:pt x="44773" y="774634"/>
                      <a:pt x="47505" y="787728"/>
                    </a:cubicBezTo>
                    <a:cubicBezTo>
                      <a:pt x="48824" y="794228"/>
                      <a:pt x="50990" y="800634"/>
                      <a:pt x="54287" y="806380"/>
                    </a:cubicBezTo>
                    <a:cubicBezTo>
                      <a:pt x="57679" y="812503"/>
                      <a:pt x="61635" y="818909"/>
                      <a:pt x="65309" y="825221"/>
                    </a:cubicBezTo>
                    <a:lnTo>
                      <a:pt x="87730" y="863091"/>
                    </a:lnTo>
                    <a:lnTo>
                      <a:pt x="110056" y="901055"/>
                    </a:lnTo>
                    <a:cubicBezTo>
                      <a:pt x="113730" y="907272"/>
                      <a:pt x="117498" y="913960"/>
                      <a:pt x="121172" y="919801"/>
                    </a:cubicBezTo>
                    <a:cubicBezTo>
                      <a:pt x="124469" y="925453"/>
                      <a:pt x="128991" y="930258"/>
                      <a:pt x="133889" y="934497"/>
                    </a:cubicBezTo>
                    <a:cubicBezTo>
                      <a:pt x="143686" y="942975"/>
                      <a:pt x="156498" y="947780"/>
                      <a:pt x="169310" y="948816"/>
                    </a:cubicBezTo>
                    <a:cubicBezTo>
                      <a:pt x="182310" y="949569"/>
                      <a:pt x="195027" y="946461"/>
                      <a:pt x="206426" y="939395"/>
                    </a:cubicBezTo>
                    <a:lnTo>
                      <a:pt x="236100" y="921026"/>
                    </a:lnTo>
                    <a:lnTo>
                      <a:pt x="218107" y="950982"/>
                    </a:lnTo>
                    <a:cubicBezTo>
                      <a:pt x="211230" y="962569"/>
                      <a:pt x="208310" y="975192"/>
                      <a:pt x="209252" y="988099"/>
                    </a:cubicBezTo>
                    <a:cubicBezTo>
                      <a:pt x="210477" y="1000816"/>
                      <a:pt x="215375" y="1013345"/>
                      <a:pt x="223853" y="1022860"/>
                    </a:cubicBezTo>
                    <a:cubicBezTo>
                      <a:pt x="227998" y="1027664"/>
                      <a:pt x="232803" y="1031997"/>
                      <a:pt x="238361" y="1035200"/>
                    </a:cubicBezTo>
                    <a:cubicBezTo>
                      <a:pt x="244201" y="1038780"/>
                      <a:pt x="250984" y="1042454"/>
                      <a:pt x="257201" y="1046128"/>
                    </a:cubicBezTo>
                    <a:lnTo>
                      <a:pt x="295354" y="1067983"/>
                    </a:lnTo>
                    <a:lnTo>
                      <a:pt x="333506" y="1089838"/>
                    </a:lnTo>
                    <a:cubicBezTo>
                      <a:pt x="339818" y="1093418"/>
                      <a:pt x="346412" y="1097280"/>
                      <a:pt x="352441" y="1100577"/>
                    </a:cubicBezTo>
                    <a:cubicBezTo>
                      <a:pt x="357999" y="1103686"/>
                      <a:pt x="364028" y="1105570"/>
                      <a:pt x="370245" y="1106795"/>
                    </a:cubicBezTo>
                    <a:cubicBezTo>
                      <a:pt x="382680" y="1109244"/>
                      <a:pt x="395680" y="1107077"/>
                      <a:pt x="407079" y="1101708"/>
                    </a:cubicBezTo>
                    <a:cubicBezTo>
                      <a:pt x="418477" y="1096055"/>
                      <a:pt x="427615" y="1087295"/>
                      <a:pt x="433927" y="1075708"/>
                    </a:cubicBezTo>
                    <a:lnTo>
                      <a:pt x="453521" y="1039533"/>
                    </a:lnTo>
                    <a:lnTo>
                      <a:pt x="452767" y="1080700"/>
                    </a:lnTo>
                    <a:cubicBezTo>
                      <a:pt x="452485" y="1093983"/>
                      <a:pt x="456159" y="1105947"/>
                      <a:pt x="463224" y="1116497"/>
                    </a:cubicBezTo>
                    <a:cubicBezTo>
                      <a:pt x="470478" y="1126672"/>
                      <a:pt x="480652" y="1134867"/>
                      <a:pt x="492521" y="1138824"/>
                    </a:cubicBezTo>
                    <a:cubicBezTo>
                      <a:pt x="498362" y="1140802"/>
                      <a:pt x="504579" y="1142121"/>
                      <a:pt x="510797" y="1142121"/>
                    </a:cubicBezTo>
                    <a:cubicBezTo>
                      <a:pt x="517579" y="1142309"/>
                      <a:pt x="525304" y="1142121"/>
                      <a:pt x="532558" y="1142121"/>
                    </a:cubicBezTo>
                    <a:lnTo>
                      <a:pt x="576551" y="1142121"/>
                    </a:lnTo>
                    <a:lnTo>
                      <a:pt x="620544" y="1142215"/>
                    </a:lnTo>
                    <a:cubicBezTo>
                      <a:pt x="627797" y="1142215"/>
                      <a:pt x="635522" y="1142309"/>
                      <a:pt x="642305" y="1142121"/>
                    </a:cubicBezTo>
                    <a:cubicBezTo>
                      <a:pt x="648616" y="1142121"/>
                      <a:pt x="654739" y="1140802"/>
                      <a:pt x="660580" y="1138730"/>
                    </a:cubicBezTo>
                    <a:cubicBezTo>
                      <a:pt x="672450" y="1134773"/>
                      <a:pt x="682624" y="1126483"/>
                      <a:pt x="689783" y="1116309"/>
                    </a:cubicBezTo>
                    <a:cubicBezTo>
                      <a:pt x="696848" y="1105758"/>
                      <a:pt x="700428" y="1093795"/>
                      <a:pt x="700145" y="1080606"/>
                    </a:cubicBezTo>
                    <a:lnTo>
                      <a:pt x="699297" y="1038497"/>
                    </a:lnTo>
                    <a:lnTo>
                      <a:pt x="719457" y="1075425"/>
                    </a:lnTo>
                    <a:cubicBezTo>
                      <a:pt x="725769" y="1087012"/>
                      <a:pt x="734906" y="1095679"/>
                      <a:pt x="746211" y="1101237"/>
                    </a:cubicBezTo>
                    <a:cubicBezTo>
                      <a:pt x="757515" y="1106512"/>
                      <a:pt x="770515" y="1108584"/>
                      <a:pt x="782856" y="1106135"/>
                    </a:cubicBezTo>
                    <a:cubicBezTo>
                      <a:pt x="788979" y="1104911"/>
                      <a:pt x="795008" y="1103026"/>
                      <a:pt x="800472" y="1099918"/>
                    </a:cubicBezTo>
                    <a:cubicBezTo>
                      <a:pt x="806501" y="1096715"/>
                      <a:pt x="813095" y="1092758"/>
                      <a:pt x="819313" y="1089179"/>
                    </a:cubicBezTo>
                    <a:lnTo>
                      <a:pt x="857465" y="1067229"/>
                    </a:lnTo>
                    <a:lnTo>
                      <a:pt x="895617" y="1045374"/>
                    </a:lnTo>
                    <a:cubicBezTo>
                      <a:pt x="901929" y="1041794"/>
                      <a:pt x="908617" y="1038120"/>
                      <a:pt x="914458" y="1034635"/>
                    </a:cubicBezTo>
                    <a:cubicBezTo>
                      <a:pt x="920016" y="1031526"/>
                      <a:pt x="924726" y="1027193"/>
                      <a:pt x="928965" y="1022483"/>
                    </a:cubicBezTo>
                    <a:cubicBezTo>
                      <a:pt x="937443" y="1013062"/>
                      <a:pt x="942342" y="1000627"/>
                      <a:pt x="943661" y="988004"/>
                    </a:cubicBezTo>
                    <a:cubicBezTo>
                      <a:pt x="944603" y="975192"/>
                      <a:pt x="941777" y="962569"/>
                      <a:pt x="934900" y="950982"/>
                    </a:cubicBezTo>
                    <a:lnTo>
                      <a:pt x="916719" y="920366"/>
                    </a:lnTo>
                    <a:lnTo>
                      <a:pt x="946864" y="939113"/>
                    </a:lnTo>
                    <a:cubicBezTo>
                      <a:pt x="958262" y="946178"/>
                      <a:pt x="970886" y="949381"/>
                      <a:pt x="983980" y="948627"/>
                    </a:cubicBezTo>
                    <a:cubicBezTo>
                      <a:pt x="996792" y="947685"/>
                      <a:pt x="1009603" y="942881"/>
                      <a:pt x="1019494" y="934403"/>
                    </a:cubicBezTo>
                    <a:cubicBezTo>
                      <a:pt x="1024487" y="930258"/>
                      <a:pt x="1029009" y="925453"/>
                      <a:pt x="1032400" y="919801"/>
                    </a:cubicBezTo>
                    <a:cubicBezTo>
                      <a:pt x="1036074" y="913960"/>
                      <a:pt x="1039937" y="907366"/>
                      <a:pt x="1043705" y="901149"/>
                    </a:cubicBezTo>
                    <a:lnTo>
                      <a:pt x="1066314" y="863373"/>
                    </a:lnTo>
                    <a:lnTo>
                      <a:pt x="1088922" y="825598"/>
                    </a:lnTo>
                    <a:cubicBezTo>
                      <a:pt x="1092596" y="819380"/>
                      <a:pt x="1096647" y="812880"/>
                      <a:pt x="1100038" y="806757"/>
                    </a:cubicBezTo>
                    <a:cubicBezTo>
                      <a:pt x="1103524" y="800916"/>
                      <a:pt x="1105691" y="794417"/>
                      <a:pt x="1107104" y="787822"/>
                    </a:cubicBezTo>
                    <a:cubicBezTo>
                      <a:pt x="1110024" y="774540"/>
                      <a:pt x="1107951" y="760315"/>
                      <a:pt x="1102393" y="747880"/>
                    </a:cubicBezTo>
                    <a:cubicBezTo>
                      <a:pt x="1096553" y="735445"/>
                      <a:pt x="1086944" y="724989"/>
                      <a:pt x="1074603" y="718018"/>
                    </a:cubicBezTo>
                    <a:lnTo>
                      <a:pt x="1060379" y="710010"/>
                    </a:lnTo>
                    <a:lnTo>
                      <a:pt x="1076582" y="710670"/>
                    </a:lnTo>
                    <a:cubicBezTo>
                      <a:pt x="1090618" y="711235"/>
                      <a:pt x="1104277" y="707467"/>
                      <a:pt x="1116053" y="699931"/>
                    </a:cubicBezTo>
                    <a:cubicBezTo>
                      <a:pt x="1127546" y="692206"/>
                      <a:pt x="1136966" y="680996"/>
                      <a:pt x="1141770" y="667807"/>
                    </a:cubicBezTo>
                    <a:cubicBezTo>
                      <a:pt x="1147328" y="654807"/>
                      <a:pt x="1146104" y="640206"/>
                      <a:pt x="1146386" y="625510"/>
                    </a:cubicBezTo>
                    <a:lnTo>
                      <a:pt x="1146669" y="581800"/>
                    </a:lnTo>
                    <a:lnTo>
                      <a:pt x="1146952" y="538089"/>
                    </a:lnTo>
                    <a:cubicBezTo>
                      <a:pt x="1146763" y="523488"/>
                      <a:pt x="1148459" y="508792"/>
                      <a:pt x="1143749" y="495227"/>
                    </a:cubicBezTo>
                    <a:cubicBezTo>
                      <a:pt x="1134988" y="468096"/>
                      <a:pt x="1107575" y="447748"/>
                      <a:pt x="1078560" y="448031"/>
                    </a:cubicBezTo>
                    <a:close/>
                    <a:moveTo>
                      <a:pt x="1078560" y="446053"/>
                    </a:moveTo>
                    <a:cubicBezTo>
                      <a:pt x="1093350" y="446053"/>
                      <a:pt x="1108140" y="450575"/>
                      <a:pt x="1120198" y="459335"/>
                    </a:cubicBezTo>
                    <a:cubicBezTo>
                      <a:pt x="1132350" y="467814"/>
                      <a:pt x="1141488" y="480531"/>
                      <a:pt x="1146292" y="494567"/>
                    </a:cubicBezTo>
                    <a:cubicBezTo>
                      <a:pt x="1148553" y="501633"/>
                      <a:pt x="1149872" y="509075"/>
                      <a:pt x="1149966" y="516517"/>
                    </a:cubicBezTo>
                    <a:lnTo>
                      <a:pt x="1150060" y="538372"/>
                    </a:lnTo>
                    <a:lnTo>
                      <a:pt x="1150343" y="582082"/>
                    </a:lnTo>
                    <a:lnTo>
                      <a:pt x="1150625" y="625792"/>
                    </a:lnTo>
                    <a:cubicBezTo>
                      <a:pt x="1150625" y="633140"/>
                      <a:pt x="1150908" y="640300"/>
                      <a:pt x="1150720" y="647742"/>
                    </a:cubicBezTo>
                    <a:cubicBezTo>
                      <a:pt x="1150720" y="655278"/>
                      <a:pt x="1149212" y="662815"/>
                      <a:pt x="1146669" y="669974"/>
                    </a:cubicBezTo>
                    <a:cubicBezTo>
                      <a:pt x="1141865" y="684387"/>
                      <a:pt x="1131973" y="696916"/>
                      <a:pt x="1119539" y="705771"/>
                    </a:cubicBezTo>
                    <a:cubicBezTo>
                      <a:pt x="1107009" y="714438"/>
                      <a:pt x="1091466" y="719054"/>
                      <a:pt x="1076299" y="718865"/>
                    </a:cubicBezTo>
                    <a:lnTo>
                      <a:pt x="1078277" y="711423"/>
                    </a:lnTo>
                    <a:cubicBezTo>
                      <a:pt x="1091748" y="718488"/>
                      <a:pt x="1103430" y="730170"/>
                      <a:pt x="1110306" y="744112"/>
                    </a:cubicBezTo>
                    <a:cubicBezTo>
                      <a:pt x="1117089" y="758148"/>
                      <a:pt x="1119821" y="774351"/>
                      <a:pt x="1116995" y="789895"/>
                    </a:cubicBezTo>
                    <a:cubicBezTo>
                      <a:pt x="1115582" y="797619"/>
                      <a:pt x="1113227" y="805344"/>
                      <a:pt x="1109459" y="812221"/>
                    </a:cubicBezTo>
                    <a:cubicBezTo>
                      <a:pt x="1105879" y="819004"/>
                      <a:pt x="1102299" y="825127"/>
                      <a:pt x="1098720" y="831627"/>
                    </a:cubicBezTo>
                    <a:lnTo>
                      <a:pt x="1077335" y="870062"/>
                    </a:lnTo>
                    <a:lnTo>
                      <a:pt x="1055951" y="908497"/>
                    </a:lnTo>
                    <a:cubicBezTo>
                      <a:pt x="1052277" y="914997"/>
                      <a:pt x="1048980" y="921214"/>
                      <a:pt x="1045024" y="927808"/>
                    </a:cubicBezTo>
                    <a:cubicBezTo>
                      <a:pt x="1040973" y="934873"/>
                      <a:pt x="1035509" y="941091"/>
                      <a:pt x="1029480" y="946555"/>
                    </a:cubicBezTo>
                    <a:cubicBezTo>
                      <a:pt x="1017234" y="957482"/>
                      <a:pt x="1001313" y="963794"/>
                      <a:pt x="985016" y="965301"/>
                    </a:cubicBezTo>
                    <a:cubicBezTo>
                      <a:pt x="968719" y="966714"/>
                      <a:pt x="951668" y="962475"/>
                      <a:pt x="938009" y="954280"/>
                    </a:cubicBezTo>
                    <a:lnTo>
                      <a:pt x="949878" y="942410"/>
                    </a:lnTo>
                    <a:cubicBezTo>
                      <a:pt x="958357" y="955881"/>
                      <a:pt x="962878" y="973026"/>
                      <a:pt x="961654" y="989512"/>
                    </a:cubicBezTo>
                    <a:cubicBezTo>
                      <a:pt x="960429" y="1005997"/>
                      <a:pt x="954212" y="1022294"/>
                      <a:pt x="943284" y="1035012"/>
                    </a:cubicBezTo>
                    <a:cubicBezTo>
                      <a:pt x="937915" y="1041323"/>
                      <a:pt x="931603" y="1047070"/>
                      <a:pt x="924443" y="1051309"/>
                    </a:cubicBezTo>
                    <a:cubicBezTo>
                      <a:pt x="917755" y="1055454"/>
                      <a:pt x="911726" y="1058845"/>
                      <a:pt x="905320" y="1062707"/>
                    </a:cubicBezTo>
                    <a:lnTo>
                      <a:pt x="867262" y="1084845"/>
                    </a:lnTo>
                    <a:lnTo>
                      <a:pt x="829204" y="1106889"/>
                    </a:lnTo>
                    <a:cubicBezTo>
                      <a:pt x="822704" y="1110563"/>
                      <a:pt x="816769" y="1114237"/>
                      <a:pt x="809892" y="1118005"/>
                    </a:cubicBezTo>
                    <a:cubicBezTo>
                      <a:pt x="802639" y="1122150"/>
                      <a:pt x="794443" y="1124787"/>
                      <a:pt x="786247" y="1126389"/>
                    </a:cubicBezTo>
                    <a:cubicBezTo>
                      <a:pt x="769667" y="1129686"/>
                      <a:pt x="752240" y="1127048"/>
                      <a:pt x="737073" y="1119889"/>
                    </a:cubicBezTo>
                    <a:cubicBezTo>
                      <a:pt x="722001" y="1112729"/>
                      <a:pt x="709000" y="1100106"/>
                      <a:pt x="701276" y="1085881"/>
                    </a:cubicBezTo>
                    <a:lnTo>
                      <a:pt x="720493" y="1080700"/>
                    </a:lnTo>
                    <a:cubicBezTo>
                      <a:pt x="720964" y="1096809"/>
                      <a:pt x="716066" y="1114331"/>
                      <a:pt x="706645" y="1128085"/>
                    </a:cubicBezTo>
                    <a:cubicBezTo>
                      <a:pt x="697037" y="1141838"/>
                      <a:pt x="683283" y="1152954"/>
                      <a:pt x="667268" y="1158418"/>
                    </a:cubicBezTo>
                    <a:cubicBezTo>
                      <a:pt x="659355" y="1161150"/>
                      <a:pt x="650971" y="1162940"/>
                      <a:pt x="642493" y="1163034"/>
                    </a:cubicBezTo>
                    <a:cubicBezTo>
                      <a:pt x="634580" y="1163222"/>
                      <a:pt x="627703" y="1163128"/>
                      <a:pt x="620261" y="1163128"/>
                    </a:cubicBezTo>
                    <a:lnTo>
                      <a:pt x="576268" y="1163222"/>
                    </a:lnTo>
                    <a:lnTo>
                      <a:pt x="532275" y="1163222"/>
                    </a:lnTo>
                    <a:cubicBezTo>
                      <a:pt x="524833" y="1163128"/>
                      <a:pt x="517862" y="1163222"/>
                      <a:pt x="510043" y="1163034"/>
                    </a:cubicBezTo>
                    <a:cubicBezTo>
                      <a:pt x="501565" y="1162940"/>
                      <a:pt x="493275" y="1161150"/>
                      <a:pt x="485268" y="1158324"/>
                    </a:cubicBezTo>
                    <a:cubicBezTo>
                      <a:pt x="469253" y="1152766"/>
                      <a:pt x="455499" y="1141650"/>
                      <a:pt x="445985" y="1127896"/>
                    </a:cubicBezTo>
                    <a:cubicBezTo>
                      <a:pt x="436564" y="1114048"/>
                      <a:pt x="431760" y="1096621"/>
                      <a:pt x="432231" y="1080512"/>
                    </a:cubicBezTo>
                    <a:lnTo>
                      <a:pt x="451072" y="1085599"/>
                    </a:lnTo>
                    <a:cubicBezTo>
                      <a:pt x="443347" y="1099729"/>
                      <a:pt x="430441" y="1112353"/>
                      <a:pt x="415369" y="1119418"/>
                    </a:cubicBezTo>
                    <a:cubicBezTo>
                      <a:pt x="400202" y="1126483"/>
                      <a:pt x="382869" y="1129027"/>
                      <a:pt x="366383" y="1125824"/>
                    </a:cubicBezTo>
                    <a:cubicBezTo>
                      <a:pt x="358187" y="1124222"/>
                      <a:pt x="350086" y="1121584"/>
                      <a:pt x="342926" y="1117440"/>
                    </a:cubicBezTo>
                    <a:cubicBezTo>
                      <a:pt x="336050" y="1113671"/>
                      <a:pt x="330115" y="1109998"/>
                      <a:pt x="323615" y="1106324"/>
                    </a:cubicBezTo>
                    <a:lnTo>
                      <a:pt x="285557" y="1084186"/>
                    </a:lnTo>
                    <a:lnTo>
                      <a:pt x="247498" y="1062048"/>
                    </a:lnTo>
                    <a:cubicBezTo>
                      <a:pt x="241093" y="1058280"/>
                      <a:pt x="234969" y="1054889"/>
                      <a:pt x="228375" y="1050744"/>
                    </a:cubicBezTo>
                    <a:cubicBezTo>
                      <a:pt x="221216" y="1046504"/>
                      <a:pt x="214998" y="1040852"/>
                      <a:pt x="209629" y="1034635"/>
                    </a:cubicBezTo>
                    <a:cubicBezTo>
                      <a:pt x="198701" y="1022106"/>
                      <a:pt x="192484" y="1005809"/>
                      <a:pt x="191259" y="989417"/>
                    </a:cubicBezTo>
                    <a:cubicBezTo>
                      <a:pt x="190129" y="973026"/>
                      <a:pt x="194556" y="955881"/>
                      <a:pt x="202940" y="942410"/>
                    </a:cubicBezTo>
                    <a:lnTo>
                      <a:pt x="214622" y="954091"/>
                    </a:lnTo>
                    <a:cubicBezTo>
                      <a:pt x="201056" y="962287"/>
                      <a:pt x="183911" y="966526"/>
                      <a:pt x="167708" y="965207"/>
                    </a:cubicBezTo>
                    <a:cubicBezTo>
                      <a:pt x="151411" y="963700"/>
                      <a:pt x="135491" y="957388"/>
                      <a:pt x="123150" y="946555"/>
                    </a:cubicBezTo>
                    <a:cubicBezTo>
                      <a:pt x="117027" y="941185"/>
                      <a:pt x="111469" y="934968"/>
                      <a:pt x="107418" y="927903"/>
                    </a:cubicBezTo>
                    <a:cubicBezTo>
                      <a:pt x="103462" y="921308"/>
                      <a:pt x="100070" y="915091"/>
                      <a:pt x="96396" y="908685"/>
                    </a:cubicBezTo>
                    <a:lnTo>
                      <a:pt x="74730" y="870438"/>
                    </a:lnTo>
                    <a:lnTo>
                      <a:pt x="53157" y="832098"/>
                    </a:lnTo>
                    <a:cubicBezTo>
                      <a:pt x="49577" y="825598"/>
                      <a:pt x="45998" y="819474"/>
                      <a:pt x="42324" y="812786"/>
                    </a:cubicBezTo>
                    <a:cubicBezTo>
                      <a:pt x="38461" y="805815"/>
                      <a:pt x="36012" y="797996"/>
                      <a:pt x="34599" y="790177"/>
                    </a:cubicBezTo>
                    <a:cubicBezTo>
                      <a:pt x="31679" y="774351"/>
                      <a:pt x="34411" y="757866"/>
                      <a:pt x="41287" y="743547"/>
                    </a:cubicBezTo>
                    <a:cubicBezTo>
                      <a:pt x="48258" y="729322"/>
                      <a:pt x="60128" y="717358"/>
                      <a:pt x="73788" y="710105"/>
                    </a:cubicBezTo>
                    <a:lnTo>
                      <a:pt x="76519" y="720373"/>
                    </a:lnTo>
                    <a:cubicBezTo>
                      <a:pt x="61070" y="720655"/>
                      <a:pt x="44961" y="715945"/>
                      <a:pt x="32055" y="706996"/>
                    </a:cubicBezTo>
                    <a:cubicBezTo>
                      <a:pt x="19244" y="697952"/>
                      <a:pt x="9070" y="684952"/>
                      <a:pt x="4077" y="670068"/>
                    </a:cubicBezTo>
                    <a:cubicBezTo>
                      <a:pt x="1628" y="662626"/>
                      <a:pt x="26" y="654901"/>
                      <a:pt x="26" y="647082"/>
                    </a:cubicBezTo>
                    <a:cubicBezTo>
                      <a:pt x="-68" y="639546"/>
                      <a:pt x="121" y="632387"/>
                      <a:pt x="121" y="624945"/>
                    </a:cubicBezTo>
                    <a:lnTo>
                      <a:pt x="497" y="580952"/>
                    </a:lnTo>
                    <a:lnTo>
                      <a:pt x="780" y="536959"/>
                    </a:lnTo>
                    <a:cubicBezTo>
                      <a:pt x="874" y="529611"/>
                      <a:pt x="780" y="522357"/>
                      <a:pt x="968" y="514915"/>
                    </a:cubicBezTo>
                    <a:cubicBezTo>
                      <a:pt x="1063" y="507191"/>
                      <a:pt x="2664" y="499560"/>
                      <a:pt x="5208" y="492307"/>
                    </a:cubicBezTo>
                    <a:cubicBezTo>
                      <a:pt x="10200" y="477705"/>
                      <a:pt x="20374" y="465176"/>
                      <a:pt x="32998" y="456415"/>
                    </a:cubicBezTo>
                    <a:cubicBezTo>
                      <a:pt x="45715" y="447843"/>
                      <a:pt x="61353" y="443415"/>
                      <a:pt x="76425" y="443886"/>
                    </a:cubicBezTo>
                    <a:lnTo>
                      <a:pt x="74824" y="449915"/>
                    </a:lnTo>
                    <a:cubicBezTo>
                      <a:pt x="61541" y="442661"/>
                      <a:pt x="50331" y="430980"/>
                      <a:pt x="43737" y="417132"/>
                    </a:cubicBezTo>
                    <a:cubicBezTo>
                      <a:pt x="37331" y="403284"/>
                      <a:pt x="34976" y="387458"/>
                      <a:pt x="37802" y="372386"/>
                    </a:cubicBezTo>
                    <a:cubicBezTo>
                      <a:pt x="39215" y="364849"/>
                      <a:pt x="41570" y="357502"/>
                      <a:pt x="45338" y="350813"/>
                    </a:cubicBezTo>
                    <a:cubicBezTo>
                      <a:pt x="48918" y="344219"/>
                      <a:pt x="52592" y="338001"/>
                      <a:pt x="56172" y="331596"/>
                    </a:cubicBezTo>
                    <a:lnTo>
                      <a:pt x="78027" y="293349"/>
                    </a:lnTo>
                    <a:lnTo>
                      <a:pt x="99882" y="255103"/>
                    </a:lnTo>
                    <a:cubicBezTo>
                      <a:pt x="103556" y="248697"/>
                      <a:pt x="107041" y="242385"/>
                      <a:pt x="110904" y="235979"/>
                    </a:cubicBezTo>
                    <a:cubicBezTo>
                      <a:pt x="114766" y="229291"/>
                      <a:pt x="120041" y="223450"/>
                      <a:pt x="125788" y="218363"/>
                    </a:cubicBezTo>
                    <a:cubicBezTo>
                      <a:pt x="137469" y="208095"/>
                      <a:pt x="152542" y="202254"/>
                      <a:pt x="167991" y="200747"/>
                    </a:cubicBezTo>
                    <a:cubicBezTo>
                      <a:pt x="183440" y="199428"/>
                      <a:pt x="199455" y="203291"/>
                      <a:pt x="212643" y="211110"/>
                    </a:cubicBezTo>
                    <a:lnTo>
                      <a:pt x="206426" y="217327"/>
                    </a:lnTo>
                    <a:cubicBezTo>
                      <a:pt x="198230" y="204327"/>
                      <a:pt x="194085" y="188312"/>
                      <a:pt x="195027" y="172581"/>
                    </a:cubicBezTo>
                    <a:cubicBezTo>
                      <a:pt x="196158" y="156943"/>
                      <a:pt x="201998" y="141399"/>
                      <a:pt x="212361" y="129341"/>
                    </a:cubicBezTo>
                    <a:cubicBezTo>
                      <a:pt x="217448" y="123312"/>
                      <a:pt x="223382" y="117848"/>
                      <a:pt x="230165" y="113798"/>
                    </a:cubicBezTo>
                    <a:cubicBezTo>
                      <a:pt x="236665" y="109747"/>
                      <a:pt x="242788" y="106261"/>
                      <a:pt x="249194" y="102399"/>
                    </a:cubicBezTo>
                    <a:lnTo>
                      <a:pt x="287064" y="79979"/>
                    </a:lnTo>
                    <a:lnTo>
                      <a:pt x="324934" y="57558"/>
                    </a:lnTo>
                    <a:cubicBezTo>
                      <a:pt x="331339" y="53790"/>
                      <a:pt x="337368" y="50116"/>
                      <a:pt x="344057" y="46348"/>
                    </a:cubicBezTo>
                    <a:cubicBezTo>
                      <a:pt x="351028" y="42297"/>
                      <a:pt x="358847" y="39660"/>
                      <a:pt x="366760" y="38058"/>
                    </a:cubicBezTo>
                    <a:cubicBezTo>
                      <a:pt x="382680" y="34761"/>
                      <a:pt x="399637" y="37210"/>
                      <a:pt x="414427" y="43993"/>
                    </a:cubicBezTo>
                    <a:cubicBezTo>
                      <a:pt x="429122" y="50870"/>
                      <a:pt x="441840" y="62928"/>
                      <a:pt x="449470" y="76870"/>
                    </a:cubicBezTo>
                    <a:lnTo>
                      <a:pt x="434021" y="81015"/>
                    </a:lnTo>
                    <a:cubicBezTo>
                      <a:pt x="433550" y="65189"/>
                      <a:pt x="438260" y="48232"/>
                      <a:pt x="447492" y="34667"/>
                    </a:cubicBezTo>
                    <a:cubicBezTo>
                      <a:pt x="456818" y="21196"/>
                      <a:pt x="470195" y="10362"/>
                      <a:pt x="485833" y="4993"/>
                    </a:cubicBezTo>
                    <a:cubicBezTo>
                      <a:pt x="493557" y="2261"/>
                      <a:pt x="501753" y="471"/>
                      <a:pt x="510043" y="471"/>
                    </a:cubicBezTo>
                    <a:cubicBezTo>
                      <a:pt x="517862" y="283"/>
                      <a:pt x="524833" y="377"/>
                      <a:pt x="532275" y="283"/>
                    </a:cubicBezTo>
                    <a:lnTo>
                      <a:pt x="576268" y="94"/>
                    </a:lnTo>
                    <a:lnTo>
                      <a:pt x="620261" y="0"/>
                    </a:lnTo>
                    <a:cubicBezTo>
                      <a:pt x="627703" y="94"/>
                      <a:pt x="634674" y="0"/>
                      <a:pt x="642493" y="283"/>
                    </a:cubicBezTo>
                    <a:cubicBezTo>
                      <a:pt x="650783" y="377"/>
                      <a:pt x="658978" y="2167"/>
                      <a:pt x="666703" y="4899"/>
                    </a:cubicBezTo>
                    <a:cubicBezTo>
                      <a:pt x="682341" y="10362"/>
                      <a:pt x="695718" y="21196"/>
                      <a:pt x="705044" y="34761"/>
                    </a:cubicBezTo>
                    <a:cubicBezTo>
                      <a:pt x="714182" y="48326"/>
                      <a:pt x="718892" y="65189"/>
                      <a:pt x="718327" y="81015"/>
                    </a:cubicBezTo>
                    <a:lnTo>
                      <a:pt x="703160" y="76964"/>
                    </a:lnTo>
                    <a:cubicBezTo>
                      <a:pt x="710790" y="63116"/>
                      <a:pt x="723414" y="50964"/>
                      <a:pt x="738109" y="43993"/>
                    </a:cubicBezTo>
                    <a:cubicBezTo>
                      <a:pt x="752899" y="37210"/>
                      <a:pt x="769762" y="34667"/>
                      <a:pt x="785776" y="37870"/>
                    </a:cubicBezTo>
                    <a:cubicBezTo>
                      <a:pt x="793689" y="39471"/>
                      <a:pt x="801508" y="42109"/>
                      <a:pt x="808479" y="46254"/>
                    </a:cubicBezTo>
                    <a:cubicBezTo>
                      <a:pt x="815168" y="50022"/>
                      <a:pt x="821197" y="53790"/>
                      <a:pt x="827602" y="57558"/>
                    </a:cubicBezTo>
                    <a:lnTo>
                      <a:pt x="865378" y="80073"/>
                    </a:lnTo>
                    <a:lnTo>
                      <a:pt x="903153" y="102587"/>
                    </a:lnTo>
                    <a:cubicBezTo>
                      <a:pt x="909465" y="106450"/>
                      <a:pt x="915683" y="109935"/>
                      <a:pt x="922088" y="113986"/>
                    </a:cubicBezTo>
                    <a:cubicBezTo>
                      <a:pt x="928871" y="118037"/>
                      <a:pt x="934712" y="123501"/>
                      <a:pt x="939799" y="129530"/>
                    </a:cubicBezTo>
                    <a:cubicBezTo>
                      <a:pt x="950067" y="141588"/>
                      <a:pt x="955719" y="156943"/>
                      <a:pt x="956849" y="172486"/>
                    </a:cubicBezTo>
                    <a:cubicBezTo>
                      <a:pt x="957791" y="188030"/>
                      <a:pt x="953552" y="203950"/>
                      <a:pt x="945451" y="216762"/>
                    </a:cubicBezTo>
                    <a:lnTo>
                      <a:pt x="940175" y="211486"/>
                    </a:lnTo>
                    <a:cubicBezTo>
                      <a:pt x="953270" y="203668"/>
                      <a:pt x="969096" y="199994"/>
                      <a:pt x="984357" y="201313"/>
                    </a:cubicBezTo>
                    <a:cubicBezTo>
                      <a:pt x="999618" y="202820"/>
                      <a:pt x="1014502" y="208849"/>
                      <a:pt x="1025806" y="219023"/>
                    </a:cubicBezTo>
                    <a:cubicBezTo>
                      <a:pt x="1031458" y="224110"/>
                      <a:pt x="1036545" y="229856"/>
                      <a:pt x="1040313" y="236450"/>
                    </a:cubicBezTo>
                    <a:cubicBezTo>
                      <a:pt x="1044082" y="242856"/>
                      <a:pt x="1047473" y="249262"/>
                      <a:pt x="1051147" y="255668"/>
                    </a:cubicBezTo>
                    <a:lnTo>
                      <a:pt x="1072814" y="293914"/>
                    </a:lnTo>
                    <a:lnTo>
                      <a:pt x="1094480" y="332161"/>
                    </a:lnTo>
                    <a:cubicBezTo>
                      <a:pt x="1101357" y="344878"/>
                      <a:pt x="1110401" y="357313"/>
                      <a:pt x="1112662" y="372386"/>
                    </a:cubicBezTo>
                    <a:cubicBezTo>
                      <a:pt x="1115488" y="387081"/>
                      <a:pt x="1113133" y="402531"/>
                      <a:pt x="1106727" y="416002"/>
                    </a:cubicBezTo>
                    <a:cubicBezTo>
                      <a:pt x="1100227" y="429379"/>
                      <a:pt x="1089393" y="440589"/>
                      <a:pt x="1076299" y="447654"/>
                    </a:cubicBezTo>
                    <a:lnTo>
                      <a:pt x="1075828" y="445770"/>
                    </a:lnTo>
                    <a:lnTo>
                      <a:pt x="1078560" y="446053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9" name="任意多边形 128" descr="6bd6f62e-3d87-41a8-9917-716e06855334"/>
              <p:cNvSpPr/>
              <p:nvPr/>
            </p:nvSpPr>
            <p:spPr>
              <a:xfrm>
                <a:off x="5831884" y="1580062"/>
                <a:ext cx="901281" cy="883555"/>
              </a:xfrm>
              <a:custGeom>
                <a:avLst/>
                <a:gdLst>
                  <a:gd name="connsiteX0" fmla="*/ 315233 w 632791"/>
                  <a:gd name="connsiteY0" fmla="*/ 620345 h 620345"/>
                  <a:gd name="connsiteX1" fmla="*/ 93761 w 632791"/>
                  <a:gd name="connsiteY1" fmla="*/ 533867 h 620345"/>
                  <a:gd name="connsiteX2" fmla="*/ 23579 w 632791"/>
                  <a:gd name="connsiteY2" fmla="*/ 433257 h 620345"/>
                  <a:gd name="connsiteX3" fmla="*/ 28 w 632791"/>
                  <a:gd name="connsiteY3" fmla="*/ 312489 h 620345"/>
                  <a:gd name="connsiteX4" fmla="*/ 26594 w 632791"/>
                  <a:gd name="connsiteY4" fmla="*/ 192945 h 620345"/>
                  <a:gd name="connsiteX5" fmla="*/ 95927 w 632791"/>
                  <a:gd name="connsiteY5" fmla="*/ 93183 h 620345"/>
                  <a:gd name="connsiteX6" fmla="*/ 196442 w 632791"/>
                  <a:gd name="connsiteY6" fmla="*/ 25734 h 620345"/>
                  <a:gd name="connsiteX7" fmla="*/ 315233 w 632791"/>
                  <a:gd name="connsiteY7" fmla="*/ 111 h 620345"/>
                  <a:gd name="connsiteX8" fmla="*/ 538871 w 632791"/>
                  <a:gd name="connsiteY8" fmla="*/ 88850 h 620345"/>
                  <a:gd name="connsiteX9" fmla="*/ 608393 w 632791"/>
                  <a:gd name="connsiteY9" fmla="*/ 191061 h 620345"/>
                  <a:gd name="connsiteX10" fmla="*/ 632792 w 632791"/>
                  <a:gd name="connsiteY10" fmla="*/ 312489 h 620345"/>
                  <a:gd name="connsiteX11" fmla="*/ 607640 w 632791"/>
                  <a:gd name="connsiteY11" fmla="*/ 433634 h 620345"/>
                  <a:gd name="connsiteX12" fmla="*/ 536893 w 632791"/>
                  <a:gd name="connsiteY12" fmla="*/ 534149 h 620345"/>
                  <a:gd name="connsiteX13" fmla="*/ 315233 w 632791"/>
                  <a:gd name="connsiteY13" fmla="*/ 620345 h 620345"/>
                  <a:gd name="connsiteX14" fmla="*/ 315233 w 632791"/>
                  <a:gd name="connsiteY14" fmla="*/ 618367 h 620345"/>
                  <a:gd name="connsiteX15" fmla="*/ 431574 w 632791"/>
                  <a:gd name="connsiteY15" fmla="*/ 593403 h 620345"/>
                  <a:gd name="connsiteX16" fmla="*/ 527567 w 632791"/>
                  <a:gd name="connsiteY16" fmla="*/ 524823 h 620345"/>
                  <a:gd name="connsiteX17" fmla="*/ 611408 w 632791"/>
                  <a:gd name="connsiteY17" fmla="*/ 312489 h 620345"/>
                  <a:gd name="connsiteX18" fmla="*/ 525494 w 632791"/>
                  <a:gd name="connsiteY18" fmla="*/ 102133 h 620345"/>
                  <a:gd name="connsiteX19" fmla="*/ 429501 w 632791"/>
                  <a:gd name="connsiteY19" fmla="*/ 36285 h 620345"/>
                  <a:gd name="connsiteX20" fmla="*/ 315138 w 632791"/>
                  <a:gd name="connsiteY20" fmla="*/ 11038 h 620345"/>
                  <a:gd name="connsiteX21" fmla="*/ 100449 w 632791"/>
                  <a:gd name="connsiteY21" fmla="*/ 97705 h 620345"/>
                  <a:gd name="connsiteX22" fmla="*/ 16608 w 632791"/>
                  <a:gd name="connsiteY22" fmla="*/ 312394 h 620345"/>
                  <a:gd name="connsiteX23" fmla="*/ 102616 w 632791"/>
                  <a:gd name="connsiteY23" fmla="*/ 525011 h 620345"/>
                  <a:gd name="connsiteX24" fmla="*/ 198703 w 632791"/>
                  <a:gd name="connsiteY24" fmla="*/ 593591 h 620345"/>
                  <a:gd name="connsiteX25" fmla="*/ 315233 w 632791"/>
                  <a:gd name="connsiteY25" fmla="*/ 618367 h 6203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632791" h="620345">
                    <a:moveTo>
                      <a:pt x="315233" y="620345"/>
                    </a:moveTo>
                    <a:cubicBezTo>
                      <a:pt x="234783" y="620251"/>
                      <a:pt x="153580" y="590577"/>
                      <a:pt x="93761" y="533867"/>
                    </a:cubicBezTo>
                    <a:cubicBezTo>
                      <a:pt x="63898" y="505794"/>
                      <a:pt x="39499" y="471410"/>
                      <a:pt x="23579" y="433257"/>
                    </a:cubicBezTo>
                    <a:cubicBezTo>
                      <a:pt x="7376" y="395199"/>
                      <a:pt x="-537" y="353656"/>
                      <a:pt x="28" y="312489"/>
                    </a:cubicBezTo>
                    <a:cubicBezTo>
                      <a:pt x="876" y="271228"/>
                      <a:pt x="10014" y="230343"/>
                      <a:pt x="26594" y="192945"/>
                    </a:cubicBezTo>
                    <a:cubicBezTo>
                      <a:pt x="43173" y="155546"/>
                      <a:pt x="67007" y="121727"/>
                      <a:pt x="95927" y="93183"/>
                    </a:cubicBezTo>
                    <a:cubicBezTo>
                      <a:pt x="124942" y="64828"/>
                      <a:pt x="159043" y="41560"/>
                      <a:pt x="196442" y="25734"/>
                    </a:cubicBezTo>
                    <a:cubicBezTo>
                      <a:pt x="233935" y="10096"/>
                      <a:pt x="274254" y="864"/>
                      <a:pt x="315233" y="111"/>
                    </a:cubicBezTo>
                    <a:cubicBezTo>
                      <a:pt x="397095" y="-2150"/>
                      <a:pt x="480088" y="30350"/>
                      <a:pt x="538871" y="88850"/>
                    </a:cubicBezTo>
                    <a:cubicBezTo>
                      <a:pt x="568357" y="117865"/>
                      <a:pt x="592190" y="152814"/>
                      <a:pt x="608393" y="191061"/>
                    </a:cubicBezTo>
                    <a:cubicBezTo>
                      <a:pt x="624690" y="229307"/>
                      <a:pt x="632698" y="270945"/>
                      <a:pt x="632792" y="312489"/>
                    </a:cubicBezTo>
                    <a:cubicBezTo>
                      <a:pt x="632321" y="354032"/>
                      <a:pt x="624219" y="395576"/>
                      <a:pt x="607640" y="433634"/>
                    </a:cubicBezTo>
                    <a:cubicBezTo>
                      <a:pt x="591342" y="471787"/>
                      <a:pt x="566850" y="506171"/>
                      <a:pt x="536893" y="534149"/>
                    </a:cubicBezTo>
                    <a:cubicBezTo>
                      <a:pt x="476885" y="590671"/>
                      <a:pt x="395682" y="620533"/>
                      <a:pt x="315233" y="620345"/>
                    </a:cubicBezTo>
                    <a:close/>
                    <a:moveTo>
                      <a:pt x="315233" y="618367"/>
                    </a:moveTo>
                    <a:cubicBezTo>
                      <a:pt x="355269" y="618084"/>
                      <a:pt x="395305" y="609889"/>
                      <a:pt x="431574" y="593403"/>
                    </a:cubicBezTo>
                    <a:cubicBezTo>
                      <a:pt x="467936" y="577106"/>
                      <a:pt x="500719" y="553555"/>
                      <a:pt x="527567" y="524823"/>
                    </a:cubicBezTo>
                    <a:cubicBezTo>
                      <a:pt x="581168" y="467170"/>
                      <a:pt x="612067" y="390206"/>
                      <a:pt x="611408" y="312489"/>
                    </a:cubicBezTo>
                    <a:cubicBezTo>
                      <a:pt x="611408" y="234865"/>
                      <a:pt x="580415" y="157713"/>
                      <a:pt x="525494" y="102133"/>
                    </a:cubicBezTo>
                    <a:cubicBezTo>
                      <a:pt x="498081" y="74437"/>
                      <a:pt x="465487" y="51828"/>
                      <a:pt x="429501" y="36285"/>
                    </a:cubicBezTo>
                    <a:cubicBezTo>
                      <a:pt x="393516" y="20835"/>
                      <a:pt x="354610" y="11980"/>
                      <a:pt x="315138" y="11038"/>
                    </a:cubicBezTo>
                    <a:cubicBezTo>
                      <a:pt x="236102" y="8966"/>
                      <a:pt x="156123" y="40712"/>
                      <a:pt x="100449" y="97705"/>
                    </a:cubicBezTo>
                    <a:cubicBezTo>
                      <a:pt x="44304" y="154510"/>
                      <a:pt x="14818" y="234394"/>
                      <a:pt x="16608" y="312394"/>
                    </a:cubicBezTo>
                    <a:cubicBezTo>
                      <a:pt x="17738" y="390677"/>
                      <a:pt x="48731" y="467359"/>
                      <a:pt x="102616" y="525011"/>
                    </a:cubicBezTo>
                    <a:cubicBezTo>
                      <a:pt x="129558" y="553743"/>
                      <a:pt x="162435" y="577200"/>
                      <a:pt x="198703" y="593591"/>
                    </a:cubicBezTo>
                    <a:cubicBezTo>
                      <a:pt x="235066" y="609983"/>
                      <a:pt x="275196" y="618178"/>
                      <a:pt x="315233" y="618367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0" name="任意多边形 129" descr="e273fa15-2d9e-490d-bc2a-fecef8f736f9"/>
              <p:cNvSpPr/>
              <p:nvPr/>
            </p:nvSpPr>
            <p:spPr>
              <a:xfrm>
                <a:off x="5750213" y="1502079"/>
                <a:ext cx="1057981" cy="1039628"/>
              </a:xfrm>
              <a:custGeom>
                <a:avLst/>
                <a:gdLst>
                  <a:gd name="connsiteX0" fmla="*/ 372574 w 742810"/>
                  <a:gd name="connsiteY0" fmla="*/ 729924 h 729924"/>
                  <a:gd name="connsiteX1" fmla="*/ 112102 w 742810"/>
                  <a:gd name="connsiteY1" fmla="*/ 627713 h 729924"/>
                  <a:gd name="connsiteX2" fmla="*/ 29391 w 742810"/>
                  <a:gd name="connsiteY2" fmla="*/ 509394 h 729924"/>
                  <a:gd name="connsiteX3" fmla="*/ 0 w 742810"/>
                  <a:gd name="connsiteY3" fmla="*/ 367241 h 729924"/>
                  <a:gd name="connsiteX4" fmla="*/ 28638 w 742810"/>
                  <a:gd name="connsiteY4" fmla="*/ 224806 h 729924"/>
                  <a:gd name="connsiteX5" fmla="*/ 110029 w 742810"/>
                  <a:gd name="connsiteY5" fmla="*/ 104791 h 729924"/>
                  <a:gd name="connsiteX6" fmla="*/ 231081 w 742810"/>
                  <a:gd name="connsiteY6" fmla="*/ 25754 h 729924"/>
                  <a:gd name="connsiteX7" fmla="*/ 372574 w 742810"/>
                  <a:gd name="connsiteY7" fmla="*/ 37 h 729924"/>
                  <a:gd name="connsiteX8" fmla="*/ 512372 w 742810"/>
                  <a:gd name="connsiteY8" fmla="*/ 29805 h 729924"/>
                  <a:gd name="connsiteX9" fmla="*/ 630691 w 742810"/>
                  <a:gd name="connsiteY9" fmla="*/ 109124 h 729924"/>
                  <a:gd name="connsiteX10" fmla="*/ 711989 w 742810"/>
                  <a:gd name="connsiteY10" fmla="*/ 226690 h 729924"/>
                  <a:gd name="connsiteX11" fmla="*/ 742793 w 742810"/>
                  <a:gd name="connsiteY11" fmla="*/ 367241 h 729924"/>
                  <a:gd name="connsiteX12" fmla="*/ 715003 w 742810"/>
                  <a:gd name="connsiteY12" fmla="*/ 509111 h 729924"/>
                  <a:gd name="connsiteX13" fmla="*/ 632858 w 742810"/>
                  <a:gd name="connsiteY13" fmla="*/ 627525 h 729924"/>
                  <a:gd name="connsiteX14" fmla="*/ 372574 w 742810"/>
                  <a:gd name="connsiteY14" fmla="*/ 729924 h 729924"/>
                  <a:gd name="connsiteX15" fmla="*/ 372574 w 742810"/>
                  <a:gd name="connsiteY15" fmla="*/ 727946 h 729924"/>
                  <a:gd name="connsiteX16" fmla="*/ 510017 w 742810"/>
                  <a:gd name="connsiteY16" fmla="*/ 698931 h 729924"/>
                  <a:gd name="connsiteX17" fmla="*/ 623908 w 742810"/>
                  <a:gd name="connsiteY17" fmla="*/ 618481 h 729924"/>
                  <a:gd name="connsiteX18" fmla="*/ 725931 w 742810"/>
                  <a:gd name="connsiteY18" fmla="*/ 367241 h 729924"/>
                  <a:gd name="connsiteX19" fmla="*/ 626075 w 742810"/>
                  <a:gd name="connsiteY19" fmla="*/ 113835 h 729924"/>
                  <a:gd name="connsiteX20" fmla="*/ 372668 w 742810"/>
                  <a:gd name="connsiteY20" fmla="*/ 11153 h 729924"/>
                  <a:gd name="connsiteX21" fmla="*/ 237298 w 742810"/>
                  <a:gd name="connsiteY21" fmla="*/ 40544 h 729924"/>
                  <a:gd name="connsiteX22" fmla="*/ 123595 w 742810"/>
                  <a:gd name="connsiteY22" fmla="*/ 118262 h 729924"/>
                  <a:gd name="connsiteX23" fmla="*/ 21761 w 742810"/>
                  <a:gd name="connsiteY23" fmla="*/ 367241 h 729924"/>
                  <a:gd name="connsiteX24" fmla="*/ 121616 w 742810"/>
                  <a:gd name="connsiteY24" fmla="*/ 618293 h 729924"/>
                  <a:gd name="connsiteX25" fmla="*/ 235320 w 742810"/>
                  <a:gd name="connsiteY25" fmla="*/ 698837 h 729924"/>
                  <a:gd name="connsiteX26" fmla="*/ 372574 w 742810"/>
                  <a:gd name="connsiteY26" fmla="*/ 727946 h 729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742810" h="729924">
                    <a:moveTo>
                      <a:pt x="372574" y="729924"/>
                    </a:moveTo>
                    <a:cubicBezTo>
                      <a:pt x="277711" y="730112"/>
                      <a:pt x="182283" y="694409"/>
                      <a:pt x="112102" y="627713"/>
                    </a:cubicBezTo>
                    <a:cubicBezTo>
                      <a:pt x="77058" y="594554"/>
                      <a:pt x="48421" y="554141"/>
                      <a:pt x="29391" y="509394"/>
                    </a:cubicBezTo>
                    <a:cubicBezTo>
                      <a:pt x="10080" y="464742"/>
                      <a:pt x="471" y="415944"/>
                      <a:pt x="0" y="367241"/>
                    </a:cubicBezTo>
                    <a:cubicBezTo>
                      <a:pt x="94" y="318538"/>
                      <a:pt x="9515" y="269647"/>
                      <a:pt x="28638" y="224806"/>
                    </a:cubicBezTo>
                    <a:cubicBezTo>
                      <a:pt x="47573" y="179871"/>
                      <a:pt x="75457" y="138893"/>
                      <a:pt x="110029" y="104791"/>
                    </a:cubicBezTo>
                    <a:cubicBezTo>
                      <a:pt x="144602" y="70595"/>
                      <a:pt x="186052" y="43653"/>
                      <a:pt x="231081" y="25754"/>
                    </a:cubicBezTo>
                    <a:cubicBezTo>
                      <a:pt x="276016" y="7573"/>
                      <a:pt x="324530" y="-623"/>
                      <a:pt x="372574" y="37"/>
                    </a:cubicBezTo>
                    <a:cubicBezTo>
                      <a:pt x="420712" y="790"/>
                      <a:pt x="468285" y="11530"/>
                      <a:pt x="512372" y="29805"/>
                    </a:cubicBezTo>
                    <a:cubicBezTo>
                      <a:pt x="556459" y="48363"/>
                      <a:pt x="596590" y="75682"/>
                      <a:pt x="630691" y="109124"/>
                    </a:cubicBezTo>
                    <a:cubicBezTo>
                      <a:pt x="664699" y="142661"/>
                      <a:pt x="692583" y="182603"/>
                      <a:pt x="711989" y="226690"/>
                    </a:cubicBezTo>
                    <a:cubicBezTo>
                      <a:pt x="731300" y="270683"/>
                      <a:pt x="741851" y="318821"/>
                      <a:pt x="742793" y="367241"/>
                    </a:cubicBezTo>
                    <a:cubicBezTo>
                      <a:pt x="743264" y="415662"/>
                      <a:pt x="734032" y="464459"/>
                      <a:pt x="715003" y="509111"/>
                    </a:cubicBezTo>
                    <a:cubicBezTo>
                      <a:pt x="696351" y="553952"/>
                      <a:pt x="667807" y="594460"/>
                      <a:pt x="632858" y="627525"/>
                    </a:cubicBezTo>
                    <a:cubicBezTo>
                      <a:pt x="562865" y="694315"/>
                      <a:pt x="467343" y="729924"/>
                      <a:pt x="372574" y="729924"/>
                    </a:cubicBezTo>
                    <a:close/>
                    <a:moveTo>
                      <a:pt x="372574" y="727946"/>
                    </a:moveTo>
                    <a:cubicBezTo>
                      <a:pt x="419770" y="727757"/>
                      <a:pt x="467060" y="718149"/>
                      <a:pt x="510017" y="698931"/>
                    </a:cubicBezTo>
                    <a:cubicBezTo>
                      <a:pt x="552973" y="679808"/>
                      <a:pt x="591879" y="652301"/>
                      <a:pt x="623908" y="618481"/>
                    </a:cubicBezTo>
                    <a:cubicBezTo>
                      <a:pt x="687967" y="550749"/>
                      <a:pt x="724800" y="459843"/>
                      <a:pt x="725931" y="367241"/>
                    </a:cubicBezTo>
                    <a:cubicBezTo>
                      <a:pt x="727815" y="274828"/>
                      <a:pt x="692394" y="180719"/>
                      <a:pt x="626075" y="113835"/>
                    </a:cubicBezTo>
                    <a:cubicBezTo>
                      <a:pt x="560227" y="46573"/>
                      <a:pt x="466024" y="8986"/>
                      <a:pt x="372668" y="11153"/>
                    </a:cubicBezTo>
                    <a:cubicBezTo>
                      <a:pt x="325943" y="12095"/>
                      <a:pt x="279878" y="22457"/>
                      <a:pt x="237298" y="40544"/>
                    </a:cubicBezTo>
                    <a:cubicBezTo>
                      <a:pt x="194718" y="58820"/>
                      <a:pt x="156095" y="85479"/>
                      <a:pt x="123595" y="118262"/>
                    </a:cubicBezTo>
                    <a:cubicBezTo>
                      <a:pt x="58500" y="183922"/>
                      <a:pt x="21667" y="275299"/>
                      <a:pt x="21761" y="367241"/>
                    </a:cubicBezTo>
                    <a:cubicBezTo>
                      <a:pt x="21102" y="459372"/>
                      <a:pt x="57841" y="550561"/>
                      <a:pt x="121616" y="618293"/>
                    </a:cubicBezTo>
                    <a:cubicBezTo>
                      <a:pt x="153551" y="652112"/>
                      <a:pt x="192363" y="679714"/>
                      <a:pt x="235320" y="698837"/>
                    </a:cubicBezTo>
                    <a:cubicBezTo>
                      <a:pt x="278182" y="717960"/>
                      <a:pt x="325284" y="727663"/>
                      <a:pt x="372574" y="727946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1" name="任意多边形 130" descr="4e7f6b47-7344-4733-a4cd-103f7e5c6106"/>
              <p:cNvSpPr/>
              <p:nvPr/>
            </p:nvSpPr>
            <p:spPr>
              <a:xfrm rot="16997148">
                <a:off x="6015884" y="1760469"/>
                <a:ext cx="529695" cy="529695"/>
              </a:xfrm>
              <a:custGeom>
                <a:avLst/>
                <a:gdLst>
                  <a:gd name="connsiteX0" fmla="*/ 371901 w 371900"/>
                  <a:gd name="connsiteY0" fmla="*/ 185951 h 371900"/>
                  <a:gd name="connsiteX1" fmla="*/ 185951 w 371900"/>
                  <a:gd name="connsiteY1" fmla="*/ 371901 h 371900"/>
                  <a:gd name="connsiteX2" fmla="*/ 0 w 371900"/>
                  <a:gd name="connsiteY2" fmla="*/ 185951 h 371900"/>
                  <a:gd name="connsiteX3" fmla="*/ 185951 w 371900"/>
                  <a:gd name="connsiteY3" fmla="*/ 0 h 371900"/>
                  <a:gd name="connsiteX4" fmla="*/ 371901 w 371900"/>
                  <a:gd name="connsiteY4" fmla="*/ 185951 h 371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900" h="371900">
                    <a:moveTo>
                      <a:pt x="371901" y="185951"/>
                    </a:moveTo>
                    <a:cubicBezTo>
                      <a:pt x="371901" y="288648"/>
                      <a:pt x="288648" y="371901"/>
                      <a:pt x="185951" y="371901"/>
                    </a:cubicBezTo>
                    <a:cubicBezTo>
                      <a:pt x="83253" y="371901"/>
                      <a:pt x="0" y="288648"/>
                      <a:pt x="0" y="185951"/>
                    </a:cubicBezTo>
                    <a:cubicBezTo>
                      <a:pt x="0" y="83253"/>
                      <a:pt x="83253" y="0"/>
                      <a:pt x="185951" y="0"/>
                    </a:cubicBezTo>
                    <a:cubicBezTo>
                      <a:pt x="288648" y="0"/>
                      <a:pt x="371901" y="83253"/>
                      <a:pt x="371901" y="18595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2" name="任意多边形 131" descr="d1465a69-8882-42a0-9292-09a627436629"/>
              <p:cNvSpPr/>
              <p:nvPr/>
            </p:nvSpPr>
            <p:spPr>
              <a:xfrm>
                <a:off x="6000849" y="1752131"/>
                <a:ext cx="556788" cy="539341"/>
              </a:xfrm>
              <a:custGeom>
                <a:avLst/>
                <a:gdLst>
                  <a:gd name="connsiteX0" fmla="*/ 196602 w 390922"/>
                  <a:gd name="connsiteY0" fmla="*/ 378672 h 378672"/>
                  <a:gd name="connsiteX1" fmla="*/ 60479 w 390922"/>
                  <a:gd name="connsiteY1" fmla="*/ 327896 h 378672"/>
                  <a:gd name="connsiteX2" fmla="*/ 15920 w 390922"/>
                  <a:gd name="connsiteY2" fmla="*/ 266570 h 378672"/>
                  <a:gd name="connsiteX3" fmla="*/ 0 w 390922"/>
                  <a:gd name="connsiteY3" fmla="*/ 191679 h 378672"/>
                  <a:gd name="connsiteX4" fmla="*/ 15167 w 390922"/>
                  <a:gd name="connsiteY4" fmla="*/ 116504 h 378672"/>
                  <a:gd name="connsiteX5" fmla="*/ 58406 w 390922"/>
                  <a:gd name="connsiteY5" fmla="*/ 53482 h 378672"/>
                  <a:gd name="connsiteX6" fmla="*/ 196602 w 390922"/>
                  <a:gd name="connsiteY6" fmla="*/ 163 h 378672"/>
                  <a:gd name="connsiteX7" fmla="*/ 330371 w 390922"/>
                  <a:gd name="connsiteY7" fmla="*/ 57816 h 378672"/>
                  <a:gd name="connsiteX8" fmla="*/ 373516 w 390922"/>
                  <a:gd name="connsiteY8" fmla="*/ 118294 h 378672"/>
                  <a:gd name="connsiteX9" fmla="*/ 390849 w 390922"/>
                  <a:gd name="connsiteY9" fmla="*/ 191584 h 378672"/>
                  <a:gd name="connsiteX10" fmla="*/ 332538 w 390922"/>
                  <a:gd name="connsiteY10" fmla="*/ 327520 h 378672"/>
                  <a:gd name="connsiteX11" fmla="*/ 196602 w 390922"/>
                  <a:gd name="connsiteY11" fmla="*/ 378672 h 378672"/>
                  <a:gd name="connsiteX12" fmla="*/ 196602 w 390922"/>
                  <a:gd name="connsiteY12" fmla="*/ 376600 h 378672"/>
                  <a:gd name="connsiteX13" fmla="*/ 266784 w 390922"/>
                  <a:gd name="connsiteY13" fmla="*/ 361056 h 378672"/>
                  <a:gd name="connsiteX14" fmla="*/ 323683 w 390922"/>
                  <a:gd name="connsiteY14" fmla="*/ 318664 h 378672"/>
                  <a:gd name="connsiteX15" fmla="*/ 374270 w 390922"/>
                  <a:gd name="connsiteY15" fmla="*/ 191584 h 378672"/>
                  <a:gd name="connsiteX16" fmla="*/ 325849 w 390922"/>
                  <a:gd name="connsiteY16" fmla="*/ 62337 h 378672"/>
                  <a:gd name="connsiteX17" fmla="*/ 266501 w 390922"/>
                  <a:gd name="connsiteY17" fmla="*/ 22866 h 378672"/>
                  <a:gd name="connsiteX18" fmla="*/ 196602 w 390922"/>
                  <a:gd name="connsiteY18" fmla="*/ 10997 h 378672"/>
                  <a:gd name="connsiteX19" fmla="*/ 71783 w 390922"/>
                  <a:gd name="connsiteY19" fmla="*/ 66671 h 378672"/>
                  <a:gd name="connsiteX20" fmla="*/ 21290 w 390922"/>
                  <a:gd name="connsiteY20" fmla="*/ 191490 h 378672"/>
                  <a:gd name="connsiteX21" fmla="*/ 69710 w 390922"/>
                  <a:gd name="connsiteY21" fmla="*/ 318382 h 378672"/>
                  <a:gd name="connsiteX22" fmla="*/ 126421 w 390922"/>
                  <a:gd name="connsiteY22" fmla="*/ 360773 h 378672"/>
                  <a:gd name="connsiteX23" fmla="*/ 196602 w 390922"/>
                  <a:gd name="connsiteY23" fmla="*/ 376600 h 378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90922" h="378672">
                    <a:moveTo>
                      <a:pt x="196602" y="378672"/>
                    </a:moveTo>
                    <a:cubicBezTo>
                      <a:pt x="147805" y="378766"/>
                      <a:pt x="98160" y="361810"/>
                      <a:pt x="60479" y="327896"/>
                    </a:cubicBezTo>
                    <a:cubicBezTo>
                      <a:pt x="41732" y="311034"/>
                      <a:pt x="26189" y="290121"/>
                      <a:pt x="15920" y="266570"/>
                    </a:cubicBezTo>
                    <a:cubicBezTo>
                      <a:pt x="5464" y="243114"/>
                      <a:pt x="377" y="217396"/>
                      <a:pt x="0" y="191679"/>
                    </a:cubicBezTo>
                    <a:cubicBezTo>
                      <a:pt x="0" y="165961"/>
                      <a:pt x="4993" y="140149"/>
                      <a:pt x="15167" y="116504"/>
                    </a:cubicBezTo>
                    <a:cubicBezTo>
                      <a:pt x="25341" y="92859"/>
                      <a:pt x="40131" y="71381"/>
                      <a:pt x="58406" y="53482"/>
                    </a:cubicBezTo>
                    <a:cubicBezTo>
                      <a:pt x="94863" y="17497"/>
                      <a:pt x="146392" y="-2003"/>
                      <a:pt x="196602" y="163"/>
                    </a:cubicBezTo>
                    <a:cubicBezTo>
                      <a:pt x="246813" y="1859"/>
                      <a:pt x="294951" y="23243"/>
                      <a:pt x="330371" y="57816"/>
                    </a:cubicBezTo>
                    <a:cubicBezTo>
                      <a:pt x="348081" y="75055"/>
                      <a:pt x="362965" y="95497"/>
                      <a:pt x="373516" y="118294"/>
                    </a:cubicBezTo>
                    <a:cubicBezTo>
                      <a:pt x="383973" y="141091"/>
                      <a:pt x="390002" y="166150"/>
                      <a:pt x="390849" y="191584"/>
                    </a:cubicBezTo>
                    <a:cubicBezTo>
                      <a:pt x="392357" y="242548"/>
                      <a:pt x="370313" y="294078"/>
                      <a:pt x="332538" y="327520"/>
                    </a:cubicBezTo>
                    <a:cubicBezTo>
                      <a:pt x="294951" y="361621"/>
                      <a:pt x="245305" y="378484"/>
                      <a:pt x="196602" y="378672"/>
                    </a:cubicBezTo>
                    <a:close/>
                    <a:moveTo>
                      <a:pt x="196602" y="376600"/>
                    </a:moveTo>
                    <a:cubicBezTo>
                      <a:pt x="220812" y="376505"/>
                      <a:pt x="245023" y="371324"/>
                      <a:pt x="266784" y="361056"/>
                    </a:cubicBezTo>
                    <a:cubicBezTo>
                      <a:pt x="288639" y="350976"/>
                      <a:pt x="307856" y="336092"/>
                      <a:pt x="323683" y="318664"/>
                    </a:cubicBezTo>
                    <a:cubicBezTo>
                      <a:pt x="355052" y="283433"/>
                      <a:pt x="373045" y="238215"/>
                      <a:pt x="374270" y="191584"/>
                    </a:cubicBezTo>
                    <a:cubicBezTo>
                      <a:pt x="375965" y="145236"/>
                      <a:pt x="359480" y="96816"/>
                      <a:pt x="325849" y="62337"/>
                    </a:cubicBezTo>
                    <a:cubicBezTo>
                      <a:pt x="309081" y="45192"/>
                      <a:pt x="288733" y="31627"/>
                      <a:pt x="266501" y="22866"/>
                    </a:cubicBezTo>
                    <a:cubicBezTo>
                      <a:pt x="244269" y="13917"/>
                      <a:pt x="220247" y="10432"/>
                      <a:pt x="196602" y="10997"/>
                    </a:cubicBezTo>
                    <a:cubicBezTo>
                      <a:pt x="149218" y="12787"/>
                      <a:pt x="104000" y="33417"/>
                      <a:pt x="71783" y="66671"/>
                    </a:cubicBezTo>
                    <a:cubicBezTo>
                      <a:pt x="39377" y="99925"/>
                      <a:pt x="21478" y="145613"/>
                      <a:pt x="21290" y="191490"/>
                    </a:cubicBezTo>
                    <a:cubicBezTo>
                      <a:pt x="20819" y="237556"/>
                      <a:pt x="38623" y="283056"/>
                      <a:pt x="69710" y="318382"/>
                    </a:cubicBezTo>
                    <a:cubicBezTo>
                      <a:pt x="85442" y="335810"/>
                      <a:pt x="104660" y="350694"/>
                      <a:pt x="126421" y="360773"/>
                    </a:cubicBezTo>
                    <a:cubicBezTo>
                      <a:pt x="148182" y="371230"/>
                      <a:pt x="172392" y="376411"/>
                      <a:pt x="196602" y="37660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3" name="任意多边形 132" descr="e069143e-a674-47b8-b75f-ea785b328e4f"/>
              <p:cNvSpPr/>
              <p:nvPr/>
            </p:nvSpPr>
            <p:spPr>
              <a:xfrm rot="16997148">
                <a:off x="6175409" y="1920009"/>
                <a:ext cx="210643" cy="210643"/>
              </a:xfrm>
              <a:custGeom>
                <a:avLst/>
                <a:gdLst>
                  <a:gd name="connsiteX0" fmla="*/ 147894 w 147893"/>
                  <a:gd name="connsiteY0" fmla="*/ 73947 h 147893"/>
                  <a:gd name="connsiteX1" fmla="*/ 73947 w 147893"/>
                  <a:gd name="connsiteY1" fmla="*/ 147894 h 147893"/>
                  <a:gd name="connsiteX2" fmla="*/ 0 w 147893"/>
                  <a:gd name="connsiteY2" fmla="*/ 73947 h 147893"/>
                  <a:gd name="connsiteX3" fmla="*/ 73947 w 147893"/>
                  <a:gd name="connsiteY3" fmla="*/ 0 h 147893"/>
                  <a:gd name="connsiteX4" fmla="*/ 147894 w 147893"/>
                  <a:gd name="connsiteY4" fmla="*/ 73947 h 147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7893" h="147893">
                    <a:moveTo>
                      <a:pt x="147894" y="73947"/>
                    </a:moveTo>
                    <a:cubicBezTo>
                      <a:pt x="147894" y="114787"/>
                      <a:pt x="114787" y="147894"/>
                      <a:pt x="73947" y="147894"/>
                    </a:cubicBezTo>
                    <a:cubicBezTo>
                      <a:pt x="33107" y="147894"/>
                      <a:pt x="0" y="114787"/>
                      <a:pt x="0" y="73947"/>
                    </a:cubicBezTo>
                    <a:cubicBezTo>
                      <a:pt x="0" y="33107"/>
                      <a:pt x="33107" y="0"/>
                      <a:pt x="73947" y="0"/>
                    </a:cubicBezTo>
                    <a:cubicBezTo>
                      <a:pt x="114787" y="0"/>
                      <a:pt x="147894" y="33107"/>
                      <a:pt x="147894" y="73947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2" name="组合 11" descr="915ae3e6-0e6b-40ff-820d-b7ecf18eed50"/>
            <p:cNvGrpSpPr/>
            <p:nvPr/>
          </p:nvGrpSpPr>
          <p:grpSpPr>
            <a:xfrm>
              <a:off x="5146204" y="0"/>
              <a:ext cx="7045797" cy="6858001"/>
              <a:chOff x="5146204" y="0"/>
              <a:chExt cx="7045797" cy="6858001"/>
            </a:xfrm>
          </p:grpSpPr>
          <p:sp>
            <p:nvSpPr>
              <p:cNvPr id="29" name="任意多边形 28" descr="16885876-cf52-46f9-b248-579073982a1e"/>
              <p:cNvSpPr/>
              <p:nvPr/>
            </p:nvSpPr>
            <p:spPr>
              <a:xfrm>
                <a:off x="8949308" y="0"/>
                <a:ext cx="3242692" cy="3675203"/>
              </a:xfrm>
              <a:custGeom>
                <a:avLst/>
                <a:gdLst>
                  <a:gd name="connsiteX0" fmla="*/ 430072 w 3242692"/>
                  <a:gd name="connsiteY0" fmla="*/ 0 h 3675203"/>
                  <a:gd name="connsiteX1" fmla="*/ 809650 w 3242692"/>
                  <a:gd name="connsiteY1" fmla="*/ 0 h 3675203"/>
                  <a:gd name="connsiteX2" fmla="*/ 784583 w 3242692"/>
                  <a:gd name="connsiteY2" fmla="*/ 52036 h 3675203"/>
                  <a:gd name="connsiteX3" fmla="*/ 614380 w 3242692"/>
                  <a:gd name="connsiteY3" fmla="*/ 895131 h 3675203"/>
                  <a:gd name="connsiteX4" fmla="*/ 2780341 w 3242692"/>
                  <a:gd name="connsiteY4" fmla="*/ 3061090 h 3675203"/>
                  <a:gd name="connsiteX5" fmla="*/ 3216837 w 3242692"/>
                  <a:gd name="connsiteY5" fmla="*/ 3017094 h 3675203"/>
                  <a:gd name="connsiteX6" fmla="*/ 3242692 w 3242692"/>
                  <a:gd name="connsiteY6" fmla="*/ 3010447 h 3675203"/>
                  <a:gd name="connsiteX7" fmla="*/ 3242692 w 3242692"/>
                  <a:gd name="connsiteY7" fmla="*/ 3366452 h 3675203"/>
                  <a:gd name="connsiteX8" fmla="*/ 3137007 w 3242692"/>
                  <a:gd name="connsiteY8" fmla="*/ 3385673 h 3675203"/>
                  <a:gd name="connsiteX9" fmla="*/ 2941216 w 3242692"/>
                  <a:gd name="connsiteY9" fmla="*/ 3405648 h 3675203"/>
                  <a:gd name="connsiteX10" fmla="*/ 2932359 w 3242692"/>
                  <a:gd name="connsiteY10" fmla="*/ 3675203 h 3675203"/>
                  <a:gd name="connsiteX11" fmla="*/ 2446384 w 3242692"/>
                  <a:gd name="connsiteY11" fmla="*/ 3659236 h 3675203"/>
                  <a:gd name="connsiteX12" fmla="*/ 2455238 w 3242692"/>
                  <a:gd name="connsiteY12" fmla="*/ 3389681 h 3675203"/>
                  <a:gd name="connsiteX13" fmla="*/ 2072711 w 3242692"/>
                  <a:gd name="connsiteY13" fmla="*/ 3309848 h 3675203"/>
                  <a:gd name="connsiteX14" fmla="*/ 1972349 w 3242692"/>
                  <a:gd name="connsiteY14" fmla="*/ 3559679 h 3675203"/>
                  <a:gd name="connsiteX15" fmla="*/ 1521124 w 3242692"/>
                  <a:gd name="connsiteY15" fmla="*/ 3378545 h 3675203"/>
                  <a:gd name="connsiteX16" fmla="*/ 1621486 w 3242692"/>
                  <a:gd name="connsiteY16" fmla="*/ 3128715 h 3675203"/>
                  <a:gd name="connsiteX17" fmla="*/ 1289808 w 3242692"/>
                  <a:gd name="connsiteY17" fmla="*/ 2921954 h 3675203"/>
                  <a:gd name="connsiteX18" fmla="*/ 1109747 w 3242692"/>
                  <a:gd name="connsiteY18" fmla="*/ 3122811 h 3675203"/>
                  <a:gd name="connsiteX19" fmla="*/ 747614 w 3242692"/>
                  <a:gd name="connsiteY19" fmla="*/ 2798245 h 3675203"/>
                  <a:gd name="connsiteX20" fmla="*/ 927809 w 3242692"/>
                  <a:gd name="connsiteY20" fmla="*/ 2597254 h 3675203"/>
                  <a:gd name="connsiteX21" fmla="*/ 686431 w 3242692"/>
                  <a:gd name="connsiteY21" fmla="*/ 2290130 h 3675203"/>
                  <a:gd name="connsiteX22" fmla="*/ 448542 w 3242692"/>
                  <a:gd name="connsiteY22" fmla="*/ 2417327 h 3675203"/>
                  <a:gd name="connsiteX23" fmla="*/ 219373 w 3242692"/>
                  <a:gd name="connsiteY23" fmla="*/ 1988509 h 3675203"/>
                  <a:gd name="connsiteX24" fmla="*/ 456860 w 3242692"/>
                  <a:gd name="connsiteY24" fmla="*/ 1861581 h 3675203"/>
                  <a:gd name="connsiteX25" fmla="*/ 335299 w 3242692"/>
                  <a:gd name="connsiteY25" fmla="*/ 1490055 h 3675203"/>
                  <a:gd name="connsiteX26" fmla="*/ 68697 w 3242692"/>
                  <a:gd name="connsiteY26" fmla="*/ 1528161 h 3675203"/>
                  <a:gd name="connsiteX27" fmla="*/ 0 w 3242692"/>
                  <a:gd name="connsiteY27" fmla="*/ 1046746 h 3675203"/>
                  <a:gd name="connsiteX28" fmla="*/ 267006 w 3242692"/>
                  <a:gd name="connsiteY28" fmla="*/ 1008642 h 3675203"/>
                  <a:gd name="connsiteX29" fmla="*/ 265932 w 3242692"/>
                  <a:gd name="connsiteY29" fmla="*/ 813150 h 3675203"/>
                  <a:gd name="connsiteX30" fmla="*/ 279752 w 3242692"/>
                  <a:gd name="connsiteY30" fmla="*/ 618063 h 3675203"/>
                  <a:gd name="connsiteX31" fmla="*/ 15832 w 3242692"/>
                  <a:gd name="connsiteY31" fmla="*/ 562515 h 3675203"/>
                  <a:gd name="connsiteX32" fmla="*/ 115926 w 3242692"/>
                  <a:gd name="connsiteY32" fmla="*/ 86601 h 3675203"/>
                  <a:gd name="connsiteX33" fmla="*/ 379442 w 3242692"/>
                  <a:gd name="connsiteY33" fmla="*/ 142015 h 3675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3242692" h="3675203">
                    <a:moveTo>
                      <a:pt x="430072" y="0"/>
                    </a:moveTo>
                    <a:lnTo>
                      <a:pt x="809650" y="0"/>
                    </a:lnTo>
                    <a:lnTo>
                      <a:pt x="784583" y="52036"/>
                    </a:lnTo>
                    <a:cubicBezTo>
                      <a:pt x="674984" y="311158"/>
                      <a:pt x="614380" y="596058"/>
                      <a:pt x="614380" y="895131"/>
                    </a:cubicBezTo>
                    <a:cubicBezTo>
                      <a:pt x="614380" y="2091420"/>
                      <a:pt x="1584186" y="3061090"/>
                      <a:pt x="2780341" y="3061090"/>
                    </a:cubicBezTo>
                    <a:cubicBezTo>
                      <a:pt x="2929860" y="3061090"/>
                      <a:pt x="3075843" y="3045941"/>
                      <a:pt x="3216837" y="3017094"/>
                    </a:cubicBezTo>
                    <a:lnTo>
                      <a:pt x="3242692" y="3010447"/>
                    </a:lnTo>
                    <a:lnTo>
                      <a:pt x="3242692" y="3366452"/>
                    </a:lnTo>
                    <a:lnTo>
                      <a:pt x="3137007" y="3385673"/>
                    </a:lnTo>
                    <a:cubicBezTo>
                      <a:pt x="3072469" y="3394814"/>
                      <a:pt x="3007161" y="3401489"/>
                      <a:pt x="2941216" y="3405648"/>
                    </a:cubicBezTo>
                    <a:lnTo>
                      <a:pt x="2932359" y="3675203"/>
                    </a:lnTo>
                    <a:lnTo>
                      <a:pt x="2446384" y="3659236"/>
                    </a:lnTo>
                    <a:lnTo>
                      <a:pt x="2455238" y="3389681"/>
                    </a:lnTo>
                    <a:cubicBezTo>
                      <a:pt x="2324286" y="3372776"/>
                      <a:pt x="2196418" y="3345941"/>
                      <a:pt x="2072711" y="3309848"/>
                    </a:cubicBezTo>
                    <a:lnTo>
                      <a:pt x="1972349" y="3559679"/>
                    </a:lnTo>
                    <a:lnTo>
                      <a:pt x="1521124" y="3378545"/>
                    </a:lnTo>
                    <a:lnTo>
                      <a:pt x="1621486" y="3128715"/>
                    </a:lnTo>
                    <a:cubicBezTo>
                      <a:pt x="1505158" y="3068336"/>
                      <a:pt x="1394464" y="2998968"/>
                      <a:pt x="1289808" y="2921954"/>
                    </a:cubicBezTo>
                    <a:lnTo>
                      <a:pt x="1109747" y="3122811"/>
                    </a:lnTo>
                    <a:lnTo>
                      <a:pt x="747614" y="2798245"/>
                    </a:lnTo>
                    <a:lnTo>
                      <a:pt x="927809" y="2597254"/>
                    </a:lnTo>
                    <a:cubicBezTo>
                      <a:pt x="839791" y="2501455"/>
                      <a:pt x="758885" y="2398811"/>
                      <a:pt x="686431" y="2290130"/>
                    </a:cubicBezTo>
                    <a:lnTo>
                      <a:pt x="448542" y="2417327"/>
                    </a:lnTo>
                    <a:lnTo>
                      <a:pt x="219373" y="1988509"/>
                    </a:lnTo>
                    <a:lnTo>
                      <a:pt x="456860" y="1861581"/>
                    </a:lnTo>
                    <a:cubicBezTo>
                      <a:pt x="407082" y="1742033"/>
                      <a:pt x="366293" y="1617923"/>
                      <a:pt x="335299" y="1490055"/>
                    </a:cubicBezTo>
                    <a:lnTo>
                      <a:pt x="68697" y="1528161"/>
                    </a:lnTo>
                    <a:lnTo>
                      <a:pt x="0" y="1046746"/>
                    </a:lnTo>
                    <a:lnTo>
                      <a:pt x="267006" y="1008642"/>
                    </a:lnTo>
                    <a:cubicBezTo>
                      <a:pt x="264187" y="944104"/>
                      <a:pt x="263785" y="878895"/>
                      <a:pt x="265932" y="813150"/>
                    </a:cubicBezTo>
                    <a:cubicBezTo>
                      <a:pt x="268078" y="747406"/>
                      <a:pt x="272640" y="682331"/>
                      <a:pt x="279752" y="618063"/>
                    </a:cubicBezTo>
                    <a:lnTo>
                      <a:pt x="15832" y="562515"/>
                    </a:lnTo>
                    <a:lnTo>
                      <a:pt x="115926" y="86601"/>
                    </a:lnTo>
                    <a:lnTo>
                      <a:pt x="379442" y="142015"/>
                    </a:lnTo>
                    <a:close/>
                  </a:path>
                </a:pathLst>
              </a:custGeom>
              <a:solidFill>
                <a:schemeClr val="accent2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" name="任意多边形 29" descr="76478cb9-fec3-4e1b-9964-4d648ad95760"/>
              <p:cNvSpPr/>
              <p:nvPr/>
            </p:nvSpPr>
            <p:spPr>
              <a:xfrm>
                <a:off x="8923414" y="0"/>
                <a:ext cx="3268587" cy="3714920"/>
              </a:xfrm>
              <a:custGeom>
                <a:avLst/>
                <a:gdLst>
                  <a:gd name="connsiteX0" fmla="*/ 441952 w 3268587"/>
                  <a:gd name="connsiteY0" fmla="*/ 0 h 3714920"/>
                  <a:gd name="connsiteX1" fmla="*/ 469552 w 3268587"/>
                  <a:gd name="connsiteY1" fmla="*/ 0 h 3714920"/>
                  <a:gd name="connsiteX2" fmla="*/ 417950 w 3268587"/>
                  <a:gd name="connsiteY2" fmla="*/ 145908 h 3714920"/>
                  <a:gd name="connsiteX3" fmla="*/ 414328 w 3268587"/>
                  <a:gd name="connsiteY3" fmla="*/ 157447 h 3714920"/>
                  <a:gd name="connsiteX4" fmla="*/ 402386 w 3268587"/>
                  <a:gd name="connsiteY4" fmla="*/ 155032 h 3714920"/>
                  <a:gd name="connsiteX5" fmla="*/ 153100 w 3268587"/>
                  <a:gd name="connsiteY5" fmla="*/ 103932 h 3714920"/>
                  <a:gd name="connsiteX6" fmla="*/ 156043 w 3268587"/>
                  <a:gd name="connsiteY6" fmla="*/ 89555 h 3714920"/>
                  <a:gd name="connsiteX7" fmla="*/ 138601 w 3268587"/>
                  <a:gd name="connsiteY7" fmla="*/ 100960 h 3714920"/>
                  <a:gd name="connsiteX8" fmla="*/ 153100 w 3268587"/>
                  <a:gd name="connsiteY8" fmla="*/ 103932 h 3714920"/>
                  <a:gd name="connsiteX9" fmla="*/ 61994 w 3268587"/>
                  <a:gd name="connsiteY9" fmla="*/ 548938 h 3714920"/>
                  <a:gd name="connsiteX10" fmla="*/ 45082 w 3268587"/>
                  <a:gd name="connsiteY10" fmla="*/ 545477 h 3714920"/>
                  <a:gd name="connsiteX11" fmla="*/ 58500 w 3268587"/>
                  <a:gd name="connsiteY11" fmla="*/ 566005 h 3714920"/>
                  <a:gd name="connsiteX12" fmla="*/ 61994 w 3268587"/>
                  <a:gd name="connsiteY12" fmla="*/ 548938 h 3714920"/>
                  <a:gd name="connsiteX13" fmla="*/ 309270 w 3268587"/>
                  <a:gd name="connsiteY13" fmla="*/ 599547 h 3714920"/>
                  <a:gd name="connsiteX14" fmla="*/ 325773 w 3268587"/>
                  <a:gd name="connsiteY14" fmla="*/ 602903 h 3714920"/>
                  <a:gd name="connsiteX15" fmla="*/ 324029 w 3268587"/>
                  <a:gd name="connsiteY15" fmla="*/ 619942 h 3714920"/>
                  <a:gd name="connsiteX16" fmla="*/ 313563 w 3268587"/>
                  <a:gd name="connsiteY16" fmla="*/ 1007569 h 3714920"/>
                  <a:gd name="connsiteX17" fmla="*/ 314503 w 3268587"/>
                  <a:gd name="connsiteY17" fmla="*/ 1026353 h 3714920"/>
                  <a:gd name="connsiteX18" fmla="*/ 295584 w 3268587"/>
                  <a:gd name="connsiteY18" fmla="*/ 1029170 h 3714920"/>
                  <a:gd name="connsiteX19" fmla="*/ 51352 w 3268587"/>
                  <a:gd name="connsiteY19" fmla="*/ 1065536 h 3714920"/>
                  <a:gd name="connsiteX20" fmla="*/ 48034 w 3268587"/>
                  <a:gd name="connsiteY20" fmla="*/ 1043259 h 3714920"/>
                  <a:gd name="connsiteX21" fmla="*/ 28848 w 3268587"/>
                  <a:gd name="connsiteY21" fmla="*/ 1068887 h 3714920"/>
                  <a:gd name="connsiteX22" fmla="*/ 51352 w 3268587"/>
                  <a:gd name="connsiteY22" fmla="*/ 1065536 h 3714920"/>
                  <a:gd name="connsiteX23" fmla="*/ 115887 w 3268587"/>
                  <a:gd name="connsiteY23" fmla="*/ 1498792 h 3714920"/>
                  <a:gd name="connsiteX24" fmla="*/ 90702 w 3268587"/>
                  <a:gd name="connsiteY24" fmla="*/ 1502535 h 3714920"/>
                  <a:gd name="connsiteX25" fmla="*/ 119682 w 3268587"/>
                  <a:gd name="connsiteY25" fmla="*/ 1524271 h 3714920"/>
                  <a:gd name="connsiteX26" fmla="*/ 115887 w 3268587"/>
                  <a:gd name="connsiteY26" fmla="*/ 1498792 h 3714920"/>
                  <a:gd name="connsiteX27" fmla="*/ 357035 w 3268587"/>
                  <a:gd name="connsiteY27" fmla="*/ 1462954 h 3714920"/>
                  <a:gd name="connsiteX28" fmla="*/ 381321 w 3268587"/>
                  <a:gd name="connsiteY28" fmla="*/ 1459331 h 3714920"/>
                  <a:gd name="connsiteX29" fmla="*/ 387225 w 3268587"/>
                  <a:gd name="connsiteY29" fmla="*/ 1483348 h 3714920"/>
                  <a:gd name="connsiteX30" fmla="*/ 508919 w 3268587"/>
                  <a:gd name="connsiteY30" fmla="*/ 1850177 h 3714920"/>
                  <a:gd name="connsiteX31" fmla="*/ 518982 w 3268587"/>
                  <a:gd name="connsiteY31" fmla="*/ 1874061 h 3714920"/>
                  <a:gd name="connsiteX32" fmla="*/ 495904 w 3268587"/>
                  <a:gd name="connsiteY32" fmla="*/ 1886538 h 3714920"/>
                  <a:gd name="connsiteX33" fmla="*/ 285290 w 3268587"/>
                  <a:gd name="connsiteY33" fmla="*/ 2000194 h 3714920"/>
                  <a:gd name="connsiteX34" fmla="*/ 271165 w 3268587"/>
                  <a:gd name="connsiteY34" fmla="*/ 1974020 h 3714920"/>
                  <a:gd name="connsiteX35" fmla="*/ 258954 w 3268587"/>
                  <a:gd name="connsiteY35" fmla="*/ 2014406 h 3714920"/>
                  <a:gd name="connsiteX36" fmla="*/ 285290 w 3268587"/>
                  <a:gd name="connsiteY36" fmla="*/ 2000194 h 3714920"/>
                  <a:gd name="connsiteX37" fmla="*/ 486958 w 3268587"/>
                  <a:gd name="connsiteY37" fmla="*/ 2373883 h 3714920"/>
                  <a:gd name="connsiteX38" fmla="*/ 459142 w 3268587"/>
                  <a:gd name="connsiteY38" fmla="*/ 2388885 h 3714920"/>
                  <a:gd name="connsiteX39" fmla="*/ 502077 w 3268587"/>
                  <a:gd name="connsiteY39" fmla="*/ 2401898 h 3714920"/>
                  <a:gd name="connsiteX40" fmla="*/ 486958 w 3268587"/>
                  <a:gd name="connsiteY40" fmla="*/ 2373883 h 3714920"/>
                  <a:gd name="connsiteX41" fmla="*/ 696493 w 3268587"/>
                  <a:gd name="connsiteY41" fmla="*/ 2260883 h 3714920"/>
                  <a:gd name="connsiteX42" fmla="*/ 722524 w 3268587"/>
                  <a:gd name="connsiteY42" fmla="*/ 2246794 h 3714920"/>
                  <a:gd name="connsiteX43" fmla="*/ 739161 w 3268587"/>
                  <a:gd name="connsiteY43" fmla="*/ 2271483 h 3714920"/>
                  <a:gd name="connsiteX44" fmla="*/ 978124 w 3268587"/>
                  <a:gd name="connsiteY44" fmla="*/ 2574043 h 3714920"/>
                  <a:gd name="connsiteX45" fmla="*/ 998786 w 3268587"/>
                  <a:gd name="connsiteY45" fmla="*/ 2596450 h 3714920"/>
                  <a:gd name="connsiteX46" fmla="*/ 978392 w 3268587"/>
                  <a:gd name="connsiteY46" fmla="*/ 2619260 h 3714920"/>
                  <a:gd name="connsiteX47" fmla="*/ 821411 w 3268587"/>
                  <a:gd name="connsiteY47" fmla="*/ 2795102 h 3714920"/>
                  <a:gd name="connsiteX48" fmla="*/ 795917 w 3268587"/>
                  <a:gd name="connsiteY48" fmla="*/ 2772352 h 3714920"/>
                  <a:gd name="connsiteX49" fmla="*/ 798600 w 3268587"/>
                  <a:gd name="connsiteY49" fmla="*/ 2820654 h 3714920"/>
                  <a:gd name="connsiteX50" fmla="*/ 821411 w 3268587"/>
                  <a:gd name="connsiteY50" fmla="*/ 2795102 h 3714920"/>
                  <a:gd name="connsiteX51" fmla="*/ 1132263 w 3268587"/>
                  <a:gd name="connsiteY51" fmla="*/ 3072500 h 3714920"/>
                  <a:gd name="connsiteX52" fmla="*/ 1108809 w 3268587"/>
                  <a:gd name="connsiteY52" fmla="*/ 3098795 h 3714920"/>
                  <a:gd name="connsiteX53" fmla="*/ 1158722 w 3268587"/>
                  <a:gd name="connsiteY53" fmla="*/ 3096112 h 3714920"/>
                  <a:gd name="connsiteX54" fmla="*/ 1132263 w 3268587"/>
                  <a:gd name="connsiteY54" fmla="*/ 3072500 h 3714920"/>
                  <a:gd name="connsiteX55" fmla="*/ 1288333 w 3268587"/>
                  <a:gd name="connsiteY55" fmla="*/ 2897535 h 3714920"/>
                  <a:gd name="connsiteX56" fmla="*/ 1310069 w 3268587"/>
                  <a:gd name="connsiteY56" fmla="*/ 2873251 h 3714920"/>
                  <a:gd name="connsiteX57" fmla="*/ 1336501 w 3268587"/>
                  <a:gd name="connsiteY57" fmla="*/ 2892571 h 3714920"/>
                  <a:gd name="connsiteX58" fmla="*/ 1663884 w 3268587"/>
                  <a:gd name="connsiteY58" fmla="*/ 3095575 h 3714920"/>
                  <a:gd name="connsiteX59" fmla="*/ 1693536 w 3268587"/>
                  <a:gd name="connsiteY59" fmla="*/ 3110870 h 3714920"/>
                  <a:gd name="connsiteX60" fmla="*/ 1681058 w 3268587"/>
                  <a:gd name="connsiteY60" fmla="*/ 3142000 h 3714920"/>
                  <a:gd name="connsiteX61" fmla="*/ 1595260 w 3268587"/>
                  <a:gd name="connsiteY61" fmla="*/ 3357244 h 3714920"/>
                  <a:gd name="connsiteX62" fmla="*/ 1560571 w 3268587"/>
                  <a:gd name="connsiteY62" fmla="*/ 3343394 h 3714920"/>
                  <a:gd name="connsiteX63" fmla="*/ 1581367 w 3268587"/>
                  <a:gd name="connsiteY63" fmla="*/ 3392099 h 3714920"/>
                  <a:gd name="connsiteX64" fmla="*/ 1595260 w 3268587"/>
                  <a:gd name="connsiteY64" fmla="*/ 3357244 h 3714920"/>
                  <a:gd name="connsiteX65" fmla="*/ 1976554 w 3268587"/>
                  <a:gd name="connsiteY65" fmla="*/ 3509490 h 3714920"/>
                  <a:gd name="connsiteX66" fmla="*/ 1962285 w 3268587"/>
                  <a:gd name="connsiteY66" fmla="*/ 3545057 h 3714920"/>
                  <a:gd name="connsiteX67" fmla="*/ 2012198 w 3268587"/>
                  <a:gd name="connsiteY67" fmla="*/ 3523722 h 3714920"/>
                  <a:gd name="connsiteX68" fmla="*/ 1976554 w 3268587"/>
                  <a:gd name="connsiteY68" fmla="*/ 3509490 h 3714920"/>
                  <a:gd name="connsiteX69" fmla="*/ 2062513 w 3268587"/>
                  <a:gd name="connsiteY69" fmla="*/ 3295225 h 3714920"/>
                  <a:gd name="connsiteX70" fmla="*/ 2075528 w 3268587"/>
                  <a:gd name="connsiteY70" fmla="*/ 3262889 h 3714920"/>
                  <a:gd name="connsiteX71" fmla="*/ 2109072 w 3268587"/>
                  <a:gd name="connsiteY71" fmla="*/ 3272684 h 3714920"/>
                  <a:gd name="connsiteX72" fmla="*/ 2485831 w 3268587"/>
                  <a:gd name="connsiteY72" fmla="*/ 3351176 h 3714920"/>
                  <a:gd name="connsiteX73" fmla="*/ 2520581 w 3268587"/>
                  <a:gd name="connsiteY73" fmla="*/ 3355603 h 3714920"/>
                  <a:gd name="connsiteX74" fmla="*/ 2519508 w 3268587"/>
                  <a:gd name="connsiteY74" fmla="*/ 3390622 h 3714920"/>
                  <a:gd name="connsiteX75" fmla="*/ 2512033 w 3268587"/>
                  <a:gd name="connsiteY75" fmla="*/ 3621635 h 3714920"/>
                  <a:gd name="connsiteX76" fmla="*/ 2473487 w 3268587"/>
                  <a:gd name="connsiteY76" fmla="*/ 3620326 h 3714920"/>
                  <a:gd name="connsiteX77" fmla="*/ 2510786 w 3268587"/>
                  <a:gd name="connsiteY77" fmla="*/ 3660177 h 3714920"/>
                  <a:gd name="connsiteX78" fmla="*/ 2512033 w 3268587"/>
                  <a:gd name="connsiteY78" fmla="*/ 3621635 h 3714920"/>
                  <a:gd name="connsiteX79" fmla="*/ 2921476 w 3268587"/>
                  <a:gd name="connsiteY79" fmla="*/ 3635541 h 3714920"/>
                  <a:gd name="connsiteX80" fmla="*/ 2920150 w 3268587"/>
                  <a:gd name="connsiteY80" fmla="*/ 3673594 h 3714920"/>
                  <a:gd name="connsiteX81" fmla="*/ 2959462 w 3268587"/>
                  <a:gd name="connsiteY81" fmla="*/ 3636831 h 3714920"/>
                  <a:gd name="connsiteX82" fmla="*/ 2921476 w 3268587"/>
                  <a:gd name="connsiteY82" fmla="*/ 3635541 h 3714920"/>
                  <a:gd name="connsiteX83" fmla="*/ 2929542 w 3268587"/>
                  <a:gd name="connsiteY83" fmla="*/ 3404040 h 3714920"/>
                  <a:gd name="connsiteX84" fmla="*/ 2930749 w 3268587"/>
                  <a:gd name="connsiteY84" fmla="*/ 3369826 h 3714920"/>
                  <a:gd name="connsiteX85" fmla="*/ 2964695 w 3268587"/>
                  <a:gd name="connsiteY85" fmla="*/ 3367813 h 3714920"/>
                  <a:gd name="connsiteX86" fmla="*/ 3156412 w 3268587"/>
                  <a:gd name="connsiteY86" fmla="*/ 3348693 h 3714920"/>
                  <a:gd name="connsiteX87" fmla="*/ 3268587 w 3268587"/>
                  <a:gd name="connsiteY87" fmla="*/ 3328570 h 3714920"/>
                  <a:gd name="connsiteX88" fmla="*/ 3268587 w 3268587"/>
                  <a:gd name="connsiteY88" fmla="*/ 3404422 h 3714920"/>
                  <a:gd name="connsiteX89" fmla="*/ 3167012 w 3268587"/>
                  <a:gd name="connsiteY89" fmla="*/ 3423025 h 3714920"/>
                  <a:gd name="connsiteX90" fmla="*/ 3003805 w 3268587"/>
                  <a:gd name="connsiteY90" fmla="*/ 3439947 h 3714920"/>
                  <a:gd name="connsiteX91" fmla="*/ 3004813 w 3268587"/>
                  <a:gd name="connsiteY91" fmla="*/ 3407260 h 3714920"/>
                  <a:gd name="connsiteX92" fmla="*/ 2969660 w 3268587"/>
                  <a:gd name="connsiteY92" fmla="*/ 3443487 h 3714920"/>
                  <a:gd name="connsiteX93" fmla="*/ 3003805 w 3268587"/>
                  <a:gd name="connsiteY93" fmla="*/ 3439947 h 3714920"/>
                  <a:gd name="connsiteX94" fmla="*/ 2996495 w 3268587"/>
                  <a:gd name="connsiteY94" fmla="*/ 3676948 h 3714920"/>
                  <a:gd name="connsiteX95" fmla="*/ 2995287 w 3268587"/>
                  <a:gd name="connsiteY95" fmla="*/ 3714920 h 3714920"/>
                  <a:gd name="connsiteX96" fmla="*/ 2957181 w 3268587"/>
                  <a:gd name="connsiteY96" fmla="*/ 3713712 h 3714920"/>
                  <a:gd name="connsiteX97" fmla="*/ 2471205 w 3268587"/>
                  <a:gd name="connsiteY97" fmla="*/ 3698416 h 3714920"/>
                  <a:gd name="connsiteX98" fmla="*/ 2432563 w 3268587"/>
                  <a:gd name="connsiteY98" fmla="*/ 3697209 h 3714920"/>
                  <a:gd name="connsiteX99" fmla="*/ 2433905 w 3268587"/>
                  <a:gd name="connsiteY99" fmla="*/ 3658566 h 3714920"/>
                  <a:gd name="connsiteX100" fmla="*/ 2441656 w 3268587"/>
                  <a:gd name="connsiteY100" fmla="*/ 3422612 h 3714920"/>
                  <a:gd name="connsiteX101" fmla="*/ 2476304 w 3268587"/>
                  <a:gd name="connsiteY101" fmla="*/ 3428460 h 3714920"/>
                  <a:gd name="connsiteX102" fmla="*/ 2442760 w 3268587"/>
                  <a:gd name="connsiteY102" fmla="*/ 3389012 h 3714920"/>
                  <a:gd name="connsiteX103" fmla="*/ 2441656 w 3268587"/>
                  <a:gd name="connsiteY103" fmla="*/ 3422612 h 3714920"/>
                  <a:gd name="connsiteX104" fmla="*/ 2280528 w 3268587"/>
                  <a:gd name="connsiteY104" fmla="*/ 3395419 h 3714920"/>
                  <a:gd name="connsiteX105" fmla="*/ 2121832 w 3268587"/>
                  <a:gd name="connsiteY105" fmla="*/ 3355770 h 3714920"/>
                  <a:gd name="connsiteX106" fmla="*/ 2134296 w 3268587"/>
                  <a:gd name="connsiteY106" fmla="*/ 3324744 h 3714920"/>
                  <a:gd name="connsiteX107" fmla="*/ 2087871 w 3268587"/>
                  <a:gd name="connsiteY107" fmla="*/ 3347285 h 3714920"/>
                  <a:gd name="connsiteX108" fmla="*/ 2121832 w 3268587"/>
                  <a:gd name="connsiteY108" fmla="*/ 3355770 h 3714920"/>
                  <a:gd name="connsiteX109" fmla="*/ 2033935 w 3268587"/>
                  <a:gd name="connsiteY109" fmla="*/ 3574574 h 3714920"/>
                  <a:gd name="connsiteX110" fmla="*/ 2019578 w 3268587"/>
                  <a:gd name="connsiteY110" fmla="*/ 3610264 h 3714920"/>
                  <a:gd name="connsiteX111" fmla="*/ 1984021 w 3268587"/>
                  <a:gd name="connsiteY111" fmla="*/ 3595908 h 3714920"/>
                  <a:gd name="connsiteX112" fmla="*/ 1533065 w 3268587"/>
                  <a:gd name="connsiteY112" fmla="*/ 3413835 h 3714920"/>
                  <a:gd name="connsiteX113" fmla="*/ 1498180 w 3268587"/>
                  <a:gd name="connsiteY113" fmla="*/ 3399746 h 3714920"/>
                  <a:gd name="connsiteX114" fmla="*/ 1512134 w 3268587"/>
                  <a:gd name="connsiteY114" fmla="*/ 3365130 h 3714920"/>
                  <a:gd name="connsiteX115" fmla="*/ 1601034 w 3268587"/>
                  <a:gd name="connsiteY115" fmla="*/ 3145125 h 3714920"/>
                  <a:gd name="connsiteX116" fmla="*/ 1630206 w 3268587"/>
                  <a:gd name="connsiteY116" fmla="*/ 3161857 h 3714920"/>
                  <a:gd name="connsiteX117" fmla="*/ 1613032 w 3268587"/>
                  <a:gd name="connsiteY117" fmla="*/ 3115434 h 3714920"/>
                  <a:gd name="connsiteX118" fmla="*/ 1601034 w 3268587"/>
                  <a:gd name="connsiteY118" fmla="*/ 3145125 h 3714920"/>
                  <a:gd name="connsiteX119" fmla="*/ 1458096 w 3268587"/>
                  <a:gd name="connsiteY119" fmla="*/ 3063139 h 3714920"/>
                  <a:gd name="connsiteX120" fmla="*/ 1321224 w 3268587"/>
                  <a:gd name="connsiteY120" fmla="*/ 2969752 h 3714920"/>
                  <a:gd name="connsiteX121" fmla="*/ 1342271 w 3268587"/>
                  <a:gd name="connsiteY121" fmla="*/ 2946374 h 3714920"/>
                  <a:gd name="connsiteX122" fmla="*/ 1294236 w 3268587"/>
                  <a:gd name="connsiteY122" fmla="*/ 2951339 h 3714920"/>
                  <a:gd name="connsiteX123" fmla="*/ 1321224 w 3268587"/>
                  <a:gd name="connsiteY123" fmla="*/ 2969752 h 3714920"/>
                  <a:gd name="connsiteX124" fmla="*/ 1161807 w 3268587"/>
                  <a:gd name="connsiteY124" fmla="*/ 3146829 h 3714920"/>
                  <a:gd name="connsiteX125" fmla="*/ 1138058 w 3268587"/>
                  <a:gd name="connsiteY125" fmla="*/ 3173127 h 3714920"/>
                  <a:gd name="connsiteX126" fmla="*/ 1111895 w 3268587"/>
                  <a:gd name="connsiteY126" fmla="*/ 3149513 h 3714920"/>
                  <a:gd name="connsiteX127" fmla="*/ 750565 w 3268587"/>
                  <a:gd name="connsiteY127" fmla="*/ 2824142 h 3714920"/>
                  <a:gd name="connsiteX128" fmla="*/ 725073 w 3268587"/>
                  <a:gd name="connsiteY128" fmla="*/ 2801198 h 3714920"/>
                  <a:gd name="connsiteX129" fmla="*/ 747882 w 3268587"/>
                  <a:gd name="connsiteY129" fmla="*/ 2775840 h 3714920"/>
                  <a:gd name="connsiteX130" fmla="*/ 909078 w 3268587"/>
                  <a:gd name="connsiteY130" fmla="*/ 2596933 h 3714920"/>
                  <a:gd name="connsiteX131" fmla="*/ 928883 w 3268587"/>
                  <a:gd name="connsiteY131" fmla="*/ 2620333 h 3714920"/>
                  <a:gd name="connsiteX132" fmla="*/ 928614 w 3268587"/>
                  <a:gd name="connsiteY132" fmla="*/ 2575251 h 3714920"/>
                  <a:gd name="connsiteX133" fmla="*/ 909078 w 3268587"/>
                  <a:gd name="connsiteY133" fmla="*/ 2596933 h 3714920"/>
                  <a:gd name="connsiteX134" fmla="*/ 800931 w 3268587"/>
                  <a:gd name="connsiteY134" fmla="*/ 2469154 h 3714920"/>
                  <a:gd name="connsiteX135" fmla="*/ 702328 w 3268587"/>
                  <a:gd name="connsiteY135" fmla="*/ 2332578 h 3714920"/>
                  <a:gd name="connsiteX136" fmla="*/ 727488 w 3268587"/>
                  <a:gd name="connsiteY136" fmla="*/ 2319248 h 3714920"/>
                  <a:gd name="connsiteX137" fmla="*/ 684955 w 3268587"/>
                  <a:gd name="connsiteY137" fmla="*/ 2308514 h 3714920"/>
                  <a:gd name="connsiteX138" fmla="*/ 702328 w 3268587"/>
                  <a:gd name="connsiteY138" fmla="*/ 2332578 h 3714920"/>
                  <a:gd name="connsiteX139" fmla="*/ 489196 w 3268587"/>
                  <a:gd name="connsiteY139" fmla="*/ 2445505 h 3714920"/>
                  <a:gd name="connsiteX140" fmla="*/ 461019 w 3268587"/>
                  <a:gd name="connsiteY140" fmla="*/ 2460398 h 3714920"/>
                  <a:gd name="connsiteX141" fmla="*/ 446260 w 3268587"/>
                  <a:gd name="connsiteY141" fmla="*/ 2432491 h 3714920"/>
                  <a:gd name="connsiteX142" fmla="*/ 218702 w 3268587"/>
                  <a:gd name="connsiteY142" fmla="*/ 2002732 h 3714920"/>
                  <a:gd name="connsiteX143" fmla="*/ 204748 w 3268587"/>
                  <a:gd name="connsiteY143" fmla="*/ 1976300 h 3714920"/>
                  <a:gd name="connsiteX144" fmla="*/ 230913 w 3268587"/>
                  <a:gd name="connsiteY144" fmla="*/ 1962482 h 3714920"/>
                  <a:gd name="connsiteX145" fmla="*/ 446871 w 3268587"/>
                  <a:gd name="connsiteY145" fmla="*/ 1848172 h 3714920"/>
                  <a:gd name="connsiteX146" fmla="*/ 455921 w 3268587"/>
                  <a:gd name="connsiteY146" fmla="*/ 1872853 h 3714920"/>
                  <a:gd name="connsiteX147" fmla="*/ 468937 w 3268587"/>
                  <a:gd name="connsiteY147" fmla="*/ 1836493 h 3714920"/>
                  <a:gd name="connsiteX148" fmla="*/ 446871 w 3268587"/>
                  <a:gd name="connsiteY148" fmla="*/ 1848172 h 3714920"/>
                  <a:gd name="connsiteX149" fmla="*/ 387811 w 3268587"/>
                  <a:gd name="connsiteY149" fmla="*/ 1687107 h 3714920"/>
                  <a:gd name="connsiteX150" fmla="*/ 341142 w 3268587"/>
                  <a:gd name="connsiteY150" fmla="*/ 1520379 h 3714920"/>
                  <a:gd name="connsiteX151" fmla="*/ 364684 w 3268587"/>
                  <a:gd name="connsiteY151" fmla="*/ 1517160 h 3714920"/>
                  <a:gd name="connsiteX152" fmla="*/ 334494 w 3268587"/>
                  <a:gd name="connsiteY152" fmla="*/ 1496631 h 3714920"/>
                  <a:gd name="connsiteX153" fmla="*/ 341142 w 3268587"/>
                  <a:gd name="connsiteY153" fmla="*/ 1520379 h 3714920"/>
                  <a:gd name="connsiteX154" fmla="*/ 97812 w 3268587"/>
                  <a:gd name="connsiteY154" fmla="*/ 1553655 h 3714920"/>
                  <a:gd name="connsiteX155" fmla="*/ 72319 w 3268587"/>
                  <a:gd name="connsiteY155" fmla="*/ 1557143 h 3714920"/>
                  <a:gd name="connsiteX156" fmla="*/ 68831 w 3268587"/>
                  <a:gd name="connsiteY156" fmla="*/ 1531918 h 3714920"/>
                  <a:gd name="connsiteX157" fmla="*/ 3086 w 3268587"/>
                  <a:gd name="connsiteY157" fmla="*/ 1050102 h 3714920"/>
                  <a:gd name="connsiteX158" fmla="*/ 0 w 3268587"/>
                  <a:gd name="connsiteY158" fmla="*/ 1027561 h 3714920"/>
                  <a:gd name="connsiteX159" fmla="*/ 22273 w 3268587"/>
                  <a:gd name="connsiteY159" fmla="*/ 1024474 h 3714920"/>
                  <a:gd name="connsiteX160" fmla="*/ 271574 w 3268587"/>
                  <a:gd name="connsiteY160" fmla="*/ 990434 h 3714920"/>
                  <a:gd name="connsiteX161" fmla="*/ 271566 w 3268587"/>
                  <a:gd name="connsiteY161" fmla="*/ 1009582 h 3714920"/>
                  <a:gd name="connsiteX162" fmla="*/ 289547 w 3268587"/>
                  <a:gd name="connsiteY162" fmla="*/ 987980 h 3714920"/>
                  <a:gd name="connsiteX163" fmla="*/ 271574 w 3268587"/>
                  <a:gd name="connsiteY163" fmla="*/ 990434 h 3714920"/>
                  <a:gd name="connsiteX164" fmla="*/ 271651 w 3268587"/>
                  <a:gd name="connsiteY164" fmla="*/ 812514 h 3714920"/>
                  <a:gd name="connsiteX165" fmla="*/ 285429 w 3268587"/>
                  <a:gd name="connsiteY165" fmla="*/ 632980 h 3714920"/>
                  <a:gd name="connsiteX166" fmla="*/ 301488 w 3268587"/>
                  <a:gd name="connsiteY166" fmla="*/ 636445 h 3714920"/>
                  <a:gd name="connsiteX167" fmla="*/ 286728 w 3268587"/>
                  <a:gd name="connsiteY167" fmla="*/ 616050 h 3714920"/>
                  <a:gd name="connsiteX168" fmla="*/ 285429 w 3268587"/>
                  <a:gd name="connsiteY168" fmla="*/ 632980 h 3714920"/>
                  <a:gd name="connsiteX169" fmla="*/ 37836 w 3268587"/>
                  <a:gd name="connsiteY169" fmla="*/ 579556 h 3714920"/>
                  <a:gd name="connsiteX170" fmla="*/ 20796 w 3268587"/>
                  <a:gd name="connsiteY170" fmla="*/ 575934 h 3714920"/>
                  <a:gd name="connsiteX171" fmla="*/ 24420 w 3268587"/>
                  <a:gd name="connsiteY171" fmla="*/ 559161 h 3714920"/>
                  <a:gd name="connsiteX172" fmla="*/ 127063 w 3268587"/>
                  <a:gd name="connsiteY172" fmla="*/ 83785 h 3714920"/>
                  <a:gd name="connsiteX173" fmla="*/ 130148 w 3268587"/>
                  <a:gd name="connsiteY173" fmla="*/ 69295 h 3714920"/>
                  <a:gd name="connsiteX174" fmla="*/ 144505 w 3268587"/>
                  <a:gd name="connsiteY174" fmla="*/ 72381 h 3714920"/>
                  <a:gd name="connsiteX175" fmla="*/ 396356 w 3268587"/>
                  <a:gd name="connsiteY175" fmla="*/ 126679 h 3714920"/>
                  <a:gd name="connsiteX176" fmla="*/ 392188 w 3268587"/>
                  <a:gd name="connsiteY176" fmla="*/ 138261 h 3714920"/>
                  <a:gd name="connsiteX177" fmla="*/ 407753 w 3268587"/>
                  <a:gd name="connsiteY177" fmla="*/ 129136 h 3714920"/>
                  <a:gd name="connsiteX178" fmla="*/ 396356 w 3268587"/>
                  <a:gd name="connsiteY178" fmla="*/ 126679 h 3714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</a:cxnLst>
                <a:rect l="l" t="t" r="r" b="b"/>
                <a:pathLst>
                  <a:path w="3268587" h="3714920">
                    <a:moveTo>
                      <a:pt x="441952" y="0"/>
                    </a:moveTo>
                    <a:lnTo>
                      <a:pt x="469552" y="0"/>
                    </a:lnTo>
                    <a:lnTo>
                      <a:pt x="417950" y="145908"/>
                    </a:lnTo>
                    <a:lnTo>
                      <a:pt x="414328" y="157447"/>
                    </a:lnTo>
                    <a:lnTo>
                      <a:pt x="402386" y="155032"/>
                    </a:lnTo>
                    <a:lnTo>
                      <a:pt x="153100" y="103932"/>
                    </a:lnTo>
                    <a:lnTo>
                      <a:pt x="156043" y="89555"/>
                    </a:lnTo>
                    <a:lnTo>
                      <a:pt x="138601" y="100960"/>
                    </a:lnTo>
                    <a:lnTo>
                      <a:pt x="153100" y="103932"/>
                    </a:lnTo>
                    <a:lnTo>
                      <a:pt x="61994" y="548938"/>
                    </a:lnTo>
                    <a:lnTo>
                      <a:pt x="45082" y="545477"/>
                    </a:lnTo>
                    <a:lnTo>
                      <a:pt x="58500" y="566005"/>
                    </a:lnTo>
                    <a:lnTo>
                      <a:pt x="61994" y="548938"/>
                    </a:lnTo>
                    <a:lnTo>
                      <a:pt x="309270" y="599547"/>
                    </a:lnTo>
                    <a:lnTo>
                      <a:pt x="325773" y="602903"/>
                    </a:lnTo>
                    <a:lnTo>
                      <a:pt x="324029" y="619942"/>
                    </a:lnTo>
                    <a:cubicBezTo>
                      <a:pt x="310612" y="748614"/>
                      <a:pt x="306988" y="878360"/>
                      <a:pt x="313563" y="1007569"/>
                    </a:cubicBezTo>
                    <a:lnTo>
                      <a:pt x="314503" y="1026353"/>
                    </a:lnTo>
                    <a:lnTo>
                      <a:pt x="295584" y="1029170"/>
                    </a:lnTo>
                    <a:lnTo>
                      <a:pt x="51352" y="1065536"/>
                    </a:lnTo>
                    <a:lnTo>
                      <a:pt x="48034" y="1043259"/>
                    </a:lnTo>
                    <a:lnTo>
                      <a:pt x="28848" y="1068887"/>
                    </a:lnTo>
                    <a:lnTo>
                      <a:pt x="51352" y="1065536"/>
                    </a:lnTo>
                    <a:lnTo>
                      <a:pt x="115887" y="1498792"/>
                    </a:lnTo>
                    <a:lnTo>
                      <a:pt x="90702" y="1502535"/>
                    </a:lnTo>
                    <a:lnTo>
                      <a:pt x="119682" y="1524271"/>
                    </a:lnTo>
                    <a:lnTo>
                      <a:pt x="115887" y="1498792"/>
                    </a:lnTo>
                    <a:lnTo>
                      <a:pt x="357035" y="1462954"/>
                    </a:lnTo>
                    <a:lnTo>
                      <a:pt x="381321" y="1459331"/>
                    </a:lnTo>
                    <a:lnTo>
                      <a:pt x="387225" y="1483348"/>
                    </a:lnTo>
                    <a:cubicBezTo>
                      <a:pt x="418219" y="1608665"/>
                      <a:pt x="458873" y="1731434"/>
                      <a:pt x="508919" y="1850177"/>
                    </a:cubicBezTo>
                    <a:lnTo>
                      <a:pt x="518982" y="1874061"/>
                    </a:lnTo>
                    <a:lnTo>
                      <a:pt x="495904" y="1886538"/>
                    </a:lnTo>
                    <a:lnTo>
                      <a:pt x="285290" y="2000194"/>
                    </a:lnTo>
                    <a:lnTo>
                      <a:pt x="271165" y="1974020"/>
                    </a:lnTo>
                    <a:lnTo>
                      <a:pt x="258954" y="2014406"/>
                    </a:lnTo>
                    <a:lnTo>
                      <a:pt x="285290" y="2000194"/>
                    </a:lnTo>
                    <a:lnTo>
                      <a:pt x="486958" y="2373883"/>
                    </a:lnTo>
                    <a:lnTo>
                      <a:pt x="459142" y="2388885"/>
                    </a:lnTo>
                    <a:lnTo>
                      <a:pt x="502077" y="2401898"/>
                    </a:lnTo>
                    <a:lnTo>
                      <a:pt x="486958" y="2373883"/>
                    </a:lnTo>
                    <a:lnTo>
                      <a:pt x="696493" y="2260883"/>
                    </a:lnTo>
                    <a:lnTo>
                      <a:pt x="722524" y="2246794"/>
                    </a:lnTo>
                    <a:lnTo>
                      <a:pt x="739161" y="2271483"/>
                    </a:lnTo>
                    <a:cubicBezTo>
                      <a:pt x="810810" y="2378285"/>
                      <a:pt x="890911" y="2479585"/>
                      <a:pt x="978124" y="2574043"/>
                    </a:cubicBezTo>
                    <a:lnTo>
                      <a:pt x="998786" y="2596450"/>
                    </a:lnTo>
                    <a:lnTo>
                      <a:pt x="978392" y="2619260"/>
                    </a:lnTo>
                    <a:lnTo>
                      <a:pt x="821411" y="2795102"/>
                    </a:lnTo>
                    <a:lnTo>
                      <a:pt x="795917" y="2772352"/>
                    </a:lnTo>
                    <a:lnTo>
                      <a:pt x="798600" y="2820654"/>
                    </a:lnTo>
                    <a:lnTo>
                      <a:pt x="821411" y="2795102"/>
                    </a:lnTo>
                    <a:lnTo>
                      <a:pt x="1132263" y="3072500"/>
                    </a:lnTo>
                    <a:lnTo>
                      <a:pt x="1108809" y="3098795"/>
                    </a:lnTo>
                    <a:lnTo>
                      <a:pt x="1158722" y="3096112"/>
                    </a:lnTo>
                    <a:lnTo>
                      <a:pt x="1132263" y="3072500"/>
                    </a:lnTo>
                    <a:lnTo>
                      <a:pt x="1288333" y="2897535"/>
                    </a:lnTo>
                    <a:lnTo>
                      <a:pt x="1310069" y="2873251"/>
                    </a:lnTo>
                    <a:lnTo>
                      <a:pt x="1336501" y="2892571"/>
                    </a:lnTo>
                    <a:cubicBezTo>
                      <a:pt x="1440217" y="2968647"/>
                      <a:pt x="1549702" y="3036539"/>
                      <a:pt x="1663884" y="3095575"/>
                    </a:cubicBezTo>
                    <a:lnTo>
                      <a:pt x="1693536" y="3110870"/>
                    </a:lnTo>
                    <a:lnTo>
                      <a:pt x="1681058" y="3142000"/>
                    </a:lnTo>
                    <a:lnTo>
                      <a:pt x="1595260" y="3357244"/>
                    </a:lnTo>
                    <a:lnTo>
                      <a:pt x="1560571" y="3343394"/>
                    </a:lnTo>
                    <a:lnTo>
                      <a:pt x="1581367" y="3392099"/>
                    </a:lnTo>
                    <a:lnTo>
                      <a:pt x="1595260" y="3357244"/>
                    </a:lnTo>
                    <a:lnTo>
                      <a:pt x="1976554" y="3509490"/>
                    </a:lnTo>
                    <a:lnTo>
                      <a:pt x="1962285" y="3545057"/>
                    </a:lnTo>
                    <a:lnTo>
                      <a:pt x="2012198" y="3523722"/>
                    </a:lnTo>
                    <a:lnTo>
                      <a:pt x="1976554" y="3509490"/>
                    </a:lnTo>
                    <a:lnTo>
                      <a:pt x="2062513" y="3295225"/>
                    </a:lnTo>
                    <a:lnTo>
                      <a:pt x="2075528" y="3262889"/>
                    </a:lnTo>
                    <a:lnTo>
                      <a:pt x="2109072" y="3272684"/>
                    </a:lnTo>
                    <a:cubicBezTo>
                      <a:pt x="2232242" y="3308642"/>
                      <a:pt x="2358365" y="3334806"/>
                      <a:pt x="2485831" y="3351176"/>
                    </a:cubicBezTo>
                    <a:lnTo>
                      <a:pt x="2520581" y="3355603"/>
                    </a:lnTo>
                    <a:lnTo>
                      <a:pt x="2519508" y="3390622"/>
                    </a:lnTo>
                    <a:lnTo>
                      <a:pt x="2512033" y="3621635"/>
                    </a:lnTo>
                    <a:lnTo>
                      <a:pt x="2473487" y="3620326"/>
                    </a:lnTo>
                    <a:lnTo>
                      <a:pt x="2510786" y="3660177"/>
                    </a:lnTo>
                    <a:lnTo>
                      <a:pt x="2512033" y="3621635"/>
                    </a:lnTo>
                    <a:lnTo>
                      <a:pt x="2921476" y="3635541"/>
                    </a:lnTo>
                    <a:lnTo>
                      <a:pt x="2920150" y="3673594"/>
                    </a:lnTo>
                    <a:lnTo>
                      <a:pt x="2959462" y="3636831"/>
                    </a:lnTo>
                    <a:lnTo>
                      <a:pt x="2921476" y="3635541"/>
                    </a:lnTo>
                    <a:lnTo>
                      <a:pt x="2929542" y="3404040"/>
                    </a:lnTo>
                    <a:lnTo>
                      <a:pt x="2930749" y="3369826"/>
                    </a:lnTo>
                    <a:lnTo>
                      <a:pt x="2964695" y="3367813"/>
                    </a:lnTo>
                    <a:cubicBezTo>
                      <a:pt x="3028830" y="3363922"/>
                      <a:pt x="3092797" y="3357548"/>
                      <a:pt x="3156412" y="3348693"/>
                    </a:cubicBezTo>
                    <a:lnTo>
                      <a:pt x="3268587" y="3328570"/>
                    </a:lnTo>
                    <a:lnTo>
                      <a:pt x="3268587" y="3404422"/>
                    </a:lnTo>
                    <a:lnTo>
                      <a:pt x="3167012" y="3423025"/>
                    </a:lnTo>
                    <a:lnTo>
                      <a:pt x="3003805" y="3439947"/>
                    </a:lnTo>
                    <a:lnTo>
                      <a:pt x="3004813" y="3407260"/>
                    </a:lnTo>
                    <a:lnTo>
                      <a:pt x="2969660" y="3443487"/>
                    </a:lnTo>
                    <a:lnTo>
                      <a:pt x="3003805" y="3439947"/>
                    </a:lnTo>
                    <a:lnTo>
                      <a:pt x="2996495" y="3676948"/>
                    </a:lnTo>
                    <a:lnTo>
                      <a:pt x="2995287" y="3714920"/>
                    </a:lnTo>
                    <a:lnTo>
                      <a:pt x="2957181" y="3713712"/>
                    </a:lnTo>
                    <a:lnTo>
                      <a:pt x="2471205" y="3698416"/>
                    </a:lnTo>
                    <a:lnTo>
                      <a:pt x="2432563" y="3697209"/>
                    </a:lnTo>
                    <a:lnTo>
                      <a:pt x="2433905" y="3658566"/>
                    </a:lnTo>
                    <a:lnTo>
                      <a:pt x="2441656" y="3422612"/>
                    </a:lnTo>
                    <a:lnTo>
                      <a:pt x="2476304" y="3428460"/>
                    </a:lnTo>
                    <a:lnTo>
                      <a:pt x="2442760" y="3389012"/>
                    </a:lnTo>
                    <a:lnTo>
                      <a:pt x="2441656" y="3422612"/>
                    </a:lnTo>
                    <a:lnTo>
                      <a:pt x="2280528" y="3395419"/>
                    </a:lnTo>
                    <a:lnTo>
                      <a:pt x="2121832" y="3355770"/>
                    </a:lnTo>
                    <a:lnTo>
                      <a:pt x="2134296" y="3324744"/>
                    </a:lnTo>
                    <a:lnTo>
                      <a:pt x="2087871" y="3347285"/>
                    </a:lnTo>
                    <a:lnTo>
                      <a:pt x="2121832" y="3355770"/>
                    </a:lnTo>
                    <a:lnTo>
                      <a:pt x="2033935" y="3574574"/>
                    </a:lnTo>
                    <a:lnTo>
                      <a:pt x="2019578" y="3610264"/>
                    </a:lnTo>
                    <a:lnTo>
                      <a:pt x="1984021" y="3595908"/>
                    </a:lnTo>
                    <a:lnTo>
                      <a:pt x="1533065" y="3413835"/>
                    </a:lnTo>
                    <a:lnTo>
                      <a:pt x="1498180" y="3399746"/>
                    </a:lnTo>
                    <a:lnTo>
                      <a:pt x="1512134" y="3365130"/>
                    </a:lnTo>
                    <a:lnTo>
                      <a:pt x="1601034" y="3145125"/>
                    </a:lnTo>
                    <a:lnTo>
                      <a:pt x="1630206" y="3161857"/>
                    </a:lnTo>
                    <a:lnTo>
                      <a:pt x="1613032" y="3115434"/>
                    </a:lnTo>
                    <a:lnTo>
                      <a:pt x="1601034" y="3145125"/>
                    </a:lnTo>
                    <a:lnTo>
                      <a:pt x="1458096" y="3063139"/>
                    </a:lnTo>
                    <a:lnTo>
                      <a:pt x="1321224" y="2969752"/>
                    </a:lnTo>
                    <a:lnTo>
                      <a:pt x="1342271" y="2946374"/>
                    </a:lnTo>
                    <a:lnTo>
                      <a:pt x="1294236" y="2951339"/>
                    </a:lnTo>
                    <a:lnTo>
                      <a:pt x="1321224" y="2969752"/>
                    </a:lnTo>
                    <a:lnTo>
                      <a:pt x="1161807" y="3146829"/>
                    </a:lnTo>
                    <a:lnTo>
                      <a:pt x="1138058" y="3173127"/>
                    </a:lnTo>
                    <a:lnTo>
                      <a:pt x="1111895" y="3149513"/>
                    </a:lnTo>
                    <a:lnTo>
                      <a:pt x="750565" y="2824142"/>
                    </a:lnTo>
                    <a:lnTo>
                      <a:pt x="725073" y="2801198"/>
                    </a:lnTo>
                    <a:lnTo>
                      <a:pt x="747882" y="2775840"/>
                    </a:lnTo>
                    <a:lnTo>
                      <a:pt x="909078" y="2596933"/>
                    </a:lnTo>
                    <a:lnTo>
                      <a:pt x="928883" y="2620333"/>
                    </a:lnTo>
                    <a:lnTo>
                      <a:pt x="928614" y="2575251"/>
                    </a:lnTo>
                    <a:lnTo>
                      <a:pt x="909078" y="2596933"/>
                    </a:lnTo>
                    <a:lnTo>
                      <a:pt x="800931" y="2469154"/>
                    </a:lnTo>
                    <a:lnTo>
                      <a:pt x="702328" y="2332578"/>
                    </a:lnTo>
                    <a:lnTo>
                      <a:pt x="727488" y="2319248"/>
                    </a:lnTo>
                    <a:lnTo>
                      <a:pt x="684955" y="2308514"/>
                    </a:lnTo>
                    <a:lnTo>
                      <a:pt x="702328" y="2332578"/>
                    </a:lnTo>
                    <a:lnTo>
                      <a:pt x="489196" y="2445505"/>
                    </a:lnTo>
                    <a:lnTo>
                      <a:pt x="461019" y="2460398"/>
                    </a:lnTo>
                    <a:lnTo>
                      <a:pt x="446260" y="2432491"/>
                    </a:lnTo>
                    <a:lnTo>
                      <a:pt x="218702" y="2002732"/>
                    </a:lnTo>
                    <a:lnTo>
                      <a:pt x="204748" y="1976300"/>
                    </a:lnTo>
                    <a:lnTo>
                      <a:pt x="230913" y="1962482"/>
                    </a:lnTo>
                    <a:lnTo>
                      <a:pt x="446871" y="1848172"/>
                    </a:lnTo>
                    <a:lnTo>
                      <a:pt x="455921" y="1872853"/>
                    </a:lnTo>
                    <a:lnTo>
                      <a:pt x="468937" y="1836493"/>
                    </a:lnTo>
                    <a:lnTo>
                      <a:pt x="446871" y="1848172"/>
                    </a:lnTo>
                    <a:lnTo>
                      <a:pt x="387811" y="1687107"/>
                    </a:lnTo>
                    <a:lnTo>
                      <a:pt x="341142" y="1520379"/>
                    </a:lnTo>
                    <a:lnTo>
                      <a:pt x="364684" y="1517160"/>
                    </a:lnTo>
                    <a:lnTo>
                      <a:pt x="334494" y="1496631"/>
                    </a:lnTo>
                    <a:lnTo>
                      <a:pt x="341142" y="1520379"/>
                    </a:lnTo>
                    <a:lnTo>
                      <a:pt x="97812" y="1553655"/>
                    </a:lnTo>
                    <a:lnTo>
                      <a:pt x="72319" y="1557143"/>
                    </a:lnTo>
                    <a:lnTo>
                      <a:pt x="68831" y="1531918"/>
                    </a:lnTo>
                    <a:lnTo>
                      <a:pt x="3086" y="1050102"/>
                    </a:lnTo>
                    <a:lnTo>
                      <a:pt x="0" y="1027561"/>
                    </a:lnTo>
                    <a:lnTo>
                      <a:pt x="22273" y="1024474"/>
                    </a:lnTo>
                    <a:lnTo>
                      <a:pt x="271574" y="990434"/>
                    </a:lnTo>
                    <a:lnTo>
                      <a:pt x="271566" y="1009582"/>
                    </a:lnTo>
                    <a:lnTo>
                      <a:pt x="289547" y="987980"/>
                    </a:lnTo>
                    <a:lnTo>
                      <a:pt x="271574" y="990434"/>
                    </a:lnTo>
                    <a:lnTo>
                      <a:pt x="271651" y="812514"/>
                    </a:lnTo>
                    <a:lnTo>
                      <a:pt x="285429" y="632980"/>
                    </a:lnTo>
                    <a:lnTo>
                      <a:pt x="301488" y="636445"/>
                    </a:lnTo>
                    <a:lnTo>
                      <a:pt x="286728" y="616050"/>
                    </a:lnTo>
                    <a:lnTo>
                      <a:pt x="285429" y="632980"/>
                    </a:lnTo>
                    <a:lnTo>
                      <a:pt x="37836" y="579556"/>
                    </a:lnTo>
                    <a:lnTo>
                      <a:pt x="20796" y="575934"/>
                    </a:lnTo>
                    <a:lnTo>
                      <a:pt x="24420" y="559161"/>
                    </a:lnTo>
                    <a:lnTo>
                      <a:pt x="127063" y="83785"/>
                    </a:lnTo>
                    <a:lnTo>
                      <a:pt x="130148" y="69295"/>
                    </a:lnTo>
                    <a:lnTo>
                      <a:pt x="144505" y="72381"/>
                    </a:lnTo>
                    <a:lnTo>
                      <a:pt x="396356" y="126679"/>
                    </a:lnTo>
                    <a:lnTo>
                      <a:pt x="392188" y="138261"/>
                    </a:lnTo>
                    <a:lnTo>
                      <a:pt x="407753" y="129136"/>
                    </a:lnTo>
                    <a:lnTo>
                      <a:pt x="396356" y="126679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" name="任意多边形 30" descr="af42adb1-18cc-4c0e-ac03-57b67a870666"/>
              <p:cNvSpPr/>
              <p:nvPr/>
            </p:nvSpPr>
            <p:spPr>
              <a:xfrm>
                <a:off x="9533715" y="0"/>
                <a:ext cx="2658285" cy="3064720"/>
              </a:xfrm>
              <a:custGeom>
                <a:avLst/>
                <a:gdLst>
                  <a:gd name="connsiteX0" fmla="*/ 204766 w 2658285"/>
                  <a:gd name="connsiteY0" fmla="*/ 0 h 3064720"/>
                  <a:gd name="connsiteX1" fmla="*/ 247180 w 2658285"/>
                  <a:gd name="connsiteY1" fmla="*/ 0 h 3064720"/>
                  <a:gd name="connsiteX2" fmla="*/ 213388 w 2658285"/>
                  <a:gd name="connsiteY2" fmla="*/ 73721 h 3064720"/>
                  <a:gd name="connsiteX3" fmla="*/ 60298 w 2658285"/>
                  <a:gd name="connsiteY3" fmla="*/ 894996 h 3064720"/>
                  <a:gd name="connsiteX4" fmla="*/ 103367 w 2658285"/>
                  <a:gd name="connsiteY4" fmla="*/ 1311336 h 3064720"/>
                  <a:gd name="connsiteX5" fmla="*/ 224257 w 2658285"/>
                  <a:gd name="connsiteY5" fmla="*/ 1711710 h 3064720"/>
                  <a:gd name="connsiteX6" fmla="*/ 266252 w 2658285"/>
                  <a:gd name="connsiteY6" fmla="*/ 1807643 h 3064720"/>
                  <a:gd name="connsiteX7" fmla="*/ 312945 w 2658285"/>
                  <a:gd name="connsiteY7" fmla="*/ 1901430 h 3064720"/>
                  <a:gd name="connsiteX8" fmla="*/ 363796 w 2658285"/>
                  <a:gd name="connsiteY8" fmla="*/ 1993071 h 3064720"/>
                  <a:gd name="connsiteX9" fmla="*/ 419076 w 2658285"/>
                  <a:gd name="connsiteY9" fmla="*/ 2082296 h 3064720"/>
                  <a:gd name="connsiteX10" fmla="*/ 680715 w 2658285"/>
                  <a:gd name="connsiteY10" fmla="*/ 2410484 h 3064720"/>
                  <a:gd name="connsiteX11" fmla="*/ 1370902 w 2658285"/>
                  <a:gd name="connsiteY11" fmla="*/ 2887604 h 3064720"/>
                  <a:gd name="connsiteX12" fmla="*/ 1774630 w 2658285"/>
                  <a:gd name="connsiteY12" fmla="*/ 3014533 h 3064720"/>
                  <a:gd name="connsiteX13" fmla="*/ 2195934 w 2658285"/>
                  <a:gd name="connsiteY13" fmla="*/ 3057469 h 3064720"/>
                  <a:gd name="connsiteX14" fmla="*/ 2617507 w 2658285"/>
                  <a:gd name="connsiteY14" fmla="*/ 3014264 h 3064720"/>
                  <a:gd name="connsiteX15" fmla="*/ 2658285 w 2658285"/>
                  <a:gd name="connsiteY15" fmla="*/ 3003671 h 3064720"/>
                  <a:gd name="connsiteX16" fmla="*/ 2658285 w 2658285"/>
                  <a:gd name="connsiteY16" fmla="*/ 3015560 h 3064720"/>
                  <a:gd name="connsiteX17" fmla="*/ 2619603 w 2658285"/>
                  <a:gd name="connsiteY17" fmla="*/ 3024881 h 3064720"/>
                  <a:gd name="connsiteX18" fmla="*/ 2195934 w 2658285"/>
                  <a:gd name="connsiteY18" fmla="*/ 3064714 h 3064720"/>
                  <a:gd name="connsiteX19" fmla="*/ 1363389 w 2658285"/>
                  <a:gd name="connsiteY19" fmla="*/ 2905181 h 3064720"/>
                  <a:gd name="connsiteX20" fmla="*/ 648378 w 2658285"/>
                  <a:gd name="connsiteY20" fmla="*/ 2442685 h 3064720"/>
                  <a:gd name="connsiteX21" fmla="*/ 371176 w 2658285"/>
                  <a:gd name="connsiteY21" fmla="*/ 2114364 h 3064720"/>
                  <a:gd name="connsiteX22" fmla="*/ 312543 w 2658285"/>
                  <a:gd name="connsiteY22" fmla="*/ 2023931 h 3064720"/>
                  <a:gd name="connsiteX23" fmla="*/ 258471 w 2658285"/>
                  <a:gd name="connsiteY23" fmla="*/ 1930680 h 3064720"/>
                  <a:gd name="connsiteX24" fmla="*/ 209498 w 2658285"/>
                  <a:gd name="connsiteY24" fmla="*/ 1834612 h 3064720"/>
                  <a:gd name="connsiteX25" fmla="*/ 165355 w 2658285"/>
                  <a:gd name="connsiteY25" fmla="*/ 1736263 h 3064720"/>
                  <a:gd name="connsiteX26" fmla="*/ 53 w 2658285"/>
                  <a:gd name="connsiteY26" fmla="*/ 895130 h 3064720"/>
                  <a:gd name="connsiteX27" fmla="*/ 176222 w 2658285"/>
                  <a:gd name="connsiteY27" fmla="*/ 58426 h 3064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658285" h="3064720">
                    <a:moveTo>
                      <a:pt x="204766" y="0"/>
                    </a:moveTo>
                    <a:lnTo>
                      <a:pt x="247180" y="0"/>
                    </a:lnTo>
                    <a:lnTo>
                      <a:pt x="213388" y="73721"/>
                    </a:lnTo>
                    <a:cubicBezTo>
                      <a:pt x="108734" y="334554"/>
                      <a:pt x="57479" y="615244"/>
                      <a:pt x="60298" y="894996"/>
                    </a:cubicBezTo>
                    <a:cubicBezTo>
                      <a:pt x="61236" y="1034939"/>
                      <a:pt x="76262" y="1174344"/>
                      <a:pt x="103367" y="1311336"/>
                    </a:cubicBezTo>
                    <a:cubicBezTo>
                      <a:pt x="130738" y="1448326"/>
                      <a:pt x="171660" y="1582367"/>
                      <a:pt x="224257" y="1711710"/>
                    </a:cubicBezTo>
                    <a:cubicBezTo>
                      <a:pt x="237137" y="1744179"/>
                      <a:pt x="252432" y="1775575"/>
                      <a:pt x="266252" y="1807643"/>
                    </a:cubicBezTo>
                    <a:cubicBezTo>
                      <a:pt x="280743" y="1839442"/>
                      <a:pt x="297515" y="1870168"/>
                      <a:pt x="312945" y="1901430"/>
                    </a:cubicBezTo>
                    <a:cubicBezTo>
                      <a:pt x="329047" y="1932424"/>
                      <a:pt x="346891" y="1962480"/>
                      <a:pt x="363796" y="1993071"/>
                    </a:cubicBezTo>
                    <a:cubicBezTo>
                      <a:pt x="381508" y="2023260"/>
                      <a:pt x="400694" y="2052510"/>
                      <a:pt x="419076" y="2082296"/>
                    </a:cubicBezTo>
                    <a:cubicBezTo>
                      <a:pt x="495958" y="2199161"/>
                      <a:pt x="583037" y="2309585"/>
                      <a:pt x="680715" y="2410484"/>
                    </a:cubicBezTo>
                    <a:cubicBezTo>
                      <a:pt x="875936" y="2612147"/>
                      <a:pt x="1111679" y="2775571"/>
                      <a:pt x="1370902" y="2887604"/>
                    </a:cubicBezTo>
                    <a:cubicBezTo>
                      <a:pt x="1500379" y="2944092"/>
                      <a:pt x="1636163" y="2985686"/>
                      <a:pt x="1774630" y="3014533"/>
                    </a:cubicBezTo>
                    <a:cubicBezTo>
                      <a:pt x="1912828" y="3043112"/>
                      <a:pt x="2054381" y="3056932"/>
                      <a:pt x="2195934" y="3057469"/>
                    </a:cubicBezTo>
                    <a:cubicBezTo>
                      <a:pt x="2337487" y="3056664"/>
                      <a:pt x="2478905" y="3042709"/>
                      <a:pt x="2617507" y="3014264"/>
                    </a:cubicBezTo>
                    <a:lnTo>
                      <a:pt x="2658285" y="3003671"/>
                    </a:lnTo>
                    <a:lnTo>
                      <a:pt x="2658285" y="3015560"/>
                    </a:lnTo>
                    <a:lnTo>
                      <a:pt x="2619603" y="3024881"/>
                    </a:lnTo>
                    <a:cubicBezTo>
                      <a:pt x="2479979" y="3051598"/>
                      <a:pt x="2337957" y="3065049"/>
                      <a:pt x="2195934" y="3064714"/>
                    </a:cubicBezTo>
                    <a:cubicBezTo>
                      <a:pt x="1911889" y="3064982"/>
                      <a:pt x="1627979" y="3010373"/>
                      <a:pt x="1363389" y="2905181"/>
                    </a:cubicBezTo>
                    <a:cubicBezTo>
                      <a:pt x="1098529" y="2800258"/>
                      <a:pt x="854200" y="2642067"/>
                      <a:pt x="648378" y="2442685"/>
                    </a:cubicBezTo>
                    <a:cubicBezTo>
                      <a:pt x="545602" y="2342861"/>
                      <a:pt x="451949" y="2233242"/>
                      <a:pt x="371176" y="2114364"/>
                    </a:cubicBezTo>
                    <a:cubicBezTo>
                      <a:pt x="351721" y="2084175"/>
                      <a:pt x="331327" y="2054522"/>
                      <a:pt x="312543" y="2023931"/>
                    </a:cubicBezTo>
                    <a:cubicBezTo>
                      <a:pt x="294563" y="1992803"/>
                      <a:pt x="275510" y="1962346"/>
                      <a:pt x="258471" y="1930680"/>
                    </a:cubicBezTo>
                    <a:cubicBezTo>
                      <a:pt x="242236" y="1898613"/>
                      <a:pt x="224794" y="1867082"/>
                      <a:pt x="209498" y="1834612"/>
                    </a:cubicBezTo>
                    <a:cubicBezTo>
                      <a:pt x="194872" y="1801740"/>
                      <a:pt x="178906" y="1769538"/>
                      <a:pt x="165355" y="1736263"/>
                    </a:cubicBezTo>
                    <a:cubicBezTo>
                      <a:pt x="53588" y="1471002"/>
                      <a:pt x="-1960" y="1182530"/>
                      <a:pt x="53" y="895130"/>
                    </a:cubicBezTo>
                    <a:cubicBezTo>
                      <a:pt x="3005" y="607731"/>
                      <a:pt x="63249" y="321405"/>
                      <a:pt x="176222" y="58426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" name="任意多边形 31" descr="ebfbf7e5-648c-4a6e-adaa-635351d8e318"/>
              <p:cNvSpPr/>
              <p:nvPr/>
            </p:nvSpPr>
            <p:spPr>
              <a:xfrm>
                <a:off x="9967954" y="0"/>
                <a:ext cx="2224047" cy="2656828"/>
              </a:xfrm>
              <a:custGeom>
                <a:avLst/>
                <a:gdLst>
                  <a:gd name="connsiteX0" fmla="*/ 1761696 w 2224047"/>
                  <a:gd name="connsiteY0" fmla="*/ 2420145 h 2656828"/>
                  <a:gd name="connsiteX1" fmla="*/ 1692195 w 2224047"/>
                  <a:gd name="connsiteY1" fmla="*/ 2489647 h 2656828"/>
                  <a:gd name="connsiteX2" fmla="*/ 1761696 w 2224047"/>
                  <a:gd name="connsiteY2" fmla="*/ 2559149 h 2656828"/>
                  <a:gd name="connsiteX3" fmla="*/ 1831199 w 2224047"/>
                  <a:gd name="connsiteY3" fmla="*/ 2489647 h 2656828"/>
                  <a:gd name="connsiteX4" fmla="*/ 1761696 w 2224047"/>
                  <a:gd name="connsiteY4" fmla="*/ 2420145 h 2656828"/>
                  <a:gd name="connsiteX5" fmla="*/ 638397 w 2224047"/>
                  <a:gd name="connsiteY5" fmla="*/ 1954899 h 2656828"/>
                  <a:gd name="connsiteX6" fmla="*/ 589290 w 2224047"/>
                  <a:gd name="connsiteY6" fmla="*/ 1975226 h 2656828"/>
                  <a:gd name="connsiteX7" fmla="*/ 589290 w 2224047"/>
                  <a:gd name="connsiteY7" fmla="*/ 2073442 h 2656828"/>
                  <a:gd name="connsiteX8" fmla="*/ 687505 w 2224047"/>
                  <a:gd name="connsiteY8" fmla="*/ 2073442 h 2656828"/>
                  <a:gd name="connsiteX9" fmla="*/ 687505 w 2224047"/>
                  <a:gd name="connsiteY9" fmla="*/ 1975226 h 2656828"/>
                  <a:gd name="connsiteX10" fmla="*/ 638397 w 2224047"/>
                  <a:gd name="connsiteY10" fmla="*/ 1954899 h 2656828"/>
                  <a:gd name="connsiteX11" fmla="*/ 173083 w 2224047"/>
                  <a:gd name="connsiteY11" fmla="*/ 831533 h 2656828"/>
                  <a:gd name="connsiteX12" fmla="*/ 103582 w 2224047"/>
                  <a:gd name="connsiteY12" fmla="*/ 901034 h 2656828"/>
                  <a:gd name="connsiteX13" fmla="*/ 173083 w 2224047"/>
                  <a:gd name="connsiteY13" fmla="*/ 970537 h 2656828"/>
                  <a:gd name="connsiteX14" fmla="*/ 242585 w 2224047"/>
                  <a:gd name="connsiteY14" fmla="*/ 901034 h 2656828"/>
                  <a:gd name="connsiteX15" fmla="*/ 173083 w 2224047"/>
                  <a:gd name="connsiteY15" fmla="*/ 831533 h 2656828"/>
                  <a:gd name="connsiteX16" fmla="*/ 246287 w 2224047"/>
                  <a:gd name="connsiteY16" fmla="*/ 0 h 2656828"/>
                  <a:gd name="connsiteX17" fmla="*/ 647627 w 2224047"/>
                  <a:gd name="connsiteY17" fmla="*/ 0 h 2656828"/>
                  <a:gd name="connsiteX18" fmla="*/ 576002 w 2224047"/>
                  <a:gd name="connsiteY18" fmla="*/ 95785 h 2656828"/>
                  <a:gd name="connsiteX19" fmla="*/ 331811 w 2224047"/>
                  <a:gd name="connsiteY19" fmla="*/ 895265 h 2656828"/>
                  <a:gd name="connsiteX20" fmla="*/ 1761696 w 2224047"/>
                  <a:gd name="connsiteY20" fmla="*/ 2325151 h 2656828"/>
                  <a:gd name="connsiteX21" fmla="*/ 2186866 w 2224047"/>
                  <a:gd name="connsiteY21" fmla="*/ 2260869 h 2656828"/>
                  <a:gd name="connsiteX22" fmla="*/ 2224047 w 2224047"/>
                  <a:gd name="connsiteY22" fmla="*/ 2247261 h 2656828"/>
                  <a:gd name="connsiteX23" fmla="*/ 2224047 w 2224047"/>
                  <a:gd name="connsiteY23" fmla="*/ 2593446 h 2656828"/>
                  <a:gd name="connsiteX24" fmla="*/ 2116759 w 2224047"/>
                  <a:gd name="connsiteY24" fmla="*/ 2621034 h 2656828"/>
                  <a:gd name="connsiteX25" fmla="*/ 1761696 w 2224047"/>
                  <a:gd name="connsiteY25" fmla="*/ 2656828 h 2656828"/>
                  <a:gd name="connsiteX26" fmla="*/ 0 w 2224047"/>
                  <a:gd name="connsiteY26" fmla="*/ 895130 h 2656828"/>
                  <a:gd name="connsiteX27" fmla="*/ 212614 w 2224047"/>
                  <a:gd name="connsiteY27" fmla="*/ 55431 h 265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224047" h="2656828">
                    <a:moveTo>
                      <a:pt x="1761696" y="2420145"/>
                    </a:moveTo>
                    <a:cubicBezTo>
                      <a:pt x="1723323" y="2420145"/>
                      <a:pt x="1692195" y="2451273"/>
                      <a:pt x="1692195" y="2489647"/>
                    </a:cubicBezTo>
                    <a:cubicBezTo>
                      <a:pt x="1692195" y="2528020"/>
                      <a:pt x="1723323" y="2559149"/>
                      <a:pt x="1761696" y="2559149"/>
                    </a:cubicBezTo>
                    <a:cubicBezTo>
                      <a:pt x="1800071" y="2559149"/>
                      <a:pt x="1831065" y="2528020"/>
                      <a:pt x="1831199" y="2489647"/>
                    </a:cubicBezTo>
                    <a:cubicBezTo>
                      <a:pt x="1831199" y="2451273"/>
                      <a:pt x="1800071" y="2420145"/>
                      <a:pt x="1761696" y="2420145"/>
                    </a:cubicBezTo>
                    <a:close/>
                    <a:moveTo>
                      <a:pt x="638397" y="1954899"/>
                    </a:moveTo>
                    <a:cubicBezTo>
                      <a:pt x="620619" y="1954899"/>
                      <a:pt x="602841" y="1961675"/>
                      <a:pt x="589290" y="1975226"/>
                    </a:cubicBezTo>
                    <a:cubicBezTo>
                      <a:pt x="562187" y="2002329"/>
                      <a:pt x="562187" y="2046339"/>
                      <a:pt x="589290" y="2073442"/>
                    </a:cubicBezTo>
                    <a:cubicBezTo>
                      <a:pt x="616393" y="2100545"/>
                      <a:pt x="660402" y="2100545"/>
                      <a:pt x="687505" y="2073442"/>
                    </a:cubicBezTo>
                    <a:cubicBezTo>
                      <a:pt x="714608" y="2046339"/>
                      <a:pt x="714608" y="2002329"/>
                      <a:pt x="687505" y="1975226"/>
                    </a:cubicBezTo>
                    <a:cubicBezTo>
                      <a:pt x="673953" y="1961675"/>
                      <a:pt x="656175" y="1954899"/>
                      <a:pt x="638397" y="1954899"/>
                    </a:cubicBezTo>
                    <a:close/>
                    <a:moveTo>
                      <a:pt x="173083" y="831533"/>
                    </a:moveTo>
                    <a:cubicBezTo>
                      <a:pt x="134710" y="831533"/>
                      <a:pt x="103582" y="862661"/>
                      <a:pt x="103582" y="901034"/>
                    </a:cubicBezTo>
                    <a:cubicBezTo>
                      <a:pt x="103582" y="939407"/>
                      <a:pt x="134710" y="970537"/>
                      <a:pt x="173083" y="970537"/>
                    </a:cubicBezTo>
                    <a:cubicBezTo>
                      <a:pt x="211457" y="970537"/>
                      <a:pt x="242585" y="939407"/>
                      <a:pt x="242585" y="901034"/>
                    </a:cubicBezTo>
                    <a:cubicBezTo>
                      <a:pt x="242585" y="862661"/>
                      <a:pt x="211457" y="831533"/>
                      <a:pt x="173083" y="831533"/>
                    </a:cubicBezTo>
                    <a:close/>
                    <a:moveTo>
                      <a:pt x="246287" y="0"/>
                    </a:moveTo>
                    <a:lnTo>
                      <a:pt x="647627" y="0"/>
                    </a:lnTo>
                    <a:lnTo>
                      <a:pt x="576002" y="95785"/>
                    </a:lnTo>
                    <a:cubicBezTo>
                      <a:pt x="421831" y="323995"/>
                      <a:pt x="331811" y="599111"/>
                      <a:pt x="331811" y="895265"/>
                    </a:cubicBezTo>
                    <a:cubicBezTo>
                      <a:pt x="331811" y="1685009"/>
                      <a:pt x="971952" y="2325151"/>
                      <a:pt x="1761696" y="2325151"/>
                    </a:cubicBezTo>
                    <a:cubicBezTo>
                      <a:pt x="1909748" y="2325151"/>
                      <a:pt x="2052550" y="2302646"/>
                      <a:pt x="2186866" y="2260869"/>
                    </a:cubicBezTo>
                    <a:lnTo>
                      <a:pt x="2224047" y="2247261"/>
                    </a:lnTo>
                    <a:lnTo>
                      <a:pt x="2224047" y="2593446"/>
                    </a:lnTo>
                    <a:lnTo>
                      <a:pt x="2116759" y="2621034"/>
                    </a:lnTo>
                    <a:cubicBezTo>
                      <a:pt x="2002072" y="2644503"/>
                      <a:pt x="1883324" y="2656828"/>
                      <a:pt x="1761696" y="2656828"/>
                    </a:cubicBezTo>
                    <a:cubicBezTo>
                      <a:pt x="788805" y="2656828"/>
                      <a:pt x="0" y="1868156"/>
                      <a:pt x="0" y="895130"/>
                    </a:cubicBezTo>
                    <a:cubicBezTo>
                      <a:pt x="0" y="591102"/>
                      <a:pt x="77019" y="305050"/>
                      <a:pt x="212614" y="5543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" name="任意多边形 32" descr="e15b5862-95dc-427b-a63a-012fa3b1eb68"/>
              <p:cNvSpPr/>
              <p:nvPr/>
            </p:nvSpPr>
            <p:spPr>
              <a:xfrm>
                <a:off x="9949570" y="0"/>
                <a:ext cx="2242430" cy="2669357"/>
              </a:xfrm>
              <a:custGeom>
                <a:avLst/>
                <a:gdLst>
                  <a:gd name="connsiteX0" fmla="*/ 243706 w 2242430"/>
                  <a:gd name="connsiteY0" fmla="*/ 0 h 2669357"/>
                  <a:gd name="connsiteX1" fmla="*/ 286499 w 2242430"/>
                  <a:gd name="connsiteY1" fmla="*/ 0 h 2669357"/>
                  <a:gd name="connsiteX2" fmla="*/ 243094 w 2242430"/>
                  <a:gd name="connsiteY2" fmla="*/ 73510 h 2669357"/>
                  <a:gd name="connsiteX3" fmla="*/ 170535 w 2242430"/>
                  <a:gd name="connsiteY3" fmla="*/ 228289 h 2669357"/>
                  <a:gd name="connsiteX4" fmla="*/ 71381 w 2242430"/>
                  <a:gd name="connsiteY4" fmla="*/ 555001 h 2669357"/>
                  <a:gd name="connsiteX5" fmla="*/ 37033 w 2242430"/>
                  <a:gd name="connsiteY5" fmla="*/ 894997 h 2669357"/>
                  <a:gd name="connsiteX6" fmla="*/ 163961 w 2242430"/>
                  <a:gd name="connsiteY6" fmla="*/ 1564523 h 2669357"/>
                  <a:gd name="connsiteX7" fmla="*/ 323090 w 2242430"/>
                  <a:gd name="connsiteY7" fmla="*/ 1868694 h 2669357"/>
                  <a:gd name="connsiteX8" fmla="*/ 540049 w 2242430"/>
                  <a:gd name="connsiteY8" fmla="*/ 2135296 h 2669357"/>
                  <a:gd name="connsiteX9" fmla="*/ 805444 w 2242430"/>
                  <a:gd name="connsiteY9" fmla="*/ 2354132 h 2669357"/>
                  <a:gd name="connsiteX10" fmla="*/ 1109078 w 2242430"/>
                  <a:gd name="connsiteY10" fmla="*/ 2515544 h 2669357"/>
                  <a:gd name="connsiteX11" fmla="*/ 1780347 w 2242430"/>
                  <a:gd name="connsiteY11" fmla="*/ 2644484 h 2669357"/>
                  <a:gd name="connsiteX12" fmla="*/ 2121081 w 2242430"/>
                  <a:gd name="connsiteY12" fmla="*/ 2607955 h 2669357"/>
                  <a:gd name="connsiteX13" fmla="*/ 2242430 w 2242430"/>
                  <a:gd name="connsiteY13" fmla="*/ 2576587 h 2669357"/>
                  <a:gd name="connsiteX14" fmla="*/ 2242430 w 2242430"/>
                  <a:gd name="connsiteY14" fmla="*/ 2610472 h 2669357"/>
                  <a:gd name="connsiteX15" fmla="*/ 2126934 w 2242430"/>
                  <a:gd name="connsiteY15" fmla="*/ 2638295 h 2669357"/>
                  <a:gd name="connsiteX16" fmla="*/ 1780213 w 2242430"/>
                  <a:gd name="connsiteY16" fmla="*/ 2669306 h 2669357"/>
                  <a:gd name="connsiteX17" fmla="*/ 1434582 w 2242430"/>
                  <a:gd name="connsiteY17" fmla="*/ 2632676 h 2669357"/>
                  <a:gd name="connsiteX18" fmla="*/ 1102906 w 2242430"/>
                  <a:gd name="connsiteY18" fmla="*/ 2530302 h 2669357"/>
                  <a:gd name="connsiteX19" fmla="*/ 528912 w 2242430"/>
                  <a:gd name="connsiteY19" fmla="*/ 2146433 h 2669357"/>
                  <a:gd name="connsiteX20" fmla="*/ 307661 w 2242430"/>
                  <a:gd name="connsiteY20" fmla="*/ 1879160 h 2669357"/>
                  <a:gd name="connsiteX21" fmla="*/ 140883 w 2242430"/>
                  <a:gd name="connsiteY21" fmla="*/ 1574317 h 2669357"/>
                  <a:gd name="connsiteX22" fmla="*/ 1 w 2242430"/>
                  <a:gd name="connsiteY22" fmla="*/ 895266 h 2669357"/>
                  <a:gd name="connsiteX23" fmla="*/ 134308 w 2242430"/>
                  <a:gd name="connsiteY23" fmla="*/ 213531 h 2669357"/>
                  <a:gd name="connsiteX24" fmla="*/ 209653 w 2242430"/>
                  <a:gd name="connsiteY24" fmla="*/ 55826 h 26693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242430" h="2669357">
                    <a:moveTo>
                      <a:pt x="243706" y="0"/>
                    </a:moveTo>
                    <a:lnTo>
                      <a:pt x="286499" y="0"/>
                    </a:lnTo>
                    <a:lnTo>
                      <a:pt x="243094" y="73510"/>
                    </a:lnTo>
                    <a:cubicBezTo>
                      <a:pt x="216465" y="123928"/>
                      <a:pt x="192238" y="175593"/>
                      <a:pt x="170535" y="228289"/>
                    </a:cubicBezTo>
                    <a:cubicBezTo>
                      <a:pt x="127466" y="333884"/>
                      <a:pt x="93922" y="443236"/>
                      <a:pt x="71381" y="555001"/>
                    </a:cubicBezTo>
                    <a:cubicBezTo>
                      <a:pt x="48841" y="666769"/>
                      <a:pt x="37435" y="780815"/>
                      <a:pt x="37033" y="894997"/>
                    </a:cubicBezTo>
                    <a:cubicBezTo>
                      <a:pt x="35558" y="1123226"/>
                      <a:pt x="77956" y="1352126"/>
                      <a:pt x="163961" y="1564523"/>
                    </a:cubicBezTo>
                    <a:cubicBezTo>
                      <a:pt x="206762" y="1670654"/>
                      <a:pt x="260163" y="1772759"/>
                      <a:pt x="323090" y="1868694"/>
                    </a:cubicBezTo>
                    <a:cubicBezTo>
                      <a:pt x="386286" y="1964493"/>
                      <a:pt x="459277" y="2053718"/>
                      <a:pt x="540049" y="2135296"/>
                    </a:cubicBezTo>
                    <a:cubicBezTo>
                      <a:pt x="621090" y="2216605"/>
                      <a:pt x="709644" y="2290669"/>
                      <a:pt x="805444" y="2354132"/>
                    </a:cubicBezTo>
                    <a:cubicBezTo>
                      <a:pt x="901109" y="2417732"/>
                      <a:pt x="1002948" y="2471937"/>
                      <a:pt x="1109078" y="2515544"/>
                    </a:cubicBezTo>
                    <a:cubicBezTo>
                      <a:pt x="1321207" y="2603561"/>
                      <a:pt x="1551447" y="2645826"/>
                      <a:pt x="1780347" y="2644484"/>
                    </a:cubicBezTo>
                    <a:cubicBezTo>
                      <a:pt x="1894931" y="2643544"/>
                      <a:pt x="2009180" y="2631167"/>
                      <a:pt x="2121081" y="2607955"/>
                    </a:cubicBezTo>
                    <a:lnTo>
                      <a:pt x="2242430" y="2576587"/>
                    </a:lnTo>
                    <a:lnTo>
                      <a:pt x="2242430" y="2610472"/>
                    </a:lnTo>
                    <a:lnTo>
                      <a:pt x="2126934" y="2638295"/>
                    </a:lnTo>
                    <a:cubicBezTo>
                      <a:pt x="2012635" y="2659880"/>
                      <a:pt x="1896274" y="2670178"/>
                      <a:pt x="1780213" y="2669306"/>
                    </a:cubicBezTo>
                    <a:cubicBezTo>
                      <a:pt x="1664153" y="2668232"/>
                      <a:pt x="1548228" y="2656157"/>
                      <a:pt x="1434582" y="2632676"/>
                    </a:cubicBezTo>
                    <a:cubicBezTo>
                      <a:pt x="1321073" y="2609061"/>
                      <a:pt x="1209843" y="2574849"/>
                      <a:pt x="1102906" y="2530302"/>
                    </a:cubicBezTo>
                    <a:cubicBezTo>
                      <a:pt x="889034" y="2440943"/>
                      <a:pt x="693812" y="2309051"/>
                      <a:pt x="528912" y="2146433"/>
                    </a:cubicBezTo>
                    <a:cubicBezTo>
                      <a:pt x="446664" y="2064855"/>
                      <a:pt x="372735" y="1974959"/>
                      <a:pt x="307661" y="1879160"/>
                    </a:cubicBezTo>
                    <a:cubicBezTo>
                      <a:pt x="242318" y="1783359"/>
                      <a:pt x="186368" y="1681118"/>
                      <a:pt x="140883" y="1574317"/>
                    </a:cubicBezTo>
                    <a:cubicBezTo>
                      <a:pt x="49779" y="1360579"/>
                      <a:pt x="1611" y="1128325"/>
                      <a:pt x="1" y="895266"/>
                    </a:cubicBezTo>
                    <a:cubicBezTo>
                      <a:pt x="-268" y="662341"/>
                      <a:pt x="43742" y="428611"/>
                      <a:pt x="134308" y="213531"/>
                    </a:cubicBezTo>
                    <a:cubicBezTo>
                      <a:pt x="156682" y="159693"/>
                      <a:pt x="181864" y="107047"/>
                      <a:pt x="209653" y="55826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" name="任意多边形 33" descr="9495733e-9e6a-41a5-86ca-04998e5f0f70"/>
              <p:cNvSpPr/>
              <p:nvPr/>
            </p:nvSpPr>
            <p:spPr>
              <a:xfrm>
                <a:off x="10052413" y="818057"/>
                <a:ext cx="181925" cy="154760"/>
              </a:xfrm>
              <a:custGeom>
                <a:avLst/>
                <a:gdLst>
                  <a:gd name="connsiteX0" fmla="*/ 62223 w 127730"/>
                  <a:gd name="connsiteY0" fmla="*/ 108658 h 108657"/>
                  <a:gd name="connsiteX1" fmla="*/ 42063 w 127730"/>
                  <a:gd name="connsiteY1" fmla="*/ 107056 h 108657"/>
                  <a:gd name="connsiteX2" fmla="*/ 20679 w 127730"/>
                  <a:gd name="connsiteY2" fmla="*/ 99897 h 108657"/>
                  <a:gd name="connsiteX3" fmla="*/ 4288 w 127730"/>
                  <a:gd name="connsiteY3" fmla="*/ 82375 h 108657"/>
                  <a:gd name="connsiteX4" fmla="*/ 331 w 127730"/>
                  <a:gd name="connsiteY4" fmla="*/ 58353 h 108657"/>
                  <a:gd name="connsiteX5" fmla="*/ 9187 w 127730"/>
                  <a:gd name="connsiteY5" fmla="*/ 36404 h 108657"/>
                  <a:gd name="connsiteX6" fmla="*/ 24165 w 127730"/>
                  <a:gd name="connsiteY6" fmla="*/ 20295 h 108657"/>
                  <a:gd name="connsiteX7" fmla="*/ 62223 w 127730"/>
                  <a:gd name="connsiteY7" fmla="*/ 983 h 108657"/>
                  <a:gd name="connsiteX8" fmla="*/ 85680 w 127730"/>
                  <a:gd name="connsiteY8" fmla="*/ 1643 h 108657"/>
                  <a:gd name="connsiteX9" fmla="*/ 107158 w 127730"/>
                  <a:gd name="connsiteY9" fmla="*/ 13324 h 108657"/>
                  <a:gd name="connsiteX10" fmla="*/ 127695 w 127730"/>
                  <a:gd name="connsiteY10" fmla="*/ 58353 h 108657"/>
                  <a:gd name="connsiteX11" fmla="*/ 121288 w 127730"/>
                  <a:gd name="connsiteY11" fmla="*/ 82846 h 108657"/>
                  <a:gd name="connsiteX12" fmla="*/ 104049 w 127730"/>
                  <a:gd name="connsiteY12" fmla="*/ 100179 h 108657"/>
                  <a:gd name="connsiteX13" fmla="*/ 82477 w 127730"/>
                  <a:gd name="connsiteY13" fmla="*/ 107245 h 108657"/>
                  <a:gd name="connsiteX14" fmla="*/ 62223 w 127730"/>
                  <a:gd name="connsiteY14" fmla="*/ 108658 h 108657"/>
                  <a:gd name="connsiteX15" fmla="*/ 62223 w 127730"/>
                  <a:gd name="connsiteY15" fmla="*/ 105455 h 108657"/>
                  <a:gd name="connsiteX16" fmla="*/ 79274 w 127730"/>
                  <a:gd name="connsiteY16" fmla="*/ 99426 h 108657"/>
                  <a:gd name="connsiteX17" fmla="*/ 89354 w 127730"/>
                  <a:gd name="connsiteY17" fmla="*/ 85389 h 108657"/>
                  <a:gd name="connsiteX18" fmla="*/ 93216 w 127730"/>
                  <a:gd name="connsiteY18" fmla="*/ 71165 h 108657"/>
                  <a:gd name="connsiteX19" fmla="*/ 94252 w 127730"/>
                  <a:gd name="connsiteY19" fmla="*/ 58353 h 108657"/>
                  <a:gd name="connsiteX20" fmla="*/ 86245 w 127730"/>
                  <a:gd name="connsiteY20" fmla="*/ 34331 h 108657"/>
                  <a:gd name="connsiteX21" fmla="*/ 62223 w 127730"/>
                  <a:gd name="connsiteY21" fmla="*/ 18128 h 108657"/>
                  <a:gd name="connsiteX22" fmla="*/ 31324 w 127730"/>
                  <a:gd name="connsiteY22" fmla="*/ 27360 h 108657"/>
                  <a:gd name="connsiteX23" fmla="*/ 25201 w 127730"/>
                  <a:gd name="connsiteY23" fmla="*/ 42904 h 108657"/>
                  <a:gd name="connsiteX24" fmla="*/ 26614 w 127730"/>
                  <a:gd name="connsiteY24" fmla="*/ 58259 h 108657"/>
                  <a:gd name="connsiteX25" fmla="*/ 34904 w 127730"/>
                  <a:gd name="connsiteY25" fmla="*/ 85672 h 108657"/>
                  <a:gd name="connsiteX26" fmla="*/ 45172 w 127730"/>
                  <a:gd name="connsiteY26" fmla="*/ 99614 h 108657"/>
                  <a:gd name="connsiteX27" fmla="*/ 62223 w 127730"/>
                  <a:gd name="connsiteY27" fmla="*/ 105455 h 108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27730" h="108657">
                    <a:moveTo>
                      <a:pt x="62223" y="108658"/>
                    </a:moveTo>
                    <a:cubicBezTo>
                      <a:pt x="55629" y="108564"/>
                      <a:pt x="49035" y="108187"/>
                      <a:pt x="42063" y="107056"/>
                    </a:cubicBezTo>
                    <a:cubicBezTo>
                      <a:pt x="35093" y="105926"/>
                      <a:pt x="27556" y="103948"/>
                      <a:pt x="20679" y="99897"/>
                    </a:cubicBezTo>
                    <a:cubicBezTo>
                      <a:pt x="13897" y="95846"/>
                      <a:pt x="7868" y="89817"/>
                      <a:pt x="4288" y="82375"/>
                    </a:cubicBezTo>
                    <a:cubicBezTo>
                      <a:pt x="708" y="74933"/>
                      <a:pt x="-705" y="66455"/>
                      <a:pt x="331" y="58353"/>
                    </a:cubicBezTo>
                    <a:cubicBezTo>
                      <a:pt x="1462" y="50252"/>
                      <a:pt x="4665" y="42621"/>
                      <a:pt x="9187" y="36404"/>
                    </a:cubicBezTo>
                    <a:cubicBezTo>
                      <a:pt x="13614" y="30092"/>
                      <a:pt x="18890" y="24911"/>
                      <a:pt x="24165" y="20295"/>
                    </a:cubicBezTo>
                    <a:cubicBezTo>
                      <a:pt x="34810" y="11252"/>
                      <a:pt x="47151" y="3998"/>
                      <a:pt x="62223" y="983"/>
                    </a:cubicBezTo>
                    <a:cubicBezTo>
                      <a:pt x="69665" y="-335"/>
                      <a:pt x="77861" y="-524"/>
                      <a:pt x="85680" y="1643"/>
                    </a:cubicBezTo>
                    <a:cubicBezTo>
                      <a:pt x="93593" y="3621"/>
                      <a:pt x="100847" y="7954"/>
                      <a:pt x="107158" y="13324"/>
                    </a:cubicBezTo>
                    <a:cubicBezTo>
                      <a:pt x="119781" y="24063"/>
                      <a:pt x="128354" y="41020"/>
                      <a:pt x="127695" y="58353"/>
                    </a:cubicBezTo>
                    <a:cubicBezTo>
                      <a:pt x="127412" y="66926"/>
                      <a:pt x="125245" y="75404"/>
                      <a:pt x="121288" y="82846"/>
                    </a:cubicBezTo>
                    <a:cubicBezTo>
                      <a:pt x="117332" y="90288"/>
                      <a:pt x="111020" y="96223"/>
                      <a:pt x="104049" y="100179"/>
                    </a:cubicBezTo>
                    <a:cubicBezTo>
                      <a:pt x="97078" y="104230"/>
                      <a:pt x="89448" y="106208"/>
                      <a:pt x="82477" y="107245"/>
                    </a:cubicBezTo>
                    <a:cubicBezTo>
                      <a:pt x="75506" y="108375"/>
                      <a:pt x="68817" y="108658"/>
                      <a:pt x="62223" y="108658"/>
                    </a:cubicBezTo>
                    <a:close/>
                    <a:moveTo>
                      <a:pt x="62223" y="105455"/>
                    </a:moveTo>
                    <a:cubicBezTo>
                      <a:pt x="68441" y="105361"/>
                      <a:pt x="74564" y="103194"/>
                      <a:pt x="79274" y="99426"/>
                    </a:cubicBezTo>
                    <a:cubicBezTo>
                      <a:pt x="84078" y="95658"/>
                      <a:pt x="87281" y="90382"/>
                      <a:pt x="89354" y="85389"/>
                    </a:cubicBezTo>
                    <a:cubicBezTo>
                      <a:pt x="91426" y="80303"/>
                      <a:pt x="92368" y="75498"/>
                      <a:pt x="93216" y="71165"/>
                    </a:cubicBezTo>
                    <a:cubicBezTo>
                      <a:pt x="94064" y="66831"/>
                      <a:pt x="94440" y="62592"/>
                      <a:pt x="94252" y="58353"/>
                    </a:cubicBezTo>
                    <a:cubicBezTo>
                      <a:pt x="93687" y="50063"/>
                      <a:pt x="91709" y="41679"/>
                      <a:pt x="86245" y="34331"/>
                    </a:cubicBezTo>
                    <a:cubicBezTo>
                      <a:pt x="80593" y="27549"/>
                      <a:pt x="72868" y="21237"/>
                      <a:pt x="62223" y="18128"/>
                    </a:cubicBezTo>
                    <a:cubicBezTo>
                      <a:pt x="51766" y="15020"/>
                      <a:pt x="38672" y="18317"/>
                      <a:pt x="31324" y="27360"/>
                    </a:cubicBezTo>
                    <a:cubicBezTo>
                      <a:pt x="27556" y="31788"/>
                      <a:pt x="25672" y="37440"/>
                      <a:pt x="25201" y="42904"/>
                    </a:cubicBezTo>
                    <a:cubicBezTo>
                      <a:pt x="24730" y="48368"/>
                      <a:pt x="25484" y="53549"/>
                      <a:pt x="26614" y="58259"/>
                    </a:cubicBezTo>
                    <a:cubicBezTo>
                      <a:pt x="28875" y="67585"/>
                      <a:pt x="30853" y="75404"/>
                      <a:pt x="34904" y="85672"/>
                    </a:cubicBezTo>
                    <a:cubicBezTo>
                      <a:pt x="37071" y="90665"/>
                      <a:pt x="40368" y="95846"/>
                      <a:pt x="45172" y="99614"/>
                    </a:cubicBezTo>
                    <a:cubicBezTo>
                      <a:pt x="49882" y="103476"/>
                      <a:pt x="56006" y="105549"/>
                      <a:pt x="62223" y="105455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" name="任意多边形 34" descr="2808400b-46aa-46a2-8cca-9210d1410379"/>
              <p:cNvSpPr/>
              <p:nvPr/>
            </p:nvSpPr>
            <p:spPr>
              <a:xfrm>
                <a:off x="10529109" y="1933615"/>
                <a:ext cx="163850" cy="176426"/>
              </a:xfrm>
              <a:custGeom>
                <a:avLst/>
                <a:gdLst>
                  <a:gd name="connsiteX0" fmla="*/ 89839 w 115039"/>
                  <a:gd name="connsiteY0" fmla="*/ 99304 h 123869"/>
                  <a:gd name="connsiteX1" fmla="*/ 74390 w 115039"/>
                  <a:gd name="connsiteY1" fmla="*/ 112398 h 123869"/>
                  <a:gd name="connsiteX2" fmla="*/ 54230 w 115039"/>
                  <a:gd name="connsiteY2" fmla="*/ 122478 h 123869"/>
                  <a:gd name="connsiteX3" fmla="*/ 30209 w 115039"/>
                  <a:gd name="connsiteY3" fmla="*/ 121630 h 123869"/>
                  <a:gd name="connsiteX4" fmla="*/ 10426 w 115039"/>
                  <a:gd name="connsiteY4" fmla="*/ 107500 h 123869"/>
                  <a:gd name="connsiteX5" fmla="*/ 1100 w 115039"/>
                  <a:gd name="connsiteY5" fmla="*/ 85739 h 123869"/>
                  <a:gd name="connsiteX6" fmla="*/ 346 w 115039"/>
                  <a:gd name="connsiteY6" fmla="*/ 63789 h 123869"/>
                  <a:gd name="connsiteX7" fmla="*/ 13629 w 115039"/>
                  <a:gd name="connsiteY7" fmla="*/ 23188 h 123869"/>
                  <a:gd name="connsiteX8" fmla="*/ 30680 w 115039"/>
                  <a:gd name="connsiteY8" fmla="*/ 7079 h 123869"/>
                  <a:gd name="connsiteX9" fmla="*/ 54136 w 115039"/>
                  <a:gd name="connsiteY9" fmla="*/ 202 h 123869"/>
                  <a:gd name="connsiteX10" fmla="*/ 100484 w 115039"/>
                  <a:gd name="connsiteY10" fmla="*/ 17441 h 123869"/>
                  <a:gd name="connsiteX11" fmla="*/ 113296 w 115039"/>
                  <a:gd name="connsiteY11" fmla="*/ 39297 h 123869"/>
                  <a:gd name="connsiteX12" fmla="*/ 113390 w 115039"/>
                  <a:gd name="connsiteY12" fmla="*/ 63789 h 123869"/>
                  <a:gd name="connsiteX13" fmla="*/ 103122 w 115039"/>
                  <a:gd name="connsiteY13" fmla="*/ 84043 h 123869"/>
                  <a:gd name="connsiteX14" fmla="*/ 89839 w 115039"/>
                  <a:gd name="connsiteY14" fmla="*/ 99304 h 123869"/>
                  <a:gd name="connsiteX15" fmla="*/ 87579 w 115039"/>
                  <a:gd name="connsiteY15" fmla="*/ 97043 h 123869"/>
                  <a:gd name="connsiteX16" fmla="*/ 95303 w 115039"/>
                  <a:gd name="connsiteY16" fmla="*/ 80746 h 123869"/>
                  <a:gd name="connsiteX17" fmla="*/ 92477 w 115039"/>
                  <a:gd name="connsiteY17" fmla="*/ 63695 h 123869"/>
                  <a:gd name="connsiteX18" fmla="*/ 85129 w 115039"/>
                  <a:gd name="connsiteY18" fmla="*/ 50883 h 123869"/>
                  <a:gd name="connsiteX19" fmla="*/ 76745 w 115039"/>
                  <a:gd name="connsiteY19" fmla="*/ 41086 h 123869"/>
                  <a:gd name="connsiteX20" fmla="*/ 54136 w 115039"/>
                  <a:gd name="connsiteY20" fmla="*/ 29782 h 123869"/>
                  <a:gd name="connsiteX21" fmla="*/ 25687 w 115039"/>
                  <a:gd name="connsiteY21" fmla="*/ 35340 h 123869"/>
                  <a:gd name="connsiteX22" fmla="*/ 10426 w 115039"/>
                  <a:gd name="connsiteY22" fmla="*/ 63789 h 123869"/>
                  <a:gd name="connsiteX23" fmla="*/ 17114 w 115039"/>
                  <a:gd name="connsiteY23" fmla="*/ 79144 h 123869"/>
                  <a:gd name="connsiteX24" fmla="*/ 28984 w 115039"/>
                  <a:gd name="connsiteY24" fmla="*/ 89036 h 123869"/>
                  <a:gd name="connsiteX25" fmla="*/ 54230 w 115039"/>
                  <a:gd name="connsiteY25" fmla="*/ 102601 h 123869"/>
                  <a:gd name="connsiteX26" fmla="*/ 71376 w 115039"/>
                  <a:gd name="connsiteY26" fmla="*/ 105239 h 123869"/>
                  <a:gd name="connsiteX27" fmla="*/ 87579 w 115039"/>
                  <a:gd name="connsiteY27" fmla="*/ 97043 h 123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15039" h="123869">
                    <a:moveTo>
                      <a:pt x="89839" y="99304"/>
                    </a:moveTo>
                    <a:cubicBezTo>
                      <a:pt x="85129" y="103920"/>
                      <a:pt x="80136" y="108253"/>
                      <a:pt x="74390" y="112398"/>
                    </a:cubicBezTo>
                    <a:cubicBezTo>
                      <a:pt x="68644" y="116543"/>
                      <a:pt x="61955" y="120500"/>
                      <a:pt x="54230" y="122478"/>
                    </a:cubicBezTo>
                    <a:cubicBezTo>
                      <a:pt x="46600" y="124456"/>
                      <a:pt x="38027" y="124456"/>
                      <a:pt x="30209" y="121630"/>
                    </a:cubicBezTo>
                    <a:cubicBezTo>
                      <a:pt x="22390" y="118898"/>
                      <a:pt x="15419" y="113905"/>
                      <a:pt x="10426" y="107500"/>
                    </a:cubicBezTo>
                    <a:cubicBezTo>
                      <a:pt x="5433" y="101000"/>
                      <a:pt x="2419" y="93275"/>
                      <a:pt x="1100" y="85739"/>
                    </a:cubicBezTo>
                    <a:cubicBezTo>
                      <a:pt x="-313" y="78108"/>
                      <a:pt x="-125" y="70760"/>
                      <a:pt x="346" y="63789"/>
                    </a:cubicBezTo>
                    <a:cubicBezTo>
                      <a:pt x="1477" y="49847"/>
                      <a:pt x="5056" y="35999"/>
                      <a:pt x="13629" y="23188"/>
                    </a:cubicBezTo>
                    <a:cubicBezTo>
                      <a:pt x="17962" y="16970"/>
                      <a:pt x="23614" y="11036"/>
                      <a:pt x="30680" y="7079"/>
                    </a:cubicBezTo>
                    <a:cubicBezTo>
                      <a:pt x="37651" y="2934"/>
                      <a:pt x="45847" y="767"/>
                      <a:pt x="54136" y="202"/>
                    </a:cubicBezTo>
                    <a:cubicBezTo>
                      <a:pt x="70716" y="-1211"/>
                      <a:pt x="88709" y="4818"/>
                      <a:pt x="100484" y="17441"/>
                    </a:cubicBezTo>
                    <a:cubicBezTo>
                      <a:pt x="106325" y="23659"/>
                      <a:pt x="110847" y="31195"/>
                      <a:pt x="113296" y="39297"/>
                    </a:cubicBezTo>
                    <a:cubicBezTo>
                      <a:pt x="115745" y="47398"/>
                      <a:pt x="115463" y="56065"/>
                      <a:pt x="113390" y="63789"/>
                    </a:cubicBezTo>
                    <a:cubicBezTo>
                      <a:pt x="111318" y="71608"/>
                      <a:pt x="107361" y="78297"/>
                      <a:pt x="103122" y="84043"/>
                    </a:cubicBezTo>
                    <a:cubicBezTo>
                      <a:pt x="98977" y="89789"/>
                      <a:pt x="94549" y="94688"/>
                      <a:pt x="89839" y="99304"/>
                    </a:cubicBezTo>
                    <a:close/>
                    <a:moveTo>
                      <a:pt x="87579" y="97043"/>
                    </a:moveTo>
                    <a:cubicBezTo>
                      <a:pt x="91912" y="92616"/>
                      <a:pt x="94644" y="86775"/>
                      <a:pt x="95303" y="80746"/>
                    </a:cubicBezTo>
                    <a:cubicBezTo>
                      <a:pt x="96057" y="74717"/>
                      <a:pt x="94549" y="68688"/>
                      <a:pt x="92477" y="63695"/>
                    </a:cubicBezTo>
                    <a:cubicBezTo>
                      <a:pt x="90405" y="58608"/>
                      <a:pt x="87579" y="54557"/>
                      <a:pt x="85129" y="50883"/>
                    </a:cubicBezTo>
                    <a:cubicBezTo>
                      <a:pt x="82680" y="47210"/>
                      <a:pt x="79948" y="43912"/>
                      <a:pt x="76745" y="41086"/>
                    </a:cubicBezTo>
                    <a:cubicBezTo>
                      <a:pt x="70528" y="35622"/>
                      <a:pt x="63180" y="31101"/>
                      <a:pt x="54136" y="29782"/>
                    </a:cubicBezTo>
                    <a:cubicBezTo>
                      <a:pt x="45281" y="29028"/>
                      <a:pt x="35484" y="29970"/>
                      <a:pt x="25687" y="35340"/>
                    </a:cubicBezTo>
                    <a:cubicBezTo>
                      <a:pt x="16078" y="40521"/>
                      <a:pt x="9107" y="52108"/>
                      <a:pt x="10426" y="63789"/>
                    </a:cubicBezTo>
                    <a:cubicBezTo>
                      <a:pt x="10897" y="69536"/>
                      <a:pt x="13535" y="74905"/>
                      <a:pt x="17114" y="79144"/>
                    </a:cubicBezTo>
                    <a:cubicBezTo>
                      <a:pt x="20694" y="83384"/>
                      <a:pt x="24839" y="86492"/>
                      <a:pt x="28984" y="89036"/>
                    </a:cubicBezTo>
                    <a:cubicBezTo>
                      <a:pt x="37180" y="94029"/>
                      <a:pt x="44057" y="98174"/>
                      <a:pt x="54230" y="102601"/>
                    </a:cubicBezTo>
                    <a:cubicBezTo>
                      <a:pt x="59318" y="104579"/>
                      <a:pt x="65346" y="105992"/>
                      <a:pt x="71376" y="105239"/>
                    </a:cubicBezTo>
                    <a:cubicBezTo>
                      <a:pt x="77404" y="104391"/>
                      <a:pt x="83245" y="101565"/>
                      <a:pt x="87579" y="97043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" name="任意多边形 35" descr="99c415c0-66b1-476d-87be-c7e5f307ecea"/>
              <p:cNvSpPr/>
              <p:nvPr/>
            </p:nvSpPr>
            <p:spPr>
              <a:xfrm>
                <a:off x="11641025" y="2406536"/>
                <a:ext cx="181925" cy="154784"/>
              </a:xfrm>
              <a:custGeom>
                <a:avLst/>
                <a:gdLst>
                  <a:gd name="connsiteX0" fmla="*/ 62223 w 127730"/>
                  <a:gd name="connsiteY0" fmla="*/ 108658 h 108674"/>
                  <a:gd name="connsiteX1" fmla="*/ 42064 w 127730"/>
                  <a:gd name="connsiteY1" fmla="*/ 107056 h 108674"/>
                  <a:gd name="connsiteX2" fmla="*/ 20679 w 127730"/>
                  <a:gd name="connsiteY2" fmla="*/ 99897 h 108674"/>
                  <a:gd name="connsiteX3" fmla="*/ 4288 w 127730"/>
                  <a:gd name="connsiteY3" fmla="*/ 82375 h 108674"/>
                  <a:gd name="connsiteX4" fmla="*/ 331 w 127730"/>
                  <a:gd name="connsiteY4" fmla="*/ 58353 h 108674"/>
                  <a:gd name="connsiteX5" fmla="*/ 9187 w 127730"/>
                  <a:gd name="connsiteY5" fmla="*/ 36404 h 108674"/>
                  <a:gd name="connsiteX6" fmla="*/ 24165 w 127730"/>
                  <a:gd name="connsiteY6" fmla="*/ 20295 h 108674"/>
                  <a:gd name="connsiteX7" fmla="*/ 62223 w 127730"/>
                  <a:gd name="connsiteY7" fmla="*/ 983 h 108674"/>
                  <a:gd name="connsiteX8" fmla="*/ 85680 w 127730"/>
                  <a:gd name="connsiteY8" fmla="*/ 1643 h 108674"/>
                  <a:gd name="connsiteX9" fmla="*/ 107158 w 127730"/>
                  <a:gd name="connsiteY9" fmla="*/ 13324 h 108674"/>
                  <a:gd name="connsiteX10" fmla="*/ 127695 w 127730"/>
                  <a:gd name="connsiteY10" fmla="*/ 58353 h 108674"/>
                  <a:gd name="connsiteX11" fmla="*/ 121288 w 127730"/>
                  <a:gd name="connsiteY11" fmla="*/ 82846 h 108674"/>
                  <a:gd name="connsiteX12" fmla="*/ 104049 w 127730"/>
                  <a:gd name="connsiteY12" fmla="*/ 100179 h 108674"/>
                  <a:gd name="connsiteX13" fmla="*/ 82477 w 127730"/>
                  <a:gd name="connsiteY13" fmla="*/ 107245 h 108674"/>
                  <a:gd name="connsiteX14" fmla="*/ 62223 w 127730"/>
                  <a:gd name="connsiteY14" fmla="*/ 108658 h 108674"/>
                  <a:gd name="connsiteX15" fmla="*/ 62223 w 127730"/>
                  <a:gd name="connsiteY15" fmla="*/ 105549 h 108674"/>
                  <a:gd name="connsiteX16" fmla="*/ 79274 w 127730"/>
                  <a:gd name="connsiteY16" fmla="*/ 99520 h 108674"/>
                  <a:gd name="connsiteX17" fmla="*/ 89354 w 127730"/>
                  <a:gd name="connsiteY17" fmla="*/ 85484 h 108674"/>
                  <a:gd name="connsiteX18" fmla="*/ 93216 w 127730"/>
                  <a:gd name="connsiteY18" fmla="*/ 71165 h 108674"/>
                  <a:gd name="connsiteX19" fmla="*/ 94252 w 127730"/>
                  <a:gd name="connsiteY19" fmla="*/ 58353 h 108674"/>
                  <a:gd name="connsiteX20" fmla="*/ 86245 w 127730"/>
                  <a:gd name="connsiteY20" fmla="*/ 34331 h 108674"/>
                  <a:gd name="connsiteX21" fmla="*/ 62223 w 127730"/>
                  <a:gd name="connsiteY21" fmla="*/ 18129 h 108674"/>
                  <a:gd name="connsiteX22" fmla="*/ 31324 w 127730"/>
                  <a:gd name="connsiteY22" fmla="*/ 27360 h 108674"/>
                  <a:gd name="connsiteX23" fmla="*/ 25201 w 127730"/>
                  <a:gd name="connsiteY23" fmla="*/ 42904 h 108674"/>
                  <a:gd name="connsiteX24" fmla="*/ 26614 w 127730"/>
                  <a:gd name="connsiteY24" fmla="*/ 58259 h 108674"/>
                  <a:gd name="connsiteX25" fmla="*/ 34904 w 127730"/>
                  <a:gd name="connsiteY25" fmla="*/ 85672 h 108674"/>
                  <a:gd name="connsiteX26" fmla="*/ 45172 w 127730"/>
                  <a:gd name="connsiteY26" fmla="*/ 99614 h 108674"/>
                  <a:gd name="connsiteX27" fmla="*/ 62223 w 127730"/>
                  <a:gd name="connsiteY27" fmla="*/ 105549 h 108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27730" h="108674">
                    <a:moveTo>
                      <a:pt x="62223" y="108658"/>
                    </a:moveTo>
                    <a:cubicBezTo>
                      <a:pt x="55629" y="108563"/>
                      <a:pt x="49035" y="108187"/>
                      <a:pt x="42064" y="107056"/>
                    </a:cubicBezTo>
                    <a:cubicBezTo>
                      <a:pt x="35093" y="105926"/>
                      <a:pt x="27556" y="103948"/>
                      <a:pt x="20679" y="99897"/>
                    </a:cubicBezTo>
                    <a:cubicBezTo>
                      <a:pt x="13897" y="95846"/>
                      <a:pt x="7868" y="89817"/>
                      <a:pt x="4288" y="82375"/>
                    </a:cubicBezTo>
                    <a:cubicBezTo>
                      <a:pt x="708" y="74933"/>
                      <a:pt x="-705" y="66455"/>
                      <a:pt x="331" y="58353"/>
                    </a:cubicBezTo>
                    <a:cubicBezTo>
                      <a:pt x="1462" y="50252"/>
                      <a:pt x="4665" y="42621"/>
                      <a:pt x="9187" y="36404"/>
                    </a:cubicBezTo>
                    <a:cubicBezTo>
                      <a:pt x="13614" y="30092"/>
                      <a:pt x="18890" y="24911"/>
                      <a:pt x="24165" y="20295"/>
                    </a:cubicBezTo>
                    <a:cubicBezTo>
                      <a:pt x="34810" y="11252"/>
                      <a:pt x="47151" y="3998"/>
                      <a:pt x="62223" y="983"/>
                    </a:cubicBezTo>
                    <a:cubicBezTo>
                      <a:pt x="69665" y="-336"/>
                      <a:pt x="77861" y="-524"/>
                      <a:pt x="85680" y="1643"/>
                    </a:cubicBezTo>
                    <a:cubicBezTo>
                      <a:pt x="93593" y="3621"/>
                      <a:pt x="100847" y="7954"/>
                      <a:pt x="107158" y="13324"/>
                    </a:cubicBezTo>
                    <a:cubicBezTo>
                      <a:pt x="119781" y="24063"/>
                      <a:pt x="128354" y="41020"/>
                      <a:pt x="127695" y="58353"/>
                    </a:cubicBezTo>
                    <a:cubicBezTo>
                      <a:pt x="127412" y="66926"/>
                      <a:pt x="125245" y="75404"/>
                      <a:pt x="121288" y="82846"/>
                    </a:cubicBezTo>
                    <a:cubicBezTo>
                      <a:pt x="117332" y="90288"/>
                      <a:pt x="111020" y="96223"/>
                      <a:pt x="104049" y="100179"/>
                    </a:cubicBezTo>
                    <a:cubicBezTo>
                      <a:pt x="97078" y="104230"/>
                      <a:pt x="89448" y="106208"/>
                      <a:pt x="82477" y="107245"/>
                    </a:cubicBezTo>
                    <a:cubicBezTo>
                      <a:pt x="75412" y="108469"/>
                      <a:pt x="68817" y="108752"/>
                      <a:pt x="62223" y="108658"/>
                    </a:cubicBezTo>
                    <a:close/>
                    <a:moveTo>
                      <a:pt x="62223" y="105549"/>
                    </a:moveTo>
                    <a:cubicBezTo>
                      <a:pt x="68441" y="105455"/>
                      <a:pt x="74564" y="103288"/>
                      <a:pt x="79274" y="99520"/>
                    </a:cubicBezTo>
                    <a:cubicBezTo>
                      <a:pt x="84078" y="95752"/>
                      <a:pt x="87281" y="90477"/>
                      <a:pt x="89354" y="85484"/>
                    </a:cubicBezTo>
                    <a:cubicBezTo>
                      <a:pt x="91426" y="80397"/>
                      <a:pt x="92368" y="75592"/>
                      <a:pt x="93216" y="71165"/>
                    </a:cubicBezTo>
                    <a:cubicBezTo>
                      <a:pt x="94064" y="66831"/>
                      <a:pt x="94441" y="62592"/>
                      <a:pt x="94252" y="58353"/>
                    </a:cubicBezTo>
                    <a:cubicBezTo>
                      <a:pt x="93687" y="50063"/>
                      <a:pt x="91709" y="41679"/>
                      <a:pt x="86245" y="34331"/>
                    </a:cubicBezTo>
                    <a:cubicBezTo>
                      <a:pt x="80593" y="27549"/>
                      <a:pt x="72868" y="21237"/>
                      <a:pt x="62223" y="18129"/>
                    </a:cubicBezTo>
                    <a:cubicBezTo>
                      <a:pt x="51767" y="15020"/>
                      <a:pt x="38672" y="18317"/>
                      <a:pt x="31324" y="27360"/>
                    </a:cubicBezTo>
                    <a:cubicBezTo>
                      <a:pt x="27556" y="31788"/>
                      <a:pt x="25672" y="37440"/>
                      <a:pt x="25201" y="42904"/>
                    </a:cubicBezTo>
                    <a:cubicBezTo>
                      <a:pt x="24730" y="48368"/>
                      <a:pt x="25484" y="53549"/>
                      <a:pt x="26614" y="58259"/>
                    </a:cubicBezTo>
                    <a:cubicBezTo>
                      <a:pt x="28875" y="67585"/>
                      <a:pt x="30854" y="75404"/>
                      <a:pt x="34904" y="85672"/>
                    </a:cubicBezTo>
                    <a:cubicBezTo>
                      <a:pt x="37071" y="90665"/>
                      <a:pt x="40368" y="95846"/>
                      <a:pt x="45172" y="99614"/>
                    </a:cubicBezTo>
                    <a:cubicBezTo>
                      <a:pt x="49788" y="103477"/>
                      <a:pt x="56006" y="105643"/>
                      <a:pt x="62223" y="105549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" name="任意多边形 36" descr="5e94b5ba-428a-4d59-9b83-dfa11a4e9a81"/>
              <p:cNvSpPr/>
              <p:nvPr/>
            </p:nvSpPr>
            <p:spPr>
              <a:xfrm>
                <a:off x="10281213" y="1"/>
                <a:ext cx="1910787" cy="2327301"/>
              </a:xfrm>
              <a:custGeom>
                <a:avLst/>
                <a:gdLst>
                  <a:gd name="connsiteX0" fmla="*/ 323828 w 1910787"/>
                  <a:gd name="connsiteY0" fmla="*/ 0 h 2327301"/>
                  <a:gd name="connsiteX1" fmla="*/ 344627 w 1910787"/>
                  <a:gd name="connsiteY1" fmla="*/ 0 h 2327301"/>
                  <a:gd name="connsiteX2" fmla="*/ 267040 w 1910787"/>
                  <a:gd name="connsiteY2" fmla="*/ 105924 h 2327301"/>
                  <a:gd name="connsiteX3" fmla="*/ 138637 w 1910787"/>
                  <a:gd name="connsiteY3" fmla="*/ 352669 h 2327301"/>
                  <a:gd name="connsiteX4" fmla="*/ 37067 w 1910787"/>
                  <a:gd name="connsiteY4" fmla="*/ 895132 h 2327301"/>
                  <a:gd name="connsiteX5" fmla="*/ 145345 w 1910787"/>
                  <a:gd name="connsiteY5" fmla="*/ 1434910 h 2327301"/>
                  <a:gd name="connsiteX6" fmla="*/ 447235 w 1910787"/>
                  <a:gd name="connsiteY6" fmla="*/ 1896334 h 2327301"/>
                  <a:gd name="connsiteX7" fmla="*/ 903425 w 1910787"/>
                  <a:gd name="connsiteY7" fmla="*/ 2210970 h 2327301"/>
                  <a:gd name="connsiteX8" fmla="*/ 1170028 w 1910787"/>
                  <a:gd name="connsiteY8" fmla="*/ 2294694 h 2327301"/>
                  <a:gd name="connsiteX9" fmla="*/ 1448436 w 1910787"/>
                  <a:gd name="connsiteY9" fmla="*/ 2322871 h 2327301"/>
                  <a:gd name="connsiteX10" fmla="*/ 1726848 w 1910787"/>
                  <a:gd name="connsiteY10" fmla="*/ 2294426 h 2327301"/>
                  <a:gd name="connsiteX11" fmla="*/ 1862295 w 1910787"/>
                  <a:gd name="connsiteY11" fmla="*/ 2259356 h 2327301"/>
                  <a:gd name="connsiteX12" fmla="*/ 1910787 w 1910787"/>
                  <a:gd name="connsiteY12" fmla="*/ 2241349 h 2327301"/>
                  <a:gd name="connsiteX13" fmla="*/ 1910787 w 1910787"/>
                  <a:gd name="connsiteY13" fmla="*/ 2252170 h 2327301"/>
                  <a:gd name="connsiteX14" fmla="*/ 1864857 w 1910787"/>
                  <a:gd name="connsiteY14" fmla="*/ 2267977 h 2327301"/>
                  <a:gd name="connsiteX15" fmla="*/ 1448436 w 1910787"/>
                  <a:gd name="connsiteY15" fmla="*/ 2327298 h 2327301"/>
                  <a:gd name="connsiteX16" fmla="*/ 898997 w 1910787"/>
                  <a:gd name="connsiteY16" fmla="*/ 2221838 h 2327301"/>
                  <a:gd name="connsiteX17" fmla="*/ 427511 w 1910787"/>
                  <a:gd name="connsiteY17" fmla="*/ 1916191 h 2327301"/>
                  <a:gd name="connsiteX18" fmla="*/ 109118 w 1910787"/>
                  <a:gd name="connsiteY18" fmla="*/ 1449938 h 2327301"/>
                  <a:gd name="connsiteX19" fmla="*/ 36 w 1910787"/>
                  <a:gd name="connsiteY19" fmla="*/ 895132 h 2327301"/>
                  <a:gd name="connsiteX20" fmla="*/ 115827 w 1910787"/>
                  <a:gd name="connsiteY20" fmla="*/ 343141 h 2327301"/>
                  <a:gd name="connsiteX21" fmla="*/ 252013 w 1910787"/>
                  <a:gd name="connsiteY21" fmla="*/ 95592 h 2327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910787" h="2327301">
                    <a:moveTo>
                      <a:pt x="323828" y="0"/>
                    </a:moveTo>
                    <a:lnTo>
                      <a:pt x="344627" y="0"/>
                    </a:lnTo>
                    <a:lnTo>
                      <a:pt x="267040" y="105924"/>
                    </a:lnTo>
                    <a:cubicBezTo>
                      <a:pt x="216188" y="183878"/>
                      <a:pt x="173119" y="266663"/>
                      <a:pt x="138637" y="352669"/>
                    </a:cubicBezTo>
                    <a:cubicBezTo>
                      <a:pt x="69403" y="524947"/>
                      <a:pt x="35323" y="710375"/>
                      <a:pt x="37067" y="895132"/>
                    </a:cubicBezTo>
                    <a:cubicBezTo>
                      <a:pt x="38409" y="1080023"/>
                      <a:pt x="75307" y="1263973"/>
                      <a:pt x="145345" y="1434910"/>
                    </a:cubicBezTo>
                    <a:cubicBezTo>
                      <a:pt x="215651" y="1605579"/>
                      <a:pt x="318161" y="1763099"/>
                      <a:pt x="447235" y="1896334"/>
                    </a:cubicBezTo>
                    <a:cubicBezTo>
                      <a:pt x="576310" y="2029433"/>
                      <a:pt x="732219" y="2137175"/>
                      <a:pt x="903425" y="2210970"/>
                    </a:cubicBezTo>
                    <a:cubicBezTo>
                      <a:pt x="988893" y="2248137"/>
                      <a:pt x="1078655" y="2275641"/>
                      <a:pt x="1170028" y="2294694"/>
                    </a:cubicBezTo>
                    <a:cubicBezTo>
                      <a:pt x="1261533" y="2313343"/>
                      <a:pt x="1354918" y="2322467"/>
                      <a:pt x="1448436" y="2322871"/>
                    </a:cubicBezTo>
                    <a:cubicBezTo>
                      <a:pt x="1541822" y="2322334"/>
                      <a:pt x="1635341" y="2313210"/>
                      <a:pt x="1726848" y="2294426"/>
                    </a:cubicBezTo>
                    <a:cubicBezTo>
                      <a:pt x="1772533" y="2284900"/>
                      <a:pt x="1817783" y="2273260"/>
                      <a:pt x="1862295" y="2259356"/>
                    </a:cubicBezTo>
                    <a:lnTo>
                      <a:pt x="1910787" y="2241349"/>
                    </a:lnTo>
                    <a:lnTo>
                      <a:pt x="1910787" y="2252170"/>
                    </a:lnTo>
                    <a:lnTo>
                      <a:pt x="1864857" y="2267977"/>
                    </a:lnTo>
                    <a:cubicBezTo>
                      <a:pt x="1729597" y="2307449"/>
                      <a:pt x="1589016" y="2327600"/>
                      <a:pt x="1448436" y="2327298"/>
                    </a:cubicBezTo>
                    <a:cubicBezTo>
                      <a:pt x="1260862" y="2327433"/>
                      <a:pt x="1073556" y="2291339"/>
                      <a:pt x="898997" y="2221838"/>
                    </a:cubicBezTo>
                    <a:cubicBezTo>
                      <a:pt x="724303" y="2152471"/>
                      <a:pt x="563161" y="2047949"/>
                      <a:pt x="427511" y="1916191"/>
                    </a:cubicBezTo>
                    <a:cubicBezTo>
                      <a:pt x="291862" y="1784700"/>
                      <a:pt x="182109" y="1625169"/>
                      <a:pt x="109118" y="1449938"/>
                    </a:cubicBezTo>
                    <a:cubicBezTo>
                      <a:pt x="35456" y="1274976"/>
                      <a:pt x="-1306" y="1084718"/>
                      <a:pt x="36" y="895132"/>
                    </a:cubicBezTo>
                    <a:cubicBezTo>
                      <a:pt x="1914" y="705544"/>
                      <a:pt x="41360" y="516628"/>
                      <a:pt x="115827" y="343141"/>
                    </a:cubicBezTo>
                    <a:cubicBezTo>
                      <a:pt x="152994" y="256332"/>
                      <a:pt x="198612" y="173278"/>
                      <a:pt x="252013" y="95592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 37" descr="598631f1-71b5-4a5b-8802-4167bc1ebe8b"/>
              <p:cNvSpPr/>
              <p:nvPr/>
            </p:nvSpPr>
            <p:spPr>
              <a:xfrm>
                <a:off x="5179185" y="3040010"/>
                <a:ext cx="4500282" cy="3817990"/>
              </a:xfrm>
              <a:custGeom>
                <a:avLst/>
                <a:gdLst>
                  <a:gd name="connsiteX0" fmla="*/ 2361720 w 4723573"/>
                  <a:gd name="connsiteY0" fmla="*/ 1217087 h 4007426"/>
                  <a:gd name="connsiteX1" fmla="*/ 1217087 w 4723573"/>
                  <a:gd name="connsiteY1" fmla="*/ 2361854 h 4007426"/>
                  <a:gd name="connsiteX2" fmla="*/ 2361720 w 4723573"/>
                  <a:gd name="connsiteY2" fmla="*/ 3506487 h 4007426"/>
                  <a:gd name="connsiteX3" fmla="*/ 3506487 w 4723573"/>
                  <a:gd name="connsiteY3" fmla="*/ 2361854 h 4007426"/>
                  <a:gd name="connsiteX4" fmla="*/ 2361720 w 4723573"/>
                  <a:gd name="connsiteY4" fmla="*/ 1217087 h 4007426"/>
                  <a:gd name="connsiteX5" fmla="*/ 2559357 w 4723573"/>
                  <a:gd name="connsiteY5" fmla="*/ 0 h 4007426"/>
                  <a:gd name="connsiteX6" fmla="*/ 3336757 w 4723573"/>
                  <a:gd name="connsiteY6" fmla="*/ 201663 h 4007426"/>
                  <a:gd name="connsiteX7" fmla="*/ 3237470 w 4723573"/>
                  <a:gd name="connsiteY7" fmla="*/ 584460 h 4007426"/>
                  <a:gd name="connsiteX8" fmla="*/ 3436448 w 4723573"/>
                  <a:gd name="connsiteY8" fmla="*/ 697164 h 4007426"/>
                  <a:gd name="connsiteX9" fmla="*/ 3713784 w 4723573"/>
                  <a:gd name="connsiteY9" fmla="*/ 415266 h 4007426"/>
                  <a:gd name="connsiteX10" fmla="*/ 4286303 w 4723573"/>
                  <a:gd name="connsiteY10" fmla="*/ 978527 h 4007426"/>
                  <a:gd name="connsiteX11" fmla="*/ 4008564 w 4723573"/>
                  <a:gd name="connsiteY11" fmla="*/ 1260827 h 4007426"/>
                  <a:gd name="connsiteX12" fmla="*/ 4124356 w 4723573"/>
                  <a:gd name="connsiteY12" fmla="*/ 1457660 h 4007426"/>
                  <a:gd name="connsiteX13" fmla="*/ 4505945 w 4723573"/>
                  <a:gd name="connsiteY13" fmla="*/ 1352066 h 4007426"/>
                  <a:gd name="connsiteX14" fmla="*/ 4720085 w 4723573"/>
                  <a:gd name="connsiteY14" fmla="*/ 2126111 h 4007426"/>
                  <a:gd name="connsiteX15" fmla="*/ 4339033 w 4723573"/>
                  <a:gd name="connsiteY15" fmla="*/ 2231571 h 4007426"/>
                  <a:gd name="connsiteX16" fmla="*/ 4340777 w 4723573"/>
                  <a:gd name="connsiteY16" fmla="*/ 2460203 h 4007426"/>
                  <a:gd name="connsiteX17" fmla="*/ 4723573 w 4723573"/>
                  <a:gd name="connsiteY17" fmla="*/ 2559491 h 4007426"/>
                  <a:gd name="connsiteX18" fmla="*/ 4521911 w 4723573"/>
                  <a:gd name="connsiteY18" fmla="*/ 3336892 h 4007426"/>
                  <a:gd name="connsiteX19" fmla="*/ 4139249 w 4723573"/>
                  <a:gd name="connsiteY19" fmla="*/ 3237470 h 4007426"/>
                  <a:gd name="connsiteX20" fmla="*/ 4026543 w 4723573"/>
                  <a:gd name="connsiteY20" fmla="*/ 3436448 h 4007426"/>
                  <a:gd name="connsiteX21" fmla="*/ 4308441 w 4723573"/>
                  <a:gd name="connsiteY21" fmla="*/ 3713784 h 4007426"/>
                  <a:gd name="connsiteX22" fmla="*/ 4019548 w 4723573"/>
                  <a:gd name="connsiteY22" fmla="*/ 4007426 h 4007426"/>
                  <a:gd name="connsiteX23" fmla="*/ 703963 w 4723573"/>
                  <a:gd name="connsiteY23" fmla="*/ 4007426 h 4007426"/>
                  <a:gd name="connsiteX24" fmla="*/ 437272 w 4723573"/>
                  <a:gd name="connsiteY24" fmla="*/ 3745048 h 4007426"/>
                  <a:gd name="connsiteX25" fmla="*/ 715010 w 4723573"/>
                  <a:gd name="connsiteY25" fmla="*/ 3462880 h 4007426"/>
                  <a:gd name="connsiteX26" fmla="*/ 599219 w 4723573"/>
                  <a:gd name="connsiteY26" fmla="*/ 3266049 h 4007426"/>
                  <a:gd name="connsiteX27" fmla="*/ 217630 w 4723573"/>
                  <a:gd name="connsiteY27" fmla="*/ 3371643 h 4007426"/>
                  <a:gd name="connsiteX28" fmla="*/ 3488 w 4723573"/>
                  <a:gd name="connsiteY28" fmla="*/ 2597597 h 4007426"/>
                  <a:gd name="connsiteX29" fmla="*/ 384542 w 4723573"/>
                  <a:gd name="connsiteY29" fmla="*/ 2492136 h 4007426"/>
                  <a:gd name="connsiteX30" fmla="*/ 382797 w 4723573"/>
                  <a:gd name="connsiteY30" fmla="*/ 2263505 h 4007426"/>
                  <a:gd name="connsiteX31" fmla="*/ 0 w 4723573"/>
                  <a:gd name="connsiteY31" fmla="*/ 2164216 h 4007426"/>
                  <a:gd name="connsiteX32" fmla="*/ 201528 w 4723573"/>
                  <a:gd name="connsiteY32" fmla="*/ 1386816 h 4007426"/>
                  <a:gd name="connsiteX33" fmla="*/ 584325 w 4723573"/>
                  <a:gd name="connsiteY33" fmla="*/ 1486105 h 4007426"/>
                  <a:gd name="connsiteX34" fmla="*/ 697031 w 4723573"/>
                  <a:gd name="connsiteY34" fmla="*/ 1287125 h 4007426"/>
                  <a:gd name="connsiteX35" fmla="*/ 415133 w 4723573"/>
                  <a:gd name="connsiteY35" fmla="*/ 1009789 h 4007426"/>
                  <a:gd name="connsiteX36" fmla="*/ 978393 w 4723573"/>
                  <a:gd name="connsiteY36" fmla="*/ 437272 h 4007426"/>
                  <a:gd name="connsiteX37" fmla="*/ 1260693 w 4723573"/>
                  <a:gd name="connsiteY37" fmla="*/ 715009 h 4007426"/>
                  <a:gd name="connsiteX38" fmla="*/ 1457526 w 4723573"/>
                  <a:gd name="connsiteY38" fmla="*/ 599219 h 4007426"/>
                  <a:gd name="connsiteX39" fmla="*/ 1351930 w 4723573"/>
                  <a:gd name="connsiteY39" fmla="*/ 217630 h 4007426"/>
                  <a:gd name="connsiteX40" fmla="*/ 2125977 w 4723573"/>
                  <a:gd name="connsiteY40" fmla="*/ 3488 h 4007426"/>
                  <a:gd name="connsiteX41" fmla="*/ 2231437 w 4723573"/>
                  <a:gd name="connsiteY41" fmla="*/ 384542 h 4007426"/>
                  <a:gd name="connsiteX42" fmla="*/ 2460069 w 4723573"/>
                  <a:gd name="connsiteY42" fmla="*/ 382797 h 4007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4723573" h="4007426">
                    <a:moveTo>
                      <a:pt x="2361720" y="1217087"/>
                    </a:moveTo>
                    <a:cubicBezTo>
                      <a:pt x="1729629" y="1217087"/>
                      <a:pt x="1217087" y="1729629"/>
                      <a:pt x="1217087" y="2361854"/>
                    </a:cubicBezTo>
                    <a:cubicBezTo>
                      <a:pt x="1217087" y="2993944"/>
                      <a:pt x="1729495" y="3506487"/>
                      <a:pt x="2361720" y="3506487"/>
                    </a:cubicBezTo>
                    <a:cubicBezTo>
                      <a:pt x="2993945" y="3506487"/>
                      <a:pt x="3506487" y="2994079"/>
                      <a:pt x="3506487" y="2361854"/>
                    </a:cubicBezTo>
                    <a:cubicBezTo>
                      <a:pt x="3506487" y="1729629"/>
                      <a:pt x="2993945" y="1217087"/>
                      <a:pt x="2361720" y="1217087"/>
                    </a:cubicBezTo>
                    <a:close/>
                    <a:moveTo>
                      <a:pt x="2559357" y="0"/>
                    </a:moveTo>
                    <a:lnTo>
                      <a:pt x="3336757" y="201663"/>
                    </a:lnTo>
                    <a:lnTo>
                      <a:pt x="3237470" y="584460"/>
                    </a:lnTo>
                    <a:cubicBezTo>
                      <a:pt x="3306434" y="618405"/>
                      <a:pt x="3372851" y="656108"/>
                      <a:pt x="3436448" y="697164"/>
                    </a:cubicBezTo>
                    <a:lnTo>
                      <a:pt x="3713784" y="415266"/>
                    </a:lnTo>
                    <a:lnTo>
                      <a:pt x="4286303" y="978527"/>
                    </a:lnTo>
                    <a:lnTo>
                      <a:pt x="4008564" y="1260827"/>
                    </a:lnTo>
                    <a:cubicBezTo>
                      <a:pt x="4050962" y="1324157"/>
                      <a:pt x="4089605" y="1389902"/>
                      <a:pt x="4124356" y="1457660"/>
                    </a:cubicBezTo>
                    <a:lnTo>
                      <a:pt x="4505945" y="1352066"/>
                    </a:lnTo>
                    <a:lnTo>
                      <a:pt x="4720085" y="2126111"/>
                    </a:lnTo>
                    <a:lnTo>
                      <a:pt x="4339033" y="2231571"/>
                    </a:lnTo>
                    <a:cubicBezTo>
                      <a:pt x="4343997" y="2307111"/>
                      <a:pt x="4344667" y="2383455"/>
                      <a:pt x="4340777" y="2460203"/>
                    </a:cubicBezTo>
                    <a:lnTo>
                      <a:pt x="4723573" y="2559491"/>
                    </a:lnTo>
                    <a:lnTo>
                      <a:pt x="4521911" y="3336892"/>
                    </a:lnTo>
                    <a:lnTo>
                      <a:pt x="4139249" y="3237470"/>
                    </a:lnTo>
                    <a:cubicBezTo>
                      <a:pt x="4105303" y="3306434"/>
                      <a:pt x="4067599" y="3372851"/>
                      <a:pt x="4026543" y="3436448"/>
                    </a:cubicBezTo>
                    <a:lnTo>
                      <a:pt x="4308441" y="3713784"/>
                    </a:lnTo>
                    <a:lnTo>
                      <a:pt x="4019548" y="4007426"/>
                    </a:lnTo>
                    <a:lnTo>
                      <a:pt x="703963" y="4007426"/>
                    </a:lnTo>
                    <a:lnTo>
                      <a:pt x="437272" y="3745048"/>
                    </a:lnTo>
                    <a:lnTo>
                      <a:pt x="715010" y="3462880"/>
                    </a:lnTo>
                    <a:cubicBezTo>
                      <a:pt x="672611" y="3399551"/>
                      <a:pt x="633970" y="3333805"/>
                      <a:pt x="599219" y="3266049"/>
                    </a:cubicBezTo>
                    <a:lnTo>
                      <a:pt x="217630" y="3371643"/>
                    </a:lnTo>
                    <a:lnTo>
                      <a:pt x="3488" y="2597597"/>
                    </a:lnTo>
                    <a:lnTo>
                      <a:pt x="384542" y="2492136"/>
                    </a:lnTo>
                    <a:cubicBezTo>
                      <a:pt x="379576" y="2416597"/>
                      <a:pt x="378906" y="2340252"/>
                      <a:pt x="382797" y="2263505"/>
                    </a:cubicBezTo>
                    <a:lnTo>
                      <a:pt x="0" y="2164216"/>
                    </a:lnTo>
                    <a:lnTo>
                      <a:pt x="201528" y="1386816"/>
                    </a:lnTo>
                    <a:lnTo>
                      <a:pt x="584325" y="1486105"/>
                    </a:lnTo>
                    <a:cubicBezTo>
                      <a:pt x="618271" y="1417139"/>
                      <a:pt x="655974" y="1350724"/>
                      <a:pt x="697031" y="1287125"/>
                    </a:cubicBezTo>
                    <a:lnTo>
                      <a:pt x="415133" y="1009789"/>
                    </a:lnTo>
                    <a:lnTo>
                      <a:pt x="978393" y="437272"/>
                    </a:lnTo>
                    <a:lnTo>
                      <a:pt x="1260693" y="715009"/>
                    </a:lnTo>
                    <a:cubicBezTo>
                      <a:pt x="1324023" y="672611"/>
                      <a:pt x="1389768" y="633970"/>
                      <a:pt x="1457526" y="599219"/>
                    </a:cubicBezTo>
                    <a:lnTo>
                      <a:pt x="1351930" y="217630"/>
                    </a:lnTo>
                    <a:lnTo>
                      <a:pt x="2125977" y="3488"/>
                    </a:lnTo>
                    <a:lnTo>
                      <a:pt x="2231437" y="384542"/>
                    </a:lnTo>
                    <a:cubicBezTo>
                      <a:pt x="2306978" y="379577"/>
                      <a:pt x="2383321" y="378906"/>
                      <a:pt x="2460069" y="38279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 38" descr="95a07cdb-a687-4fa4-ade8-9f5ad3d79fcd"/>
              <p:cNvSpPr/>
              <p:nvPr/>
            </p:nvSpPr>
            <p:spPr>
              <a:xfrm>
                <a:off x="5146204" y="3011059"/>
                <a:ext cx="4555378" cy="3846240"/>
              </a:xfrm>
              <a:custGeom>
                <a:avLst/>
                <a:gdLst>
                  <a:gd name="connsiteX0" fmla="*/ 1315973 w 4781403"/>
                  <a:gd name="connsiteY0" fmla="*/ 4006685 h 4037078"/>
                  <a:gd name="connsiteX1" fmla="*/ 1342271 w 4781403"/>
                  <a:gd name="connsiteY1" fmla="*/ 4023725 h 4037078"/>
                  <a:gd name="connsiteX2" fmla="*/ 1365862 w 4781403"/>
                  <a:gd name="connsiteY2" fmla="*/ 4037078 h 4037078"/>
                  <a:gd name="connsiteX3" fmla="*/ 1286116 w 4781403"/>
                  <a:gd name="connsiteY3" fmla="*/ 4037078 h 4037078"/>
                  <a:gd name="connsiteX4" fmla="*/ 1293969 w 4781403"/>
                  <a:gd name="connsiteY4" fmla="*/ 4029092 h 4037078"/>
                  <a:gd name="connsiteX5" fmla="*/ 3500583 w 4781403"/>
                  <a:gd name="connsiteY5" fmla="*/ 4006283 h 4037078"/>
                  <a:gd name="connsiteX6" fmla="*/ 3514806 w 4781403"/>
                  <a:gd name="connsiteY6" fmla="*/ 4020505 h 4037078"/>
                  <a:gd name="connsiteX7" fmla="*/ 3531387 w 4781403"/>
                  <a:gd name="connsiteY7" fmla="*/ 4037078 h 4037078"/>
                  <a:gd name="connsiteX8" fmla="*/ 3449588 w 4781403"/>
                  <a:gd name="connsiteY8" fmla="*/ 4037078 h 4037078"/>
                  <a:gd name="connsiteX9" fmla="*/ 3483409 w 4781403"/>
                  <a:gd name="connsiteY9" fmla="*/ 4017553 h 4037078"/>
                  <a:gd name="connsiteX10" fmla="*/ 2575994 w 4781403"/>
                  <a:gd name="connsiteY10" fmla="*/ 0 h 4037078"/>
                  <a:gd name="connsiteX11" fmla="*/ 2599743 w 4781403"/>
                  <a:gd name="connsiteY11" fmla="*/ 6038 h 4037078"/>
                  <a:gd name="connsiteX12" fmla="*/ 3378619 w 4781403"/>
                  <a:gd name="connsiteY12" fmla="*/ 202199 h 4037078"/>
                  <a:gd name="connsiteX13" fmla="*/ 3407601 w 4781403"/>
                  <a:gd name="connsiteY13" fmla="*/ 209444 h 4037078"/>
                  <a:gd name="connsiteX14" fmla="*/ 3400087 w 4781403"/>
                  <a:gd name="connsiteY14" fmla="*/ 238829 h 4037078"/>
                  <a:gd name="connsiteX15" fmla="*/ 3308423 w 4781403"/>
                  <a:gd name="connsiteY15" fmla="*/ 598434 h 4037078"/>
                  <a:gd name="connsiteX16" fmla="*/ 3285772 w 4781403"/>
                  <a:gd name="connsiteY16" fmla="*/ 585666 h 4037078"/>
                  <a:gd name="connsiteX17" fmla="*/ 3302409 w 4781403"/>
                  <a:gd name="connsiteY17" fmla="*/ 622027 h 4037078"/>
                  <a:gd name="connsiteX18" fmla="*/ 3308423 w 4781403"/>
                  <a:gd name="connsiteY18" fmla="*/ 598434 h 4037078"/>
                  <a:gd name="connsiteX19" fmla="*/ 3464998 w 4781403"/>
                  <a:gd name="connsiteY19" fmla="*/ 686690 h 4037078"/>
                  <a:gd name="connsiteX20" fmla="*/ 3447853 w 4781403"/>
                  <a:gd name="connsiteY20" fmla="*/ 704142 h 4037078"/>
                  <a:gd name="connsiteX21" fmla="*/ 3488105 w 4781403"/>
                  <a:gd name="connsiteY21" fmla="*/ 699714 h 4037078"/>
                  <a:gd name="connsiteX22" fmla="*/ 3464998 w 4781403"/>
                  <a:gd name="connsiteY22" fmla="*/ 686690 h 4037078"/>
                  <a:gd name="connsiteX23" fmla="*/ 3724921 w 4781403"/>
                  <a:gd name="connsiteY23" fmla="*/ 422110 h 4037078"/>
                  <a:gd name="connsiteX24" fmla="*/ 3747731 w 4781403"/>
                  <a:gd name="connsiteY24" fmla="*/ 398898 h 4037078"/>
                  <a:gd name="connsiteX25" fmla="*/ 3770809 w 4781403"/>
                  <a:gd name="connsiteY25" fmla="*/ 421707 h 4037078"/>
                  <a:gd name="connsiteX26" fmla="*/ 4342387 w 4781403"/>
                  <a:gd name="connsiteY26" fmla="*/ 985906 h 4037078"/>
                  <a:gd name="connsiteX27" fmla="*/ 4364525 w 4781403"/>
                  <a:gd name="connsiteY27" fmla="*/ 1007776 h 4037078"/>
                  <a:gd name="connsiteX28" fmla="*/ 4342655 w 4781403"/>
                  <a:gd name="connsiteY28" fmla="*/ 1029916 h 4037078"/>
                  <a:gd name="connsiteX29" fmla="*/ 4080405 w 4781403"/>
                  <a:gd name="connsiteY29" fmla="*/ 1295072 h 4037078"/>
                  <a:gd name="connsiteX30" fmla="*/ 4067869 w 4781403"/>
                  <a:gd name="connsiteY30" fmla="*/ 1273574 h 4037078"/>
                  <a:gd name="connsiteX31" fmla="*/ 4064245 w 4781403"/>
                  <a:gd name="connsiteY31" fmla="*/ 1311411 h 4037078"/>
                  <a:gd name="connsiteX32" fmla="*/ 4080405 w 4781403"/>
                  <a:gd name="connsiteY32" fmla="*/ 1295072 h 4037078"/>
                  <a:gd name="connsiteX33" fmla="*/ 4172559 w 4781403"/>
                  <a:gd name="connsiteY33" fmla="*/ 1453112 h 4037078"/>
                  <a:gd name="connsiteX34" fmla="*/ 4150922 w 4781403"/>
                  <a:gd name="connsiteY34" fmla="*/ 1459002 h 4037078"/>
                  <a:gd name="connsiteX35" fmla="*/ 4184600 w 4781403"/>
                  <a:gd name="connsiteY35" fmla="*/ 1473760 h 4037078"/>
                  <a:gd name="connsiteX36" fmla="*/ 4172559 w 4781403"/>
                  <a:gd name="connsiteY36" fmla="*/ 1453112 h 4037078"/>
                  <a:gd name="connsiteX37" fmla="*/ 4532913 w 4781403"/>
                  <a:gd name="connsiteY37" fmla="*/ 1355017 h 4037078"/>
                  <a:gd name="connsiteX38" fmla="*/ 4559614 w 4781403"/>
                  <a:gd name="connsiteY38" fmla="*/ 1347771 h 4037078"/>
                  <a:gd name="connsiteX39" fmla="*/ 4566725 w 4781403"/>
                  <a:gd name="connsiteY39" fmla="*/ 1374203 h 4037078"/>
                  <a:gd name="connsiteX40" fmla="*/ 4775633 w 4781403"/>
                  <a:gd name="connsiteY40" fmla="*/ 2149725 h 4037078"/>
                  <a:gd name="connsiteX41" fmla="*/ 4781403 w 4781403"/>
                  <a:gd name="connsiteY41" fmla="*/ 2171328 h 4037078"/>
                  <a:gd name="connsiteX42" fmla="*/ 4760069 w 4781403"/>
                  <a:gd name="connsiteY42" fmla="*/ 2177097 h 4037078"/>
                  <a:gd name="connsiteX43" fmla="*/ 4392444 w 4781403"/>
                  <a:gd name="connsiteY43" fmla="*/ 2275913 h 4037078"/>
                  <a:gd name="connsiteX44" fmla="*/ 4392435 w 4781403"/>
                  <a:gd name="connsiteY44" fmla="*/ 2259748 h 4037078"/>
                  <a:gd name="connsiteX45" fmla="*/ 4378211 w 4781403"/>
                  <a:gd name="connsiteY45" fmla="*/ 2279739 h 4037078"/>
                  <a:gd name="connsiteX46" fmla="*/ 4392444 w 4781403"/>
                  <a:gd name="connsiteY46" fmla="*/ 2275913 h 4037078"/>
                  <a:gd name="connsiteX47" fmla="*/ 4392560 w 4781403"/>
                  <a:gd name="connsiteY47" fmla="*/ 2476005 h 4037078"/>
                  <a:gd name="connsiteX48" fmla="*/ 4379285 w 4781403"/>
                  <a:gd name="connsiteY48" fmla="*/ 2472412 h 4037078"/>
                  <a:gd name="connsiteX49" fmla="*/ 4392568 w 4781403"/>
                  <a:gd name="connsiteY49" fmla="*/ 2490527 h 4037078"/>
                  <a:gd name="connsiteX50" fmla="*/ 4392560 w 4781403"/>
                  <a:gd name="connsiteY50" fmla="*/ 2476005 h 4037078"/>
                  <a:gd name="connsiteX51" fmla="*/ 4761008 w 4781403"/>
                  <a:gd name="connsiteY51" fmla="*/ 2575725 h 4037078"/>
                  <a:gd name="connsiteX52" fmla="*/ 4774291 w 4781403"/>
                  <a:gd name="connsiteY52" fmla="*/ 2579349 h 4037078"/>
                  <a:gd name="connsiteX53" fmla="*/ 4770669 w 4781403"/>
                  <a:gd name="connsiteY53" fmla="*/ 2592364 h 4037078"/>
                  <a:gd name="connsiteX54" fmla="*/ 4558139 w 4781403"/>
                  <a:gd name="connsiteY54" fmla="*/ 3369630 h 4037078"/>
                  <a:gd name="connsiteX55" fmla="*/ 4177729 w 4781403"/>
                  <a:gd name="connsiteY55" fmla="*/ 3277133 h 4037078"/>
                  <a:gd name="connsiteX56" fmla="*/ 4181110 w 4781403"/>
                  <a:gd name="connsiteY56" fmla="*/ 3271012 h 4037078"/>
                  <a:gd name="connsiteX57" fmla="*/ 4171317 w 4781403"/>
                  <a:gd name="connsiteY57" fmla="*/ 3275574 h 4037078"/>
                  <a:gd name="connsiteX58" fmla="*/ 4177729 w 4781403"/>
                  <a:gd name="connsiteY58" fmla="*/ 3277133 h 4037078"/>
                  <a:gd name="connsiteX59" fmla="*/ 4074485 w 4781403"/>
                  <a:gd name="connsiteY59" fmla="*/ 3464046 h 4037078"/>
                  <a:gd name="connsiteX60" fmla="*/ 4068539 w 4781403"/>
                  <a:gd name="connsiteY60" fmla="*/ 3458318 h 4037078"/>
                  <a:gd name="connsiteX61" fmla="*/ 4070015 w 4781403"/>
                  <a:gd name="connsiteY61" fmla="*/ 3472138 h 4037078"/>
                  <a:gd name="connsiteX62" fmla="*/ 4074485 w 4781403"/>
                  <a:gd name="connsiteY62" fmla="*/ 3464046 h 4037078"/>
                  <a:gd name="connsiteX63" fmla="*/ 4353389 w 4781403"/>
                  <a:gd name="connsiteY63" fmla="*/ 3732703 h 4037078"/>
                  <a:gd name="connsiteX64" fmla="*/ 4364257 w 4781403"/>
                  <a:gd name="connsiteY64" fmla="*/ 3743169 h 4037078"/>
                  <a:gd name="connsiteX65" fmla="*/ 4353524 w 4781403"/>
                  <a:gd name="connsiteY65" fmla="*/ 3754306 h 4037078"/>
                  <a:gd name="connsiteX66" fmla="*/ 4079823 w 4781403"/>
                  <a:gd name="connsiteY66" fmla="*/ 4037078 h 4037078"/>
                  <a:gd name="connsiteX67" fmla="*/ 4027608 w 4781403"/>
                  <a:gd name="connsiteY67" fmla="*/ 4037078 h 4037078"/>
                  <a:gd name="connsiteX68" fmla="*/ 4321214 w 4781403"/>
                  <a:gd name="connsiteY68" fmla="*/ 3743542 h 4037078"/>
                  <a:gd name="connsiteX69" fmla="*/ 4332055 w 4781403"/>
                  <a:gd name="connsiteY69" fmla="*/ 3754440 h 4037078"/>
                  <a:gd name="connsiteX70" fmla="*/ 4331921 w 4781403"/>
                  <a:gd name="connsiteY70" fmla="*/ 3732837 h 4037078"/>
                  <a:gd name="connsiteX71" fmla="*/ 4321214 w 4781403"/>
                  <a:gd name="connsiteY71" fmla="*/ 3743542 h 4037078"/>
                  <a:gd name="connsiteX72" fmla="*/ 4053244 w 4781403"/>
                  <a:gd name="connsiteY72" fmla="*/ 3474151 h 4037078"/>
                  <a:gd name="connsiteX73" fmla="*/ 4046803 w 4781403"/>
                  <a:gd name="connsiteY73" fmla="*/ 3467710 h 4037078"/>
                  <a:gd name="connsiteX74" fmla="*/ 4051633 w 4781403"/>
                  <a:gd name="connsiteY74" fmla="*/ 3460331 h 4037078"/>
                  <a:gd name="connsiteX75" fmla="*/ 4165815 w 4781403"/>
                  <a:gd name="connsiteY75" fmla="*/ 3263633 h 4037078"/>
                  <a:gd name="connsiteX76" fmla="*/ 4169035 w 4781403"/>
                  <a:gd name="connsiteY76" fmla="*/ 3257328 h 4037078"/>
                  <a:gd name="connsiteX77" fmla="*/ 4175609 w 4781403"/>
                  <a:gd name="connsiteY77" fmla="*/ 3259205 h 4037078"/>
                  <a:gd name="connsiteX78" fmla="*/ 4554381 w 4781403"/>
                  <a:gd name="connsiteY78" fmla="*/ 3363458 h 4037078"/>
                  <a:gd name="connsiteX79" fmla="*/ 4741362 w 4781403"/>
                  <a:gd name="connsiteY79" fmla="*/ 2599183 h 4037078"/>
                  <a:gd name="connsiteX80" fmla="*/ 4754433 w 4781403"/>
                  <a:gd name="connsiteY80" fmla="*/ 2602426 h 4037078"/>
                  <a:gd name="connsiteX81" fmla="*/ 4744639 w 4781403"/>
                  <a:gd name="connsiteY81" fmla="*/ 2585789 h 4037078"/>
                  <a:gd name="connsiteX82" fmla="*/ 4741362 w 4781403"/>
                  <a:gd name="connsiteY82" fmla="*/ 2599183 h 4037078"/>
                  <a:gd name="connsiteX83" fmla="*/ 4370563 w 4781403"/>
                  <a:gd name="connsiteY83" fmla="*/ 2507164 h 4037078"/>
                  <a:gd name="connsiteX84" fmla="*/ 4356609 w 4781403"/>
                  <a:gd name="connsiteY84" fmla="*/ 2503674 h 4037078"/>
                  <a:gd name="connsiteX85" fmla="*/ 4357280 w 4781403"/>
                  <a:gd name="connsiteY85" fmla="*/ 2489051 h 4037078"/>
                  <a:gd name="connsiteX86" fmla="*/ 4353925 w 4781403"/>
                  <a:gd name="connsiteY86" fmla="*/ 2262565 h 4037078"/>
                  <a:gd name="connsiteX87" fmla="*/ 4352853 w 4781403"/>
                  <a:gd name="connsiteY87" fmla="*/ 2247000 h 4037078"/>
                  <a:gd name="connsiteX88" fmla="*/ 4368149 w 4781403"/>
                  <a:gd name="connsiteY88" fmla="*/ 2242708 h 4037078"/>
                  <a:gd name="connsiteX89" fmla="*/ 4727065 w 4781403"/>
                  <a:gd name="connsiteY89" fmla="*/ 2140667 h 4037078"/>
                  <a:gd name="connsiteX90" fmla="*/ 4733101 w 4781403"/>
                  <a:gd name="connsiteY90" fmla="*/ 2161936 h 4037078"/>
                  <a:gd name="connsiteX91" fmla="*/ 4748529 w 4781403"/>
                  <a:gd name="connsiteY91" fmla="*/ 2134565 h 4037078"/>
                  <a:gd name="connsiteX92" fmla="*/ 4727065 w 4781403"/>
                  <a:gd name="connsiteY92" fmla="*/ 2140667 h 4037078"/>
                  <a:gd name="connsiteX93" fmla="*/ 4521400 w 4781403"/>
                  <a:gd name="connsiteY93" fmla="*/ 1415931 h 4037078"/>
                  <a:gd name="connsiteX94" fmla="*/ 4547673 w 4781403"/>
                  <a:gd name="connsiteY94" fmla="*/ 1408552 h 4037078"/>
                  <a:gd name="connsiteX95" fmla="*/ 4513861 w 4781403"/>
                  <a:gd name="connsiteY95" fmla="*/ 1389365 h 4037078"/>
                  <a:gd name="connsiteX96" fmla="*/ 4521400 w 4781403"/>
                  <a:gd name="connsiteY96" fmla="*/ 1415931 h 4037078"/>
                  <a:gd name="connsiteX97" fmla="*/ 4166485 w 4781403"/>
                  <a:gd name="connsiteY97" fmla="*/ 1515622 h 4037078"/>
                  <a:gd name="connsiteX98" fmla="*/ 4143811 w 4781403"/>
                  <a:gd name="connsiteY98" fmla="*/ 1522062 h 4037078"/>
                  <a:gd name="connsiteX99" fmla="*/ 4132808 w 4781403"/>
                  <a:gd name="connsiteY99" fmla="*/ 1500863 h 4037078"/>
                  <a:gd name="connsiteX100" fmla="*/ 4017956 w 4781403"/>
                  <a:gd name="connsiteY100" fmla="*/ 1307385 h 4037078"/>
                  <a:gd name="connsiteX101" fmla="*/ 4004269 w 4781403"/>
                  <a:gd name="connsiteY101" fmla="*/ 1287125 h 4037078"/>
                  <a:gd name="connsiteX102" fmla="*/ 4021444 w 4781403"/>
                  <a:gd name="connsiteY102" fmla="*/ 1269549 h 4037078"/>
                  <a:gd name="connsiteX103" fmla="*/ 4276600 w 4781403"/>
                  <a:gd name="connsiteY103" fmla="*/ 1008831 h 4037078"/>
                  <a:gd name="connsiteX104" fmla="*/ 4298781 w 4781403"/>
                  <a:gd name="connsiteY104" fmla="*/ 1030586 h 4037078"/>
                  <a:gd name="connsiteX105" fmla="*/ 4298378 w 4781403"/>
                  <a:gd name="connsiteY105" fmla="*/ 986577 h 4037078"/>
                  <a:gd name="connsiteX106" fmla="*/ 4276600 w 4781403"/>
                  <a:gd name="connsiteY106" fmla="*/ 1008831 h 4037078"/>
                  <a:gd name="connsiteX107" fmla="*/ 3748588 w 4781403"/>
                  <a:gd name="connsiteY107" fmla="*/ 490950 h 4037078"/>
                  <a:gd name="connsiteX108" fmla="*/ 3771345 w 4781403"/>
                  <a:gd name="connsiteY108" fmla="*/ 467863 h 4037078"/>
                  <a:gd name="connsiteX109" fmla="*/ 3725458 w 4781403"/>
                  <a:gd name="connsiteY109" fmla="*/ 468264 h 4037078"/>
                  <a:gd name="connsiteX110" fmla="*/ 3748588 w 4781403"/>
                  <a:gd name="connsiteY110" fmla="*/ 490950 h 4037078"/>
                  <a:gd name="connsiteX111" fmla="*/ 3493741 w 4781403"/>
                  <a:gd name="connsiteY111" fmla="*/ 749493 h 4037078"/>
                  <a:gd name="connsiteX112" fmla="*/ 3475359 w 4781403"/>
                  <a:gd name="connsiteY112" fmla="*/ 768143 h 4037078"/>
                  <a:gd name="connsiteX113" fmla="*/ 3453489 w 4781403"/>
                  <a:gd name="connsiteY113" fmla="*/ 753920 h 4037078"/>
                  <a:gd name="connsiteX114" fmla="*/ 3257999 w 4781403"/>
                  <a:gd name="connsiteY114" fmla="*/ 642691 h 4037078"/>
                  <a:gd name="connsiteX115" fmla="*/ 3234785 w 4781403"/>
                  <a:gd name="connsiteY115" fmla="*/ 631151 h 4037078"/>
                  <a:gd name="connsiteX116" fmla="*/ 3241360 w 4781403"/>
                  <a:gd name="connsiteY116" fmla="*/ 606330 h 4037078"/>
                  <a:gd name="connsiteX117" fmla="*/ 3334527 w 4781403"/>
                  <a:gd name="connsiteY117" fmla="*/ 252769 h 4037078"/>
                  <a:gd name="connsiteX118" fmla="*/ 3363727 w 4781403"/>
                  <a:gd name="connsiteY118" fmla="*/ 260565 h 4037078"/>
                  <a:gd name="connsiteX119" fmla="*/ 3342125 w 4781403"/>
                  <a:gd name="connsiteY119" fmla="*/ 223935 h 4037078"/>
                  <a:gd name="connsiteX120" fmla="*/ 3334527 w 4781403"/>
                  <a:gd name="connsiteY120" fmla="*/ 252769 h 4037078"/>
                  <a:gd name="connsiteX121" fmla="*/ 2611127 w 4781403"/>
                  <a:gd name="connsiteY121" fmla="*/ 59629 h 4037078"/>
                  <a:gd name="connsiteX122" fmla="*/ 2617454 w 4781403"/>
                  <a:gd name="connsiteY122" fmla="*/ 35958 h 4037078"/>
                  <a:gd name="connsiteX123" fmla="*/ 2587802 w 4781403"/>
                  <a:gd name="connsiteY123" fmla="*/ 53401 h 4037078"/>
                  <a:gd name="connsiteX124" fmla="*/ 2611127 w 4781403"/>
                  <a:gd name="connsiteY124" fmla="*/ 59629 h 4037078"/>
                  <a:gd name="connsiteX125" fmla="*/ 2515348 w 4781403"/>
                  <a:gd name="connsiteY125" fmla="*/ 417950 h 4037078"/>
                  <a:gd name="connsiteX126" fmla="*/ 2510786 w 4781403"/>
                  <a:gd name="connsiteY126" fmla="*/ 434990 h 4037078"/>
                  <a:gd name="connsiteX127" fmla="*/ 2493478 w 4781403"/>
                  <a:gd name="connsiteY127" fmla="*/ 433916 h 4037078"/>
                  <a:gd name="connsiteX128" fmla="*/ 2267261 w 4781403"/>
                  <a:gd name="connsiteY128" fmla="*/ 433916 h 4037078"/>
                  <a:gd name="connsiteX129" fmla="*/ 2251161 w 4781403"/>
                  <a:gd name="connsiteY129" fmla="*/ 434856 h 4037078"/>
                  <a:gd name="connsiteX130" fmla="*/ 2247002 w 4781403"/>
                  <a:gd name="connsiteY130" fmla="*/ 419561 h 4037078"/>
                  <a:gd name="connsiteX131" fmla="*/ 2148756 w 4781403"/>
                  <a:gd name="connsiteY131" fmla="*/ 53584 h 4037078"/>
                  <a:gd name="connsiteX132" fmla="*/ 2164887 w 4781403"/>
                  <a:gd name="connsiteY132" fmla="*/ 49241 h 4037078"/>
                  <a:gd name="connsiteX133" fmla="*/ 2144493 w 4781403"/>
                  <a:gd name="connsiteY133" fmla="*/ 37703 h 4037078"/>
                  <a:gd name="connsiteX134" fmla="*/ 2148756 w 4781403"/>
                  <a:gd name="connsiteY134" fmla="*/ 53584 h 4037078"/>
                  <a:gd name="connsiteX135" fmla="*/ 1777127 w 4781403"/>
                  <a:gd name="connsiteY135" fmla="*/ 153629 h 4037078"/>
                  <a:gd name="connsiteX136" fmla="*/ 1401145 w 4781403"/>
                  <a:gd name="connsiteY136" fmla="*/ 255696 h 4037078"/>
                  <a:gd name="connsiteX137" fmla="*/ 1397952 w 4781403"/>
                  <a:gd name="connsiteY137" fmla="*/ 244062 h 4037078"/>
                  <a:gd name="connsiteX138" fmla="*/ 1389634 w 4781403"/>
                  <a:gd name="connsiteY138" fmla="*/ 258821 h 4037078"/>
                  <a:gd name="connsiteX139" fmla="*/ 1401145 w 4781403"/>
                  <a:gd name="connsiteY139" fmla="*/ 255696 h 4037078"/>
                  <a:gd name="connsiteX140" fmla="*/ 1502742 w 4781403"/>
                  <a:gd name="connsiteY140" fmla="*/ 625918 h 4037078"/>
                  <a:gd name="connsiteX141" fmla="*/ 1505158 w 4781403"/>
                  <a:gd name="connsiteY141" fmla="*/ 634775 h 4037078"/>
                  <a:gd name="connsiteX142" fmla="*/ 1496972 w 4781403"/>
                  <a:gd name="connsiteY142" fmla="*/ 638934 h 4037078"/>
                  <a:gd name="connsiteX143" fmla="*/ 1301079 w 4781403"/>
                  <a:gd name="connsiteY143" fmla="*/ 753786 h 4037078"/>
                  <a:gd name="connsiteX144" fmla="*/ 1293699 w 4781403"/>
                  <a:gd name="connsiteY144" fmla="*/ 758751 h 4037078"/>
                  <a:gd name="connsiteX145" fmla="*/ 1287394 w 4781403"/>
                  <a:gd name="connsiteY145" fmla="*/ 752578 h 4037078"/>
                  <a:gd name="connsiteX146" fmla="*/ 1013031 w 4781403"/>
                  <a:gd name="connsiteY146" fmla="*/ 482908 h 4037078"/>
                  <a:gd name="connsiteX147" fmla="*/ 1020926 w 4781403"/>
                  <a:gd name="connsiteY147" fmla="*/ 474839 h 4037078"/>
                  <a:gd name="connsiteX148" fmla="*/ 1004959 w 4781403"/>
                  <a:gd name="connsiteY148" fmla="*/ 474975 h 4037078"/>
                  <a:gd name="connsiteX149" fmla="*/ 1013031 w 4781403"/>
                  <a:gd name="connsiteY149" fmla="*/ 482908 h 4037078"/>
                  <a:gd name="connsiteX150" fmla="*/ 468766 w 4781403"/>
                  <a:gd name="connsiteY150" fmla="*/ 1039135 h 4037078"/>
                  <a:gd name="connsiteX151" fmla="*/ 459142 w 4781403"/>
                  <a:gd name="connsiteY151" fmla="*/ 1029780 h 4037078"/>
                  <a:gd name="connsiteX152" fmla="*/ 459276 w 4781403"/>
                  <a:gd name="connsiteY152" fmla="*/ 1048833 h 4037078"/>
                  <a:gd name="connsiteX153" fmla="*/ 468766 w 4781403"/>
                  <a:gd name="connsiteY153" fmla="*/ 1039135 h 4037078"/>
                  <a:gd name="connsiteX154" fmla="*/ 742649 w 4781403"/>
                  <a:gd name="connsiteY154" fmla="*/ 1305373 h 4037078"/>
                  <a:gd name="connsiteX155" fmla="*/ 751907 w 4781403"/>
                  <a:gd name="connsiteY155" fmla="*/ 1314362 h 4037078"/>
                  <a:gd name="connsiteX156" fmla="*/ 744931 w 4781403"/>
                  <a:gd name="connsiteY156" fmla="*/ 1325364 h 4037078"/>
                  <a:gd name="connsiteX157" fmla="*/ 634505 w 4781403"/>
                  <a:gd name="connsiteY157" fmla="*/ 1523270 h 4037078"/>
                  <a:gd name="connsiteX158" fmla="*/ 628468 w 4781403"/>
                  <a:gd name="connsiteY158" fmla="*/ 1535882 h 4037078"/>
                  <a:gd name="connsiteX159" fmla="*/ 614648 w 4781403"/>
                  <a:gd name="connsiteY159" fmla="*/ 1532394 h 4037078"/>
                  <a:gd name="connsiteX160" fmla="*/ 250518 w 4781403"/>
                  <a:gd name="connsiteY160" fmla="*/ 1440406 h 4037078"/>
                  <a:gd name="connsiteX161" fmla="*/ 255332 w 4781403"/>
                  <a:gd name="connsiteY161" fmla="*/ 1421298 h 4037078"/>
                  <a:gd name="connsiteX162" fmla="*/ 231181 w 4781403"/>
                  <a:gd name="connsiteY162" fmla="*/ 1435521 h 4037078"/>
                  <a:gd name="connsiteX163" fmla="*/ 250518 w 4781403"/>
                  <a:gd name="connsiteY163" fmla="*/ 1440406 h 4037078"/>
                  <a:gd name="connsiteX164" fmla="*/ 65316 w 4781403"/>
                  <a:gd name="connsiteY164" fmla="*/ 2175388 h 4037078"/>
                  <a:gd name="connsiteX165" fmla="*/ 40790 w 4781403"/>
                  <a:gd name="connsiteY165" fmla="*/ 2169181 h 4037078"/>
                  <a:gd name="connsiteX166" fmla="*/ 59036 w 4781403"/>
                  <a:gd name="connsiteY166" fmla="*/ 2200309 h 4037078"/>
                  <a:gd name="connsiteX167" fmla="*/ 65316 w 4781403"/>
                  <a:gd name="connsiteY167" fmla="*/ 2175388 h 4037078"/>
                  <a:gd name="connsiteX168" fmla="*/ 424123 w 4781403"/>
                  <a:gd name="connsiteY168" fmla="*/ 2266189 h 4037078"/>
                  <a:gd name="connsiteX169" fmla="*/ 445993 w 4781403"/>
                  <a:gd name="connsiteY169" fmla="*/ 2271689 h 4037078"/>
                  <a:gd name="connsiteX170" fmla="*/ 444919 w 4781403"/>
                  <a:gd name="connsiteY170" fmla="*/ 2294499 h 4037078"/>
                  <a:gd name="connsiteX171" fmla="*/ 447737 w 4781403"/>
                  <a:gd name="connsiteY171" fmla="*/ 2519776 h 4037078"/>
                  <a:gd name="connsiteX172" fmla="*/ 449347 w 4781403"/>
                  <a:gd name="connsiteY172" fmla="*/ 2543122 h 4037078"/>
                  <a:gd name="connsiteX173" fmla="*/ 426537 w 4781403"/>
                  <a:gd name="connsiteY173" fmla="*/ 2549562 h 4037078"/>
                  <a:gd name="connsiteX174" fmla="*/ 75623 w 4781403"/>
                  <a:gd name="connsiteY174" fmla="*/ 2648393 h 4037078"/>
                  <a:gd name="connsiteX175" fmla="*/ 67355 w 4781403"/>
                  <a:gd name="connsiteY175" fmla="*/ 2618930 h 4037078"/>
                  <a:gd name="connsiteX176" fmla="*/ 45888 w 4781403"/>
                  <a:gd name="connsiteY176" fmla="*/ 2656768 h 4037078"/>
                  <a:gd name="connsiteX177" fmla="*/ 75623 w 4781403"/>
                  <a:gd name="connsiteY177" fmla="*/ 2648393 h 4037078"/>
                  <a:gd name="connsiteX178" fmla="*/ 275191 w 4781403"/>
                  <a:gd name="connsiteY178" fmla="*/ 3359656 h 4037078"/>
                  <a:gd name="connsiteX179" fmla="*/ 242854 w 4781403"/>
                  <a:gd name="connsiteY179" fmla="*/ 3368690 h 4037078"/>
                  <a:gd name="connsiteX180" fmla="*/ 284314 w 4781403"/>
                  <a:gd name="connsiteY180" fmla="*/ 3392171 h 4037078"/>
                  <a:gd name="connsiteX181" fmla="*/ 275191 w 4781403"/>
                  <a:gd name="connsiteY181" fmla="*/ 3359656 h 4037078"/>
                  <a:gd name="connsiteX182" fmla="*/ 624175 w 4781403"/>
                  <a:gd name="connsiteY182" fmla="*/ 3262157 h 4037078"/>
                  <a:gd name="connsiteX183" fmla="*/ 651278 w 4781403"/>
                  <a:gd name="connsiteY183" fmla="*/ 3254509 h 4037078"/>
                  <a:gd name="connsiteX184" fmla="*/ 664293 w 4781403"/>
                  <a:gd name="connsiteY184" fmla="*/ 3279735 h 4037078"/>
                  <a:gd name="connsiteX185" fmla="*/ 778609 w 4781403"/>
                  <a:gd name="connsiteY185" fmla="*/ 3472809 h 4037078"/>
                  <a:gd name="connsiteX186" fmla="*/ 794575 w 4781403"/>
                  <a:gd name="connsiteY186" fmla="*/ 3496558 h 4037078"/>
                  <a:gd name="connsiteX187" fmla="*/ 774448 w 4781403"/>
                  <a:gd name="connsiteY187" fmla="*/ 3517220 h 4037078"/>
                  <a:gd name="connsiteX188" fmla="*/ 523067 w 4781403"/>
                  <a:gd name="connsiteY188" fmla="*/ 3774084 h 4037078"/>
                  <a:gd name="connsiteX189" fmla="*/ 497112 w 4781403"/>
                  <a:gd name="connsiteY189" fmla="*/ 3748670 h 4037078"/>
                  <a:gd name="connsiteX190" fmla="*/ 497515 w 4781403"/>
                  <a:gd name="connsiteY190" fmla="*/ 3800192 h 4037078"/>
                  <a:gd name="connsiteX191" fmla="*/ 523067 w 4781403"/>
                  <a:gd name="connsiteY191" fmla="*/ 3774084 h 4037078"/>
                  <a:gd name="connsiteX192" fmla="*/ 791650 w 4781403"/>
                  <a:gd name="connsiteY192" fmla="*/ 4037078 h 4037078"/>
                  <a:gd name="connsiteX193" fmla="*/ 685249 w 4781403"/>
                  <a:gd name="connsiteY193" fmla="*/ 4037078 h 4037078"/>
                  <a:gd name="connsiteX194" fmla="*/ 446261 w 4781403"/>
                  <a:gd name="connsiteY194" fmla="*/ 3800729 h 4037078"/>
                  <a:gd name="connsiteX195" fmla="*/ 420365 w 4781403"/>
                  <a:gd name="connsiteY195" fmla="*/ 3775102 h 4037078"/>
                  <a:gd name="connsiteX196" fmla="*/ 445859 w 4781403"/>
                  <a:gd name="connsiteY196" fmla="*/ 3749341 h 4037078"/>
                  <a:gd name="connsiteX197" fmla="*/ 705336 w 4781403"/>
                  <a:gd name="connsiteY197" fmla="*/ 3486987 h 4037078"/>
                  <a:gd name="connsiteX198" fmla="*/ 720109 w 4781403"/>
                  <a:gd name="connsiteY198" fmla="*/ 3512257 h 4037078"/>
                  <a:gd name="connsiteX199" fmla="*/ 724267 w 4781403"/>
                  <a:gd name="connsiteY199" fmla="*/ 3467846 h 4037078"/>
                  <a:gd name="connsiteX200" fmla="*/ 705336 w 4781403"/>
                  <a:gd name="connsiteY200" fmla="*/ 3486987 h 4037078"/>
                  <a:gd name="connsiteX201" fmla="*/ 617234 w 4781403"/>
                  <a:gd name="connsiteY201" fmla="*/ 3336286 h 4037078"/>
                  <a:gd name="connsiteX202" fmla="*/ 642959 w 4781403"/>
                  <a:gd name="connsiteY202" fmla="*/ 3329245 h 4037078"/>
                  <a:gd name="connsiteX203" fmla="*/ 602841 w 4781403"/>
                  <a:gd name="connsiteY203" fmla="*/ 3311667 h 4037078"/>
                  <a:gd name="connsiteX204" fmla="*/ 617234 w 4781403"/>
                  <a:gd name="connsiteY204" fmla="*/ 3336286 h 4037078"/>
                  <a:gd name="connsiteX205" fmla="*/ 261102 w 4781403"/>
                  <a:gd name="connsiteY205" fmla="*/ 3433765 h 4037078"/>
                  <a:gd name="connsiteX206" fmla="*/ 228497 w 4781403"/>
                  <a:gd name="connsiteY206" fmla="*/ 3442620 h 4037078"/>
                  <a:gd name="connsiteX207" fmla="*/ 219643 w 4781403"/>
                  <a:gd name="connsiteY207" fmla="*/ 3410284 h 4037078"/>
                  <a:gd name="connsiteX208" fmla="*/ 8184 w 4781403"/>
                  <a:gd name="connsiteY208" fmla="*/ 2635433 h 4037078"/>
                  <a:gd name="connsiteX209" fmla="*/ 0 w 4781403"/>
                  <a:gd name="connsiteY209" fmla="*/ 2605513 h 4037078"/>
                  <a:gd name="connsiteX210" fmla="*/ 29653 w 4781403"/>
                  <a:gd name="connsiteY210" fmla="*/ 2597463 h 4037078"/>
                  <a:gd name="connsiteX211" fmla="*/ 389959 w 4781403"/>
                  <a:gd name="connsiteY211" fmla="*/ 2499658 h 4037078"/>
                  <a:gd name="connsiteX212" fmla="*/ 390042 w 4781403"/>
                  <a:gd name="connsiteY212" fmla="*/ 2523667 h 4037078"/>
                  <a:gd name="connsiteX213" fmla="*/ 411241 w 4781403"/>
                  <a:gd name="connsiteY213" fmla="*/ 2493881 h 4037078"/>
                  <a:gd name="connsiteX214" fmla="*/ 389959 w 4781403"/>
                  <a:gd name="connsiteY214" fmla="*/ 2499658 h 4037078"/>
                  <a:gd name="connsiteX215" fmla="*/ 389316 w 4781403"/>
                  <a:gd name="connsiteY215" fmla="*/ 2314487 h 4037078"/>
                  <a:gd name="connsiteX216" fmla="*/ 410034 w 4781403"/>
                  <a:gd name="connsiteY216" fmla="*/ 2319991 h 4037078"/>
                  <a:gd name="connsiteX217" fmla="*/ 389237 w 4781403"/>
                  <a:gd name="connsiteY217" fmla="*/ 2291681 h 4037078"/>
                  <a:gd name="connsiteX218" fmla="*/ 389316 w 4781403"/>
                  <a:gd name="connsiteY218" fmla="*/ 2314487 h 4037078"/>
                  <a:gd name="connsiteX219" fmla="*/ 27774 w 4781403"/>
                  <a:gd name="connsiteY219" fmla="*/ 2218423 h 4037078"/>
                  <a:gd name="connsiteX220" fmla="*/ 2952 w 4781403"/>
                  <a:gd name="connsiteY220" fmla="*/ 2211847 h 4037078"/>
                  <a:gd name="connsiteX221" fmla="*/ 9526 w 4781403"/>
                  <a:gd name="connsiteY221" fmla="*/ 2187428 h 4037078"/>
                  <a:gd name="connsiteX222" fmla="*/ 216690 w 4781403"/>
                  <a:gd name="connsiteY222" fmla="*/ 1411504 h 4037078"/>
                  <a:gd name="connsiteX223" fmla="*/ 221789 w 4781403"/>
                  <a:gd name="connsiteY223" fmla="*/ 1392318 h 4037078"/>
                  <a:gd name="connsiteX224" fmla="*/ 240708 w 4781403"/>
                  <a:gd name="connsiteY224" fmla="*/ 1397415 h 4037078"/>
                  <a:gd name="connsiteX225" fmla="*/ 610155 w 4781403"/>
                  <a:gd name="connsiteY225" fmla="*/ 1495746 h 4037078"/>
                  <a:gd name="connsiteX226" fmla="*/ 602976 w 4781403"/>
                  <a:gd name="connsiteY226" fmla="*/ 1508243 h 4037078"/>
                  <a:gd name="connsiteX227" fmla="*/ 622833 w 4781403"/>
                  <a:gd name="connsiteY227" fmla="*/ 1499120 h 4037078"/>
                  <a:gd name="connsiteX228" fmla="*/ 610155 w 4781403"/>
                  <a:gd name="connsiteY228" fmla="*/ 1495746 h 4037078"/>
                  <a:gd name="connsiteX229" fmla="*/ 711305 w 4781403"/>
                  <a:gd name="connsiteY229" fmla="*/ 1319680 h 4037078"/>
                  <a:gd name="connsiteX230" fmla="*/ 719975 w 4781403"/>
                  <a:gd name="connsiteY230" fmla="*/ 1328317 h 4037078"/>
                  <a:gd name="connsiteX231" fmla="*/ 717828 w 4781403"/>
                  <a:gd name="connsiteY231" fmla="*/ 1308324 h 4037078"/>
                  <a:gd name="connsiteX232" fmla="*/ 711305 w 4781403"/>
                  <a:gd name="connsiteY232" fmla="*/ 1319680 h 4037078"/>
                  <a:gd name="connsiteX233" fmla="*/ 439820 w 4781403"/>
                  <a:gd name="connsiteY233" fmla="*/ 1049236 h 4037078"/>
                  <a:gd name="connsiteX234" fmla="*/ 430294 w 4781403"/>
                  <a:gd name="connsiteY234" fmla="*/ 1039709 h 4037078"/>
                  <a:gd name="connsiteX235" fmla="*/ 439686 w 4781403"/>
                  <a:gd name="connsiteY235" fmla="*/ 1030183 h 4037078"/>
                  <a:gd name="connsiteX236" fmla="*/ 1004556 w 4781403"/>
                  <a:gd name="connsiteY236" fmla="*/ 459276 h 4037078"/>
                  <a:gd name="connsiteX237" fmla="*/ 1012472 w 4781403"/>
                  <a:gd name="connsiteY237" fmla="*/ 451226 h 4037078"/>
                  <a:gd name="connsiteX238" fmla="*/ 1020522 w 4781403"/>
                  <a:gd name="connsiteY238" fmla="*/ 459142 h 4037078"/>
                  <a:gd name="connsiteX239" fmla="*/ 1296579 w 4781403"/>
                  <a:gd name="connsiteY239" fmla="*/ 731257 h 4037078"/>
                  <a:gd name="connsiteX240" fmla="*/ 1288870 w 4781403"/>
                  <a:gd name="connsiteY240" fmla="*/ 735807 h 4037078"/>
                  <a:gd name="connsiteX241" fmla="*/ 1302556 w 4781403"/>
                  <a:gd name="connsiteY241" fmla="*/ 737149 h 4037078"/>
                  <a:gd name="connsiteX242" fmla="*/ 1296579 w 4781403"/>
                  <a:gd name="connsiteY242" fmla="*/ 731257 h 4037078"/>
                  <a:gd name="connsiteX243" fmla="*/ 1478688 w 4781403"/>
                  <a:gd name="connsiteY243" fmla="*/ 623771 h 4037078"/>
                  <a:gd name="connsiteX244" fmla="*/ 1481006 w 4781403"/>
                  <a:gd name="connsiteY244" fmla="*/ 632091 h 4037078"/>
                  <a:gd name="connsiteX245" fmla="*/ 1486642 w 4781403"/>
                  <a:gd name="connsiteY245" fmla="*/ 619076 h 4037078"/>
                  <a:gd name="connsiteX246" fmla="*/ 1478688 w 4781403"/>
                  <a:gd name="connsiteY246" fmla="*/ 623771 h 4037078"/>
                  <a:gd name="connsiteX247" fmla="*/ 1374740 w 4781403"/>
                  <a:gd name="connsiteY247" fmla="*/ 250637 h 4037078"/>
                  <a:gd name="connsiteX248" fmla="*/ 1371520 w 4781403"/>
                  <a:gd name="connsiteY248" fmla="*/ 239097 h 4037078"/>
                  <a:gd name="connsiteX249" fmla="*/ 1383060 w 4781403"/>
                  <a:gd name="connsiteY249" fmla="*/ 235877 h 4037078"/>
                  <a:gd name="connsiteX250" fmla="*/ 1769612 w 4781403"/>
                  <a:gd name="connsiteY250" fmla="*/ 127063 h 4037078"/>
                  <a:gd name="connsiteX251" fmla="*/ 2155898 w 4781403"/>
                  <a:gd name="connsiteY251" fmla="*/ 17308 h 4037078"/>
                  <a:gd name="connsiteX252" fmla="*/ 2171731 w 4781403"/>
                  <a:gd name="connsiteY252" fmla="*/ 12746 h 4037078"/>
                  <a:gd name="connsiteX253" fmla="*/ 2176293 w 4781403"/>
                  <a:gd name="connsiteY253" fmla="*/ 28848 h 4037078"/>
                  <a:gd name="connsiteX254" fmla="*/ 2280540 w 4781403"/>
                  <a:gd name="connsiteY254" fmla="*/ 394486 h 4037078"/>
                  <a:gd name="connsiteX255" fmla="*/ 2264444 w 4781403"/>
                  <a:gd name="connsiteY255" fmla="*/ 394738 h 4037078"/>
                  <a:gd name="connsiteX256" fmla="*/ 2284705 w 4781403"/>
                  <a:gd name="connsiteY256" fmla="*/ 409095 h 4037078"/>
                  <a:gd name="connsiteX257" fmla="*/ 2280540 w 4781403"/>
                  <a:gd name="connsiteY257" fmla="*/ 394486 h 4037078"/>
                  <a:gd name="connsiteX258" fmla="*/ 2477694 w 4781403"/>
                  <a:gd name="connsiteY258" fmla="*/ 391395 h 4037078"/>
                  <a:gd name="connsiteX259" fmla="*/ 2473754 w 4781403"/>
                  <a:gd name="connsiteY259" fmla="*/ 407083 h 4037078"/>
                  <a:gd name="connsiteX260" fmla="*/ 2495490 w 4781403"/>
                  <a:gd name="connsiteY260" fmla="*/ 391116 h 4037078"/>
                  <a:gd name="connsiteX261" fmla="*/ 2477694 w 4781403"/>
                  <a:gd name="connsiteY261" fmla="*/ 391395 h 4037078"/>
                  <a:gd name="connsiteX262" fmla="*/ 2570091 w 4781403"/>
                  <a:gd name="connsiteY262" fmla="*/ 23481 h 403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</a:cxnLst>
                <a:rect l="l" t="t" r="r" b="b"/>
                <a:pathLst>
                  <a:path w="4781403" h="4037078">
                    <a:moveTo>
                      <a:pt x="1315973" y="4006685"/>
                    </a:moveTo>
                    <a:lnTo>
                      <a:pt x="1342271" y="4023725"/>
                    </a:lnTo>
                    <a:lnTo>
                      <a:pt x="1365862" y="4037078"/>
                    </a:lnTo>
                    <a:lnTo>
                      <a:pt x="1286116" y="4037078"/>
                    </a:lnTo>
                    <a:lnTo>
                      <a:pt x="1293969" y="4029092"/>
                    </a:lnTo>
                    <a:close/>
                    <a:moveTo>
                      <a:pt x="3500583" y="4006283"/>
                    </a:moveTo>
                    <a:lnTo>
                      <a:pt x="3514806" y="4020505"/>
                    </a:lnTo>
                    <a:lnTo>
                      <a:pt x="3531387" y="4037078"/>
                    </a:lnTo>
                    <a:lnTo>
                      <a:pt x="3449588" y="4037078"/>
                    </a:lnTo>
                    <a:lnTo>
                      <a:pt x="3483409" y="4017553"/>
                    </a:lnTo>
                    <a:close/>
                    <a:moveTo>
                      <a:pt x="2575994" y="0"/>
                    </a:moveTo>
                    <a:lnTo>
                      <a:pt x="2599743" y="6038"/>
                    </a:lnTo>
                    <a:lnTo>
                      <a:pt x="3378619" y="202199"/>
                    </a:lnTo>
                    <a:lnTo>
                      <a:pt x="3407601" y="209444"/>
                    </a:lnTo>
                    <a:lnTo>
                      <a:pt x="3400087" y="238829"/>
                    </a:lnTo>
                    <a:lnTo>
                      <a:pt x="3308423" y="598434"/>
                    </a:lnTo>
                    <a:lnTo>
                      <a:pt x="3285772" y="585666"/>
                    </a:lnTo>
                    <a:lnTo>
                      <a:pt x="3302409" y="622027"/>
                    </a:lnTo>
                    <a:lnTo>
                      <a:pt x="3308423" y="598434"/>
                    </a:lnTo>
                    <a:lnTo>
                      <a:pt x="3464998" y="686690"/>
                    </a:lnTo>
                    <a:lnTo>
                      <a:pt x="3447853" y="704142"/>
                    </a:lnTo>
                    <a:lnTo>
                      <a:pt x="3488105" y="699714"/>
                    </a:lnTo>
                    <a:lnTo>
                      <a:pt x="3464998" y="686690"/>
                    </a:lnTo>
                    <a:lnTo>
                      <a:pt x="3724921" y="422110"/>
                    </a:lnTo>
                    <a:lnTo>
                      <a:pt x="3747731" y="398898"/>
                    </a:lnTo>
                    <a:lnTo>
                      <a:pt x="3770809" y="421707"/>
                    </a:lnTo>
                    <a:lnTo>
                      <a:pt x="4342387" y="985906"/>
                    </a:lnTo>
                    <a:lnTo>
                      <a:pt x="4364525" y="1007776"/>
                    </a:lnTo>
                    <a:lnTo>
                      <a:pt x="4342655" y="1029916"/>
                    </a:lnTo>
                    <a:lnTo>
                      <a:pt x="4080405" y="1295072"/>
                    </a:lnTo>
                    <a:lnTo>
                      <a:pt x="4067869" y="1273574"/>
                    </a:lnTo>
                    <a:lnTo>
                      <a:pt x="4064245" y="1311411"/>
                    </a:lnTo>
                    <a:lnTo>
                      <a:pt x="4080405" y="1295072"/>
                    </a:lnTo>
                    <a:lnTo>
                      <a:pt x="4172559" y="1453112"/>
                    </a:lnTo>
                    <a:lnTo>
                      <a:pt x="4150922" y="1459002"/>
                    </a:lnTo>
                    <a:lnTo>
                      <a:pt x="4184600" y="1473760"/>
                    </a:lnTo>
                    <a:lnTo>
                      <a:pt x="4172559" y="1453112"/>
                    </a:lnTo>
                    <a:lnTo>
                      <a:pt x="4532913" y="1355017"/>
                    </a:lnTo>
                    <a:lnTo>
                      <a:pt x="4559614" y="1347771"/>
                    </a:lnTo>
                    <a:lnTo>
                      <a:pt x="4566725" y="1374203"/>
                    </a:lnTo>
                    <a:lnTo>
                      <a:pt x="4775633" y="2149725"/>
                    </a:lnTo>
                    <a:lnTo>
                      <a:pt x="4781403" y="2171328"/>
                    </a:lnTo>
                    <a:lnTo>
                      <a:pt x="4760069" y="2177097"/>
                    </a:lnTo>
                    <a:lnTo>
                      <a:pt x="4392444" y="2275913"/>
                    </a:lnTo>
                    <a:lnTo>
                      <a:pt x="4392435" y="2259748"/>
                    </a:lnTo>
                    <a:lnTo>
                      <a:pt x="4378211" y="2279739"/>
                    </a:lnTo>
                    <a:lnTo>
                      <a:pt x="4392444" y="2275913"/>
                    </a:lnTo>
                    <a:lnTo>
                      <a:pt x="4392560" y="2476005"/>
                    </a:lnTo>
                    <a:lnTo>
                      <a:pt x="4379285" y="2472412"/>
                    </a:lnTo>
                    <a:lnTo>
                      <a:pt x="4392568" y="2490527"/>
                    </a:lnTo>
                    <a:lnTo>
                      <a:pt x="4392560" y="2476005"/>
                    </a:lnTo>
                    <a:lnTo>
                      <a:pt x="4761008" y="2575725"/>
                    </a:lnTo>
                    <a:lnTo>
                      <a:pt x="4774291" y="2579349"/>
                    </a:lnTo>
                    <a:lnTo>
                      <a:pt x="4770669" y="2592364"/>
                    </a:lnTo>
                    <a:lnTo>
                      <a:pt x="4558139" y="3369630"/>
                    </a:lnTo>
                    <a:lnTo>
                      <a:pt x="4177729" y="3277133"/>
                    </a:lnTo>
                    <a:lnTo>
                      <a:pt x="4181110" y="3271012"/>
                    </a:lnTo>
                    <a:lnTo>
                      <a:pt x="4171317" y="3275574"/>
                    </a:lnTo>
                    <a:lnTo>
                      <a:pt x="4177729" y="3277133"/>
                    </a:lnTo>
                    <a:lnTo>
                      <a:pt x="4074485" y="3464046"/>
                    </a:lnTo>
                    <a:lnTo>
                      <a:pt x="4068539" y="3458318"/>
                    </a:lnTo>
                    <a:lnTo>
                      <a:pt x="4070015" y="3472138"/>
                    </a:lnTo>
                    <a:lnTo>
                      <a:pt x="4074485" y="3464046"/>
                    </a:lnTo>
                    <a:lnTo>
                      <a:pt x="4353389" y="3732703"/>
                    </a:lnTo>
                    <a:lnTo>
                      <a:pt x="4364257" y="3743169"/>
                    </a:lnTo>
                    <a:lnTo>
                      <a:pt x="4353524" y="3754306"/>
                    </a:lnTo>
                    <a:lnTo>
                      <a:pt x="4079823" y="4037078"/>
                    </a:lnTo>
                    <a:lnTo>
                      <a:pt x="4027608" y="4037078"/>
                    </a:lnTo>
                    <a:lnTo>
                      <a:pt x="4321214" y="3743542"/>
                    </a:lnTo>
                    <a:lnTo>
                      <a:pt x="4332055" y="3754440"/>
                    </a:lnTo>
                    <a:lnTo>
                      <a:pt x="4331921" y="3732837"/>
                    </a:lnTo>
                    <a:lnTo>
                      <a:pt x="4321214" y="3743542"/>
                    </a:lnTo>
                    <a:lnTo>
                      <a:pt x="4053244" y="3474151"/>
                    </a:lnTo>
                    <a:lnTo>
                      <a:pt x="4046803" y="3467710"/>
                    </a:lnTo>
                    <a:lnTo>
                      <a:pt x="4051633" y="3460331"/>
                    </a:lnTo>
                    <a:cubicBezTo>
                      <a:pt x="4093496" y="3397001"/>
                      <a:pt x="4131600" y="3331391"/>
                      <a:pt x="4165815" y="3263633"/>
                    </a:cubicBezTo>
                    <a:lnTo>
                      <a:pt x="4169035" y="3257328"/>
                    </a:lnTo>
                    <a:lnTo>
                      <a:pt x="4175609" y="3259205"/>
                    </a:lnTo>
                    <a:lnTo>
                      <a:pt x="4554381" y="3363458"/>
                    </a:lnTo>
                    <a:lnTo>
                      <a:pt x="4741362" y="2599183"/>
                    </a:lnTo>
                    <a:lnTo>
                      <a:pt x="4754433" y="2602426"/>
                    </a:lnTo>
                    <a:lnTo>
                      <a:pt x="4744639" y="2585789"/>
                    </a:lnTo>
                    <a:lnTo>
                      <a:pt x="4741362" y="2599183"/>
                    </a:lnTo>
                    <a:lnTo>
                      <a:pt x="4370563" y="2507164"/>
                    </a:lnTo>
                    <a:lnTo>
                      <a:pt x="4356609" y="2503674"/>
                    </a:lnTo>
                    <a:lnTo>
                      <a:pt x="4357280" y="2489051"/>
                    </a:lnTo>
                    <a:cubicBezTo>
                      <a:pt x="4360500" y="2413511"/>
                      <a:pt x="4359427" y="2337972"/>
                      <a:pt x="4353925" y="2262565"/>
                    </a:cubicBezTo>
                    <a:lnTo>
                      <a:pt x="4352853" y="2247000"/>
                    </a:lnTo>
                    <a:lnTo>
                      <a:pt x="4368149" y="2242708"/>
                    </a:lnTo>
                    <a:lnTo>
                      <a:pt x="4727065" y="2140667"/>
                    </a:lnTo>
                    <a:lnTo>
                      <a:pt x="4733101" y="2161936"/>
                    </a:lnTo>
                    <a:lnTo>
                      <a:pt x="4748529" y="2134565"/>
                    </a:lnTo>
                    <a:lnTo>
                      <a:pt x="4727065" y="2140667"/>
                    </a:lnTo>
                    <a:lnTo>
                      <a:pt x="4521400" y="1415931"/>
                    </a:lnTo>
                    <a:lnTo>
                      <a:pt x="4547673" y="1408552"/>
                    </a:lnTo>
                    <a:lnTo>
                      <a:pt x="4513861" y="1389365"/>
                    </a:lnTo>
                    <a:lnTo>
                      <a:pt x="4521400" y="1415931"/>
                    </a:lnTo>
                    <a:lnTo>
                      <a:pt x="4166485" y="1515622"/>
                    </a:lnTo>
                    <a:lnTo>
                      <a:pt x="4143811" y="1522062"/>
                    </a:lnTo>
                    <a:lnTo>
                      <a:pt x="4132808" y="1500863"/>
                    </a:lnTo>
                    <a:cubicBezTo>
                      <a:pt x="4098192" y="1434179"/>
                      <a:pt x="4059953" y="1369641"/>
                      <a:pt x="4017956" y="1307385"/>
                    </a:cubicBezTo>
                    <a:lnTo>
                      <a:pt x="4004269" y="1287125"/>
                    </a:lnTo>
                    <a:lnTo>
                      <a:pt x="4021444" y="1269549"/>
                    </a:lnTo>
                    <a:lnTo>
                      <a:pt x="4276600" y="1008831"/>
                    </a:lnTo>
                    <a:lnTo>
                      <a:pt x="4298781" y="1030586"/>
                    </a:lnTo>
                    <a:lnTo>
                      <a:pt x="4298378" y="986577"/>
                    </a:lnTo>
                    <a:lnTo>
                      <a:pt x="4276600" y="1008831"/>
                    </a:lnTo>
                    <a:lnTo>
                      <a:pt x="3748588" y="490950"/>
                    </a:lnTo>
                    <a:lnTo>
                      <a:pt x="3771345" y="467863"/>
                    </a:lnTo>
                    <a:lnTo>
                      <a:pt x="3725458" y="468264"/>
                    </a:lnTo>
                    <a:lnTo>
                      <a:pt x="3748588" y="490950"/>
                    </a:lnTo>
                    <a:lnTo>
                      <a:pt x="3493741" y="749493"/>
                    </a:lnTo>
                    <a:lnTo>
                      <a:pt x="3475359" y="768143"/>
                    </a:lnTo>
                    <a:lnTo>
                      <a:pt x="3453489" y="753920"/>
                    </a:lnTo>
                    <a:cubicBezTo>
                      <a:pt x="3390427" y="713131"/>
                      <a:pt x="3325084" y="676099"/>
                      <a:pt x="3257999" y="642691"/>
                    </a:cubicBezTo>
                    <a:lnTo>
                      <a:pt x="3234785" y="631151"/>
                    </a:lnTo>
                    <a:lnTo>
                      <a:pt x="3241360" y="606330"/>
                    </a:lnTo>
                    <a:lnTo>
                      <a:pt x="3334527" y="252769"/>
                    </a:lnTo>
                    <a:lnTo>
                      <a:pt x="3363727" y="260565"/>
                    </a:lnTo>
                    <a:lnTo>
                      <a:pt x="3342125" y="223935"/>
                    </a:lnTo>
                    <a:lnTo>
                      <a:pt x="3334527" y="252769"/>
                    </a:lnTo>
                    <a:lnTo>
                      <a:pt x="2611127" y="59629"/>
                    </a:lnTo>
                    <a:lnTo>
                      <a:pt x="2617454" y="35958"/>
                    </a:lnTo>
                    <a:lnTo>
                      <a:pt x="2587802" y="53401"/>
                    </a:lnTo>
                    <a:lnTo>
                      <a:pt x="2611127" y="59629"/>
                    </a:lnTo>
                    <a:lnTo>
                      <a:pt x="2515348" y="417950"/>
                    </a:lnTo>
                    <a:lnTo>
                      <a:pt x="2510786" y="434990"/>
                    </a:lnTo>
                    <a:lnTo>
                      <a:pt x="2493478" y="433916"/>
                    </a:lnTo>
                    <a:cubicBezTo>
                      <a:pt x="2418207" y="429490"/>
                      <a:pt x="2342668" y="429623"/>
                      <a:pt x="2267261" y="433916"/>
                    </a:cubicBezTo>
                    <a:lnTo>
                      <a:pt x="2251161" y="434856"/>
                    </a:lnTo>
                    <a:lnTo>
                      <a:pt x="2247002" y="419561"/>
                    </a:lnTo>
                    <a:lnTo>
                      <a:pt x="2148756" y="53584"/>
                    </a:lnTo>
                    <a:lnTo>
                      <a:pt x="2164887" y="49241"/>
                    </a:lnTo>
                    <a:lnTo>
                      <a:pt x="2144493" y="37703"/>
                    </a:lnTo>
                    <a:lnTo>
                      <a:pt x="2148756" y="53584"/>
                    </a:lnTo>
                    <a:lnTo>
                      <a:pt x="1777127" y="153629"/>
                    </a:lnTo>
                    <a:lnTo>
                      <a:pt x="1401145" y="255696"/>
                    </a:lnTo>
                    <a:lnTo>
                      <a:pt x="1397952" y="244062"/>
                    </a:lnTo>
                    <a:lnTo>
                      <a:pt x="1389634" y="258821"/>
                    </a:lnTo>
                    <a:lnTo>
                      <a:pt x="1401145" y="255696"/>
                    </a:lnTo>
                    <a:lnTo>
                      <a:pt x="1502742" y="625918"/>
                    </a:lnTo>
                    <a:lnTo>
                      <a:pt x="1505158" y="634775"/>
                    </a:lnTo>
                    <a:lnTo>
                      <a:pt x="1496972" y="638934"/>
                    </a:lnTo>
                    <a:cubicBezTo>
                      <a:pt x="1429483" y="673416"/>
                      <a:pt x="1364141" y="711789"/>
                      <a:pt x="1301079" y="753786"/>
                    </a:cubicBezTo>
                    <a:lnTo>
                      <a:pt x="1293699" y="758751"/>
                    </a:lnTo>
                    <a:lnTo>
                      <a:pt x="1287394" y="752578"/>
                    </a:lnTo>
                    <a:lnTo>
                      <a:pt x="1013031" y="482908"/>
                    </a:lnTo>
                    <a:lnTo>
                      <a:pt x="1020926" y="474839"/>
                    </a:lnTo>
                    <a:lnTo>
                      <a:pt x="1004959" y="474975"/>
                    </a:lnTo>
                    <a:lnTo>
                      <a:pt x="1013031" y="482908"/>
                    </a:lnTo>
                    <a:lnTo>
                      <a:pt x="468766" y="1039135"/>
                    </a:lnTo>
                    <a:lnTo>
                      <a:pt x="459142" y="1029780"/>
                    </a:lnTo>
                    <a:lnTo>
                      <a:pt x="459276" y="1048833"/>
                    </a:lnTo>
                    <a:lnTo>
                      <a:pt x="468766" y="1039135"/>
                    </a:lnTo>
                    <a:lnTo>
                      <a:pt x="742649" y="1305373"/>
                    </a:lnTo>
                    <a:lnTo>
                      <a:pt x="751907" y="1314362"/>
                    </a:lnTo>
                    <a:lnTo>
                      <a:pt x="744931" y="1325364"/>
                    </a:lnTo>
                    <a:cubicBezTo>
                      <a:pt x="704276" y="1389231"/>
                      <a:pt x="667378" y="1455244"/>
                      <a:pt x="634505" y="1523270"/>
                    </a:cubicBezTo>
                    <a:lnTo>
                      <a:pt x="628468" y="1535882"/>
                    </a:lnTo>
                    <a:lnTo>
                      <a:pt x="614648" y="1532394"/>
                    </a:lnTo>
                    <a:lnTo>
                      <a:pt x="250518" y="1440406"/>
                    </a:lnTo>
                    <a:lnTo>
                      <a:pt x="255332" y="1421298"/>
                    </a:lnTo>
                    <a:lnTo>
                      <a:pt x="231181" y="1435521"/>
                    </a:lnTo>
                    <a:lnTo>
                      <a:pt x="250518" y="1440406"/>
                    </a:lnTo>
                    <a:lnTo>
                      <a:pt x="65316" y="2175388"/>
                    </a:lnTo>
                    <a:lnTo>
                      <a:pt x="40790" y="2169181"/>
                    </a:lnTo>
                    <a:lnTo>
                      <a:pt x="59036" y="2200309"/>
                    </a:lnTo>
                    <a:lnTo>
                      <a:pt x="65316" y="2175388"/>
                    </a:lnTo>
                    <a:lnTo>
                      <a:pt x="424123" y="2266189"/>
                    </a:lnTo>
                    <a:lnTo>
                      <a:pt x="445993" y="2271689"/>
                    </a:lnTo>
                    <a:lnTo>
                      <a:pt x="444919" y="2294499"/>
                    </a:lnTo>
                    <a:cubicBezTo>
                      <a:pt x="441431" y="2369635"/>
                      <a:pt x="442503" y="2444774"/>
                      <a:pt x="447737" y="2519776"/>
                    </a:cubicBezTo>
                    <a:lnTo>
                      <a:pt x="449347" y="2543122"/>
                    </a:lnTo>
                    <a:lnTo>
                      <a:pt x="426537" y="2549562"/>
                    </a:lnTo>
                    <a:lnTo>
                      <a:pt x="75623" y="2648393"/>
                    </a:lnTo>
                    <a:lnTo>
                      <a:pt x="67355" y="2618930"/>
                    </a:lnTo>
                    <a:lnTo>
                      <a:pt x="45888" y="2656768"/>
                    </a:lnTo>
                    <a:lnTo>
                      <a:pt x="75623" y="2648393"/>
                    </a:lnTo>
                    <a:lnTo>
                      <a:pt x="275191" y="3359656"/>
                    </a:lnTo>
                    <a:lnTo>
                      <a:pt x="242854" y="3368690"/>
                    </a:lnTo>
                    <a:lnTo>
                      <a:pt x="284314" y="3392171"/>
                    </a:lnTo>
                    <a:lnTo>
                      <a:pt x="275191" y="3359656"/>
                    </a:lnTo>
                    <a:lnTo>
                      <a:pt x="624175" y="3262157"/>
                    </a:lnTo>
                    <a:lnTo>
                      <a:pt x="651278" y="3254509"/>
                    </a:lnTo>
                    <a:lnTo>
                      <a:pt x="664293" y="3279735"/>
                    </a:lnTo>
                    <a:cubicBezTo>
                      <a:pt x="698642" y="3346149"/>
                      <a:pt x="736881" y="3410687"/>
                      <a:pt x="778609" y="3472809"/>
                    </a:cubicBezTo>
                    <a:lnTo>
                      <a:pt x="794575" y="3496558"/>
                    </a:lnTo>
                    <a:lnTo>
                      <a:pt x="774448" y="3517220"/>
                    </a:lnTo>
                    <a:lnTo>
                      <a:pt x="523067" y="3774084"/>
                    </a:lnTo>
                    <a:lnTo>
                      <a:pt x="497112" y="3748670"/>
                    </a:lnTo>
                    <a:lnTo>
                      <a:pt x="497515" y="3800192"/>
                    </a:lnTo>
                    <a:lnTo>
                      <a:pt x="523067" y="3774084"/>
                    </a:lnTo>
                    <a:lnTo>
                      <a:pt x="791650" y="4037078"/>
                    </a:lnTo>
                    <a:lnTo>
                      <a:pt x="685249" y="4037078"/>
                    </a:lnTo>
                    <a:lnTo>
                      <a:pt x="446261" y="3800729"/>
                    </a:lnTo>
                    <a:lnTo>
                      <a:pt x="420365" y="3775102"/>
                    </a:lnTo>
                    <a:lnTo>
                      <a:pt x="445859" y="3749341"/>
                    </a:lnTo>
                    <a:lnTo>
                      <a:pt x="705336" y="3486987"/>
                    </a:lnTo>
                    <a:lnTo>
                      <a:pt x="720109" y="3512257"/>
                    </a:lnTo>
                    <a:lnTo>
                      <a:pt x="724267" y="3467846"/>
                    </a:lnTo>
                    <a:lnTo>
                      <a:pt x="705336" y="3486987"/>
                    </a:lnTo>
                    <a:lnTo>
                      <a:pt x="617234" y="3336286"/>
                    </a:lnTo>
                    <a:lnTo>
                      <a:pt x="642959" y="3329245"/>
                    </a:lnTo>
                    <a:lnTo>
                      <a:pt x="602841" y="3311667"/>
                    </a:lnTo>
                    <a:lnTo>
                      <a:pt x="617234" y="3336286"/>
                    </a:lnTo>
                    <a:lnTo>
                      <a:pt x="261102" y="3433765"/>
                    </a:lnTo>
                    <a:lnTo>
                      <a:pt x="228497" y="3442620"/>
                    </a:lnTo>
                    <a:lnTo>
                      <a:pt x="219643" y="3410284"/>
                    </a:lnTo>
                    <a:lnTo>
                      <a:pt x="8184" y="2635433"/>
                    </a:lnTo>
                    <a:lnTo>
                      <a:pt x="0" y="2605513"/>
                    </a:lnTo>
                    <a:lnTo>
                      <a:pt x="29653" y="2597463"/>
                    </a:lnTo>
                    <a:lnTo>
                      <a:pt x="389959" y="2499658"/>
                    </a:lnTo>
                    <a:lnTo>
                      <a:pt x="390042" y="2523667"/>
                    </a:lnTo>
                    <a:lnTo>
                      <a:pt x="411241" y="2493881"/>
                    </a:lnTo>
                    <a:lnTo>
                      <a:pt x="389959" y="2499658"/>
                    </a:lnTo>
                    <a:lnTo>
                      <a:pt x="389316" y="2314487"/>
                    </a:lnTo>
                    <a:lnTo>
                      <a:pt x="410034" y="2319991"/>
                    </a:lnTo>
                    <a:lnTo>
                      <a:pt x="389237" y="2291681"/>
                    </a:lnTo>
                    <a:lnTo>
                      <a:pt x="389316" y="2314487"/>
                    </a:lnTo>
                    <a:lnTo>
                      <a:pt x="27774" y="2218423"/>
                    </a:lnTo>
                    <a:lnTo>
                      <a:pt x="2952" y="2211847"/>
                    </a:lnTo>
                    <a:lnTo>
                      <a:pt x="9526" y="2187428"/>
                    </a:lnTo>
                    <a:lnTo>
                      <a:pt x="216690" y="1411504"/>
                    </a:lnTo>
                    <a:lnTo>
                      <a:pt x="221789" y="1392318"/>
                    </a:lnTo>
                    <a:lnTo>
                      <a:pt x="240708" y="1397415"/>
                    </a:lnTo>
                    <a:lnTo>
                      <a:pt x="610155" y="1495746"/>
                    </a:lnTo>
                    <a:lnTo>
                      <a:pt x="602976" y="1508243"/>
                    </a:lnTo>
                    <a:lnTo>
                      <a:pt x="622833" y="1499120"/>
                    </a:lnTo>
                    <a:lnTo>
                      <a:pt x="610155" y="1495746"/>
                    </a:lnTo>
                    <a:lnTo>
                      <a:pt x="711305" y="1319680"/>
                    </a:lnTo>
                    <a:lnTo>
                      <a:pt x="719975" y="1328317"/>
                    </a:lnTo>
                    <a:lnTo>
                      <a:pt x="717828" y="1308324"/>
                    </a:lnTo>
                    <a:lnTo>
                      <a:pt x="711305" y="1319680"/>
                    </a:lnTo>
                    <a:lnTo>
                      <a:pt x="439820" y="1049236"/>
                    </a:lnTo>
                    <a:lnTo>
                      <a:pt x="430294" y="1039709"/>
                    </a:lnTo>
                    <a:lnTo>
                      <a:pt x="439686" y="1030183"/>
                    </a:lnTo>
                    <a:lnTo>
                      <a:pt x="1004556" y="459276"/>
                    </a:lnTo>
                    <a:lnTo>
                      <a:pt x="1012472" y="451226"/>
                    </a:lnTo>
                    <a:lnTo>
                      <a:pt x="1020522" y="459142"/>
                    </a:lnTo>
                    <a:lnTo>
                      <a:pt x="1296579" y="731257"/>
                    </a:lnTo>
                    <a:lnTo>
                      <a:pt x="1288870" y="735807"/>
                    </a:lnTo>
                    <a:lnTo>
                      <a:pt x="1302556" y="737149"/>
                    </a:lnTo>
                    <a:lnTo>
                      <a:pt x="1296579" y="731257"/>
                    </a:lnTo>
                    <a:lnTo>
                      <a:pt x="1478688" y="623771"/>
                    </a:lnTo>
                    <a:lnTo>
                      <a:pt x="1481006" y="632091"/>
                    </a:lnTo>
                    <a:lnTo>
                      <a:pt x="1486642" y="619076"/>
                    </a:lnTo>
                    <a:lnTo>
                      <a:pt x="1478688" y="623771"/>
                    </a:lnTo>
                    <a:lnTo>
                      <a:pt x="1374740" y="250637"/>
                    </a:lnTo>
                    <a:lnTo>
                      <a:pt x="1371520" y="239097"/>
                    </a:lnTo>
                    <a:lnTo>
                      <a:pt x="1383060" y="235877"/>
                    </a:lnTo>
                    <a:lnTo>
                      <a:pt x="1769612" y="127063"/>
                    </a:lnTo>
                    <a:lnTo>
                      <a:pt x="2155898" y="17308"/>
                    </a:lnTo>
                    <a:lnTo>
                      <a:pt x="2171731" y="12746"/>
                    </a:lnTo>
                    <a:lnTo>
                      <a:pt x="2176293" y="28848"/>
                    </a:lnTo>
                    <a:lnTo>
                      <a:pt x="2280540" y="394486"/>
                    </a:lnTo>
                    <a:lnTo>
                      <a:pt x="2264444" y="394738"/>
                    </a:lnTo>
                    <a:lnTo>
                      <a:pt x="2284705" y="409095"/>
                    </a:lnTo>
                    <a:lnTo>
                      <a:pt x="2280540" y="394486"/>
                    </a:lnTo>
                    <a:lnTo>
                      <a:pt x="2477694" y="391395"/>
                    </a:lnTo>
                    <a:lnTo>
                      <a:pt x="2473754" y="407083"/>
                    </a:lnTo>
                    <a:lnTo>
                      <a:pt x="2495490" y="391116"/>
                    </a:lnTo>
                    <a:lnTo>
                      <a:pt x="2477694" y="391395"/>
                    </a:lnTo>
                    <a:lnTo>
                      <a:pt x="2570091" y="23481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 39" descr="f81a66dd-6261-43c7-949d-533e22436a7b"/>
              <p:cNvSpPr/>
              <p:nvPr/>
            </p:nvSpPr>
            <p:spPr>
              <a:xfrm>
                <a:off x="6254340" y="4047712"/>
                <a:ext cx="2357925" cy="2312999"/>
              </a:xfrm>
              <a:custGeom>
                <a:avLst/>
                <a:gdLst>
                  <a:gd name="connsiteX0" fmla="*/ 824912 w 1655502"/>
                  <a:gd name="connsiteY0" fmla="*/ 1623940 h 1623960"/>
                  <a:gd name="connsiteX1" fmla="*/ 667404 w 1655502"/>
                  <a:gd name="connsiteY1" fmla="*/ 1609433 h 1623960"/>
                  <a:gd name="connsiteX2" fmla="*/ 514795 w 1655502"/>
                  <a:gd name="connsiteY2" fmla="*/ 1566382 h 1623960"/>
                  <a:gd name="connsiteX3" fmla="*/ 245185 w 1655502"/>
                  <a:gd name="connsiteY3" fmla="*/ 1397475 h 1623960"/>
                  <a:gd name="connsiteX4" fmla="*/ 139960 w 1655502"/>
                  <a:gd name="connsiteY4" fmla="*/ 1275482 h 1623960"/>
                  <a:gd name="connsiteX5" fmla="*/ 117634 w 1655502"/>
                  <a:gd name="connsiteY5" fmla="*/ 1241758 h 1623960"/>
                  <a:gd name="connsiteX6" fmla="*/ 97003 w 1655502"/>
                  <a:gd name="connsiteY6" fmla="*/ 1206902 h 1623960"/>
                  <a:gd name="connsiteX7" fmla="*/ 78445 w 1655502"/>
                  <a:gd name="connsiteY7" fmla="*/ 1170822 h 1623960"/>
                  <a:gd name="connsiteX8" fmla="*/ 61677 w 1655502"/>
                  <a:gd name="connsiteY8" fmla="*/ 1133895 h 1623960"/>
                  <a:gd name="connsiteX9" fmla="*/ 68 w 1655502"/>
                  <a:gd name="connsiteY9" fmla="*/ 817748 h 1623960"/>
                  <a:gd name="connsiteX10" fmla="*/ 69213 w 1655502"/>
                  <a:gd name="connsiteY10" fmla="*/ 504711 h 1623960"/>
                  <a:gd name="connsiteX11" fmla="*/ 147967 w 1655502"/>
                  <a:gd name="connsiteY11" fmla="*/ 365384 h 1623960"/>
                  <a:gd name="connsiteX12" fmla="*/ 250743 w 1655502"/>
                  <a:gd name="connsiteY12" fmla="*/ 243579 h 1623960"/>
                  <a:gd name="connsiteX13" fmla="*/ 513947 w 1655502"/>
                  <a:gd name="connsiteY13" fmla="*/ 67137 h 1623960"/>
                  <a:gd name="connsiteX14" fmla="*/ 665897 w 1655502"/>
                  <a:gd name="connsiteY14" fmla="*/ 18716 h 1623960"/>
                  <a:gd name="connsiteX15" fmla="*/ 824818 w 1655502"/>
                  <a:gd name="connsiteY15" fmla="*/ 158 h 1623960"/>
                  <a:gd name="connsiteX16" fmla="*/ 1140211 w 1655502"/>
                  <a:gd name="connsiteY16" fmla="*/ 56303 h 1623960"/>
                  <a:gd name="connsiteX17" fmla="*/ 1410009 w 1655502"/>
                  <a:gd name="connsiteY17" fmla="*/ 232558 h 1623960"/>
                  <a:gd name="connsiteX18" fmla="*/ 1591821 w 1655502"/>
                  <a:gd name="connsiteY18" fmla="*/ 500001 h 1623960"/>
                  <a:gd name="connsiteX19" fmla="*/ 1655503 w 1655502"/>
                  <a:gd name="connsiteY19" fmla="*/ 817748 h 1623960"/>
                  <a:gd name="connsiteX20" fmla="*/ 1589938 w 1655502"/>
                  <a:gd name="connsiteY20" fmla="*/ 1134648 h 1623960"/>
                  <a:gd name="connsiteX21" fmla="*/ 1404922 w 1655502"/>
                  <a:gd name="connsiteY21" fmla="*/ 1397758 h 1623960"/>
                  <a:gd name="connsiteX22" fmla="*/ 1135030 w 1655502"/>
                  <a:gd name="connsiteY22" fmla="*/ 1566665 h 1623960"/>
                  <a:gd name="connsiteX23" fmla="*/ 982326 w 1655502"/>
                  <a:gd name="connsiteY23" fmla="*/ 1609621 h 1623960"/>
                  <a:gd name="connsiteX24" fmla="*/ 824912 w 1655502"/>
                  <a:gd name="connsiteY24" fmla="*/ 1623940 h 1623960"/>
                  <a:gd name="connsiteX25" fmla="*/ 824912 w 1655502"/>
                  <a:gd name="connsiteY25" fmla="*/ 1618853 h 1623960"/>
                  <a:gd name="connsiteX26" fmla="*/ 981007 w 1655502"/>
                  <a:gd name="connsiteY26" fmla="*/ 1602274 h 1623960"/>
                  <a:gd name="connsiteX27" fmla="*/ 1129848 w 1655502"/>
                  <a:gd name="connsiteY27" fmla="*/ 1553853 h 1623960"/>
                  <a:gd name="connsiteX28" fmla="*/ 1381371 w 1655502"/>
                  <a:gd name="connsiteY28" fmla="*/ 1374113 h 1623960"/>
                  <a:gd name="connsiteX29" fmla="*/ 1601524 w 1655502"/>
                  <a:gd name="connsiteY29" fmla="*/ 817654 h 1623960"/>
                  <a:gd name="connsiteX30" fmla="*/ 1586640 w 1655502"/>
                  <a:gd name="connsiteY30" fmla="*/ 666081 h 1623960"/>
                  <a:gd name="connsiteX31" fmla="*/ 1543024 w 1655502"/>
                  <a:gd name="connsiteY31" fmla="*/ 520160 h 1623960"/>
                  <a:gd name="connsiteX32" fmla="*/ 1376284 w 1655502"/>
                  <a:gd name="connsiteY32" fmla="*/ 266188 h 1623960"/>
                  <a:gd name="connsiteX33" fmla="*/ 824818 w 1655502"/>
                  <a:gd name="connsiteY33" fmla="*/ 27854 h 1623960"/>
                  <a:gd name="connsiteX34" fmla="*/ 520542 w 1655502"/>
                  <a:gd name="connsiteY34" fmla="*/ 83057 h 1623960"/>
                  <a:gd name="connsiteX35" fmla="*/ 262330 w 1655502"/>
                  <a:gd name="connsiteY35" fmla="*/ 255261 h 1623960"/>
                  <a:gd name="connsiteX36" fmla="*/ 165207 w 1655502"/>
                  <a:gd name="connsiteY36" fmla="*/ 377065 h 1623960"/>
                  <a:gd name="connsiteX37" fmla="*/ 95214 w 1655502"/>
                  <a:gd name="connsiteY37" fmla="*/ 515544 h 1623960"/>
                  <a:gd name="connsiteX38" fmla="*/ 42177 w 1655502"/>
                  <a:gd name="connsiteY38" fmla="*/ 817748 h 1623960"/>
                  <a:gd name="connsiteX39" fmla="*/ 58663 w 1655502"/>
                  <a:gd name="connsiteY39" fmla="*/ 970169 h 1623960"/>
                  <a:gd name="connsiteX40" fmla="*/ 102750 w 1655502"/>
                  <a:gd name="connsiteY40" fmla="*/ 1116750 h 1623960"/>
                  <a:gd name="connsiteX41" fmla="*/ 118011 w 1655502"/>
                  <a:gd name="connsiteY41" fmla="*/ 1151982 h 1623960"/>
                  <a:gd name="connsiteX42" fmla="*/ 134967 w 1655502"/>
                  <a:gd name="connsiteY42" fmla="*/ 1186366 h 1623960"/>
                  <a:gd name="connsiteX43" fmla="*/ 153243 w 1655502"/>
                  <a:gd name="connsiteY43" fmla="*/ 1220185 h 1623960"/>
                  <a:gd name="connsiteX44" fmla="*/ 173214 w 1655502"/>
                  <a:gd name="connsiteY44" fmla="*/ 1253062 h 1623960"/>
                  <a:gd name="connsiteX45" fmla="*/ 267888 w 1655502"/>
                  <a:gd name="connsiteY45" fmla="*/ 1374678 h 1623960"/>
                  <a:gd name="connsiteX46" fmla="*/ 519694 w 1655502"/>
                  <a:gd name="connsiteY46" fmla="*/ 1554418 h 1623960"/>
                  <a:gd name="connsiteX47" fmla="*/ 668629 w 1655502"/>
                  <a:gd name="connsiteY47" fmla="*/ 1602745 h 1623960"/>
                  <a:gd name="connsiteX48" fmla="*/ 824912 w 1655502"/>
                  <a:gd name="connsiteY48" fmla="*/ 1618853 h 1623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1655502" h="1623960">
                    <a:moveTo>
                      <a:pt x="824912" y="1623940"/>
                    </a:moveTo>
                    <a:cubicBezTo>
                      <a:pt x="772158" y="1624223"/>
                      <a:pt x="719310" y="1619042"/>
                      <a:pt x="667404" y="1609433"/>
                    </a:cubicBezTo>
                    <a:cubicBezTo>
                      <a:pt x="615404" y="1600107"/>
                      <a:pt x="564440" y="1585129"/>
                      <a:pt x="514795" y="1566382"/>
                    </a:cubicBezTo>
                    <a:cubicBezTo>
                      <a:pt x="415882" y="1528136"/>
                      <a:pt x="323374" y="1471237"/>
                      <a:pt x="245185" y="1397475"/>
                    </a:cubicBezTo>
                    <a:cubicBezTo>
                      <a:pt x="206279" y="1360548"/>
                      <a:pt x="170576" y="1319852"/>
                      <a:pt x="139960" y="1275482"/>
                    </a:cubicBezTo>
                    <a:cubicBezTo>
                      <a:pt x="132518" y="1264272"/>
                      <a:pt x="124793" y="1253156"/>
                      <a:pt x="117634" y="1241758"/>
                    </a:cubicBezTo>
                    <a:cubicBezTo>
                      <a:pt x="110757" y="1230171"/>
                      <a:pt x="103503" y="1218772"/>
                      <a:pt x="97003" y="1206902"/>
                    </a:cubicBezTo>
                    <a:cubicBezTo>
                      <a:pt x="90880" y="1194844"/>
                      <a:pt x="84286" y="1183069"/>
                      <a:pt x="78445" y="1170822"/>
                    </a:cubicBezTo>
                    <a:cubicBezTo>
                      <a:pt x="72887" y="1158482"/>
                      <a:pt x="66858" y="1146424"/>
                      <a:pt x="61677" y="1133895"/>
                    </a:cubicBezTo>
                    <a:cubicBezTo>
                      <a:pt x="19192" y="1034416"/>
                      <a:pt x="-1345" y="925611"/>
                      <a:pt x="68" y="817748"/>
                    </a:cubicBezTo>
                    <a:cubicBezTo>
                      <a:pt x="2141" y="709791"/>
                      <a:pt x="25880" y="602682"/>
                      <a:pt x="69213" y="504711"/>
                    </a:cubicBezTo>
                    <a:cubicBezTo>
                      <a:pt x="90880" y="455725"/>
                      <a:pt x="117257" y="409000"/>
                      <a:pt x="147967" y="365384"/>
                    </a:cubicBezTo>
                    <a:cubicBezTo>
                      <a:pt x="178395" y="321580"/>
                      <a:pt x="212874" y="280790"/>
                      <a:pt x="250743" y="243579"/>
                    </a:cubicBezTo>
                    <a:cubicBezTo>
                      <a:pt x="326389" y="168970"/>
                      <a:pt x="416164" y="108869"/>
                      <a:pt x="513947" y="67137"/>
                    </a:cubicBezTo>
                    <a:cubicBezTo>
                      <a:pt x="562933" y="46412"/>
                      <a:pt x="613803" y="30209"/>
                      <a:pt x="665897" y="18716"/>
                    </a:cubicBezTo>
                    <a:cubicBezTo>
                      <a:pt x="717992" y="7412"/>
                      <a:pt x="771311" y="1194"/>
                      <a:pt x="824818" y="158"/>
                    </a:cubicBezTo>
                    <a:cubicBezTo>
                      <a:pt x="931739" y="-1914"/>
                      <a:pt x="1039884" y="16361"/>
                      <a:pt x="1140211" y="56303"/>
                    </a:cubicBezTo>
                    <a:cubicBezTo>
                      <a:pt x="1240632" y="95963"/>
                      <a:pt x="1332857" y="156535"/>
                      <a:pt x="1410009" y="232558"/>
                    </a:cubicBezTo>
                    <a:cubicBezTo>
                      <a:pt x="1487162" y="308580"/>
                      <a:pt x="1549524" y="399863"/>
                      <a:pt x="1591821" y="500001"/>
                    </a:cubicBezTo>
                    <a:cubicBezTo>
                      <a:pt x="1634401" y="600045"/>
                      <a:pt x="1655503" y="709038"/>
                      <a:pt x="1655503" y="817748"/>
                    </a:cubicBezTo>
                    <a:cubicBezTo>
                      <a:pt x="1654561" y="926365"/>
                      <a:pt x="1633177" y="1035170"/>
                      <a:pt x="1589938" y="1134648"/>
                    </a:cubicBezTo>
                    <a:cubicBezTo>
                      <a:pt x="1547358" y="1234409"/>
                      <a:pt x="1483205" y="1324374"/>
                      <a:pt x="1404922" y="1397758"/>
                    </a:cubicBezTo>
                    <a:cubicBezTo>
                      <a:pt x="1326639" y="1471520"/>
                      <a:pt x="1234037" y="1528418"/>
                      <a:pt x="1135030" y="1566665"/>
                    </a:cubicBezTo>
                    <a:cubicBezTo>
                      <a:pt x="1085385" y="1585505"/>
                      <a:pt x="1034421" y="1600390"/>
                      <a:pt x="982326" y="1609621"/>
                    </a:cubicBezTo>
                    <a:cubicBezTo>
                      <a:pt x="930514" y="1619325"/>
                      <a:pt x="877666" y="1624317"/>
                      <a:pt x="824912" y="1623940"/>
                    </a:cubicBezTo>
                    <a:close/>
                    <a:moveTo>
                      <a:pt x="824912" y="1618853"/>
                    </a:moveTo>
                    <a:cubicBezTo>
                      <a:pt x="877384" y="1618382"/>
                      <a:pt x="929761" y="1613107"/>
                      <a:pt x="981007" y="1602274"/>
                    </a:cubicBezTo>
                    <a:cubicBezTo>
                      <a:pt x="1032160" y="1591064"/>
                      <a:pt x="1082276" y="1575331"/>
                      <a:pt x="1129848" y="1553853"/>
                    </a:cubicBezTo>
                    <a:cubicBezTo>
                      <a:pt x="1225276" y="1511556"/>
                      <a:pt x="1310907" y="1449193"/>
                      <a:pt x="1381371" y="1374113"/>
                    </a:cubicBezTo>
                    <a:cubicBezTo>
                      <a:pt x="1522111" y="1223388"/>
                      <a:pt x="1603314" y="1021510"/>
                      <a:pt x="1601524" y="817654"/>
                    </a:cubicBezTo>
                    <a:cubicBezTo>
                      <a:pt x="1601242" y="766785"/>
                      <a:pt x="1596532" y="715915"/>
                      <a:pt x="1586640" y="666081"/>
                    </a:cubicBezTo>
                    <a:cubicBezTo>
                      <a:pt x="1576749" y="616248"/>
                      <a:pt x="1561959" y="567356"/>
                      <a:pt x="1543024" y="520160"/>
                    </a:cubicBezTo>
                    <a:cubicBezTo>
                      <a:pt x="1504872" y="425863"/>
                      <a:pt x="1447879" y="339007"/>
                      <a:pt x="1376284" y="266188"/>
                    </a:cubicBezTo>
                    <a:cubicBezTo>
                      <a:pt x="1233190" y="120361"/>
                      <a:pt x="1032160" y="31905"/>
                      <a:pt x="824818" y="27854"/>
                    </a:cubicBezTo>
                    <a:cubicBezTo>
                      <a:pt x="721477" y="26158"/>
                      <a:pt x="617006" y="43680"/>
                      <a:pt x="520542" y="83057"/>
                    </a:cubicBezTo>
                    <a:cubicBezTo>
                      <a:pt x="423889" y="121869"/>
                      <a:pt x="335432" y="181028"/>
                      <a:pt x="262330" y="255261"/>
                    </a:cubicBezTo>
                    <a:cubicBezTo>
                      <a:pt x="225874" y="292471"/>
                      <a:pt x="193279" y="333355"/>
                      <a:pt x="165207" y="377065"/>
                    </a:cubicBezTo>
                    <a:cubicBezTo>
                      <a:pt x="137322" y="420870"/>
                      <a:pt x="113866" y="467406"/>
                      <a:pt x="95214" y="515544"/>
                    </a:cubicBezTo>
                    <a:cubicBezTo>
                      <a:pt x="57721" y="611914"/>
                      <a:pt x="40199" y="715255"/>
                      <a:pt x="42177" y="817748"/>
                    </a:cubicBezTo>
                    <a:cubicBezTo>
                      <a:pt x="42837" y="868995"/>
                      <a:pt x="48771" y="920053"/>
                      <a:pt x="58663" y="970169"/>
                    </a:cubicBezTo>
                    <a:cubicBezTo>
                      <a:pt x="68742" y="1020285"/>
                      <a:pt x="83815" y="1069271"/>
                      <a:pt x="102750" y="1116750"/>
                    </a:cubicBezTo>
                    <a:cubicBezTo>
                      <a:pt x="107460" y="1128619"/>
                      <a:pt x="112924" y="1140206"/>
                      <a:pt x="118011" y="1151982"/>
                    </a:cubicBezTo>
                    <a:cubicBezTo>
                      <a:pt x="123286" y="1163663"/>
                      <a:pt x="129315" y="1174873"/>
                      <a:pt x="134967" y="1186366"/>
                    </a:cubicBezTo>
                    <a:cubicBezTo>
                      <a:pt x="140714" y="1197765"/>
                      <a:pt x="147214" y="1208881"/>
                      <a:pt x="153243" y="1220185"/>
                    </a:cubicBezTo>
                    <a:cubicBezTo>
                      <a:pt x="159649" y="1231301"/>
                      <a:pt x="166526" y="1242040"/>
                      <a:pt x="173214" y="1253062"/>
                    </a:cubicBezTo>
                    <a:cubicBezTo>
                      <a:pt x="201004" y="1296113"/>
                      <a:pt x="232374" y="1337186"/>
                      <a:pt x="267888" y="1374678"/>
                    </a:cubicBezTo>
                    <a:cubicBezTo>
                      <a:pt x="338541" y="1449759"/>
                      <a:pt x="424077" y="1512215"/>
                      <a:pt x="519694" y="1554418"/>
                    </a:cubicBezTo>
                    <a:cubicBezTo>
                      <a:pt x="567266" y="1575896"/>
                      <a:pt x="617477" y="1591534"/>
                      <a:pt x="668629" y="1602745"/>
                    </a:cubicBezTo>
                    <a:cubicBezTo>
                      <a:pt x="720064" y="1613390"/>
                      <a:pt x="772441" y="1618476"/>
                      <a:pt x="824912" y="1618853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 40" descr="90d153c1-d962-4a1a-8447-3f3aec5edf88"/>
              <p:cNvSpPr/>
              <p:nvPr/>
            </p:nvSpPr>
            <p:spPr>
              <a:xfrm>
                <a:off x="5838364" y="3621534"/>
                <a:ext cx="3181787" cy="3181787"/>
              </a:xfrm>
              <a:custGeom>
                <a:avLst/>
                <a:gdLst>
                  <a:gd name="connsiteX0" fmla="*/ 1116969 w 2233937"/>
                  <a:gd name="connsiteY0" fmla="*/ 0 h 2233937"/>
                  <a:gd name="connsiteX1" fmla="*/ 0 w 2233937"/>
                  <a:gd name="connsiteY1" fmla="*/ 1116969 h 2233937"/>
                  <a:gd name="connsiteX2" fmla="*/ 1116969 w 2233937"/>
                  <a:gd name="connsiteY2" fmla="*/ 2233937 h 2233937"/>
                  <a:gd name="connsiteX3" fmla="*/ 2233937 w 2233937"/>
                  <a:gd name="connsiteY3" fmla="*/ 1116969 h 2233937"/>
                  <a:gd name="connsiteX4" fmla="*/ 1116969 w 2233937"/>
                  <a:gd name="connsiteY4" fmla="*/ 0 h 2233937"/>
                  <a:gd name="connsiteX5" fmla="*/ 1116969 w 2233937"/>
                  <a:gd name="connsiteY5" fmla="*/ 2128900 h 2233937"/>
                  <a:gd name="connsiteX6" fmla="*/ 105037 w 2233937"/>
                  <a:gd name="connsiteY6" fmla="*/ 1116969 h 2233937"/>
                  <a:gd name="connsiteX7" fmla="*/ 1116969 w 2233937"/>
                  <a:gd name="connsiteY7" fmla="*/ 105037 h 2233937"/>
                  <a:gd name="connsiteX8" fmla="*/ 2128901 w 2233937"/>
                  <a:gd name="connsiteY8" fmla="*/ 1116969 h 2233937"/>
                  <a:gd name="connsiteX9" fmla="*/ 1116969 w 2233937"/>
                  <a:gd name="connsiteY9" fmla="*/ 2128900 h 2233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33937" h="2233937">
                    <a:moveTo>
                      <a:pt x="1116969" y="0"/>
                    </a:moveTo>
                    <a:cubicBezTo>
                      <a:pt x="500125" y="0"/>
                      <a:pt x="0" y="500031"/>
                      <a:pt x="0" y="1116969"/>
                    </a:cubicBezTo>
                    <a:cubicBezTo>
                      <a:pt x="0" y="1733812"/>
                      <a:pt x="500031" y="2233937"/>
                      <a:pt x="1116969" y="2233937"/>
                    </a:cubicBezTo>
                    <a:cubicBezTo>
                      <a:pt x="1733812" y="2233937"/>
                      <a:pt x="2233937" y="1733906"/>
                      <a:pt x="2233937" y="1116969"/>
                    </a:cubicBezTo>
                    <a:cubicBezTo>
                      <a:pt x="2233937" y="500126"/>
                      <a:pt x="1733812" y="0"/>
                      <a:pt x="1116969" y="0"/>
                    </a:cubicBezTo>
                    <a:close/>
                    <a:moveTo>
                      <a:pt x="1116969" y="2128900"/>
                    </a:moveTo>
                    <a:cubicBezTo>
                      <a:pt x="558060" y="2128900"/>
                      <a:pt x="105037" y="1675877"/>
                      <a:pt x="105037" y="1116969"/>
                    </a:cubicBezTo>
                    <a:cubicBezTo>
                      <a:pt x="105037" y="558061"/>
                      <a:pt x="558060" y="105037"/>
                      <a:pt x="1116969" y="105037"/>
                    </a:cubicBezTo>
                    <a:cubicBezTo>
                      <a:pt x="1675877" y="105037"/>
                      <a:pt x="2128901" y="558061"/>
                      <a:pt x="2128901" y="1116969"/>
                    </a:cubicBezTo>
                    <a:cubicBezTo>
                      <a:pt x="2128901" y="1675783"/>
                      <a:pt x="1675877" y="2128900"/>
                      <a:pt x="1116969" y="2128900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" name="任意多边形 41" descr="6e7232bb-b5c4-4026-9781-c175495352f7"/>
              <p:cNvSpPr/>
              <p:nvPr/>
            </p:nvSpPr>
            <p:spPr>
              <a:xfrm>
                <a:off x="5821861" y="3619520"/>
                <a:ext cx="3219088" cy="3194717"/>
              </a:xfrm>
              <a:custGeom>
                <a:avLst/>
                <a:gdLst>
                  <a:gd name="connsiteX0" fmla="*/ 1128557 w 2260126"/>
                  <a:gd name="connsiteY0" fmla="*/ 2827 h 2243015"/>
                  <a:gd name="connsiteX1" fmla="*/ 911041 w 2260126"/>
                  <a:gd name="connsiteY1" fmla="*/ 24682 h 2243015"/>
                  <a:gd name="connsiteX2" fmla="*/ 702569 w 2260126"/>
                  <a:gd name="connsiteY2" fmla="*/ 89683 h 2243015"/>
                  <a:gd name="connsiteX3" fmla="*/ 345068 w 2260126"/>
                  <a:gd name="connsiteY3" fmla="*/ 334800 h 2243015"/>
                  <a:gd name="connsiteX4" fmla="*/ 108052 w 2260126"/>
                  <a:gd name="connsiteY4" fmla="*/ 695598 h 2243015"/>
                  <a:gd name="connsiteX5" fmla="*/ 45219 w 2260126"/>
                  <a:gd name="connsiteY5" fmla="*/ 902751 h 2243015"/>
                  <a:gd name="connsiteX6" fmla="*/ 23363 w 2260126"/>
                  <a:gd name="connsiteY6" fmla="*/ 1118288 h 2243015"/>
                  <a:gd name="connsiteX7" fmla="*/ 103813 w 2260126"/>
                  <a:gd name="connsiteY7" fmla="*/ 1542768 h 2243015"/>
                  <a:gd name="connsiteX8" fmla="*/ 204705 w 2260126"/>
                  <a:gd name="connsiteY8" fmla="*/ 1735603 h 2243015"/>
                  <a:gd name="connsiteX9" fmla="*/ 342242 w 2260126"/>
                  <a:gd name="connsiteY9" fmla="*/ 1904603 h 2243015"/>
                  <a:gd name="connsiteX10" fmla="*/ 510489 w 2260126"/>
                  <a:gd name="connsiteY10" fmla="*/ 2043365 h 2243015"/>
                  <a:gd name="connsiteX11" fmla="*/ 703040 w 2260126"/>
                  <a:gd name="connsiteY11" fmla="*/ 2145669 h 2243015"/>
                  <a:gd name="connsiteX12" fmla="*/ 1128651 w 2260126"/>
                  <a:gd name="connsiteY12" fmla="*/ 2227438 h 2243015"/>
                  <a:gd name="connsiteX13" fmla="*/ 1551812 w 2260126"/>
                  <a:gd name="connsiteY13" fmla="*/ 2139923 h 2243015"/>
                  <a:gd name="connsiteX14" fmla="*/ 1909031 w 2260126"/>
                  <a:gd name="connsiteY14" fmla="*/ 1898669 h 2243015"/>
                  <a:gd name="connsiteX15" fmla="*/ 2147083 w 2260126"/>
                  <a:gd name="connsiteY15" fmla="*/ 1540131 h 2243015"/>
                  <a:gd name="connsiteX16" fmla="*/ 2231018 w 2260126"/>
                  <a:gd name="connsiteY16" fmla="*/ 1118288 h 2243015"/>
                  <a:gd name="connsiteX17" fmla="*/ 2210199 w 2260126"/>
                  <a:gd name="connsiteY17" fmla="*/ 903128 h 2243015"/>
                  <a:gd name="connsiteX18" fmla="*/ 2148307 w 2260126"/>
                  <a:gd name="connsiteY18" fmla="*/ 695975 h 2243015"/>
                  <a:gd name="connsiteX19" fmla="*/ 1911951 w 2260126"/>
                  <a:gd name="connsiteY19" fmla="*/ 335082 h 2243015"/>
                  <a:gd name="connsiteX20" fmla="*/ 1554732 w 2260126"/>
                  <a:gd name="connsiteY20" fmla="*/ 89871 h 2243015"/>
                  <a:gd name="connsiteX21" fmla="*/ 1346260 w 2260126"/>
                  <a:gd name="connsiteY21" fmla="*/ 24776 h 2243015"/>
                  <a:gd name="connsiteX22" fmla="*/ 1128557 w 2260126"/>
                  <a:gd name="connsiteY22" fmla="*/ 2827 h 2243015"/>
                  <a:gd name="connsiteX23" fmla="*/ 1128557 w 2260126"/>
                  <a:gd name="connsiteY23" fmla="*/ 1 h 2243015"/>
                  <a:gd name="connsiteX24" fmla="*/ 1557558 w 2260126"/>
                  <a:gd name="connsiteY24" fmla="*/ 82711 h 2243015"/>
                  <a:gd name="connsiteX25" fmla="*/ 1924951 w 2260126"/>
                  <a:gd name="connsiteY25" fmla="*/ 321988 h 2243015"/>
                  <a:gd name="connsiteX26" fmla="*/ 2173083 w 2260126"/>
                  <a:gd name="connsiteY26" fmla="*/ 685707 h 2243015"/>
                  <a:gd name="connsiteX27" fmla="*/ 2260127 w 2260126"/>
                  <a:gd name="connsiteY27" fmla="*/ 1118288 h 2243015"/>
                  <a:gd name="connsiteX28" fmla="*/ 2174213 w 2260126"/>
                  <a:gd name="connsiteY28" fmla="*/ 1551435 h 2243015"/>
                  <a:gd name="connsiteX29" fmla="*/ 1927777 w 2260126"/>
                  <a:gd name="connsiteY29" fmla="*/ 1917509 h 2243015"/>
                  <a:gd name="connsiteX30" fmla="*/ 1560384 w 2260126"/>
                  <a:gd name="connsiteY30" fmla="*/ 2160742 h 2243015"/>
                  <a:gd name="connsiteX31" fmla="*/ 1128651 w 2260126"/>
                  <a:gd name="connsiteY31" fmla="*/ 2242982 h 2243015"/>
                  <a:gd name="connsiteX32" fmla="*/ 909534 w 2260126"/>
                  <a:gd name="connsiteY32" fmla="*/ 2219807 h 2243015"/>
                  <a:gd name="connsiteX33" fmla="*/ 699272 w 2260126"/>
                  <a:gd name="connsiteY33" fmla="*/ 2154902 h 2243015"/>
                  <a:gd name="connsiteX34" fmla="*/ 335365 w 2260126"/>
                  <a:gd name="connsiteY34" fmla="*/ 1911574 h 2243015"/>
                  <a:gd name="connsiteX35" fmla="*/ 195096 w 2260126"/>
                  <a:gd name="connsiteY35" fmla="*/ 1742103 h 2243015"/>
                  <a:gd name="connsiteX36" fmla="*/ 89306 w 2260126"/>
                  <a:gd name="connsiteY36" fmla="*/ 1548797 h 2243015"/>
                  <a:gd name="connsiteX37" fmla="*/ 1 w 2260126"/>
                  <a:gd name="connsiteY37" fmla="*/ 1118288 h 2243015"/>
                  <a:gd name="connsiteX38" fmla="*/ 85161 w 2260126"/>
                  <a:gd name="connsiteY38" fmla="*/ 686084 h 2243015"/>
                  <a:gd name="connsiteX39" fmla="*/ 332633 w 2260126"/>
                  <a:gd name="connsiteY39" fmla="*/ 322271 h 2243015"/>
                  <a:gd name="connsiteX40" fmla="*/ 699837 w 2260126"/>
                  <a:gd name="connsiteY40" fmla="*/ 82900 h 2243015"/>
                  <a:gd name="connsiteX41" fmla="*/ 1128557 w 2260126"/>
                  <a:gd name="connsiteY41" fmla="*/ 1 h 2243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2260126" h="2243015">
                    <a:moveTo>
                      <a:pt x="1128557" y="2827"/>
                    </a:moveTo>
                    <a:cubicBezTo>
                      <a:pt x="1055549" y="3110"/>
                      <a:pt x="982541" y="10175"/>
                      <a:pt x="911041" y="24682"/>
                    </a:cubicBezTo>
                    <a:cubicBezTo>
                      <a:pt x="839541" y="39378"/>
                      <a:pt x="769454" y="60856"/>
                      <a:pt x="702569" y="89683"/>
                    </a:cubicBezTo>
                    <a:cubicBezTo>
                      <a:pt x="568518" y="146958"/>
                      <a:pt x="446430" y="230893"/>
                      <a:pt x="345068" y="334800"/>
                    </a:cubicBezTo>
                    <a:cubicBezTo>
                      <a:pt x="243799" y="438706"/>
                      <a:pt x="163161" y="561924"/>
                      <a:pt x="108052" y="695598"/>
                    </a:cubicBezTo>
                    <a:cubicBezTo>
                      <a:pt x="80733" y="762482"/>
                      <a:pt x="59443" y="831910"/>
                      <a:pt x="45219" y="902751"/>
                    </a:cubicBezTo>
                    <a:cubicBezTo>
                      <a:pt x="30994" y="973592"/>
                      <a:pt x="23740" y="1045940"/>
                      <a:pt x="23363" y="1118288"/>
                    </a:cubicBezTo>
                    <a:cubicBezTo>
                      <a:pt x="22421" y="1262985"/>
                      <a:pt x="49269" y="1408152"/>
                      <a:pt x="103813" y="1542768"/>
                    </a:cubicBezTo>
                    <a:cubicBezTo>
                      <a:pt x="130944" y="1610124"/>
                      <a:pt x="164857" y="1674747"/>
                      <a:pt x="204705" y="1735603"/>
                    </a:cubicBezTo>
                    <a:cubicBezTo>
                      <a:pt x="244741" y="1796364"/>
                      <a:pt x="291089" y="1852886"/>
                      <a:pt x="342242" y="1904603"/>
                    </a:cubicBezTo>
                    <a:cubicBezTo>
                      <a:pt x="393582" y="1956132"/>
                      <a:pt x="449728" y="2003140"/>
                      <a:pt x="510489" y="2043365"/>
                    </a:cubicBezTo>
                    <a:cubicBezTo>
                      <a:pt x="571156" y="2083684"/>
                      <a:pt x="635685" y="2118068"/>
                      <a:pt x="703040" y="2145669"/>
                    </a:cubicBezTo>
                    <a:cubicBezTo>
                      <a:pt x="837563" y="2201532"/>
                      <a:pt x="983483" y="2228286"/>
                      <a:pt x="1128651" y="2227438"/>
                    </a:cubicBezTo>
                    <a:cubicBezTo>
                      <a:pt x="1273912" y="2226214"/>
                      <a:pt x="1418420" y="2196069"/>
                      <a:pt x="1551812" y="2139923"/>
                    </a:cubicBezTo>
                    <a:cubicBezTo>
                      <a:pt x="1685204" y="2083778"/>
                      <a:pt x="1807103" y="2001068"/>
                      <a:pt x="1909031" y="1898669"/>
                    </a:cubicBezTo>
                    <a:cubicBezTo>
                      <a:pt x="2010865" y="1796175"/>
                      <a:pt x="2092351" y="1673617"/>
                      <a:pt x="2147083" y="1540131"/>
                    </a:cubicBezTo>
                    <a:cubicBezTo>
                      <a:pt x="2201909" y="1406645"/>
                      <a:pt x="2230924" y="1262702"/>
                      <a:pt x="2231018" y="1118288"/>
                    </a:cubicBezTo>
                    <a:cubicBezTo>
                      <a:pt x="2231018" y="1046129"/>
                      <a:pt x="2224141" y="973969"/>
                      <a:pt x="2210199" y="903128"/>
                    </a:cubicBezTo>
                    <a:cubicBezTo>
                      <a:pt x="2196257" y="832287"/>
                      <a:pt x="2175250" y="762954"/>
                      <a:pt x="2148307" y="695975"/>
                    </a:cubicBezTo>
                    <a:cubicBezTo>
                      <a:pt x="2094140" y="562018"/>
                      <a:pt x="2012843" y="439177"/>
                      <a:pt x="1911951" y="335082"/>
                    </a:cubicBezTo>
                    <a:cubicBezTo>
                      <a:pt x="1810777" y="231176"/>
                      <a:pt x="1688689" y="147241"/>
                      <a:pt x="1554732" y="89871"/>
                    </a:cubicBezTo>
                    <a:cubicBezTo>
                      <a:pt x="1487848" y="61045"/>
                      <a:pt x="1417761" y="39566"/>
                      <a:pt x="1346260" y="24776"/>
                    </a:cubicBezTo>
                    <a:cubicBezTo>
                      <a:pt x="1274572" y="10363"/>
                      <a:pt x="1201564" y="3204"/>
                      <a:pt x="1128557" y="2827"/>
                    </a:cubicBezTo>
                    <a:close/>
                    <a:moveTo>
                      <a:pt x="1128557" y="1"/>
                    </a:moveTo>
                    <a:cubicBezTo>
                      <a:pt x="1274948" y="-187"/>
                      <a:pt x="1421340" y="27979"/>
                      <a:pt x="1557558" y="82711"/>
                    </a:cubicBezTo>
                    <a:cubicBezTo>
                      <a:pt x="1693776" y="137255"/>
                      <a:pt x="1819349" y="219118"/>
                      <a:pt x="1924951" y="321988"/>
                    </a:cubicBezTo>
                    <a:cubicBezTo>
                      <a:pt x="2030836" y="424670"/>
                      <a:pt x="2115336" y="549489"/>
                      <a:pt x="2173083" y="685707"/>
                    </a:cubicBezTo>
                    <a:cubicBezTo>
                      <a:pt x="2231112" y="821925"/>
                      <a:pt x="2259656" y="970295"/>
                      <a:pt x="2260127" y="1118288"/>
                    </a:cubicBezTo>
                    <a:cubicBezTo>
                      <a:pt x="2260127" y="1266282"/>
                      <a:pt x="2231677" y="1414746"/>
                      <a:pt x="2174213" y="1551435"/>
                    </a:cubicBezTo>
                    <a:cubicBezTo>
                      <a:pt x="2117126" y="1688124"/>
                      <a:pt x="2032720" y="1813226"/>
                      <a:pt x="1927777" y="1917509"/>
                    </a:cubicBezTo>
                    <a:cubicBezTo>
                      <a:pt x="1822929" y="2021887"/>
                      <a:pt x="1697168" y="2105068"/>
                      <a:pt x="1560384" y="2160742"/>
                    </a:cubicBezTo>
                    <a:cubicBezTo>
                      <a:pt x="1423696" y="2216887"/>
                      <a:pt x="1275796" y="2244112"/>
                      <a:pt x="1128651" y="2242982"/>
                    </a:cubicBezTo>
                    <a:cubicBezTo>
                      <a:pt x="1055078" y="2242322"/>
                      <a:pt x="981505" y="2234597"/>
                      <a:pt x="909534" y="2219807"/>
                    </a:cubicBezTo>
                    <a:cubicBezTo>
                      <a:pt x="837563" y="2204829"/>
                      <a:pt x="767099" y="2183163"/>
                      <a:pt x="699272" y="2154902"/>
                    </a:cubicBezTo>
                    <a:cubicBezTo>
                      <a:pt x="563714" y="2098285"/>
                      <a:pt x="439836" y="2014633"/>
                      <a:pt x="335365" y="1911574"/>
                    </a:cubicBezTo>
                    <a:cubicBezTo>
                      <a:pt x="283270" y="1859857"/>
                      <a:pt x="236357" y="1802864"/>
                      <a:pt x="195096" y="1742103"/>
                    </a:cubicBezTo>
                    <a:cubicBezTo>
                      <a:pt x="153647" y="1681436"/>
                      <a:pt x="118132" y="1616624"/>
                      <a:pt x="89306" y="1548797"/>
                    </a:cubicBezTo>
                    <a:cubicBezTo>
                      <a:pt x="31559" y="1413333"/>
                      <a:pt x="1037" y="1266093"/>
                      <a:pt x="1" y="1118288"/>
                    </a:cubicBezTo>
                    <a:cubicBezTo>
                      <a:pt x="-187" y="970672"/>
                      <a:pt x="27697" y="822396"/>
                      <a:pt x="85161" y="686084"/>
                    </a:cubicBezTo>
                    <a:cubicBezTo>
                      <a:pt x="141871" y="549489"/>
                      <a:pt x="227125" y="425140"/>
                      <a:pt x="332633" y="322271"/>
                    </a:cubicBezTo>
                    <a:cubicBezTo>
                      <a:pt x="438141" y="219306"/>
                      <a:pt x="563619" y="137444"/>
                      <a:pt x="699837" y="82900"/>
                    </a:cubicBezTo>
                    <a:cubicBezTo>
                      <a:pt x="835773" y="28262"/>
                      <a:pt x="982165" y="-93"/>
                      <a:pt x="1128557" y="1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任意多边形 42" descr="0bdeaef3-fc67-49b2-9518-23fb7ee975b8"/>
              <p:cNvSpPr/>
              <p:nvPr/>
            </p:nvSpPr>
            <p:spPr>
              <a:xfrm>
                <a:off x="5971329" y="3760081"/>
                <a:ext cx="2920150" cy="2895649"/>
              </a:xfrm>
              <a:custGeom>
                <a:avLst/>
                <a:gdLst>
                  <a:gd name="connsiteX0" fmla="*/ 1023614 w 2050241"/>
                  <a:gd name="connsiteY0" fmla="*/ 2033039 h 2033039"/>
                  <a:gd name="connsiteX1" fmla="*/ 634931 w 2050241"/>
                  <a:gd name="connsiteY1" fmla="*/ 1958147 h 2033039"/>
                  <a:gd name="connsiteX2" fmla="*/ 301828 w 2050241"/>
                  <a:gd name="connsiteY2" fmla="*/ 1741574 h 2033039"/>
                  <a:gd name="connsiteX3" fmla="*/ 77154 w 2050241"/>
                  <a:gd name="connsiteY3" fmla="*/ 1411768 h 2033039"/>
                  <a:gd name="connsiteX4" fmla="*/ 1 w 2050241"/>
                  <a:gd name="connsiteY4" fmla="*/ 1019694 h 2033039"/>
                  <a:gd name="connsiteX5" fmla="*/ 81393 w 2050241"/>
                  <a:gd name="connsiteY5" fmla="*/ 629409 h 2033039"/>
                  <a:gd name="connsiteX6" fmla="*/ 177480 w 2050241"/>
                  <a:gd name="connsiteY6" fmla="*/ 454286 h 2033039"/>
                  <a:gd name="connsiteX7" fmla="*/ 304749 w 2050241"/>
                  <a:gd name="connsiteY7" fmla="*/ 300734 h 2033039"/>
                  <a:gd name="connsiteX8" fmla="*/ 634555 w 2050241"/>
                  <a:gd name="connsiteY8" fmla="*/ 80110 h 2033039"/>
                  <a:gd name="connsiteX9" fmla="*/ 825128 w 2050241"/>
                  <a:gd name="connsiteY9" fmla="*/ 21233 h 2033039"/>
                  <a:gd name="connsiteX10" fmla="*/ 1023708 w 2050241"/>
                  <a:gd name="connsiteY10" fmla="*/ 37 h 2033039"/>
                  <a:gd name="connsiteX11" fmla="*/ 1415312 w 2050241"/>
                  <a:gd name="connsiteY11" fmla="*/ 74364 h 2033039"/>
                  <a:gd name="connsiteX12" fmla="*/ 1748697 w 2050241"/>
                  <a:gd name="connsiteY12" fmla="*/ 294799 h 2033039"/>
                  <a:gd name="connsiteX13" fmla="*/ 1972336 w 2050241"/>
                  <a:gd name="connsiteY13" fmla="*/ 626772 h 2033039"/>
                  <a:gd name="connsiteX14" fmla="*/ 2050242 w 2050241"/>
                  <a:gd name="connsiteY14" fmla="*/ 1019694 h 2033039"/>
                  <a:gd name="connsiteX15" fmla="*/ 1971205 w 2050241"/>
                  <a:gd name="connsiteY15" fmla="*/ 1412145 h 2033039"/>
                  <a:gd name="connsiteX16" fmla="*/ 1745871 w 2050241"/>
                  <a:gd name="connsiteY16" fmla="*/ 1741857 h 2033039"/>
                  <a:gd name="connsiteX17" fmla="*/ 1412580 w 2050241"/>
                  <a:gd name="connsiteY17" fmla="*/ 1958335 h 2033039"/>
                  <a:gd name="connsiteX18" fmla="*/ 1023614 w 2050241"/>
                  <a:gd name="connsiteY18" fmla="*/ 2033039 h 2033039"/>
                  <a:gd name="connsiteX19" fmla="*/ 1023614 w 2050241"/>
                  <a:gd name="connsiteY19" fmla="*/ 2030213 h 2033039"/>
                  <a:gd name="connsiteX20" fmla="*/ 1409377 w 2050241"/>
                  <a:gd name="connsiteY20" fmla="*/ 1951082 h 2033039"/>
                  <a:gd name="connsiteX21" fmla="*/ 1732588 w 2050241"/>
                  <a:gd name="connsiteY21" fmla="*/ 1728668 h 2033039"/>
                  <a:gd name="connsiteX22" fmla="*/ 1946241 w 2050241"/>
                  <a:gd name="connsiteY22" fmla="*/ 1401877 h 2033039"/>
                  <a:gd name="connsiteX23" fmla="*/ 2002198 w 2050241"/>
                  <a:gd name="connsiteY23" fmla="*/ 1214412 h 2033039"/>
                  <a:gd name="connsiteX24" fmla="*/ 2021039 w 2050241"/>
                  <a:gd name="connsiteY24" fmla="*/ 1019788 h 2033039"/>
                  <a:gd name="connsiteX25" fmla="*/ 1945111 w 2050241"/>
                  <a:gd name="connsiteY25" fmla="*/ 638170 h 2033039"/>
                  <a:gd name="connsiteX26" fmla="*/ 1729856 w 2050241"/>
                  <a:gd name="connsiteY26" fmla="*/ 313640 h 2033039"/>
                  <a:gd name="connsiteX27" fmla="*/ 1406739 w 2050241"/>
                  <a:gd name="connsiteY27" fmla="*/ 95088 h 2033039"/>
                  <a:gd name="connsiteX28" fmla="*/ 1023708 w 2050241"/>
                  <a:gd name="connsiteY28" fmla="*/ 15581 h 2033039"/>
                  <a:gd name="connsiteX29" fmla="*/ 638323 w 2050241"/>
                  <a:gd name="connsiteY29" fmla="*/ 89342 h 2033039"/>
                  <a:gd name="connsiteX30" fmla="*/ 463952 w 2050241"/>
                  <a:gd name="connsiteY30" fmla="*/ 181944 h 2033039"/>
                  <a:gd name="connsiteX31" fmla="*/ 311626 w 2050241"/>
                  <a:gd name="connsiteY31" fmla="*/ 307611 h 2033039"/>
                  <a:gd name="connsiteX32" fmla="*/ 187089 w 2050241"/>
                  <a:gd name="connsiteY32" fmla="*/ 460691 h 2033039"/>
                  <a:gd name="connsiteX33" fmla="*/ 95900 w 2050241"/>
                  <a:gd name="connsiteY33" fmla="*/ 635344 h 2033039"/>
                  <a:gd name="connsiteX34" fmla="*/ 23458 w 2050241"/>
                  <a:gd name="connsiteY34" fmla="*/ 1019599 h 2033039"/>
                  <a:gd name="connsiteX35" fmla="*/ 43240 w 2050241"/>
                  <a:gd name="connsiteY35" fmla="*/ 1214600 h 2033039"/>
                  <a:gd name="connsiteX36" fmla="*/ 100139 w 2050241"/>
                  <a:gd name="connsiteY36" fmla="*/ 1402065 h 2033039"/>
                  <a:gd name="connsiteX37" fmla="*/ 314358 w 2050241"/>
                  <a:gd name="connsiteY37" fmla="*/ 1728762 h 2033039"/>
                  <a:gd name="connsiteX38" fmla="*/ 637757 w 2050241"/>
                  <a:gd name="connsiteY38" fmla="*/ 1951082 h 2033039"/>
                  <a:gd name="connsiteX39" fmla="*/ 826541 w 2050241"/>
                  <a:gd name="connsiteY39" fmla="*/ 2010147 h 2033039"/>
                  <a:gd name="connsiteX40" fmla="*/ 1023614 w 2050241"/>
                  <a:gd name="connsiteY40" fmla="*/ 2030213 h 2033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2050241" h="2033039">
                    <a:moveTo>
                      <a:pt x="1023614" y="2033039"/>
                    </a:moveTo>
                    <a:cubicBezTo>
                      <a:pt x="890976" y="2033133"/>
                      <a:pt x="758338" y="2007509"/>
                      <a:pt x="634931" y="1958147"/>
                    </a:cubicBezTo>
                    <a:cubicBezTo>
                      <a:pt x="511431" y="1908879"/>
                      <a:pt x="397633" y="1834741"/>
                      <a:pt x="301828" y="1741574"/>
                    </a:cubicBezTo>
                    <a:cubicBezTo>
                      <a:pt x="206024" y="1648406"/>
                      <a:pt x="128683" y="1535645"/>
                      <a:pt x="77154" y="1411768"/>
                    </a:cubicBezTo>
                    <a:cubicBezTo>
                      <a:pt x="25059" y="1288079"/>
                      <a:pt x="-187" y="1153651"/>
                      <a:pt x="1" y="1019694"/>
                    </a:cubicBezTo>
                    <a:cubicBezTo>
                      <a:pt x="1037" y="885737"/>
                      <a:pt x="28921" y="752156"/>
                      <a:pt x="81393" y="629409"/>
                    </a:cubicBezTo>
                    <a:cubicBezTo>
                      <a:pt x="107581" y="567989"/>
                      <a:pt x="139799" y="509300"/>
                      <a:pt x="177480" y="454286"/>
                    </a:cubicBezTo>
                    <a:cubicBezTo>
                      <a:pt x="214879" y="399177"/>
                      <a:pt x="257459" y="347553"/>
                      <a:pt x="304749" y="300734"/>
                    </a:cubicBezTo>
                    <a:cubicBezTo>
                      <a:pt x="399517" y="207285"/>
                      <a:pt x="511713" y="131545"/>
                      <a:pt x="634555" y="80110"/>
                    </a:cubicBezTo>
                    <a:cubicBezTo>
                      <a:pt x="695975" y="54487"/>
                      <a:pt x="759939" y="34798"/>
                      <a:pt x="825128" y="21233"/>
                    </a:cubicBezTo>
                    <a:cubicBezTo>
                      <a:pt x="890411" y="7762"/>
                      <a:pt x="957012" y="697"/>
                      <a:pt x="1023708" y="37"/>
                    </a:cubicBezTo>
                    <a:cubicBezTo>
                      <a:pt x="1157100" y="-1093"/>
                      <a:pt x="1291246" y="23494"/>
                      <a:pt x="1415312" y="74364"/>
                    </a:cubicBezTo>
                    <a:cubicBezTo>
                      <a:pt x="1539377" y="124762"/>
                      <a:pt x="1653552" y="200125"/>
                      <a:pt x="1748697" y="294799"/>
                    </a:cubicBezTo>
                    <a:cubicBezTo>
                      <a:pt x="1843937" y="389379"/>
                      <a:pt x="1920524" y="502800"/>
                      <a:pt x="1972336" y="626772"/>
                    </a:cubicBezTo>
                    <a:cubicBezTo>
                      <a:pt x="2024524" y="750743"/>
                      <a:pt x="2050242" y="885454"/>
                      <a:pt x="2050242" y="1019694"/>
                    </a:cubicBezTo>
                    <a:cubicBezTo>
                      <a:pt x="2049771" y="1153933"/>
                      <a:pt x="2023959" y="1288550"/>
                      <a:pt x="1971205" y="1412145"/>
                    </a:cubicBezTo>
                    <a:cubicBezTo>
                      <a:pt x="1918828" y="1535645"/>
                      <a:pt x="1842052" y="1648784"/>
                      <a:pt x="1745871" y="1741857"/>
                    </a:cubicBezTo>
                    <a:cubicBezTo>
                      <a:pt x="1649972" y="1835023"/>
                      <a:pt x="1536080" y="1909067"/>
                      <a:pt x="1412580" y="1958335"/>
                    </a:cubicBezTo>
                    <a:cubicBezTo>
                      <a:pt x="1288985" y="2007698"/>
                      <a:pt x="1156347" y="2033227"/>
                      <a:pt x="1023614" y="2033039"/>
                    </a:cubicBezTo>
                    <a:close/>
                    <a:moveTo>
                      <a:pt x="1023614" y="2030213"/>
                    </a:moveTo>
                    <a:cubicBezTo>
                      <a:pt x="1155876" y="2029930"/>
                      <a:pt x="1288137" y="2003364"/>
                      <a:pt x="1409377" y="1951082"/>
                    </a:cubicBezTo>
                    <a:cubicBezTo>
                      <a:pt x="1530616" y="1899082"/>
                      <a:pt x="1641117" y="1822871"/>
                      <a:pt x="1732588" y="1728668"/>
                    </a:cubicBezTo>
                    <a:cubicBezTo>
                      <a:pt x="1823777" y="1634276"/>
                      <a:pt x="1897256" y="1523116"/>
                      <a:pt x="1946241" y="1401877"/>
                    </a:cubicBezTo>
                    <a:cubicBezTo>
                      <a:pt x="1970546" y="1341210"/>
                      <a:pt x="1989575" y="1278470"/>
                      <a:pt x="2002198" y="1214412"/>
                    </a:cubicBezTo>
                    <a:cubicBezTo>
                      <a:pt x="2014821" y="1150354"/>
                      <a:pt x="2021039" y="1085071"/>
                      <a:pt x="2021039" y="1019788"/>
                    </a:cubicBezTo>
                    <a:cubicBezTo>
                      <a:pt x="2020945" y="889128"/>
                      <a:pt x="1994568" y="758845"/>
                      <a:pt x="1945111" y="638170"/>
                    </a:cubicBezTo>
                    <a:cubicBezTo>
                      <a:pt x="1895654" y="517402"/>
                      <a:pt x="1821987" y="406430"/>
                      <a:pt x="1729856" y="313640"/>
                    </a:cubicBezTo>
                    <a:cubicBezTo>
                      <a:pt x="1637631" y="220944"/>
                      <a:pt x="1527413" y="146052"/>
                      <a:pt x="1406739" y="95088"/>
                    </a:cubicBezTo>
                    <a:cubicBezTo>
                      <a:pt x="1286065" y="44219"/>
                      <a:pt x="1155310" y="16711"/>
                      <a:pt x="1023708" y="15581"/>
                    </a:cubicBezTo>
                    <a:cubicBezTo>
                      <a:pt x="892295" y="14733"/>
                      <a:pt x="760128" y="38755"/>
                      <a:pt x="638323" y="89342"/>
                    </a:cubicBezTo>
                    <a:cubicBezTo>
                      <a:pt x="577373" y="114400"/>
                      <a:pt x="518873" y="145487"/>
                      <a:pt x="463952" y="181944"/>
                    </a:cubicBezTo>
                    <a:cubicBezTo>
                      <a:pt x="408938" y="218400"/>
                      <a:pt x="358162" y="260981"/>
                      <a:pt x="311626" y="307611"/>
                    </a:cubicBezTo>
                    <a:cubicBezTo>
                      <a:pt x="265278" y="354430"/>
                      <a:pt x="223357" y="405771"/>
                      <a:pt x="187089" y="460691"/>
                    </a:cubicBezTo>
                    <a:cubicBezTo>
                      <a:pt x="151009" y="515800"/>
                      <a:pt x="120487" y="574395"/>
                      <a:pt x="95900" y="635344"/>
                    </a:cubicBezTo>
                    <a:cubicBezTo>
                      <a:pt x="46632" y="757243"/>
                      <a:pt x="22421" y="888657"/>
                      <a:pt x="23458" y="1019599"/>
                    </a:cubicBezTo>
                    <a:cubicBezTo>
                      <a:pt x="23740" y="1085071"/>
                      <a:pt x="30335" y="1150542"/>
                      <a:pt x="43240" y="1214600"/>
                    </a:cubicBezTo>
                    <a:cubicBezTo>
                      <a:pt x="56146" y="1278753"/>
                      <a:pt x="75458" y="1341492"/>
                      <a:pt x="100139" y="1402065"/>
                    </a:cubicBezTo>
                    <a:cubicBezTo>
                      <a:pt x="149973" y="1523022"/>
                      <a:pt x="222792" y="1634559"/>
                      <a:pt x="314358" y="1728762"/>
                    </a:cubicBezTo>
                    <a:cubicBezTo>
                      <a:pt x="405923" y="1822871"/>
                      <a:pt x="516424" y="1899082"/>
                      <a:pt x="637757" y="1951082"/>
                    </a:cubicBezTo>
                    <a:cubicBezTo>
                      <a:pt x="698330" y="1977270"/>
                      <a:pt x="761823" y="1996676"/>
                      <a:pt x="826541" y="2010147"/>
                    </a:cubicBezTo>
                    <a:cubicBezTo>
                      <a:pt x="891353" y="2023524"/>
                      <a:pt x="957483" y="2029930"/>
                      <a:pt x="1023614" y="2030213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任意多边形 43" descr="552108fa-bec6-4cf6-bf9c-fc88ba52577a"/>
              <p:cNvSpPr/>
              <p:nvPr/>
            </p:nvSpPr>
            <p:spPr>
              <a:xfrm rot="18900000">
                <a:off x="6889436" y="4672619"/>
                <a:ext cx="1079548" cy="1079548"/>
              </a:xfrm>
              <a:custGeom>
                <a:avLst/>
                <a:gdLst>
                  <a:gd name="connsiteX0" fmla="*/ 757952 w 757952"/>
                  <a:gd name="connsiteY0" fmla="*/ 378976 h 757952"/>
                  <a:gd name="connsiteX1" fmla="*/ 378976 w 757952"/>
                  <a:gd name="connsiteY1" fmla="*/ 757952 h 757952"/>
                  <a:gd name="connsiteX2" fmla="*/ 0 w 757952"/>
                  <a:gd name="connsiteY2" fmla="*/ 378976 h 757952"/>
                  <a:gd name="connsiteX3" fmla="*/ 378976 w 757952"/>
                  <a:gd name="connsiteY3" fmla="*/ 0 h 757952"/>
                  <a:gd name="connsiteX4" fmla="*/ 757952 w 757952"/>
                  <a:gd name="connsiteY4" fmla="*/ 378976 h 7579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7952" h="757952">
                    <a:moveTo>
                      <a:pt x="757952" y="378976"/>
                    </a:moveTo>
                    <a:cubicBezTo>
                      <a:pt x="757952" y="588279"/>
                      <a:pt x="588279" y="757952"/>
                      <a:pt x="378976" y="757952"/>
                    </a:cubicBezTo>
                    <a:cubicBezTo>
                      <a:pt x="169673" y="757952"/>
                      <a:pt x="0" y="588279"/>
                      <a:pt x="0" y="378976"/>
                    </a:cubicBezTo>
                    <a:cubicBezTo>
                      <a:pt x="0" y="169673"/>
                      <a:pt x="169673" y="0"/>
                      <a:pt x="378976" y="0"/>
                    </a:cubicBezTo>
                    <a:cubicBezTo>
                      <a:pt x="588279" y="0"/>
                      <a:pt x="757952" y="169673"/>
                      <a:pt x="757952" y="37897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任意多边形 44" descr="a099f685-5c17-4ca6-8dd6-f36c8c4c3e57"/>
              <p:cNvSpPr/>
              <p:nvPr/>
            </p:nvSpPr>
            <p:spPr>
              <a:xfrm>
                <a:off x="6875224" y="4663173"/>
                <a:ext cx="1112062" cy="1090777"/>
              </a:xfrm>
              <a:custGeom>
                <a:avLst/>
                <a:gdLst>
                  <a:gd name="connsiteX0" fmla="*/ 388989 w 780780"/>
                  <a:gd name="connsiteY0" fmla="*/ 765836 h 765836"/>
                  <a:gd name="connsiteX1" fmla="*/ 242785 w 780780"/>
                  <a:gd name="connsiteY1" fmla="*/ 738612 h 765836"/>
                  <a:gd name="connsiteX2" fmla="*/ 115705 w 780780"/>
                  <a:gd name="connsiteY2" fmla="*/ 658916 h 765836"/>
                  <a:gd name="connsiteX3" fmla="*/ 29132 w 780780"/>
                  <a:gd name="connsiteY3" fmla="*/ 534661 h 765836"/>
                  <a:gd name="connsiteX4" fmla="*/ 24 w 780780"/>
                  <a:gd name="connsiteY4" fmla="*/ 385632 h 765836"/>
                  <a:gd name="connsiteX5" fmla="*/ 32712 w 780780"/>
                  <a:gd name="connsiteY5" fmla="*/ 238015 h 765836"/>
                  <a:gd name="connsiteX6" fmla="*/ 118249 w 780780"/>
                  <a:gd name="connsiteY6" fmla="*/ 114892 h 765836"/>
                  <a:gd name="connsiteX7" fmla="*/ 242314 w 780780"/>
                  <a:gd name="connsiteY7" fmla="*/ 31616 h 765836"/>
                  <a:gd name="connsiteX8" fmla="*/ 388989 w 780780"/>
                  <a:gd name="connsiteY8" fmla="*/ 58 h 765836"/>
                  <a:gd name="connsiteX9" fmla="*/ 537642 w 780780"/>
                  <a:gd name="connsiteY9" fmla="*/ 26717 h 765836"/>
                  <a:gd name="connsiteX10" fmla="*/ 664910 w 780780"/>
                  <a:gd name="connsiteY10" fmla="*/ 109616 h 765836"/>
                  <a:gd name="connsiteX11" fmla="*/ 750636 w 780780"/>
                  <a:gd name="connsiteY11" fmla="*/ 235755 h 765836"/>
                  <a:gd name="connsiteX12" fmla="*/ 780781 w 780780"/>
                  <a:gd name="connsiteY12" fmla="*/ 385537 h 765836"/>
                  <a:gd name="connsiteX13" fmla="*/ 749788 w 780780"/>
                  <a:gd name="connsiteY13" fmla="*/ 534944 h 765836"/>
                  <a:gd name="connsiteX14" fmla="*/ 662555 w 780780"/>
                  <a:gd name="connsiteY14" fmla="*/ 659010 h 765836"/>
                  <a:gd name="connsiteX15" fmla="*/ 535287 w 780780"/>
                  <a:gd name="connsiteY15" fmla="*/ 738612 h 765836"/>
                  <a:gd name="connsiteX16" fmla="*/ 388989 w 780780"/>
                  <a:gd name="connsiteY16" fmla="*/ 765836 h 765836"/>
                  <a:gd name="connsiteX17" fmla="*/ 388989 w 780780"/>
                  <a:gd name="connsiteY17" fmla="*/ 763387 h 765836"/>
                  <a:gd name="connsiteX18" fmla="*/ 532743 w 780780"/>
                  <a:gd name="connsiteY18" fmla="*/ 732677 h 765836"/>
                  <a:gd name="connsiteX19" fmla="*/ 651439 w 780780"/>
                  <a:gd name="connsiteY19" fmla="*/ 648082 h 765836"/>
                  <a:gd name="connsiteX20" fmla="*/ 755252 w 780780"/>
                  <a:gd name="connsiteY20" fmla="*/ 385632 h 765836"/>
                  <a:gd name="connsiteX21" fmla="*/ 649084 w 780780"/>
                  <a:gd name="connsiteY21" fmla="*/ 125631 h 765836"/>
                  <a:gd name="connsiteX22" fmla="*/ 530482 w 780780"/>
                  <a:gd name="connsiteY22" fmla="*/ 44333 h 765836"/>
                  <a:gd name="connsiteX23" fmla="*/ 389083 w 780780"/>
                  <a:gd name="connsiteY23" fmla="*/ 13246 h 765836"/>
                  <a:gd name="connsiteX24" fmla="*/ 123807 w 780780"/>
                  <a:gd name="connsiteY24" fmla="*/ 120449 h 765836"/>
                  <a:gd name="connsiteX25" fmla="*/ 19995 w 780780"/>
                  <a:gd name="connsiteY25" fmla="*/ 385726 h 765836"/>
                  <a:gd name="connsiteX26" fmla="*/ 126350 w 780780"/>
                  <a:gd name="connsiteY26" fmla="*/ 648365 h 765836"/>
                  <a:gd name="connsiteX27" fmla="*/ 245235 w 780780"/>
                  <a:gd name="connsiteY27" fmla="*/ 732959 h 765836"/>
                  <a:gd name="connsiteX28" fmla="*/ 388989 w 780780"/>
                  <a:gd name="connsiteY28" fmla="*/ 763387 h 765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0780" h="765836">
                    <a:moveTo>
                      <a:pt x="388989" y="765836"/>
                    </a:moveTo>
                    <a:cubicBezTo>
                      <a:pt x="339155" y="765836"/>
                      <a:pt x="289510" y="756510"/>
                      <a:pt x="242785" y="738612"/>
                    </a:cubicBezTo>
                    <a:cubicBezTo>
                      <a:pt x="196061" y="720807"/>
                      <a:pt x="152633" y="693582"/>
                      <a:pt x="115705" y="658916"/>
                    </a:cubicBezTo>
                    <a:cubicBezTo>
                      <a:pt x="78872" y="624249"/>
                      <a:pt x="48821" y="581763"/>
                      <a:pt x="29132" y="534661"/>
                    </a:cubicBezTo>
                    <a:cubicBezTo>
                      <a:pt x="9067" y="487748"/>
                      <a:pt x="-542" y="436502"/>
                      <a:pt x="24" y="385632"/>
                    </a:cubicBezTo>
                    <a:cubicBezTo>
                      <a:pt x="1060" y="334762"/>
                      <a:pt x="12270" y="284269"/>
                      <a:pt x="32712" y="238015"/>
                    </a:cubicBezTo>
                    <a:cubicBezTo>
                      <a:pt x="53154" y="191855"/>
                      <a:pt x="82546" y="150029"/>
                      <a:pt x="118249" y="114892"/>
                    </a:cubicBezTo>
                    <a:cubicBezTo>
                      <a:pt x="154046" y="79848"/>
                      <a:pt x="196155" y="51116"/>
                      <a:pt x="242314" y="31616"/>
                    </a:cubicBezTo>
                    <a:cubicBezTo>
                      <a:pt x="288568" y="12304"/>
                      <a:pt x="338402" y="905"/>
                      <a:pt x="388989" y="58"/>
                    </a:cubicBezTo>
                    <a:cubicBezTo>
                      <a:pt x="439388" y="-790"/>
                      <a:pt x="490446" y="7688"/>
                      <a:pt x="537642" y="26717"/>
                    </a:cubicBezTo>
                    <a:cubicBezTo>
                      <a:pt x="584932" y="45464"/>
                      <a:pt x="628548" y="73725"/>
                      <a:pt x="664910" y="109616"/>
                    </a:cubicBezTo>
                    <a:cubicBezTo>
                      <a:pt x="701273" y="145508"/>
                      <a:pt x="730664" y="188559"/>
                      <a:pt x="750636" y="235755"/>
                    </a:cubicBezTo>
                    <a:cubicBezTo>
                      <a:pt x="770701" y="282950"/>
                      <a:pt x="780686" y="334291"/>
                      <a:pt x="780781" y="385537"/>
                    </a:cubicBezTo>
                    <a:cubicBezTo>
                      <a:pt x="780310" y="436784"/>
                      <a:pt x="770136" y="488031"/>
                      <a:pt x="749788" y="534944"/>
                    </a:cubicBezTo>
                    <a:cubicBezTo>
                      <a:pt x="729722" y="581952"/>
                      <a:pt x="699483" y="624437"/>
                      <a:pt x="662555" y="659010"/>
                    </a:cubicBezTo>
                    <a:cubicBezTo>
                      <a:pt x="625534" y="693582"/>
                      <a:pt x="582106" y="720902"/>
                      <a:pt x="535287" y="738612"/>
                    </a:cubicBezTo>
                    <a:cubicBezTo>
                      <a:pt x="488562" y="756604"/>
                      <a:pt x="438823" y="765930"/>
                      <a:pt x="388989" y="765836"/>
                    </a:cubicBezTo>
                    <a:close/>
                    <a:moveTo>
                      <a:pt x="388989" y="763387"/>
                    </a:moveTo>
                    <a:cubicBezTo>
                      <a:pt x="438446" y="763104"/>
                      <a:pt x="487903" y="752930"/>
                      <a:pt x="532743" y="732677"/>
                    </a:cubicBezTo>
                    <a:cubicBezTo>
                      <a:pt x="577584" y="712517"/>
                      <a:pt x="618186" y="683597"/>
                      <a:pt x="651439" y="648082"/>
                    </a:cubicBezTo>
                    <a:cubicBezTo>
                      <a:pt x="717759" y="576959"/>
                      <a:pt x="756005" y="481814"/>
                      <a:pt x="755252" y="385632"/>
                    </a:cubicBezTo>
                    <a:cubicBezTo>
                      <a:pt x="755252" y="289639"/>
                      <a:pt x="716911" y="194211"/>
                      <a:pt x="649084" y="125631"/>
                    </a:cubicBezTo>
                    <a:cubicBezTo>
                      <a:pt x="615265" y="91435"/>
                      <a:pt x="574852" y="63457"/>
                      <a:pt x="530482" y="44333"/>
                    </a:cubicBezTo>
                    <a:cubicBezTo>
                      <a:pt x="486018" y="25304"/>
                      <a:pt x="437881" y="14282"/>
                      <a:pt x="389083" y="13246"/>
                    </a:cubicBezTo>
                    <a:cubicBezTo>
                      <a:pt x="291489" y="10797"/>
                      <a:pt x="192669" y="49985"/>
                      <a:pt x="123807" y="120449"/>
                    </a:cubicBezTo>
                    <a:cubicBezTo>
                      <a:pt x="54473" y="190631"/>
                      <a:pt x="17922" y="289168"/>
                      <a:pt x="19995" y="385726"/>
                    </a:cubicBezTo>
                    <a:cubicBezTo>
                      <a:pt x="21314" y="482473"/>
                      <a:pt x="59654" y="577336"/>
                      <a:pt x="126350" y="648365"/>
                    </a:cubicBezTo>
                    <a:cubicBezTo>
                      <a:pt x="159698" y="683785"/>
                      <a:pt x="200300" y="712800"/>
                      <a:pt x="245235" y="732959"/>
                    </a:cubicBezTo>
                    <a:cubicBezTo>
                      <a:pt x="290076" y="753119"/>
                      <a:pt x="339532" y="763199"/>
                      <a:pt x="388989" y="763387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任意多边形 45" descr="a944154e-d74c-49ff-abb9-77fbad9cc50a"/>
              <p:cNvSpPr/>
              <p:nvPr/>
            </p:nvSpPr>
            <p:spPr>
              <a:xfrm rot="18900000">
                <a:off x="6615064" y="3038965"/>
                <a:ext cx="5559286" cy="402516"/>
              </a:xfrm>
              <a:custGeom>
                <a:avLst/>
                <a:gdLst>
                  <a:gd name="connsiteX0" fmla="*/ 0 w 3903182"/>
                  <a:gd name="connsiteY0" fmla="*/ 0 h 282607"/>
                  <a:gd name="connsiteX1" fmla="*/ 3903182 w 3903182"/>
                  <a:gd name="connsiteY1" fmla="*/ 0 h 282607"/>
                  <a:gd name="connsiteX2" fmla="*/ 3903182 w 3903182"/>
                  <a:gd name="connsiteY2" fmla="*/ 282607 h 282607"/>
                  <a:gd name="connsiteX3" fmla="*/ 0 w 3903182"/>
                  <a:gd name="connsiteY3" fmla="*/ 282607 h 282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03182" h="282607">
                    <a:moveTo>
                      <a:pt x="0" y="0"/>
                    </a:moveTo>
                    <a:lnTo>
                      <a:pt x="3903182" y="0"/>
                    </a:lnTo>
                    <a:lnTo>
                      <a:pt x="3903182" y="282607"/>
                    </a:lnTo>
                    <a:lnTo>
                      <a:pt x="0" y="282607"/>
                    </a:lnTo>
                    <a:close/>
                  </a:path>
                </a:pathLst>
              </a:custGeom>
              <a:solidFill>
                <a:schemeClr val="accent2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" name="任意多边形 46" descr="626c8b3a-d15d-4361-8366-e38863504abd"/>
              <p:cNvSpPr/>
              <p:nvPr/>
            </p:nvSpPr>
            <p:spPr>
              <a:xfrm>
                <a:off x="7268653" y="1104308"/>
                <a:ext cx="4269397" cy="4247391"/>
              </a:xfrm>
              <a:custGeom>
                <a:avLst/>
                <a:gdLst>
                  <a:gd name="connsiteX0" fmla="*/ 212711 w 2997549"/>
                  <a:gd name="connsiteY0" fmla="*/ 2982100 h 2982099"/>
                  <a:gd name="connsiteX1" fmla="*/ 110406 w 2997549"/>
                  <a:gd name="connsiteY1" fmla="*/ 2885353 h 2982099"/>
                  <a:gd name="connsiteX2" fmla="*/ 6406 w 2997549"/>
                  <a:gd name="connsiteY2" fmla="*/ 2786157 h 2982099"/>
                  <a:gd name="connsiteX3" fmla="*/ 0 w 2997549"/>
                  <a:gd name="connsiteY3" fmla="*/ 2780033 h 2982099"/>
                  <a:gd name="connsiteX4" fmla="*/ 6406 w 2997549"/>
                  <a:gd name="connsiteY4" fmla="*/ 2773345 h 2982099"/>
                  <a:gd name="connsiteX5" fmla="*/ 687778 w 2997549"/>
                  <a:gd name="connsiteY5" fmla="*/ 2074733 h 2982099"/>
                  <a:gd name="connsiteX6" fmla="*/ 1379136 w 2997549"/>
                  <a:gd name="connsiteY6" fmla="*/ 1386013 h 2982099"/>
                  <a:gd name="connsiteX7" fmla="*/ 1728913 w 2997549"/>
                  <a:gd name="connsiteY7" fmla="*/ 1045751 h 2982099"/>
                  <a:gd name="connsiteX8" fmla="*/ 2077183 w 2997549"/>
                  <a:gd name="connsiteY8" fmla="*/ 703981 h 2982099"/>
                  <a:gd name="connsiteX9" fmla="*/ 2249763 w 2997549"/>
                  <a:gd name="connsiteY9" fmla="*/ 531589 h 2982099"/>
                  <a:gd name="connsiteX10" fmla="*/ 2421590 w 2997549"/>
                  <a:gd name="connsiteY10" fmla="*/ 358349 h 2982099"/>
                  <a:gd name="connsiteX11" fmla="*/ 2762983 w 2997549"/>
                  <a:gd name="connsiteY11" fmla="*/ 9797 h 2982099"/>
                  <a:gd name="connsiteX12" fmla="*/ 2772592 w 2997549"/>
                  <a:gd name="connsiteY12" fmla="*/ 0 h 2982099"/>
                  <a:gd name="connsiteX13" fmla="*/ 2782671 w 2997549"/>
                  <a:gd name="connsiteY13" fmla="*/ 9797 h 2982099"/>
                  <a:gd name="connsiteX14" fmla="*/ 2985114 w 2997549"/>
                  <a:gd name="connsiteY14" fmla="*/ 207059 h 2982099"/>
                  <a:gd name="connsiteX15" fmla="*/ 2997549 w 2997549"/>
                  <a:gd name="connsiteY15" fmla="*/ 219117 h 2982099"/>
                  <a:gd name="connsiteX16" fmla="*/ 2985114 w 2997549"/>
                  <a:gd name="connsiteY16" fmla="*/ 231834 h 2982099"/>
                  <a:gd name="connsiteX17" fmla="*/ 2641932 w 2997549"/>
                  <a:gd name="connsiteY17" fmla="*/ 581517 h 2982099"/>
                  <a:gd name="connsiteX18" fmla="*/ 2296677 w 2997549"/>
                  <a:gd name="connsiteY18" fmla="*/ 929975 h 2982099"/>
                  <a:gd name="connsiteX19" fmla="*/ 1602869 w 2997549"/>
                  <a:gd name="connsiteY19" fmla="*/ 1623877 h 2982099"/>
                  <a:gd name="connsiteX20" fmla="*/ 1428782 w 2997549"/>
                  <a:gd name="connsiteY20" fmla="*/ 1795986 h 2982099"/>
                  <a:gd name="connsiteX21" fmla="*/ 1254505 w 2997549"/>
                  <a:gd name="connsiteY21" fmla="*/ 1966965 h 2982099"/>
                  <a:gd name="connsiteX22" fmla="*/ 906424 w 2997549"/>
                  <a:gd name="connsiteY22" fmla="*/ 2308263 h 2982099"/>
                  <a:gd name="connsiteX23" fmla="*/ 559002 w 2997549"/>
                  <a:gd name="connsiteY23" fmla="*/ 2646642 h 2982099"/>
                  <a:gd name="connsiteX24" fmla="*/ 212711 w 2997549"/>
                  <a:gd name="connsiteY24" fmla="*/ 2982100 h 2982099"/>
                  <a:gd name="connsiteX25" fmla="*/ 212711 w 2997549"/>
                  <a:gd name="connsiteY25" fmla="*/ 2977013 h 2982099"/>
                  <a:gd name="connsiteX26" fmla="*/ 556553 w 2997549"/>
                  <a:gd name="connsiteY26" fmla="*/ 2622243 h 2982099"/>
                  <a:gd name="connsiteX27" fmla="*/ 899076 w 2997549"/>
                  <a:gd name="connsiteY27" fmla="*/ 2270676 h 2982099"/>
                  <a:gd name="connsiteX28" fmla="*/ 1240940 w 2997549"/>
                  <a:gd name="connsiteY28" fmla="*/ 1922030 h 2982099"/>
                  <a:gd name="connsiteX29" fmla="*/ 1411636 w 2997549"/>
                  <a:gd name="connsiteY29" fmla="*/ 1748036 h 2982099"/>
                  <a:gd name="connsiteX30" fmla="*/ 1582521 w 2997549"/>
                  <a:gd name="connsiteY30" fmla="*/ 1575079 h 2982099"/>
                  <a:gd name="connsiteX31" fmla="*/ 2268698 w 2997549"/>
                  <a:gd name="connsiteY31" fmla="*/ 888996 h 2982099"/>
                  <a:gd name="connsiteX32" fmla="*/ 2613482 w 2997549"/>
                  <a:gd name="connsiteY32" fmla="*/ 547510 h 2982099"/>
                  <a:gd name="connsiteX33" fmla="*/ 2960245 w 2997549"/>
                  <a:gd name="connsiteY33" fmla="*/ 207153 h 2982099"/>
                  <a:gd name="connsiteX34" fmla="*/ 2960245 w 2997549"/>
                  <a:gd name="connsiteY34" fmla="*/ 232023 h 2982099"/>
                  <a:gd name="connsiteX35" fmla="*/ 2762983 w 2997549"/>
                  <a:gd name="connsiteY35" fmla="*/ 29580 h 2982099"/>
                  <a:gd name="connsiteX36" fmla="*/ 2782671 w 2997549"/>
                  <a:gd name="connsiteY36" fmla="*/ 29580 h 2982099"/>
                  <a:gd name="connsiteX37" fmla="*/ 2434119 w 2997549"/>
                  <a:gd name="connsiteY37" fmla="*/ 370973 h 2982099"/>
                  <a:gd name="connsiteX38" fmla="*/ 2260879 w 2997549"/>
                  <a:gd name="connsiteY38" fmla="*/ 542799 h 2982099"/>
                  <a:gd name="connsiteX39" fmla="*/ 2088487 w 2997549"/>
                  <a:gd name="connsiteY39" fmla="*/ 715380 h 2982099"/>
                  <a:gd name="connsiteX40" fmla="*/ 1746718 w 2997549"/>
                  <a:gd name="connsiteY40" fmla="*/ 1063650 h 2982099"/>
                  <a:gd name="connsiteX41" fmla="*/ 1406455 w 2997549"/>
                  <a:gd name="connsiteY41" fmla="*/ 1413426 h 2982099"/>
                  <a:gd name="connsiteX42" fmla="*/ 717735 w 2997549"/>
                  <a:gd name="connsiteY42" fmla="*/ 2104784 h 2982099"/>
                  <a:gd name="connsiteX43" fmla="*/ 19123 w 2997549"/>
                  <a:gd name="connsiteY43" fmla="*/ 2786157 h 2982099"/>
                  <a:gd name="connsiteX44" fmla="*/ 19123 w 2997549"/>
                  <a:gd name="connsiteY44" fmla="*/ 2773345 h 2982099"/>
                  <a:gd name="connsiteX45" fmla="*/ 212711 w 2997549"/>
                  <a:gd name="connsiteY45" fmla="*/ 2977013 h 2982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2997549" h="2982099">
                    <a:moveTo>
                      <a:pt x="212711" y="2982100"/>
                    </a:moveTo>
                    <a:lnTo>
                      <a:pt x="110406" y="2885353"/>
                    </a:lnTo>
                    <a:lnTo>
                      <a:pt x="6406" y="2786157"/>
                    </a:lnTo>
                    <a:lnTo>
                      <a:pt x="0" y="2780033"/>
                    </a:lnTo>
                    <a:lnTo>
                      <a:pt x="6406" y="2773345"/>
                    </a:lnTo>
                    <a:cubicBezTo>
                      <a:pt x="231552" y="2538496"/>
                      <a:pt x="459335" y="2306285"/>
                      <a:pt x="687778" y="2074733"/>
                    </a:cubicBezTo>
                    <a:cubicBezTo>
                      <a:pt x="916692" y="1843653"/>
                      <a:pt x="1145701" y="1612666"/>
                      <a:pt x="1379136" y="1386013"/>
                    </a:cubicBezTo>
                    <a:lnTo>
                      <a:pt x="1728913" y="1045751"/>
                    </a:lnTo>
                    <a:cubicBezTo>
                      <a:pt x="1845631" y="932518"/>
                      <a:pt x="1961972" y="818815"/>
                      <a:pt x="2077183" y="703981"/>
                    </a:cubicBezTo>
                    <a:cubicBezTo>
                      <a:pt x="2134929" y="646706"/>
                      <a:pt x="2192582" y="589336"/>
                      <a:pt x="2249763" y="531589"/>
                    </a:cubicBezTo>
                    <a:cubicBezTo>
                      <a:pt x="2307227" y="474031"/>
                      <a:pt x="2364503" y="416379"/>
                      <a:pt x="2421590" y="358349"/>
                    </a:cubicBezTo>
                    <a:cubicBezTo>
                      <a:pt x="2535953" y="242762"/>
                      <a:pt x="2649185" y="125950"/>
                      <a:pt x="2762983" y="9797"/>
                    </a:cubicBezTo>
                    <a:lnTo>
                      <a:pt x="2772592" y="0"/>
                    </a:lnTo>
                    <a:lnTo>
                      <a:pt x="2782671" y="9797"/>
                    </a:lnTo>
                    <a:lnTo>
                      <a:pt x="2985114" y="207059"/>
                    </a:lnTo>
                    <a:lnTo>
                      <a:pt x="2997549" y="219117"/>
                    </a:lnTo>
                    <a:lnTo>
                      <a:pt x="2985114" y="231834"/>
                    </a:lnTo>
                    <a:cubicBezTo>
                      <a:pt x="2871411" y="348835"/>
                      <a:pt x="2756389" y="464799"/>
                      <a:pt x="2641932" y="581517"/>
                    </a:cubicBezTo>
                    <a:lnTo>
                      <a:pt x="2296677" y="929975"/>
                    </a:lnTo>
                    <a:cubicBezTo>
                      <a:pt x="2066349" y="1162375"/>
                      <a:pt x="1835175" y="1394586"/>
                      <a:pt x="1602869" y="1623877"/>
                    </a:cubicBezTo>
                    <a:lnTo>
                      <a:pt x="1428782" y="1795986"/>
                    </a:lnTo>
                    <a:lnTo>
                      <a:pt x="1254505" y="1966965"/>
                    </a:lnTo>
                    <a:lnTo>
                      <a:pt x="906424" y="2308263"/>
                    </a:lnTo>
                    <a:lnTo>
                      <a:pt x="559002" y="2646642"/>
                    </a:lnTo>
                    <a:lnTo>
                      <a:pt x="212711" y="2982100"/>
                    </a:lnTo>
                    <a:close/>
                    <a:moveTo>
                      <a:pt x="212711" y="2977013"/>
                    </a:moveTo>
                    <a:lnTo>
                      <a:pt x="556553" y="2622243"/>
                    </a:lnTo>
                    <a:lnTo>
                      <a:pt x="899076" y="2270676"/>
                    </a:lnTo>
                    <a:lnTo>
                      <a:pt x="1240940" y="1922030"/>
                    </a:lnTo>
                    <a:lnTo>
                      <a:pt x="1411636" y="1748036"/>
                    </a:lnTo>
                    <a:lnTo>
                      <a:pt x="1582521" y="1575079"/>
                    </a:lnTo>
                    <a:cubicBezTo>
                      <a:pt x="1810211" y="1344281"/>
                      <a:pt x="2038936" y="1116592"/>
                      <a:pt x="2268698" y="888996"/>
                    </a:cubicBezTo>
                    <a:lnTo>
                      <a:pt x="2613482" y="547510"/>
                    </a:lnTo>
                    <a:cubicBezTo>
                      <a:pt x="2728975" y="434183"/>
                      <a:pt x="2843998" y="320197"/>
                      <a:pt x="2960245" y="207153"/>
                    </a:cubicBezTo>
                    <a:lnTo>
                      <a:pt x="2960245" y="232023"/>
                    </a:lnTo>
                    <a:lnTo>
                      <a:pt x="2762983" y="29580"/>
                    </a:lnTo>
                    <a:lnTo>
                      <a:pt x="2782671" y="29580"/>
                    </a:lnTo>
                    <a:cubicBezTo>
                      <a:pt x="2666519" y="143472"/>
                      <a:pt x="2549707" y="256610"/>
                      <a:pt x="2434119" y="370973"/>
                    </a:cubicBezTo>
                    <a:cubicBezTo>
                      <a:pt x="2376184" y="428060"/>
                      <a:pt x="2318438" y="485335"/>
                      <a:pt x="2260879" y="542799"/>
                    </a:cubicBezTo>
                    <a:cubicBezTo>
                      <a:pt x="2203133" y="600075"/>
                      <a:pt x="2145763" y="657728"/>
                      <a:pt x="2088487" y="715380"/>
                    </a:cubicBezTo>
                    <a:cubicBezTo>
                      <a:pt x="1973748" y="830591"/>
                      <a:pt x="1860044" y="946931"/>
                      <a:pt x="1746718" y="1063650"/>
                    </a:cubicBezTo>
                    <a:lnTo>
                      <a:pt x="1406455" y="1413426"/>
                    </a:lnTo>
                    <a:cubicBezTo>
                      <a:pt x="1179896" y="1646862"/>
                      <a:pt x="948816" y="1875776"/>
                      <a:pt x="717735" y="2104784"/>
                    </a:cubicBezTo>
                    <a:cubicBezTo>
                      <a:pt x="486183" y="2333227"/>
                      <a:pt x="253972" y="2561011"/>
                      <a:pt x="19123" y="2786157"/>
                    </a:cubicBezTo>
                    <a:lnTo>
                      <a:pt x="19123" y="2773345"/>
                    </a:lnTo>
                    <a:lnTo>
                      <a:pt x="212711" y="2977013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任意多边形 47" descr="89b1fff6-bd68-4c87-ac95-51184af37bb8"/>
              <p:cNvSpPr/>
              <p:nvPr/>
            </p:nvSpPr>
            <p:spPr>
              <a:xfrm>
                <a:off x="9234679" y="563052"/>
                <a:ext cx="2834295" cy="2837077"/>
              </a:xfrm>
              <a:custGeom>
                <a:avLst/>
                <a:gdLst>
                  <a:gd name="connsiteX0" fmla="*/ 1531757 w 1989962"/>
                  <a:gd name="connsiteY0" fmla="*/ 0 h 1991916"/>
                  <a:gd name="connsiteX1" fmla="*/ 47961 w 1989962"/>
                  <a:gd name="connsiteY1" fmla="*/ 1485680 h 1991916"/>
                  <a:gd name="connsiteX2" fmla="*/ 48055 w 1989962"/>
                  <a:gd name="connsiteY2" fmla="*/ 1717515 h 1991916"/>
                  <a:gd name="connsiteX3" fmla="*/ 274426 w 1989962"/>
                  <a:gd name="connsiteY3" fmla="*/ 1943885 h 1991916"/>
                  <a:gd name="connsiteX4" fmla="*/ 506355 w 1989962"/>
                  <a:gd name="connsiteY4" fmla="*/ 1943791 h 1991916"/>
                  <a:gd name="connsiteX5" fmla="*/ 1989962 w 1989962"/>
                  <a:gd name="connsiteY5" fmla="*/ 458299 h 1991916"/>
                  <a:gd name="connsiteX6" fmla="*/ 1531757 w 1989962"/>
                  <a:gd name="connsiteY6" fmla="*/ 0 h 1991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89962" h="1991916">
                    <a:moveTo>
                      <a:pt x="1531757" y="0"/>
                    </a:moveTo>
                    <a:lnTo>
                      <a:pt x="47961" y="1485680"/>
                    </a:lnTo>
                    <a:cubicBezTo>
                      <a:pt x="-16003" y="1549739"/>
                      <a:pt x="-16003" y="1653456"/>
                      <a:pt x="48055" y="1717515"/>
                    </a:cubicBezTo>
                    <a:lnTo>
                      <a:pt x="274426" y="1943885"/>
                    </a:lnTo>
                    <a:cubicBezTo>
                      <a:pt x="338484" y="2007943"/>
                      <a:pt x="442391" y="2007943"/>
                      <a:pt x="506355" y="1943791"/>
                    </a:cubicBezTo>
                    <a:lnTo>
                      <a:pt x="1989962" y="458299"/>
                    </a:lnTo>
                    <a:lnTo>
                      <a:pt x="153175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" name="任意多边形 48" descr="87ed6bfb-a47f-4115-8cbd-ff6ea6ebbafe"/>
              <p:cNvSpPr/>
              <p:nvPr/>
            </p:nvSpPr>
            <p:spPr>
              <a:xfrm>
                <a:off x="9223920" y="559429"/>
                <a:ext cx="2883561" cy="2859268"/>
              </a:xfrm>
              <a:custGeom>
                <a:avLst/>
                <a:gdLst>
                  <a:gd name="connsiteX0" fmla="*/ 1539311 w 2024552"/>
                  <a:gd name="connsiteY0" fmla="*/ 5087 h 2007496"/>
                  <a:gd name="connsiteX1" fmla="*/ 660206 w 2024552"/>
                  <a:gd name="connsiteY1" fmla="*/ 913113 h 2007496"/>
                  <a:gd name="connsiteX2" fmla="*/ 437792 w 2024552"/>
                  <a:gd name="connsiteY2" fmla="*/ 1130816 h 2007496"/>
                  <a:gd name="connsiteX3" fmla="*/ 212928 w 2024552"/>
                  <a:gd name="connsiteY3" fmla="*/ 1347296 h 2007496"/>
                  <a:gd name="connsiteX4" fmla="*/ 156501 w 2024552"/>
                  <a:gd name="connsiteY4" fmla="*/ 1401557 h 2007496"/>
                  <a:gd name="connsiteX5" fmla="*/ 100450 w 2024552"/>
                  <a:gd name="connsiteY5" fmla="*/ 1456289 h 2007496"/>
                  <a:gd name="connsiteX6" fmla="*/ 72377 w 2024552"/>
                  <a:gd name="connsiteY6" fmla="*/ 1483702 h 2007496"/>
                  <a:gd name="connsiteX7" fmla="*/ 46565 w 2024552"/>
                  <a:gd name="connsiteY7" fmla="*/ 1511586 h 2007496"/>
                  <a:gd name="connsiteX8" fmla="*/ 17551 w 2024552"/>
                  <a:gd name="connsiteY8" fmla="*/ 1579695 h 2007496"/>
                  <a:gd name="connsiteX9" fmla="*/ 23391 w 2024552"/>
                  <a:gd name="connsiteY9" fmla="*/ 1653645 h 2007496"/>
                  <a:gd name="connsiteX10" fmla="*/ 63145 w 2024552"/>
                  <a:gd name="connsiteY10" fmla="*/ 1716478 h 2007496"/>
                  <a:gd name="connsiteX11" fmla="*/ 175153 w 2024552"/>
                  <a:gd name="connsiteY11" fmla="*/ 1826979 h 2007496"/>
                  <a:gd name="connsiteX12" fmla="*/ 287914 w 2024552"/>
                  <a:gd name="connsiteY12" fmla="*/ 1936631 h 2007496"/>
                  <a:gd name="connsiteX13" fmla="*/ 421494 w 2024552"/>
                  <a:gd name="connsiteY13" fmla="*/ 1978646 h 2007496"/>
                  <a:gd name="connsiteX14" fmla="*/ 486306 w 2024552"/>
                  <a:gd name="connsiteY14" fmla="*/ 1949820 h 2007496"/>
                  <a:gd name="connsiteX15" fmla="*/ 499683 w 2024552"/>
                  <a:gd name="connsiteY15" fmla="*/ 1938139 h 2007496"/>
                  <a:gd name="connsiteX16" fmla="*/ 513154 w 2024552"/>
                  <a:gd name="connsiteY16" fmla="*/ 1924479 h 2007496"/>
                  <a:gd name="connsiteX17" fmla="*/ 540379 w 2024552"/>
                  <a:gd name="connsiteY17" fmla="*/ 1896124 h 2007496"/>
                  <a:gd name="connsiteX18" fmla="*/ 649561 w 2024552"/>
                  <a:gd name="connsiteY18" fmla="*/ 1782798 h 2007496"/>
                  <a:gd name="connsiteX19" fmla="*/ 1090055 w 2024552"/>
                  <a:gd name="connsiteY19" fmla="*/ 1333353 h 2007496"/>
                  <a:gd name="connsiteX20" fmla="*/ 1984045 w 2024552"/>
                  <a:gd name="connsiteY20" fmla="*/ 447372 h 2007496"/>
                  <a:gd name="connsiteX21" fmla="*/ 1984045 w 2024552"/>
                  <a:gd name="connsiteY21" fmla="*/ 474219 h 2007496"/>
                  <a:gd name="connsiteX22" fmla="*/ 1763703 w 2024552"/>
                  <a:gd name="connsiteY22" fmla="*/ 242856 h 2007496"/>
                  <a:gd name="connsiteX23" fmla="*/ 1539311 w 2024552"/>
                  <a:gd name="connsiteY23" fmla="*/ 5087 h 2007496"/>
                  <a:gd name="connsiteX24" fmla="*/ 1539311 w 2024552"/>
                  <a:gd name="connsiteY24" fmla="*/ 0 h 2007496"/>
                  <a:gd name="connsiteX25" fmla="*/ 1773124 w 2024552"/>
                  <a:gd name="connsiteY25" fmla="*/ 220436 h 2007496"/>
                  <a:gd name="connsiteX26" fmla="*/ 2010987 w 2024552"/>
                  <a:gd name="connsiteY26" fmla="*/ 447372 h 2007496"/>
                  <a:gd name="connsiteX27" fmla="*/ 2024552 w 2024552"/>
                  <a:gd name="connsiteY27" fmla="*/ 460277 h 2007496"/>
                  <a:gd name="connsiteX28" fmla="*/ 2011081 w 2024552"/>
                  <a:gd name="connsiteY28" fmla="*/ 474219 h 2007496"/>
                  <a:gd name="connsiteX29" fmla="*/ 1126230 w 2024552"/>
                  <a:gd name="connsiteY29" fmla="*/ 1369245 h 2007496"/>
                  <a:gd name="connsiteX30" fmla="*/ 677351 w 2024552"/>
                  <a:gd name="connsiteY30" fmla="*/ 1810305 h 2007496"/>
                  <a:gd name="connsiteX31" fmla="*/ 564118 w 2024552"/>
                  <a:gd name="connsiteY31" fmla="*/ 1919581 h 2007496"/>
                  <a:gd name="connsiteX32" fmla="*/ 535763 w 2024552"/>
                  <a:gd name="connsiteY32" fmla="*/ 1946900 h 2007496"/>
                  <a:gd name="connsiteX33" fmla="*/ 521162 w 2024552"/>
                  <a:gd name="connsiteY33" fmla="*/ 1960653 h 2007496"/>
                  <a:gd name="connsiteX34" fmla="*/ 504488 w 2024552"/>
                  <a:gd name="connsiteY34" fmla="*/ 1974124 h 2007496"/>
                  <a:gd name="connsiteX35" fmla="*/ 425828 w 2024552"/>
                  <a:gd name="connsiteY35" fmla="*/ 2005588 h 2007496"/>
                  <a:gd name="connsiteX36" fmla="*/ 272276 w 2024552"/>
                  <a:gd name="connsiteY36" fmla="*/ 1952081 h 2007496"/>
                  <a:gd name="connsiteX37" fmla="*/ 162624 w 2024552"/>
                  <a:gd name="connsiteY37" fmla="*/ 1839320 h 2007496"/>
                  <a:gd name="connsiteX38" fmla="*/ 52123 w 2024552"/>
                  <a:gd name="connsiteY38" fmla="*/ 1727312 h 2007496"/>
                  <a:gd name="connsiteX39" fmla="*/ 2101 w 2024552"/>
                  <a:gd name="connsiteY39" fmla="*/ 1576869 h 2007496"/>
                  <a:gd name="connsiteX40" fmla="*/ 33471 w 2024552"/>
                  <a:gd name="connsiteY40" fmla="*/ 1501412 h 2007496"/>
                  <a:gd name="connsiteX41" fmla="*/ 60319 w 2024552"/>
                  <a:gd name="connsiteY41" fmla="*/ 1471079 h 2007496"/>
                  <a:gd name="connsiteX42" fmla="*/ 87827 w 2024552"/>
                  <a:gd name="connsiteY42" fmla="*/ 1442818 h 2007496"/>
                  <a:gd name="connsiteX43" fmla="*/ 142935 w 2024552"/>
                  <a:gd name="connsiteY43" fmla="*/ 1386296 h 2007496"/>
                  <a:gd name="connsiteX44" fmla="*/ 197668 w 2024552"/>
                  <a:gd name="connsiteY44" fmla="*/ 1329208 h 2007496"/>
                  <a:gd name="connsiteX45" fmla="*/ 417444 w 2024552"/>
                  <a:gd name="connsiteY45" fmla="*/ 1100389 h 2007496"/>
                  <a:gd name="connsiteX46" fmla="*/ 639764 w 2024552"/>
                  <a:gd name="connsiteY46" fmla="*/ 872794 h 2007496"/>
                  <a:gd name="connsiteX47" fmla="*/ 1539311 w 2024552"/>
                  <a:gd name="connsiteY47" fmla="*/ 0 h 200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024552" h="2007496">
                    <a:moveTo>
                      <a:pt x="1539311" y="5087"/>
                    </a:moveTo>
                    <a:cubicBezTo>
                      <a:pt x="1243324" y="318313"/>
                      <a:pt x="953743" y="618256"/>
                      <a:pt x="660206" y="913113"/>
                    </a:cubicBezTo>
                    <a:cubicBezTo>
                      <a:pt x="586727" y="986591"/>
                      <a:pt x="512589" y="1058939"/>
                      <a:pt x="437792" y="1130816"/>
                    </a:cubicBezTo>
                    <a:lnTo>
                      <a:pt x="212928" y="1347296"/>
                    </a:lnTo>
                    <a:lnTo>
                      <a:pt x="156501" y="1401557"/>
                    </a:lnTo>
                    <a:lnTo>
                      <a:pt x="100450" y="1456289"/>
                    </a:lnTo>
                    <a:lnTo>
                      <a:pt x="72377" y="1483702"/>
                    </a:lnTo>
                    <a:cubicBezTo>
                      <a:pt x="62957" y="1493028"/>
                      <a:pt x="53819" y="1501506"/>
                      <a:pt x="46565" y="1511586"/>
                    </a:cubicBezTo>
                    <a:cubicBezTo>
                      <a:pt x="31681" y="1531463"/>
                      <a:pt x="21319" y="1554920"/>
                      <a:pt x="17551" y="1579695"/>
                    </a:cubicBezTo>
                    <a:cubicBezTo>
                      <a:pt x="13689" y="1604282"/>
                      <a:pt x="15102" y="1630000"/>
                      <a:pt x="23391" y="1653645"/>
                    </a:cubicBezTo>
                    <a:cubicBezTo>
                      <a:pt x="31493" y="1677290"/>
                      <a:pt x="44870" y="1698956"/>
                      <a:pt x="63145" y="1716478"/>
                    </a:cubicBezTo>
                    <a:cubicBezTo>
                      <a:pt x="100261" y="1753500"/>
                      <a:pt x="137660" y="1790334"/>
                      <a:pt x="175153" y="1826979"/>
                    </a:cubicBezTo>
                    <a:cubicBezTo>
                      <a:pt x="212458" y="1863812"/>
                      <a:pt x="250233" y="1900269"/>
                      <a:pt x="287914" y="1936631"/>
                    </a:cubicBezTo>
                    <a:cubicBezTo>
                      <a:pt x="322864" y="1971581"/>
                      <a:pt x="374016" y="1987595"/>
                      <a:pt x="421494" y="1978646"/>
                    </a:cubicBezTo>
                    <a:cubicBezTo>
                      <a:pt x="445234" y="1974690"/>
                      <a:pt x="467560" y="1964422"/>
                      <a:pt x="486306" y="1949820"/>
                    </a:cubicBezTo>
                    <a:cubicBezTo>
                      <a:pt x="491205" y="1946429"/>
                      <a:pt x="495444" y="1942189"/>
                      <a:pt x="499683" y="1938139"/>
                    </a:cubicBezTo>
                    <a:cubicBezTo>
                      <a:pt x="503922" y="1934371"/>
                      <a:pt x="508727" y="1928907"/>
                      <a:pt x="513154" y="1924479"/>
                    </a:cubicBezTo>
                    <a:lnTo>
                      <a:pt x="540379" y="1896124"/>
                    </a:lnTo>
                    <a:lnTo>
                      <a:pt x="649561" y="1782798"/>
                    </a:lnTo>
                    <a:cubicBezTo>
                      <a:pt x="795387" y="1631978"/>
                      <a:pt x="943004" y="1482948"/>
                      <a:pt x="1090055" y="1333353"/>
                    </a:cubicBezTo>
                    <a:cubicBezTo>
                      <a:pt x="1383875" y="1033881"/>
                      <a:pt x="1682783" y="739402"/>
                      <a:pt x="1984045" y="447372"/>
                    </a:cubicBezTo>
                    <a:lnTo>
                      <a:pt x="1984045" y="474219"/>
                    </a:lnTo>
                    <a:lnTo>
                      <a:pt x="1763703" y="242856"/>
                    </a:lnTo>
                    <a:lnTo>
                      <a:pt x="1539311" y="5087"/>
                    </a:lnTo>
                    <a:close/>
                    <a:moveTo>
                      <a:pt x="1539311" y="0"/>
                    </a:moveTo>
                    <a:lnTo>
                      <a:pt x="1773124" y="220436"/>
                    </a:lnTo>
                    <a:lnTo>
                      <a:pt x="2010987" y="447372"/>
                    </a:lnTo>
                    <a:lnTo>
                      <a:pt x="2024552" y="460277"/>
                    </a:lnTo>
                    <a:lnTo>
                      <a:pt x="2011081" y="474219"/>
                    </a:lnTo>
                    <a:cubicBezTo>
                      <a:pt x="1719428" y="775858"/>
                      <a:pt x="1425419" y="1075142"/>
                      <a:pt x="1126230" y="1369245"/>
                    </a:cubicBezTo>
                    <a:cubicBezTo>
                      <a:pt x="976823" y="1516485"/>
                      <a:pt x="827982" y="1664384"/>
                      <a:pt x="677351" y="1810305"/>
                    </a:cubicBezTo>
                    <a:lnTo>
                      <a:pt x="564118" y="1919581"/>
                    </a:lnTo>
                    <a:lnTo>
                      <a:pt x="535763" y="1946900"/>
                    </a:lnTo>
                    <a:cubicBezTo>
                      <a:pt x="530865" y="1951515"/>
                      <a:pt x="526814" y="1955849"/>
                      <a:pt x="521162" y="1960653"/>
                    </a:cubicBezTo>
                    <a:cubicBezTo>
                      <a:pt x="515792" y="1965363"/>
                      <a:pt x="510422" y="1970168"/>
                      <a:pt x="504488" y="1974124"/>
                    </a:cubicBezTo>
                    <a:cubicBezTo>
                      <a:pt x="481220" y="1990798"/>
                      <a:pt x="453995" y="2001914"/>
                      <a:pt x="425828" y="2005588"/>
                    </a:cubicBezTo>
                    <a:cubicBezTo>
                      <a:pt x="369494" y="2014255"/>
                      <a:pt x="310240" y="1992871"/>
                      <a:pt x="272276" y="1952081"/>
                    </a:cubicBezTo>
                    <a:cubicBezTo>
                      <a:pt x="235820" y="1914399"/>
                      <a:pt x="199457" y="1876624"/>
                      <a:pt x="162624" y="1839320"/>
                    </a:cubicBezTo>
                    <a:cubicBezTo>
                      <a:pt x="125979" y="1801827"/>
                      <a:pt x="89145" y="1764428"/>
                      <a:pt x="52123" y="1727312"/>
                    </a:cubicBezTo>
                    <a:cubicBezTo>
                      <a:pt x="12841" y="1689159"/>
                      <a:pt x="-6754" y="1631224"/>
                      <a:pt x="2101" y="1576869"/>
                    </a:cubicBezTo>
                    <a:cubicBezTo>
                      <a:pt x="5964" y="1549644"/>
                      <a:pt x="17174" y="1523550"/>
                      <a:pt x="33471" y="1501412"/>
                    </a:cubicBezTo>
                    <a:cubicBezTo>
                      <a:pt x="41478" y="1490202"/>
                      <a:pt x="51370" y="1480311"/>
                      <a:pt x="60319" y="1471079"/>
                    </a:cubicBezTo>
                    <a:lnTo>
                      <a:pt x="87827" y="1442818"/>
                    </a:lnTo>
                    <a:lnTo>
                      <a:pt x="142935" y="1386296"/>
                    </a:lnTo>
                    <a:lnTo>
                      <a:pt x="197668" y="1329208"/>
                    </a:lnTo>
                    <a:lnTo>
                      <a:pt x="417444" y="1100389"/>
                    </a:lnTo>
                    <a:cubicBezTo>
                      <a:pt x="490828" y="1023802"/>
                      <a:pt x="564966" y="947779"/>
                      <a:pt x="639764" y="872794"/>
                    </a:cubicBezTo>
                    <a:cubicBezTo>
                      <a:pt x="939047" y="574169"/>
                      <a:pt x="1242382" y="280443"/>
                      <a:pt x="1539311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" name="任意多边形 49" descr="2ffe8b04-ee7c-40eb-804f-7374078010cb"/>
              <p:cNvSpPr/>
              <p:nvPr/>
            </p:nvSpPr>
            <p:spPr>
              <a:xfrm rot="18900000">
                <a:off x="7215204" y="4998389"/>
                <a:ext cx="428008" cy="428008"/>
              </a:xfrm>
              <a:custGeom>
                <a:avLst/>
                <a:gdLst>
                  <a:gd name="connsiteX0" fmla="*/ 300506 w 300505"/>
                  <a:gd name="connsiteY0" fmla="*/ 150253 h 300505"/>
                  <a:gd name="connsiteX1" fmla="*/ 150253 w 300505"/>
                  <a:gd name="connsiteY1" fmla="*/ 300506 h 300505"/>
                  <a:gd name="connsiteX2" fmla="*/ 0 w 300505"/>
                  <a:gd name="connsiteY2" fmla="*/ 150253 h 300505"/>
                  <a:gd name="connsiteX3" fmla="*/ 150253 w 300505"/>
                  <a:gd name="connsiteY3" fmla="*/ 0 h 300505"/>
                  <a:gd name="connsiteX4" fmla="*/ 300506 w 300505"/>
                  <a:gd name="connsiteY4" fmla="*/ 150253 h 3005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0505" h="300505">
                    <a:moveTo>
                      <a:pt x="300506" y="150253"/>
                    </a:moveTo>
                    <a:cubicBezTo>
                      <a:pt x="300506" y="233235"/>
                      <a:pt x="233235" y="300506"/>
                      <a:pt x="150253" y="300506"/>
                    </a:cubicBezTo>
                    <a:cubicBezTo>
                      <a:pt x="67270" y="300506"/>
                      <a:pt x="0" y="233235"/>
                      <a:pt x="0" y="150253"/>
                    </a:cubicBezTo>
                    <a:cubicBezTo>
                      <a:pt x="0" y="67270"/>
                      <a:pt x="67270" y="0"/>
                      <a:pt x="150253" y="0"/>
                    </a:cubicBezTo>
                    <a:cubicBezTo>
                      <a:pt x="233235" y="0"/>
                      <a:pt x="300506" y="67270"/>
                      <a:pt x="300506" y="150253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" name="任意多边形 50" descr="6fa8a3bb-8496-4341-89cc-9bf6cfdee1ab"/>
              <p:cNvSpPr/>
              <p:nvPr/>
            </p:nvSpPr>
            <p:spPr>
              <a:xfrm>
                <a:off x="7198348" y="4987053"/>
                <a:ext cx="466383" cy="441394"/>
              </a:xfrm>
              <a:custGeom>
                <a:avLst/>
                <a:gdLst>
                  <a:gd name="connsiteX0" fmla="*/ 162122 w 327448"/>
                  <a:gd name="connsiteY0" fmla="*/ 309904 h 309903"/>
                  <a:gd name="connsiteX1" fmla="*/ 49549 w 327448"/>
                  <a:gd name="connsiteY1" fmla="*/ 270809 h 309903"/>
                  <a:gd name="connsiteX2" fmla="*/ 11773 w 327448"/>
                  <a:gd name="connsiteY2" fmla="*/ 220505 h 309903"/>
                  <a:gd name="connsiteX3" fmla="*/ 92 w 327448"/>
                  <a:gd name="connsiteY3" fmla="*/ 158236 h 309903"/>
                  <a:gd name="connsiteX4" fmla="*/ 16107 w 327448"/>
                  <a:gd name="connsiteY4" fmla="*/ 97758 h 309903"/>
                  <a:gd name="connsiteX5" fmla="*/ 52658 w 327448"/>
                  <a:gd name="connsiteY5" fmla="*/ 48772 h 309903"/>
                  <a:gd name="connsiteX6" fmla="*/ 162122 w 327448"/>
                  <a:gd name="connsiteY6" fmla="*/ 257 h 309903"/>
                  <a:gd name="connsiteX7" fmla="*/ 223919 w 327448"/>
                  <a:gd name="connsiteY7" fmla="*/ 8924 h 309903"/>
                  <a:gd name="connsiteX8" fmla="*/ 277804 w 327448"/>
                  <a:gd name="connsiteY8" fmla="*/ 42555 h 309903"/>
                  <a:gd name="connsiteX9" fmla="*/ 314543 w 327448"/>
                  <a:gd name="connsiteY9" fmla="*/ 95120 h 309903"/>
                  <a:gd name="connsiteX10" fmla="*/ 327449 w 327448"/>
                  <a:gd name="connsiteY10" fmla="*/ 158236 h 309903"/>
                  <a:gd name="connsiteX11" fmla="*/ 313507 w 327448"/>
                  <a:gd name="connsiteY11" fmla="*/ 220976 h 309903"/>
                  <a:gd name="connsiteX12" fmla="*/ 274977 w 327448"/>
                  <a:gd name="connsiteY12" fmla="*/ 271092 h 309903"/>
                  <a:gd name="connsiteX13" fmla="*/ 162122 w 327448"/>
                  <a:gd name="connsiteY13" fmla="*/ 309904 h 309903"/>
                  <a:gd name="connsiteX14" fmla="*/ 162122 w 327448"/>
                  <a:gd name="connsiteY14" fmla="*/ 307077 h 309903"/>
                  <a:gd name="connsiteX15" fmla="*/ 218173 w 327448"/>
                  <a:gd name="connsiteY15" fmla="*/ 293512 h 309903"/>
                  <a:gd name="connsiteX16" fmla="*/ 261789 w 327448"/>
                  <a:gd name="connsiteY16" fmla="*/ 257904 h 309903"/>
                  <a:gd name="connsiteX17" fmla="*/ 297304 w 327448"/>
                  <a:gd name="connsiteY17" fmla="*/ 158236 h 309903"/>
                  <a:gd name="connsiteX18" fmla="*/ 258963 w 327448"/>
                  <a:gd name="connsiteY18" fmla="*/ 61489 h 309903"/>
                  <a:gd name="connsiteX19" fmla="*/ 162216 w 327448"/>
                  <a:gd name="connsiteY19" fmla="*/ 15801 h 309903"/>
                  <a:gd name="connsiteX20" fmla="*/ 59252 w 327448"/>
                  <a:gd name="connsiteY20" fmla="*/ 55272 h 309903"/>
                  <a:gd name="connsiteX21" fmla="*/ 30614 w 327448"/>
                  <a:gd name="connsiteY21" fmla="*/ 103787 h 309903"/>
                  <a:gd name="connsiteX22" fmla="*/ 23737 w 327448"/>
                  <a:gd name="connsiteY22" fmla="*/ 158331 h 309903"/>
                  <a:gd name="connsiteX23" fmla="*/ 34947 w 327448"/>
                  <a:gd name="connsiteY23" fmla="*/ 210990 h 309903"/>
                  <a:gd name="connsiteX24" fmla="*/ 62266 w 327448"/>
                  <a:gd name="connsiteY24" fmla="*/ 258186 h 309903"/>
                  <a:gd name="connsiteX25" fmla="*/ 106071 w 327448"/>
                  <a:gd name="connsiteY25" fmla="*/ 293795 h 309903"/>
                  <a:gd name="connsiteX26" fmla="*/ 162122 w 327448"/>
                  <a:gd name="connsiteY26" fmla="*/ 307077 h 309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327448" h="309903">
                    <a:moveTo>
                      <a:pt x="162122" y="309904"/>
                    </a:moveTo>
                    <a:cubicBezTo>
                      <a:pt x="122745" y="309621"/>
                      <a:pt x="81955" y="297846"/>
                      <a:pt x="49549" y="270809"/>
                    </a:cubicBezTo>
                    <a:cubicBezTo>
                      <a:pt x="33629" y="257338"/>
                      <a:pt x="20346" y="240099"/>
                      <a:pt x="11773" y="220505"/>
                    </a:cubicBezTo>
                    <a:cubicBezTo>
                      <a:pt x="3201" y="201004"/>
                      <a:pt x="-661" y="179432"/>
                      <a:pt x="92" y="158236"/>
                    </a:cubicBezTo>
                    <a:cubicBezTo>
                      <a:pt x="1034" y="137041"/>
                      <a:pt x="6781" y="116316"/>
                      <a:pt x="16107" y="97758"/>
                    </a:cubicBezTo>
                    <a:cubicBezTo>
                      <a:pt x="25433" y="79200"/>
                      <a:pt x="37962" y="62714"/>
                      <a:pt x="52658" y="48772"/>
                    </a:cubicBezTo>
                    <a:cubicBezTo>
                      <a:pt x="81861" y="20794"/>
                      <a:pt x="120672" y="2895"/>
                      <a:pt x="162122" y="257"/>
                    </a:cubicBezTo>
                    <a:cubicBezTo>
                      <a:pt x="182752" y="-873"/>
                      <a:pt x="204042" y="1670"/>
                      <a:pt x="223919" y="8924"/>
                    </a:cubicBezTo>
                    <a:cubicBezTo>
                      <a:pt x="243890" y="16084"/>
                      <a:pt x="262260" y="27765"/>
                      <a:pt x="277804" y="42555"/>
                    </a:cubicBezTo>
                    <a:cubicBezTo>
                      <a:pt x="293347" y="57251"/>
                      <a:pt x="305970" y="75243"/>
                      <a:pt x="314543" y="95120"/>
                    </a:cubicBezTo>
                    <a:cubicBezTo>
                      <a:pt x="323304" y="114903"/>
                      <a:pt x="327449" y="136664"/>
                      <a:pt x="327449" y="158236"/>
                    </a:cubicBezTo>
                    <a:cubicBezTo>
                      <a:pt x="326884" y="179809"/>
                      <a:pt x="322644" y="201476"/>
                      <a:pt x="313507" y="220976"/>
                    </a:cubicBezTo>
                    <a:cubicBezTo>
                      <a:pt x="304746" y="240570"/>
                      <a:pt x="291086" y="257715"/>
                      <a:pt x="274977" y="271092"/>
                    </a:cubicBezTo>
                    <a:cubicBezTo>
                      <a:pt x="242477" y="298034"/>
                      <a:pt x="201499" y="309904"/>
                      <a:pt x="162122" y="309904"/>
                    </a:cubicBezTo>
                    <a:close/>
                    <a:moveTo>
                      <a:pt x="162122" y="307077"/>
                    </a:moveTo>
                    <a:cubicBezTo>
                      <a:pt x="181622" y="306983"/>
                      <a:pt x="201028" y="302179"/>
                      <a:pt x="218173" y="293512"/>
                    </a:cubicBezTo>
                    <a:cubicBezTo>
                      <a:pt x="235412" y="284846"/>
                      <a:pt x="250014" y="272223"/>
                      <a:pt x="261789" y="257904"/>
                    </a:cubicBezTo>
                    <a:cubicBezTo>
                      <a:pt x="284775" y="228889"/>
                      <a:pt x="297869" y="193845"/>
                      <a:pt x="297304" y="158236"/>
                    </a:cubicBezTo>
                    <a:cubicBezTo>
                      <a:pt x="297115" y="122816"/>
                      <a:pt x="283550" y="87678"/>
                      <a:pt x="258963" y="61489"/>
                    </a:cubicBezTo>
                    <a:cubicBezTo>
                      <a:pt x="234187" y="35583"/>
                      <a:pt x="199615" y="18533"/>
                      <a:pt x="162216" y="15801"/>
                    </a:cubicBezTo>
                    <a:cubicBezTo>
                      <a:pt x="124912" y="12881"/>
                      <a:pt x="85535" y="27388"/>
                      <a:pt x="59252" y="55272"/>
                    </a:cubicBezTo>
                    <a:cubicBezTo>
                      <a:pt x="46158" y="69120"/>
                      <a:pt x="36360" y="85983"/>
                      <a:pt x="30614" y="103787"/>
                    </a:cubicBezTo>
                    <a:cubicBezTo>
                      <a:pt x="24868" y="121591"/>
                      <a:pt x="22889" y="140149"/>
                      <a:pt x="23737" y="158331"/>
                    </a:cubicBezTo>
                    <a:cubicBezTo>
                      <a:pt x="24679" y="176512"/>
                      <a:pt x="28447" y="194222"/>
                      <a:pt x="34947" y="210990"/>
                    </a:cubicBezTo>
                    <a:cubicBezTo>
                      <a:pt x="41447" y="227758"/>
                      <a:pt x="50397" y="243867"/>
                      <a:pt x="62266" y="258186"/>
                    </a:cubicBezTo>
                    <a:cubicBezTo>
                      <a:pt x="74042" y="272505"/>
                      <a:pt x="88832" y="285128"/>
                      <a:pt x="106071" y="293795"/>
                    </a:cubicBezTo>
                    <a:cubicBezTo>
                      <a:pt x="123216" y="302367"/>
                      <a:pt x="142622" y="307172"/>
                      <a:pt x="162122" y="307077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" name="任意多边形 51" descr="15ba791a-e391-46af-93f6-8edb08b3fb9b"/>
              <p:cNvSpPr/>
              <p:nvPr/>
            </p:nvSpPr>
            <p:spPr>
              <a:xfrm>
                <a:off x="7355865" y="5139035"/>
                <a:ext cx="146785" cy="146785"/>
              </a:xfrm>
              <a:custGeom>
                <a:avLst/>
                <a:gdLst>
                  <a:gd name="connsiteX0" fmla="*/ 103058 w 103058"/>
                  <a:gd name="connsiteY0" fmla="*/ 51529 h 103058"/>
                  <a:gd name="connsiteX1" fmla="*/ 51529 w 103058"/>
                  <a:gd name="connsiteY1" fmla="*/ 103058 h 103058"/>
                  <a:gd name="connsiteX2" fmla="*/ 0 w 103058"/>
                  <a:gd name="connsiteY2" fmla="*/ 51529 h 103058"/>
                  <a:gd name="connsiteX3" fmla="*/ 51529 w 103058"/>
                  <a:gd name="connsiteY3" fmla="*/ 0 h 103058"/>
                  <a:gd name="connsiteX4" fmla="*/ 103058 w 103058"/>
                  <a:gd name="connsiteY4" fmla="*/ 51529 h 103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3058" h="103058">
                    <a:moveTo>
                      <a:pt x="103058" y="51529"/>
                    </a:moveTo>
                    <a:cubicBezTo>
                      <a:pt x="103058" y="79988"/>
                      <a:pt x="79988" y="103058"/>
                      <a:pt x="51529" y="103058"/>
                    </a:cubicBezTo>
                    <a:cubicBezTo>
                      <a:pt x="23070" y="103058"/>
                      <a:pt x="0" y="79988"/>
                      <a:pt x="0" y="51529"/>
                    </a:cubicBezTo>
                    <a:cubicBezTo>
                      <a:pt x="0" y="23070"/>
                      <a:pt x="23070" y="0"/>
                      <a:pt x="51529" y="0"/>
                    </a:cubicBezTo>
                    <a:cubicBezTo>
                      <a:pt x="79988" y="0"/>
                      <a:pt x="103058" y="23070"/>
                      <a:pt x="103058" y="51529"/>
                    </a:cubicBezTo>
                    <a:close/>
                  </a:path>
                </a:pathLst>
              </a:custGeom>
              <a:solidFill>
                <a:srgbClr val="44263F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任意多边形 52" descr="b04045da-6ae4-44d1-960c-eacf7f35fdef"/>
              <p:cNvSpPr/>
              <p:nvPr/>
            </p:nvSpPr>
            <p:spPr>
              <a:xfrm>
                <a:off x="10737705" y="1197424"/>
                <a:ext cx="697969" cy="697835"/>
              </a:xfrm>
              <a:custGeom>
                <a:avLst/>
                <a:gdLst>
                  <a:gd name="connsiteX0" fmla="*/ 0 w 490045"/>
                  <a:gd name="connsiteY0" fmla="*/ 0 h 489951"/>
                  <a:gd name="connsiteX1" fmla="*/ 490046 w 490045"/>
                  <a:gd name="connsiteY1" fmla="*/ 489951 h 489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0045" h="489951">
                    <a:moveTo>
                      <a:pt x="0" y="0"/>
                    </a:moveTo>
                    <a:lnTo>
                      <a:pt x="490046" y="489951"/>
                    </a:lnTo>
                  </a:path>
                </a:pathLst>
              </a:custGeom>
              <a:ln w="5417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" name="任意多边形 53" descr="655e4ef3-9208-4ff2-9e98-f698711b531d"/>
              <p:cNvSpPr/>
              <p:nvPr/>
            </p:nvSpPr>
            <p:spPr>
              <a:xfrm>
                <a:off x="10588908" y="1346222"/>
                <a:ext cx="697835" cy="697969"/>
              </a:xfrm>
              <a:custGeom>
                <a:avLst/>
                <a:gdLst>
                  <a:gd name="connsiteX0" fmla="*/ 0 w 489951"/>
                  <a:gd name="connsiteY0" fmla="*/ 0 h 490045"/>
                  <a:gd name="connsiteX1" fmla="*/ 489951 w 489951"/>
                  <a:gd name="connsiteY1" fmla="*/ 490045 h 490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89951" h="490045">
                    <a:moveTo>
                      <a:pt x="0" y="0"/>
                    </a:moveTo>
                    <a:lnTo>
                      <a:pt x="489951" y="490045"/>
                    </a:lnTo>
                  </a:path>
                </a:pathLst>
              </a:custGeom>
              <a:ln w="5417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" name="任意多边形 54" descr="4ae1f2e0-fa36-4a8a-9400-162390dfe5e2"/>
              <p:cNvSpPr/>
              <p:nvPr/>
            </p:nvSpPr>
            <p:spPr>
              <a:xfrm>
                <a:off x="10439975" y="1495155"/>
                <a:ext cx="697969" cy="697835"/>
              </a:xfrm>
              <a:custGeom>
                <a:avLst/>
                <a:gdLst>
                  <a:gd name="connsiteX0" fmla="*/ 0 w 490045"/>
                  <a:gd name="connsiteY0" fmla="*/ 0 h 489951"/>
                  <a:gd name="connsiteX1" fmla="*/ 490045 w 490045"/>
                  <a:gd name="connsiteY1" fmla="*/ 489951 h 489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0045" h="489951">
                    <a:moveTo>
                      <a:pt x="0" y="0"/>
                    </a:moveTo>
                    <a:lnTo>
                      <a:pt x="490045" y="489951"/>
                    </a:lnTo>
                  </a:path>
                </a:pathLst>
              </a:custGeom>
              <a:ln w="5417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6" name="任意多边形 55" descr="5f9d922b-669d-40f5-9481-dff45920f857"/>
              <p:cNvSpPr/>
              <p:nvPr/>
            </p:nvSpPr>
            <p:spPr>
              <a:xfrm>
                <a:off x="10291042" y="1643952"/>
                <a:ext cx="697969" cy="697969"/>
              </a:xfrm>
              <a:custGeom>
                <a:avLst/>
                <a:gdLst>
                  <a:gd name="connsiteX0" fmla="*/ 0 w 490045"/>
                  <a:gd name="connsiteY0" fmla="*/ 0 h 490045"/>
                  <a:gd name="connsiteX1" fmla="*/ 490046 w 490045"/>
                  <a:gd name="connsiteY1" fmla="*/ 490045 h 490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0045" h="490045">
                    <a:moveTo>
                      <a:pt x="0" y="0"/>
                    </a:moveTo>
                    <a:lnTo>
                      <a:pt x="490046" y="490045"/>
                    </a:lnTo>
                  </a:path>
                </a:pathLst>
              </a:custGeom>
              <a:ln w="5417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" name="任意多边形 56" descr="a6264ec1-8eab-4f94-a945-8d1e2a854f12"/>
              <p:cNvSpPr/>
              <p:nvPr/>
            </p:nvSpPr>
            <p:spPr>
              <a:xfrm>
                <a:off x="10142245" y="1792885"/>
                <a:ext cx="697835" cy="697969"/>
              </a:xfrm>
              <a:custGeom>
                <a:avLst/>
                <a:gdLst>
                  <a:gd name="connsiteX0" fmla="*/ 0 w 489951"/>
                  <a:gd name="connsiteY0" fmla="*/ 0 h 490045"/>
                  <a:gd name="connsiteX1" fmla="*/ 489951 w 489951"/>
                  <a:gd name="connsiteY1" fmla="*/ 490046 h 490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89951" h="490045">
                    <a:moveTo>
                      <a:pt x="0" y="0"/>
                    </a:moveTo>
                    <a:lnTo>
                      <a:pt x="489951" y="490046"/>
                    </a:lnTo>
                  </a:path>
                </a:pathLst>
              </a:custGeom>
              <a:ln w="5417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8" name="任意多边形 57" descr="54962388-2be3-4498-ae5f-3208272dded9"/>
              <p:cNvSpPr/>
              <p:nvPr/>
            </p:nvSpPr>
            <p:spPr>
              <a:xfrm>
                <a:off x="9993312" y="1941818"/>
                <a:ext cx="697969" cy="697835"/>
              </a:xfrm>
              <a:custGeom>
                <a:avLst/>
                <a:gdLst>
                  <a:gd name="connsiteX0" fmla="*/ 0 w 490045"/>
                  <a:gd name="connsiteY0" fmla="*/ 0 h 489951"/>
                  <a:gd name="connsiteX1" fmla="*/ 490046 w 490045"/>
                  <a:gd name="connsiteY1" fmla="*/ 489951 h 489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0045" h="489951">
                    <a:moveTo>
                      <a:pt x="0" y="0"/>
                    </a:moveTo>
                    <a:lnTo>
                      <a:pt x="490046" y="489951"/>
                    </a:lnTo>
                  </a:path>
                </a:pathLst>
              </a:custGeom>
              <a:ln w="5417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" name="任意多边形 58" descr="075f7b75-5f29-42c1-9908-3f34699e53ab"/>
              <p:cNvSpPr/>
              <p:nvPr/>
            </p:nvSpPr>
            <p:spPr>
              <a:xfrm>
                <a:off x="9844379" y="2090616"/>
                <a:ext cx="697969" cy="697969"/>
              </a:xfrm>
              <a:custGeom>
                <a:avLst/>
                <a:gdLst>
                  <a:gd name="connsiteX0" fmla="*/ 0 w 490045"/>
                  <a:gd name="connsiteY0" fmla="*/ 0 h 490045"/>
                  <a:gd name="connsiteX1" fmla="*/ 490046 w 490045"/>
                  <a:gd name="connsiteY1" fmla="*/ 490046 h 490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90045" h="490045">
                    <a:moveTo>
                      <a:pt x="0" y="0"/>
                    </a:moveTo>
                    <a:lnTo>
                      <a:pt x="490046" y="490046"/>
                    </a:lnTo>
                  </a:path>
                </a:pathLst>
              </a:custGeom>
              <a:ln w="54174" cap="rnd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" name="任意多边形 59" descr="aa3d1e15-d8d0-44c2-b332-aefc7ae39d4a"/>
              <p:cNvSpPr/>
              <p:nvPr/>
            </p:nvSpPr>
            <p:spPr>
              <a:xfrm rot="20812773">
                <a:off x="11347851" y="494387"/>
                <a:ext cx="763717" cy="763717"/>
              </a:xfrm>
              <a:custGeom>
                <a:avLst/>
                <a:gdLst>
                  <a:gd name="connsiteX0" fmla="*/ 536208 w 536207"/>
                  <a:gd name="connsiteY0" fmla="*/ 268104 h 536207"/>
                  <a:gd name="connsiteX1" fmla="*/ 268104 w 536207"/>
                  <a:gd name="connsiteY1" fmla="*/ 536208 h 536207"/>
                  <a:gd name="connsiteX2" fmla="*/ 0 w 536207"/>
                  <a:gd name="connsiteY2" fmla="*/ 268104 h 536207"/>
                  <a:gd name="connsiteX3" fmla="*/ 268104 w 536207"/>
                  <a:gd name="connsiteY3" fmla="*/ 0 h 536207"/>
                  <a:gd name="connsiteX4" fmla="*/ 536208 w 536207"/>
                  <a:gd name="connsiteY4" fmla="*/ 268104 h 536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6207" h="536207">
                    <a:moveTo>
                      <a:pt x="536208" y="268104"/>
                    </a:moveTo>
                    <a:cubicBezTo>
                      <a:pt x="536208" y="416174"/>
                      <a:pt x="416173" y="536208"/>
                      <a:pt x="268104" y="536208"/>
                    </a:cubicBezTo>
                    <a:cubicBezTo>
                      <a:pt x="120034" y="536208"/>
                      <a:pt x="0" y="416174"/>
                      <a:pt x="0" y="268104"/>
                    </a:cubicBezTo>
                    <a:cubicBezTo>
                      <a:pt x="0" y="120034"/>
                      <a:pt x="120034" y="0"/>
                      <a:pt x="268104" y="0"/>
                    </a:cubicBezTo>
                    <a:cubicBezTo>
                      <a:pt x="416174" y="0"/>
                      <a:pt x="536208" y="120034"/>
                      <a:pt x="536208" y="268104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1" name="任意多边形 60" descr="e543b684-66ab-43a1-8870-d3f4d1829d10"/>
              <p:cNvSpPr/>
              <p:nvPr/>
            </p:nvSpPr>
            <p:spPr>
              <a:xfrm>
                <a:off x="11327249" y="464118"/>
                <a:ext cx="787747" cy="832632"/>
              </a:xfrm>
              <a:custGeom>
                <a:avLst/>
                <a:gdLst>
                  <a:gd name="connsiteX0" fmla="*/ 548085 w 553078"/>
                  <a:gd name="connsiteY0" fmla="*/ 289426 h 584592"/>
                  <a:gd name="connsiteX1" fmla="*/ 524157 w 553078"/>
                  <a:gd name="connsiteY1" fmla="*/ 189288 h 584592"/>
                  <a:gd name="connsiteX2" fmla="*/ 460664 w 553078"/>
                  <a:gd name="connsiteY2" fmla="*/ 111194 h 584592"/>
                  <a:gd name="connsiteX3" fmla="*/ 282526 w 553078"/>
                  <a:gd name="connsiteY3" fmla="*/ 42425 h 584592"/>
                  <a:gd name="connsiteX4" fmla="*/ 185308 w 553078"/>
                  <a:gd name="connsiteY4" fmla="*/ 54672 h 584592"/>
                  <a:gd name="connsiteX5" fmla="*/ 161851 w 553078"/>
                  <a:gd name="connsiteY5" fmla="*/ 63621 h 584592"/>
                  <a:gd name="connsiteX6" fmla="*/ 139337 w 553078"/>
                  <a:gd name="connsiteY6" fmla="*/ 75114 h 584592"/>
                  <a:gd name="connsiteX7" fmla="*/ 118235 w 553078"/>
                  <a:gd name="connsiteY7" fmla="*/ 89244 h 584592"/>
                  <a:gd name="connsiteX8" fmla="*/ 98641 w 553078"/>
                  <a:gd name="connsiteY8" fmla="*/ 105542 h 584592"/>
                  <a:gd name="connsiteX9" fmla="*/ 42684 w 553078"/>
                  <a:gd name="connsiteY9" fmla="*/ 190042 h 584592"/>
                  <a:gd name="connsiteX10" fmla="*/ 28177 w 553078"/>
                  <a:gd name="connsiteY10" fmla="*/ 289332 h 584592"/>
                  <a:gd name="connsiteX11" fmla="*/ 53518 w 553078"/>
                  <a:gd name="connsiteY11" fmla="*/ 384101 h 584592"/>
                  <a:gd name="connsiteX12" fmla="*/ 109757 w 553078"/>
                  <a:gd name="connsiteY12" fmla="*/ 461913 h 584592"/>
                  <a:gd name="connsiteX13" fmla="*/ 189924 w 553078"/>
                  <a:gd name="connsiteY13" fmla="*/ 512500 h 584592"/>
                  <a:gd name="connsiteX14" fmla="*/ 282338 w 553078"/>
                  <a:gd name="connsiteY14" fmla="*/ 530304 h 584592"/>
                  <a:gd name="connsiteX15" fmla="*/ 375504 w 553078"/>
                  <a:gd name="connsiteY15" fmla="*/ 514290 h 584592"/>
                  <a:gd name="connsiteX16" fmla="*/ 460005 w 553078"/>
                  <a:gd name="connsiteY16" fmla="*/ 467000 h 584592"/>
                  <a:gd name="connsiteX17" fmla="*/ 523592 w 553078"/>
                  <a:gd name="connsiteY17" fmla="*/ 389282 h 584592"/>
                  <a:gd name="connsiteX18" fmla="*/ 548085 w 553078"/>
                  <a:gd name="connsiteY18" fmla="*/ 289426 h 584592"/>
                  <a:gd name="connsiteX19" fmla="*/ 553078 w 553078"/>
                  <a:gd name="connsiteY19" fmla="*/ 289426 h 584592"/>
                  <a:gd name="connsiteX20" fmla="*/ 536498 w 553078"/>
                  <a:gd name="connsiteY20" fmla="*/ 394651 h 584592"/>
                  <a:gd name="connsiteX21" fmla="*/ 483932 w 553078"/>
                  <a:gd name="connsiteY21" fmla="*/ 490927 h 584592"/>
                  <a:gd name="connsiteX22" fmla="*/ 394439 w 553078"/>
                  <a:gd name="connsiteY22" fmla="*/ 559790 h 584592"/>
                  <a:gd name="connsiteX23" fmla="*/ 282432 w 553078"/>
                  <a:gd name="connsiteY23" fmla="*/ 584565 h 584592"/>
                  <a:gd name="connsiteX24" fmla="*/ 75938 w 553078"/>
                  <a:gd name="connsiteY24" fmla="*/ 495920 h 584592"/>
                  <a:gd name="connsiteX25" fmla="*/ 16025 w 553078"/>
                  <a:gd name="connsiteY25" fmla="*/ 399833 h 584592"/>
                  <a:gd name="connsiteX26" fmla="*/ 481 w 553078"/>
                  <a:gd name="connsiteY26" fmla="*/ 289426 h 584592"/>
                  <a:gd name="connsiteX27" fmla="*/ 87054 w 553078"/>
                  <a:gd name="connsiteY27" fmla="*/ 94049 h 584592"/>
                  <a:gd name="connsiteX28" fmla="*/ 174475 w 553078"/>
                  <a:gd name="connsiteY28" fmla="*/ 28860 h 584592"/>
                  <a:gd name="connsiteX29" fmla="*/ 282432 w 553078"/>
                  <a:gd name="connsiteY29" fmla="*/ 222 h 584592"/>
                  <a:gd name="connsiteX30" fmla="*/ 393592 w 553078"/>
                  <a:gd name="connsiteY30" fmla="*/ 21041 h 584592"/>
                  <a:gd name="connsiteX31" fmla="*/ 483367 w 553078"/>
                  <a:gd name="connsiteY31" fmla="*/ 88491 h 584592"/>
                  <a:gd name="connsiteX32" fmla="*/ 536027 w 553078"/>
                  <a:gd name="connsiteY32" fmla="*/ 184390 h 584592"/>
                  <a:gd name="connsiteX33" fmla="*/ 553078 w 553078"/>
                  <a:gd name="connsiteY33" fmla="*/ 289426 h 584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53078" h="584592">
                    <a:moveTo>
                      <a:pt x="548085" y="289426"/>
                    </a:moveTo>
                    <a:cubicBezTo>
                      <a:pt x="548179" y="254665"/>
                      <a:pt x="539983" y="219904"/>
                      <a:pt x="524157" y="189288"/>
                    </a:cubicBezTo>
                    <a:cubicBezTo>
                      <a:pt x="508802" y="158578"/>
                      <a:pt x="486099" y="132295"/>
                      <a:pt x="460664" y="111194"/>
                    </a:cubicBezTo>
                    <a:cubicBezTo>
                      <a:pt x="409041" y="69367"/>
                      <a:pt x="347243" y="45817"/>
                      <a:pt x="282526" y="42425"/>
                    </a:cubicBezTo>
                    <a:cubicBezTo>
                      <a:pt x="250214" y="40730"/>
                      <a:pt x="217055" y="44404"/>
                      <a:pt x="185308" y="54672"/>
                    </a:cubicBezTo>
                    <a:cubicBezTo>
                      <a:pt x="177395" y="57309"/>
                      <a:pt x="169670" y="60607"/>
                      <a:pt x="161851" y="63621"/>
                    </a:cubicBezTo>
                    <a:cubicBezTo>
                      <a:pt x="154315" y="67201"/>
                      <a:pt x="146967" y="71252"/>
                      <a:pt x="139337" y="75114"/>
                    </a:cubicBezTo>
                    <a:cubicBezTo>
                      <a:pt x="132177" y="79541"/>
                      <a:pt x="125300" y="84534"/>
                      <a:pt x="118235" y="89244"/>
                    </a:cubicBezTo>
                    <a:cubicBezTo>
                      <a:pt x="111735" y="94614"/>
                      <a:pt x="105141" y="99983"/>
                      <a:pt x="98641" y="105542"/>
                    </a:cubicBezTo>
                    <a:cubicBezTo>
                      <a:pt x="73960" y="128998"/>
                      <a:pt x="54742" y="158295"/>
                      <a:pt x="42684" y="190042"/>
                    </a:cubicBezTo>
                    <a:cubicBezTo>
                      <a:pt x="30438" y="221788"/>
                      <a:pt x="26010" y="256078"/>
                      <a:pt x="28177" y="289332"/>
                    </a:cubicBezTo>
                    <a:cubicBezTo>
                      <a:pt x="30344" y="322680"/>
                      <a:pt x="39670" y="354803"/>
                      <a:pt x="53518" y="384101"/>
                    </a:cubicBezTo>
                    <a:cubicBezTo>
                      <a:pt x="67554" y="413398"/>
                      <a:pt x="86489" y="439963"/>
                      <a:pt x="109757" y="461913"/>
                    </a:cubicBezTo>
                    <a:cubicBezTo>
                      <a:pt x="133120" y="483768"/>
                      <a:pt x="160438" y="501101"/>
                      <a:pt x="189924" y="512500"/>
                    </a:cubicBezTo>
                    <a:cubicBezTo>
                      <a:pt x="219410" y="523804"/>
                      <a:pt x="250685" y="529927"/>
                      <a:pt x="282338" y="530304"/>
                    </a:cubicBezTo>
                    <a:cubicBezTo>
                      <a:pt x="313990" y="530681"/>
                      <a:pt x="345548" y="525217"/>
                      <a:pt x="375504" y="514290"/>
                    </a:cubicBezTo>
                    <a:cubicBezTo>
                      <a:pt x="405461" y="503456"/>
                      <a:pt x="434287" y="487913"/>
                      <a:pt x="460005" y="467000"/>
                    </a:cubicBezTo>
                    <a:cubicBezTo>
                      <a:pt x="485628" y="446181"/>
                      <a:pt x="508237" y="419992"/>
                      <a:pt x="523592" y="389282"/>
                    </a:cubicBezTo>
                    <a:cubicBezTo>
                      <a:pt x="539512" y="358854"/>
                      <a:pt x="547802" y="324187"/>
                      <a:pt x="548085" y="289426"/>
                    </a:cubicBezTo>
                    <a:close/>
                    <a:moveTo>
                      <a:pt x="553078" y="289426"/>
                    </a:moveTo>
                    <a:cubicBezTo>
                      <a:pt x="553172" y="324847"/>
                      <a:pt x="547614" y="360267"/>
                      <a:pt x="536498" y="394651"/>
                    </a:cubicBezTo>
                    <a:cubicBezTo>
                      <a:pt x="525100" y="428847"/>
                      <a:pt x="507955" y="462101"/>
                      <a:pt x="483932" y="490927"/>
                    </a:cubicBezTo>
                    <a:cubicBezTo>
                      <a:pt x="459911" y="519565"/>
                      <a:pt x="429389" y="543775"/>
                      <a:pt x="394439" y="559790"/>
                    </a:cubicBezTo>
                    <a:cubicBezTo>
                      <a:pt x="359584" y="575804"/>
                      <a:pt x="320961" y="584094"/>
                      <a:pt x="282432" y="584565"/>
                    </a:cubicBezTo>
                    <a:cubicBezTo>
                      <a:pt x="204902" y="585696"/>
                      <a:pt x="128221" y="551500"/>
                      <a:pt x="75938" y="495920"/>
                    </a:cubicBezTo>
                    <a:cubicBezTo>
                      <a:pt x="49655" y="468224"/>
                      <a:pt x="28836" y="435347"/>
                      <a:pt x="16025" y="399833"/>
                    </a:cubicBezTo>
                    <a:cubicBezTo>
                      <a:pt x="2930" y="364318"/>
                      <a:pt x="-1591" y="326260"/>
                      <a:pt x="481" y="289426"/>
                    </a:cubicBezTo>
                    <a:cubicBezTo>
                      <a:pt x="5286" y="215477"/>
                      <a:pt x="37126" y="146237"/>
                      <a:pt x="87054" y="94049"/>
                    </a:cubicBezTo>
                    <a:cubicBezTo>
                      <a:pt x="111829" y="67766"/>
                      <a:pt x="141409" y="45534"/>
                      <a:pt x="174475" y="28860"/>
                    </a:cubicBezTo>
                    <a:cubicBezTo>
                      <a:pt x="207540" y="12186"/>
                      <a:pt x="244562" y="2012"/>
                      <a:pt x="282432" y="222"/>
                    </a:cubicBezTo>
                    <a:cubicBezTo>
                      <a:pt x="320207" y="-1379"/>
                      <a:pt x="358736" y="5686"/>
                      <a:pt x="393592" y="21041"/>
                    </a:cubicBezTo>
                    <a:cubicBezTo>
                      <a:pt x="428541" y="36208"/>
                      <a:pt x="459345" y="59947"/>
                      <a:pt x="483367" y="88491"/>
                    </a:cubicBezTo>
                    <a:cubicBezTo>
                      <a:pt x="507483" y="117129"/>
                      <a:pt x="524628" y="150288"/>
                      <a:pt x="536027" y="184390"/>
                    </a:cubicBezTo>
                    <a:cubicBezTo>
                      <a:pt x="547331" y="218586"/>
                      <a:pt x="552889" y="254006"/>
                      <a:pt x="553078" y="289426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2" name="任意多边形 61" descr="cda90f61-7e38-4641-a87e-954ed1def446"/>
              <p:cNvSpPr/>
              <p:nvPr/>
            </p:nvSpPr>
            <p:spPr>
              <a:xfrm rot="20850136">
                <a:off x="11558701" y="705318"/>
                <a:ext cx="341871" cy="341871"/>
              </a:xfrm>
              <a:custGeom>
                <a:avLst/>
                <a:gdLst>
                  <a:gd name="connsiteX0" fmla="*/ 240029 w 240028"/>
                  <a:gd name="connsiteY0" fmla="*/ 120014 h 240028"/>
                  <a:gd name="connsiteX1" fmla="*/ 120014 w 240028"/>
                  <a:gd name="connsiteY1" fmla="*/ 240029 h 240028"/>
                  <a:gd name="connsiteX2" fmla="*/ 0 w 240028"/>
                  <a:gd name="connsiteY2" fmla="*/ 120014 h 240028"/>
                  <a:gd name="connsiteX3" fmla="*/ 120014 w 240028"/>
                  <a:gd name="connsiteY3" fmla="*/ 0 h 240028"/>
                  <a:gd name="connsiteX4" fmla="*/ 240029 w 240028"/>
                  <a:gd name="connsiteY4" fmla="*/ 120014 h 240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028" h="240028">
                    <a:moveTo>
                      <a:pt x="240029" y="120014"/>
                    </a:moveTo>
                    <a:cubicBezTo>
                      <a:pt x="240029" y="186296"/>
                      <a:pt x="186297" y="240029"/>
                      <a:pt x="120014" y="240029"/>
                    </a:cubicBezTo>
                    <a:cubicBezTo>
                      <a:pt x="53732" y="240029"/>
                      <a:pt x="0" y="186297"/>
                      <a:pt x="0" y="120014"/>
                    </a:cubicBezTo>
                    <a:cubicBezTo>
                      <a:pt x="0" y="53732"/>
                      <a:pt x="53732" y="0"/>
                      <a:pt x="120014" y="0"/>
                    </a:cubicBezTo>
                    <a:cubicBezTo>
                      <a:pt x="186297" y="0"/>
                      <a:pt x="240029" y="53732"/>
                      <a:pt x="240029" y="120014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3" name="任意多边形 62" descr="e087a453-32f8-44c6-a7b0-420e9f413aa4"/>
              <p:cNvSpPr/>
              <p:nvPr/>
            </p:nvSpPr>
            <p:spPr>
              <a:xfrm>
                <a:off x="11549547" y="691810"/>
                <a:ext cx="352649" cy="372647"/>
              </a:xfrm>
              <a:custGeom>
                <a:avLst/>
                <a:gdLst>
                  <a:gd name="connsiteX0" fmla="*/ 245335 w 247595"/>
                  <a:gd name="connsiteY0" fmla="*/ 129563 h 261636"/>
                  <a:gd name="connsiteX1" fmla="*/ 234596 w 247595"/>
                  <a:gd name="connsiteY1" fmla="*/ 84723 h 261636"/>
                  <a:gd name="connsiteX2" fmla="*/ 206146 w 247595"/>
                  <a:gd name="connsiteY2" fmla="*/ 49773 h 261636"/>
                  <a:gd name="connsiteX3" fmla="*/ 126356 w 247595"/>
                  <a:gd name="connsiteY3" fmla="*/ 18969 h 261636"/>
                  <a:gd name="connsiteX4" fmla="*/ 44117 w 247595"/>
                  <a:gd name="connsiteY4" fmla="*/ 47324 h 261636"/>
                  <a:gd name="connsiteX5" fmla="*/ 19059 w 247595"/>
                  <a:gd name="connsiteY5" fmla="*/ 85099 h 261636"/>
                  <a:gd name="connsiteX6" fmla="*/ 12559 w 247595"/>
                  <a:gd name="connsiteY6" fmla="*/ 129563 h 261636"/>
                  <a:gd name="connsiteX7" fmla="*/ 49015 w 247595"/>
                  <a:gd name="connsiteY7" fmla="*/ 206904 h 261636"/>
                  <a:gd name="connsiteX8" fmla="*/ 126356 w 247595"/>
                  <a:gd name="connsiteY8" fmla="*/ 237520 h 261636"/>
                  <a:gd name="connsiteX9" fmla="*/ 205958 w 247595"/>
                  <a:gd name="connsiteY9" fmla="*/ 209165 h 261636"/>
                  <a:gd name="connsiteX10" fmla="*/ 234407 w 247595"/>
                  <a:gd name="connsiteY10" fmla="*/ 174310 h 261636"/>
                  <a:gd name="connsiteX11" fmla="*/ 245335 w 247595"/>
                  <a:gd name="connsiteY11" fmla="*/ 129563 h 261636"/>
                  <a:gd name="connsiteX12" fmla="*/ 247596 w 247595"/>
                  <a:gd name="connsiteY12" fmla="*/ 129563 h 261636"/>
                  <a:gd name="connsiteX13" fmla="*/ 216603 w 247595"/>
                  <a:gd name="connsiteY13" fmla="*/ 219716 h 261636"/>
                  <a:gd name="connsiteX14" fmla="*/ 176567 w 247595"/>
                  <a:gd name="connsiteY14" fmla="*/ 250520 h 261636"/>
                  <a:gd name="connsiteX15" fmla="*/ 126450 w 247595"/>
                  <a:gd name="connsiteY15" fmla="*/ 261636 h 261636"/>
                  <a:gd name="connsiteX16" fmla="*/ 75958 w 247595"/>
                  <a:gd name="connsiteY16" fmla="*/ 251274 h 261636"/>
                  <a:gd name="connsiteX17" fmla="*/ 34037 w 247595"/>
                  <a:gd name="connsiteY17" fmla="*/ 221882 h 261636"/>
                  <a:gd name="connsiteX18" fmla="*/ 7189 w 247595"/>
                  <a:gd name="connsiteY18" fmla="*/ 178926 h 261636"/>
                  <a:gd name="connsiteX19" fmla="*/ 218 w 247595"/>
                  <a:gd name="connsiteY19" fmla="*/ 129469 h 261636"/>
                  <a:gd name="connsiteX20" fmla="*/ 38935 w 247595"/>
                  <a:gd name="connsiteY20" fmla="*/ 42048 h 261636"/>
                  <a:gd name="connsiteX21" fmla="*/ 78030 w 247595"/>
                  <a:gd name="connsiteY21" fmla="*/ 12845 h 261636"/>
                  <a:gd name="connsiteX22" fmla="*/ 126356 w 247595"/>
                  <a:gd name="connsiteY22" fmla="*/ 128 h 261636"/>
                  <a:gd name="connsiteX23" fmla="*/ 216320 w 247595"/>
                  <a:gd name="connsiteY23" fmla="*/ 39599 h 261636"/>
                  <a:gd name="connsiteX24" fmla="*/ 247596 w 247595"/>
                  <a:gd name="connsiteY24" fmla="*/ 129563 h 261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47595" h="261636">
                    <a:moveTo>
                      <a:pt x="245335" y="129563"/>
                    </a:moveTo>
                    <a:cubicBezTo>
                      <a:pt x="245429" y="114020"/>
                      <a:pt x="241567" y="98476"/>
                      <a:pt x="234596" y="84723"/>
                    </a:cubicBezTo>
                    <a:cubicBezTo>
                      <a:pt x="227719" y="70969"/>
                      <a:pt x="217545" y="59193"/>
                      <a:pt x="206146" y="49773"/>
                    </a:cubicBezTo>
                    <a:cubicBezTo>
                      <a:pt x="183161" y="30932"/>
                      <a:pt x="155371" y="20382"/>
                      <a:pt x="126356" y="18969"/>
                    </a:cubicBezTo>
                    <a:cubicBezTo>
                      <a:pt x="97624" y="17367"/>
                      <a:pt x="66349" y="25940"/>
                      <a:pt x="44117" y="47324"/>
                    </a:cubicBezTo>
                    <a:cubicBezTo>
                      <a:pt x="33095" y="57875"/>
                      <a:pt x="24428" y="70875"/>
                      <a:pt x="19059" y="85099"/>
                    </a:cubicBezTo>
                    <a:cubicBezTo>
                      <a:pt x="13501" y="99324"/>
                      <a:pt x="11805" y="114679"/>
                      <a:pt x="12559" y="129563"/>
                    </a:cubicBezTo>
                    <a:cubicBezTo>
                      <a:pt x="14725" y="159426"/>
                      <a:pt x="28385" y="187027"/>
                      <a:pt x="49015" y="206904"/>
                    </a:cubicBezTo>
                    <a:cubicBezTo>
                      <a:pt x="69928" y="226687"/>
                      <a:pt x="98095" y="237238"/>
                      <a:pt x="126356" y="237520"/>
                    </a:cubicBezTo>
                    <a:cubicBezTo>
                      <a:pt x="154806" y="237991"/>
                      <a:pt x="182690" y="227535"/>
                      <a:pt x="205958" y="209165"/>
                    </a:cubicBezTo>
                    <a:cubicBezTo>
                      <a:pt x="217357" y="199745"/>
                      <a:pt x="227436" y="188064"/>
                      <a:pt x="234407" y="174310"/>
                    </a:cubicBezTo>
                    <a:cubicBezTo>
                      <a:pt x="241473" y="160650"/>
                      <a:pt x="245052" y="145107"/>
                      <a:pt x="245335" y="129563"/>
                    </a:cubicBezTo>
                    <a:close/>
                    <a:moveTo>
                      <a:pt x="247596" y="129563"/>
                    </a:moveTo>
                    <a:cubicBezTo>
                      <a:pt x="247596" y="161027"/>
                      <a:pt x="238176" y="193716"/>
                      <a:pt x="216603" y="219716"/>
                    </a:cubicBezTo>
                    <a:cubicBezTo>
                      <a:pt x="205958" y="232622"/>
                      <a:pt x="192204" y="243455"/>
                      <a:pt x="176567" y="250520"/>
                    </a:cubicBezTo>
                    <a:cubicBezTo>
                      <a:pt x="161023" y="257868"/>
                      <a:pt x="143690" y="261260"/>
                      <a:pt x="126450" y="261636"/>
                    </a:cubicBezTo>
                    <a:cubicBezTo>
                      <a:pt x="109211" y="261636"/>
                      <a:pt x="91784" y="258339"/>
                      <a:pt x="75958" y="251274"/>
                    </a:cubicBezTo>
                    <a:cubicBezTo>
                      <a:pt x="60131" y="244303"/>
                      <a:pt x="45812" y="234223"/>
                      <a:pt x="34037" y="221882"/>
                    </a:cubicBezTo>
                    <a:cubicBezTo>
                      <a:pt x="22167" y="209542"/>
                      <a:pt x="12936" y="194846"/>
                      <a:pt x="7189" y="178926"/>
                    </a:cubicBezTo>
                    <a:cubicBezTo>
                      <a:pt x="1348" y="163005"/>
                      <a:pt x="-724" y="145955"/>
                      <a:pt x="218" y="129469"/>
                    </a:cubicBezTo>
                    <a:cubicBezTo>
                      <a:pt x="2196" y="96309"/>
                      <a:pt x="16704" y="65411"/>
                      <a:pt x="38935" y="42048"/>
                    </a:cubicBezTo>
                    <a:cubicBezTo>
                      <a:pt x="50146" y="30367"/>
                      <a:pt x="63240" y="20193"/>
                      <a:pt x="78030" y="12845"/>
                    </a:cubicBezTo>
                    <a:cubicBezTo>
                      <a:pt x="92820" y="5497"/>
                      <a:pt x="109400" y="882"/>
                      <a:pt x="126356" y="128"/>
                    </a:cubicBezTo>
                    <a:cubicBezTo>
                      <a:pt x="160364" y="-1568"/>
                      <a:pt x="195030" y="13693"/>
                      <a:pt x="216320" y="39599"/>
                    </a:cubicBezTo>
                    <a:cubicBezTo>
                      <a:pt x="237987" y="65505"/>
                      <a:pt x="247313" y="98099"/>
                      <a:pt x="247596" y="129563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4" name="任意多边形 63" descr="7df32072-75a6-4d72-992d-b9b693a69f1a"/>
              <p:cNvSpPr/>
              <p:nvPr/>
            </p:nvSpPr>
            <p:spPr>
              <a:xfrm>
                <a:off x="7335964" y="94303"/>
                <a:ext cx="2634537" cy="2593518"/>
              </a:xfrm>
              <a:custGeom>
                <a:avLst/>
                <a:gdLst>
                  <a:gd name="connsiteX0" fmla="*/ 2061263 w 2061262"/>
                  <a:gd name="connsiteY0" fmla="*/ 2061168 h 2061168"/>
                  <a:gd name="connsiteX1" fmla="*/ 0 w 2061262"/>
                  <a:gd name="connsiteY1" fmla="*/ 0 h 2061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061262" h="2061168">
                    <a:moveTo>
                      <a:pt x="2061263" y="2061168"/>
                    </a:moveTo>
                    <a:lnTo>
                      <a:pt x="0" y="0"/>
                    </a:lnTo>
                  </a:path>
                </a:pathLst>
              </a:custGeom>
              <a:ln w="28246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5" name="任意多边形 64" descr="fd14399f-7338-445f-a6cb-aa8557a56ab1"/>
              <p:cNvSpPr/>
              <p:nvPr/>
            </p:nvSpPr>
            <p:spPr>
              <a:xfrm>
                <a:off x="9919784" y="2637640"/>
                <a:ext cx="261905" cy="261905"/>
              </a:xfrm>
              <a:custGeom>
                <a:avLst/>
                <a:gdLst>
                  <a:gd name="connsiteX0" fmla="*/ 183885 w 183884"/>
                  <a:gd name="connsiteY0" fmla="*/ 91943 h 183884"/>
                  <a:gd name="connsiteX1" fmla="*/ 91942 w 183884"/>
                  <a:gd name="connsiteY1" fmla="*/ 183885 h 183884"/>
                  <a:gd name="connsiteX2" fmla="*/ 0 w 183884"/>
                  <a:gd name="connsiteY2" fmla="*/ 91943 h 183884"/>
                  <a:gd name="connsiteX3" fmla="*/ 91942 w 183884"/>
                  <a:gd name="connsiteY3" fmla="*/ 0 h 183884"/>
                  <a:gd name="connsiteX4" fmla="*/ 183885 w 183884"/>
                  <a:gd name="connsiteY4" fmla="*/ 91943 h 183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3884" h="183884">
                    <a:moveTo>
                      <a:pt x="183885" y="91943"/>
                    </a:moveTo>
                    <a:cubicBezTo>
                      <a:pt x="183885" y="142721"/>
                      <a:pt x="142721" y="183885"/>
                      <a:pt x="91942" y="183885"/>
                    </a:cubicBezTo>
                    <a:cubicBezTo>
                      <a:pt x="41164" y="183885"/>
                      <a:pt x="0" y="142721"/>
                      <a:pt x="0" y="91943"/>
                    </a:cubicBezTo>
                    <a:cubicBezTo>
                      <a:pt x="0" y="41164"/>
                      <a:pt x="41164" y="0"/>
                      <a:pt x="91942" y="0"/>
                    </a:cubicBezTo>
                    <a:cubicBezTo>
                      <a:pt x="142721" y="0"/>
                      <a:pt x="183885" y="41164"/>
                      <a:pt x="183885" y="91943"/>
                    </a:cubicBezTo>
                    <a:close/>
                  </a:path>
                </a:pathLst>
              </a:custGeom>
              <a:solidFill>
                <a:srgbClr val="F9BA2B"/>
              </a:solidFill>
              <a:ln w="28246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6" name="任意多边形 65" descr="7bc492de-f4bc-4df3-839a-a07a0e8a1464"/>
              <p:cNvSpPr/>
              <p:nvPr/>
            </p:nvSpPr>
            <p:spPr>
              <a:xfrm>
                <a:off x="10004984" y="2722840"/>
                <a:ext cx="91505" cy="91505"/>
              </a:xfrm>
              <a:custGeom>
                <a:avLst/>
                <a:gdLst>
                  <a:gd name="connsiteX0" fmla="*/ 64247 w 64246"/>
                  <a:gd name="connsiteY0" fmla="*/ 32123 h 64246"/>
                  <a:gd name="connsiteX1" fmla="*/ 32123 w 64246"/>
                  <a:gd name="connsiteY1" fmla="*/ 0 h 64246"/>
                  <a:gd name="connsiteX2" fmla="*/ 0 w 64246"/>
                  <a:gd name="connsiteY2" fmla="*/ 32123 h 64246"/>
                  <a:gd name="connsiteX3" fmla="*/ 32123 w 64246"/>
                  <a:gd name="connsiteY3" fmla="*/ 64247 h 64246"/>
                  <a:gd name="connsiteX4" fmla="*/ 64247 w 64246"/>
                  <a:gd name="connsiteY4" fmla="*/ 32123 h 642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246" h="64246">
                    <a:moveTo>
                      <a:pt x="64247" y="32123"/>
                    </a:moveTo>
                    <a:cubicBezTo>
                      <a:pt x="64247" y="14413"/>
                      <a:pt x="49834" y="0"/>
                      <a:pt x="32123" y="0"/>
                    </a:cubicBezTo>
                    <a:cubicBezTo>
                      <a:pt x="14413" y="0"/>
                      <a:pt x="0" y="14413"/>
                      <a:pt x="0" y="32123"/>
                    </a:cubicBezTo>
                    <a:cubicBezTo>
                      <a:pt x="0" y="49834"/>
                      <a:pt x="14413" y="64247"/>
                      <a:pt x="32123" y="64247"/>
                    </a:cubicBezTo>
                    <a:cubicBezTo>
                      <a:pt x="49834" y="64247"/>
                      <a:pt x="64247" y="49834"/>
                      <a:pt x="64247" y="32123"/>
                    </a:cubicBezTo>
                    <a:close/>
                  </a:path>
                </a:pathLst>
              </a:custGeom>
              <a:noFill/>
              <a:ln w="987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7" name="任意多边形 66" descr="31d189d4-943a-4037-aa6d-164b620b0dfc"/>
              <p:cNvSpPr/>
              <p:nvPr/>
            </p:nvSpPr>
            <p:spPr>
              <a:xfrm>
                <a:off x="10050738" y="2814347"/>
                <a:ext cx="13417" cy="1071105"/>
              </a:xfrm>
              <a:custGeom>
                <a:avLst/>
                <a:gdLst>
                  <a:gd name="connsiteX0" fmla="*/ 0 w 9420"/>
                  <a:gd name="connsiteY0" fmla="*/ 0 h 752024"/>
                  <a:gd name="connsiteX1" fmla="*/ 0 w 9420"/>
                  <a:gd name="connsiteY1" fmla="*/ 752025 h 7520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420" h="752024">
                    <a:moveTo>
                      <a:pt x="0" y="0"/>
                    </a:moveTo>
                    <a:lnTo>
                      <a:pt x="0" y="752025"/>
                    </a:lnTo>
                  </a:path>
                </a:pathLst>
              </a:custGeom>
              <a:ln w="987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8" name="任意多边形 67" descr="cb05826d-94d1-4b08-8a36-01685d8ae0b5"/>
              <p:cNvSpPr/>
              <p:nvPr/>
            </p:nvSpPr>
            <p:spPr>
              <a:xfrm>
                <a:off x="9977478" y="3885453"/>
                <a:ext cx="146248" cy="146248"/>
              </a:xfrm>
              <a:custGeom>
                <a:avLst/>
                <a:gdLst>
                  <a:gd name="connsiteX0" fmla="*/ 102682 w 102681"/>
                  <a:gd name="connsiteY0" fmla="*/ 51341 h 102681"/>
                  <a:gd name="connsiteX1" fmla="*/ 51341 w 102681"/>
                  <a:gd name="connsiteY1" fmla="*/ 0 h 102681"/>
                  <a:gd name="connsiteX2" fmla="*/ 0 w 102681"/>
                  <a:gd name="connsiteY2" fmla="*/ 51341 h 102681"/>
                  <a:gd name="connsiteX3" fmla="*/ 51341 w 102681"/>
                  <a:gd name="connsiteY3" fmla="*/ 102682 h 102681"/>
                  <a:gd name="connsiteX4" fmla="*/ 102682 w 102681"/>
                  <a:gd name="connsiteY4" fmla="*/ 51341 h 1026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2681" h="102681">
                    <a:moveTo>
                      <a:pt x="102682" y="51341"/>
                    </a:moveTo>
                    <a:cubicBezTo>
                      <a:pt x="102682" y="22986"/>
                      <a:pt x="79696" y="0"/>
                      <a:pt x="51341" y="0"/>
                    </a:cubicBezTo>
                    <a:cubicBezTo>
                      <a:pt x="22986" y="0"/>
                      <a:pt x="0" y="22986"/>
                      <a:pt x="0" y="51341"/>
                    </a:cubicBezTo>
                    <a:cubicBezTo>
                      <a:pt x="0" y="79696"/>
                      <a:pt x="22986" y="102682"/>
                      <a:pt x="51341" y="102682"/>
                    </a:cubicBezTo>
                    <a:cubicBezTo>
                      <a:pt x="79696" y="102682"/>
                      <a:pt x="102682" y="79696"/>
                      <a:pt x="102682" y="51341"/>
                    </a:cubicBezTo>
                    <a:close/>
                  </a:path>
                </a:pathLst>
              </a:custGeom>
              <a:noFill/>
              <a:ln w="9877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9" name="任意多边形 68" descr="c136ad64-bec5-4a42-a650-090340f6372c"/>
              <p:cNvSpPr/>
              <p:nvPr/>
            </p:nvSpPr>
            <p:spPr>
              <a:xfrm>
                <a:off x="9249050" y="3123214"/>
                <a:ext cx="287936" cy="287936"/>
              </a:xfrm>
              <a:custGeom>
                <a:avLst/>
                <a:gdLst>
                  <a:gd name="connsiteX0" fmla="*/ 182189 w 202160"/>
                  <a:gd name="connsiteY0" fmla="*/ 202160 h 202160"/>
                  <a:gd name="connsiteX1" fmla="*/ 0 w 202160"/>
                  <a:gd name="connsiteY1" fmla="*/ 0 h 202160"/>
                  <a:gd name="connsiteX2" fmla="*/ 202160 w 202160"/>
                  <a:gd name="connsiteY2" fmla="*/ 182189 h 202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160" h="202160">
                    <a:moveTo>
                      <a:pt x="182189" y="202160"/>
                    </a:moveTo>
                    <a:lnTo>
                      <a:pt x="0" y="0"/>
                    </a:lnTo>
                    <a:lnTo>
                      <a:pt x="202160" y="182189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0" name="任意多边形 69" descr="a8db0f28-9c89-4177-8fdf-49068b416391"/>
              <p:cNvSpPr/>
              <p:nvPr/>
            </p:nvSpPr>
            <p:spPr>
              <a:xfrm>
                <a:off x="7703509" y="3241824"/>
                <a:ext cx="1692596" cy="1692596"/>
              </a:xfrm>
              <a:custGeom>
                <a:avLst/>
                <a:gdLst>
                  <a:gd name="connsiteX0" fmla="*/ 1188375 w 1188374"/>
                  <a:gd name="connsiteY0" fmla="*/ 19971 h 1188374"/>
                  <a:gd name="connsiteX1" fmla="*/ 0 w 1188374"/>
                  <a:gd name="connsiteY1" fmla="*/ 1188375 h 1188374"/>
                  <a:gd name="connsiteX2" fmla="*/ 1168403 w 1188374"/>
                  <a:gd name="connsiteY2" fmla="*/ 0 h 11883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88374" h="1188374">
                    <a:moveTo>
                      <a:pt x="1188375" y="19971"/>
                    </a:moveTo>
                    <a:lnTo>
                      <a:pt x="0" y="1188375"/>
                    </a:lnTo>
                    <a:lnTo>
                      <a:pt x="1168403" y="0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1" name="任意多边形 70" descr="a9ccf3a8-83cc-4dce-bab2-9f510c74bfbe"/>
              <p:cNvSpPr/>
              <p:nvPr/>
            </p:nvSpPr>
            <p:spPr>
              <a:xfrm>
                <a:off x="8574026" y="5192302"/>
                <a:ext cx="202602" cy="40251"/>
              </a:xfrm>
              <a:custGeom>
                <a:avLst/>
                <a:gdLst>
                  <a:gd name="connsiteX0" fmla="*/ 0 w 142247"/>
                  <a:gd name="connsiteY0" fmla="*/ 0 h 28260"/>
                  <a:gd name="connsiteX1" fmla="*/ 142247 w 142247"/>
                  <a:gd name="connsiteY1" fmla="*/ 14130 h 28260"/>
                  <a:gd name="connsiteX2" fmla="*/ 0 w 142247"/>
                  <a:gd name="connsiteY2" fmla="*/ 28261 h 28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2247" h="28260">
                    <a:moveTo>
                      <a:pt x="0" y="0"/>
                    </a:moveTo>
                    <a:lnTo>
                      <a:pt x="142247" y="14130"/>
                    </a:lnTo>
                    <a:lnTo>
                      <a:pt x="0" y="28261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2" name="任意多边形 71" descr="5a2f7476-4724-4332-b71e-c8ff0336db1b"/>
              <p:cNvSpPr/>
              <p:nvPr/>
            </p:nvSpPr>
            <p:spPr>
              <a:xfrm>
                <a:off x="8567317" y="5082413"/>
                <a:ext cx="162215" cy="40117"/>
              </a:xfrm>
              <a:custGeom>
                <a:avLst/>
                <a:gdLst>
                  <a:gd name="connsiteX0" fmla="*/ 0 w 113891"/>
                  <a:gd name="connsiteY0" fmla="*/ 0 h 28166"/>
                  <a:gd name="connsiteX1" fmla="*/ 113892 w 113891"/>
                  <a:gd name="connsiteY1" fmla="*/ 6218 h 28166"/>
                  <a:gd name="connsiteX2" fmla="*/ 1978 w 113891"/>
                  <a:gd name="connsiteY2" fmla="*/ 28167 h 28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3891" h="28166">
                    <a:moveTo>
                      <a:pt x="0" y="0"/>
                    </a:moveTo>
                    <a:lnTo>
                      <a:pt x="113892" y="6218"/>
                    </a:lnTo>
                    <a:lnTo>
                      <a:pt x="1978" y="28167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3" name="任意多边形 72" descr="4cbe67d2-790c-446d-8b99-f0c8c2c39042"/>
              <p:cNvSpPr/>
              <p:nvPr/>
            </p:nvSpPr>
            <p:spPr>
              <a:xfrm>
                <a:off x="8539409" y="4934017"/>
                <a:ext cx="196698" cy="52461"/>
              </a:xfrm>
              <a:custGeom>
                <a:avLst/>
                <a:gdLst>
                  <a:gd name="connsiteX0" fmla="*/ 0 w 138102"/>
                  <a:gd name="connsiteY0" fmla="*/ 8949 h 36833"/>
                  <a:gd name="connsiteX1" fmla="*/ 138102 w 138102"/>
                  <a:gd name="connsiteY1" fmla="*/ 0 h 36833"/>
                  <a:gd name="connsiteX2" fmla="*/ 4710 w 138102"/>
                  <a:gd name="connsiteY2" fmla="*/ 36834 h 36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8102" h="36833">
                    <a:moveTo>
                      <a:pt x="0" y="8949"/>
                    </a:moveTo>
                    <a:lnTo>
                      <a:pt x="138102" y="0"/>
                    </a:lnTo>
                    <a:lnTo>
                      <a:pt x="4710" y="36834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4" name="任意多边形 73" descr="8c82cd42-3b73-472b-ac9a-674ee35f68a7"/>
              <p:cNvSpPr/>
              <p:nvPr/>
            </p:nvSpPr>
            <p:spPr>
              <a:xfrm>
                <a:off x="8491644" y="4729403"/>
                <a:ext cx="220715" cy="91641"/>
              </a:xfrm>
              <a:custGeom>
                <a:avLst/>
                <a:gdLst>
                  <a:gd name="connsiteX0" fmla="*/ 0 w 154964"/>
                  <a:gd name="connsiteY0" fmla="*/ 37587 h 64341"/>
                  <a:gd name="connsiteX1" fmla="*/ 154964 w 154964"/>
                  <a:gd name="connsiteY1" fmla="*/ 0 h 64341"/>
                  <a:gd name="connsiteX2" fmla="*/ 9138 w 154964"/>
                  <a:gd name="connsiteY2" fmla="*/ 64341 h 6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4964" h="64341">
                    <a:moveTo>
                      <a:pt x="0" y="37587"/>
                    </a:moveTo>
                    <a:lnTo>
                      <a:pt x="154964" y="0"/>
                    </a:lnTo>
                    <a:lnTo>
                      <a:pt x="9138" y="64341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5" name="任意多边形 74" descr="c702f1a7-0d64-45fd-bd05-a57156bcb015"/>
              <p:cNvSpPr/>
              <p:nvPr/>
            </p:nvSpPr>
            <p:spPr>
              <a:xfrm>
                <a:off x="8438779" y="4587180"/>
                <a:ext cx="210383" cy="120621"/>
              </a:xfrm>
              <a:custGeom>
                <a:avLst/>
                <a:gdLst>
                  <a:gd name="connsiteX0" fmla="*/ 0 w 147710"/>
                  <a:gd name="connsiteY0" fmla="*/ 59443 h 84688"/>
                  <a:gd name="connsiteX1" fmla="*/ 147711 w 147710"/>
                  <a:gd name="connsiteY1" fmla="*/ 0 h 84688"/>
                  <a:gd name="connsiteX2" fmla="*/ 12906 w 147710"/>
                  <a:gd name="connsiteY2" fmla="*/ 84689 h 84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7710" h="84688">
                    <a:moveTo>
                      <a:pt x="0" y="59443"/>
                    </a:moveTo>
                    <a:lnTo>
                      <a:pt x="147711" y="0"/>
                    </a:lnTo>
                    <a:lnTo>
                      <a:pt x="12906" y="84689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6" name="任意多边形 75" descr="826da4b9-0f28-4325-b581-14b040c5952d"/>
              <p:cNvSpPr/>
              <p:nvPr/>
            </p:nvSpPr>
            <p:spPr>
              <a:xfrm>
                <a:off x="8391013" y="4465619"/>
                <a:ext cx="214274" cy="160739"/>
              </a:xfrm>
              <a:custGeom>
                <a:avLst/>
                <a:gdLst>
                  <a:gd name="connsiteX0" fmla="*/ 0 w 150442"/>
                  <a:gd name="connsiteY0" fmla="*/ 89776 h 112855"/>
                  <a:gd name="connsiteX1" fmla="*/ 150443 w 150442"/>
                  <a:gd name="connsiteY1" fmla="*/ 0 h 112855"/>
                  <a:gd name="connsiteX2" fmla="*/ 16391 w 150442"/>
                  <a:gd name="connsiteY2" fmla="*/ 112856 h 112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0442" h="112855">
                    <a:moveTo>
                      <a:pt x="0" y="89776"/>
                    </a:moveTo>
                    <a:lnTo>
                      <a:pt x="150443" y="0"/>
                    </a:lnTo>
                    <a:lnTo>
                      <a:pt x="16391" y="112856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7" name="任意多边形 76" descr="75ff7f12-2e20-4c0c-891e-8419d4a74b00"/>
              <p:cNvSpPr/>
              <p:nvPr/>
            </p:nvSpPr>
            <p:spPr>
              <a:xfrm>
                <a:off x="8295884" y="5929852"/>
                <a:ext cx="173351" cy="139404"/>
              </a:xfrm>
              <a:custGeom>
                <a:avLst/>
                <a:gdLst>
                  <a:gd name="connsiteX0" fmla="*/ 17145 w 121710"/>
                  <a:gd name="connsiteY0" fmla="*/ 0 h 97876"/>
                  <a:gd name="connsiteX1" fmla="*/ 121711 w 121710"/>
                  <a:gd name="connsiteY1" fmla="*/ 97877 h 97876"/>
                  <a:gd name="connsiteX2" fmla="*/ 0 w 121710"/>
                  <a:gd name="connsiteY2" fmla="*/ 22420 h 97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1710" h="97876">
                    <a:moveTo>
                      <a:pt x="17145" y="0"/>
                    </a:moveTo>
                    <a:lnTo>
                      <a:pt x="121711" y="97877"/>
                    </a:lnTo>
                    <a:lnTo>
                      <a:pt x="0" y="22420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8" name="任意多边形 77" descr="cbf54d12-cabd-4752-b080-ba78db737b87"/>
              <p:cNvSpPr/>
              <p:nvPr/>
            </p:nvSpPr>
            <p:spPr>
              <a:xfrm>
                <a:off x="8223833" y="6008210"/>
                <a:ext cx="164898" cy="170802"/>
              </a:xfrm>
              <a:custGeom>
                <a:avLst/>
                <a:gdLst>
                  <a:gd name="connsiteX0" fmla="*/ 20442 w 115775"/>
                  <a:gd name="connsiteY0" fmla="*/ 0 h 119920"/>
                  <a:gd name="connsiteX1" fmla="*/ 115776 w 115775"/>
                  <a:gd name="connsiteY1" fmla="*/ 119921 h 119920"/>
                  <a:gd name="connsiteX2" fmla="*/ 0 w 115775"/>
                  <a:gd name="connsiteY2" fmla="*/ 19594 h 1199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5775" h="119920">
                    <a:moveTo>
                      <a:pt x="20442" y="0"/>
                    </a:moveTo>
                    <a:lnTo>
                      <a:pt x="115776" y="119921"/>
                    </a:lnTo>
                    <a:lnTo>
                      <a:pt x="0" y="19594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9" name="任意多边形 78" descr="5e09c106-6ac1-4485-b86f-186f6bf6c5f9"/>
              <p:cNvSpPr/>
              <p:nvPr/>
            </p:nvSpPr>
            <p:spPr>
              <a:xfrm>
                <a:off x="8134608" y="6089518"/>
                <a:ext cx="109350" cy="151615"/>
              </a:xfrm>
              <a:custGeom>
                <a:avLst/>
                <a:gdLst>
                  <a:gd name="connsiteX0" fmla="*/ 23645 w 76775"/>
                  <a:gd name="connsiteY0" fmla="*/ 0 h 106449"/>
                  <a:gd name="connsiteX1" fmla="*/ 76776 w 76775"/>
                  <a:gd name="connsiteY1" fmla="*/ 106450 h 106449"/>
                  <a:gd name="connsiteX2" fmla="*/ 0 w 76775"/>
                  <a:gd name="connsiteY2" fmla="*/ 15544 h 106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6775" h="106449">
                    <a:moveTo>
                      <a:pt x="23645" y="0"/>
                    </a:moveTo>
                    <a:lnTo>
                      <a:pt x="76776" y="106450"/>
                    </a:lnTo>
                    <a:lnTo>
                      <a:pt x="0" y="15544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0" name="任意多边形 79" descr="ead8caff-80d9-4b66-949d-12346433870a"/>
              <p:cNvSpPr/>
              <p:nvPr/>
            </p:nvSpPr>
            <p:spPr>
              <a:xfrm>
                <a:off x="8025122" y="6170156"/>
                <a:ext cx="94323" cy="171875"/>
              </a:xfrm>
              <a:custGeom>
                <a:avLst/>
                <a:gdLst>
                  <a:gd name="connsiteX0" fmla="*/ 25623 w 66224"/>
                  <a:gd name="connsiteY0" fmla="*/ 0 h 120674"/>
                  <a:gd name="connsiteX1" fmla="*/ 66225 w 66224"/>
                  <a:gd name="connsiteY1" fmla="*/ 120674 h 120674"/>
                  <a:gd name="connsiteX2" fmla="*/ 0 w 66224"/>
                  <a:gd name="connsiteY2" fmla="*/ 11964 h 120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6224" h="120674">
                    <a:moveTo>
                      <a:pt x="25623" y="0"/>
                    </a:moveTo>
                    <a:lnTo>
                      <a:pt x="66225" y="120674"/>
                    </a:lnTo>
                    <a:lnTo>
                      <a:pt x="0" y="11964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1" name="任意多边形 80" descr="1037a485-8d41-4f0a-93d1-595975fff6ef"/>
              <p:cNvSpPr/>
              <p:nvPr/>
            </p:nvSpPr>
            <p:spPr>
              <a:xfrm>
                <a:off x="7894974" y="6241806"/>
                <a:ext cx="117804" cy="236547"/>
              </a:xfrm>
              <a:custGeom>
                <a:avLst/>
                <a:gdLst>
                  <a:gd name="connsiteX0" fmla="*/ 26000 w 82710"/>
                  <a:gd name="connsiteY0" fmla="*/ 0 h 166080"/>
                  <a:gd name="connsiteX1" fmla="*/ 82711 w 82710"/>
                  <a:gd name="connsiteY1" fmla="*/ 166080 h 166080"/>
                  <a:gd name="connsiteX2" fmla="*/ 0 w 82710"/>
                  <a:gd name="connsiteY2" fmla="*/ 11304 h 166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2710" h="166080">
                    <a:moveTo>
                      <a:pt x="26000" y="0"/>
                    </a:moveTo>
                    <a:lnTo>
                      <a:pt x="82711" y="166080"/>
                    </a:lnTo>
                    <a:lnTo>
                      <a:pt x="0" y="11304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2" name="任意多边形 81" descr="632004fa-6f07-4f96-96a7-b5dd0503a272"/>
              <p:cNvSpPr/>
              <p:nvPr/>
            </p:nvSpPr>
            <p:spPr>
              <a:xfrm>
                <a:off x="7773949" y="6293596"/>
                <a:ext cx="52058" cy="152152"/>
              </a:xfrm>
              <a:custGeom>
                <a:avLst/>
                <a:gdLst>
                  <a:gd name="connsiteX0" fmla="*/ 27601 w 36550"/>
                  <a:gd name="connsiteY0" fmla="*/ 0 h 106826"/>
                  <a:gd name="connsiteX1" fmla="*/ 36551 w 36550"/>
                  <a:gd name="connsiteY1" fmla="*/ 106826 h 106826"/>
                  <a:gd name="connsiteX2" fmla="*/ 0 w 36550"/>
                  <a:gd name="connsiteY2" fmla="*/ 6029 h 106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6550" h="106826">
                    <a:moveTo>
                      <a:pt x="27601" y="0"/>
                    </a:moveTo>
                    <a:lnTo>
                      <a:pt x="36551" y="106826"/>
                    </a:lnTo>
                    <a:lnTo>
                      <a:pt x="0" y="6029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3" name="任意多边形 82" descr="8bda87a8-ed3c-477a-807a-6f4e4bb0c43b"/>
              <p:cNvSpPr/>
              <p:nvPr/>
            </p:nvSpPr>
            <p:spPr>
              <a:xfrm>
                <a:off x="7642996" y="6332238"/>
                <a:ext cx="40117" cy="116462"/>
              </a:xfrm>
              <a:custGeom>
                <a:avLst/>
                <a:gdLst>
                  <a:gd name="connsiteX0" fmla="*/ 28167 w 28166"/>
                  <a:gd name="connsiteY0" fmla="*/ 0 h 81768"/>
                  <a:gd name="connsiteX1" fmla="*/ 18181 w 28166"/>
                  <a:gd name="connsiteY1" fmla="*/ 81768 h 81768"/>
                  <a:gd name="connsiteX2" fmla="*/ 0 w 28166"/>
                  <a:gd name="connsiteY2" fmla="*/ 1413 h 81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166" h="81768">
                    <a:moveTo>
                      <a:pt x="28167" y="0"/>
                    </a:moveTo>
                    <a:lnTo>
                      <a:pt x="18181" y="81768"/>
                    </a:lnTo>
                    <a:lnTo>
                      <a:pt x="0" y="1413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4" name="任意多边形 83" descr="b0d83081-710d-44af-80d5-f317e20f4aa7"/>
              <p:cNvSpPr/>
              <p:nvPr/>
            </p:nvSpPr>
            <p:spPr>
              <a:xfrm>
                <a:off x="6181982" y="5652919"/>
                <a:ext cx="206492" cy="105191"/>
              </a:xfrm>
              <a:custGeom>
                <a:avLst/>
                <a:gdLst>
                  <a:gd name="connsiteX0" fmla="*/ 144979 w 144978"/>
                  <a:gd name="connsiteY0" fmla="*/ 25906 h 73855"/>
                  <a:gd name="connsiteX1" fmla="*/ 0 w 144978"/>
                  <a:gd name="connsiteY1" fmla="*/ 73855 h 73855"/>
                  <a:gd name="connsiteX2" fmla="*/ 133674 w 144978"/>
                  <a:gd name="connsiteY2" fmla="*/ 0 h 73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978" h="73855">
                    <a:moveTo>
                      <a:pt x="144979" y="25906"/>
                    </a:moveTo>
                    <a:lnTo>
                      <a:pt x="0" y="73855"/>
                    </a:lnTo>
                    <a:lnTo>
                      <a:pt x="133674" y="0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5" name="任意多边形 84" descr="f2876e5d-9d2d-483f-aba6-06ba7b127176"/>
              <p:cNvSpPr/>
              <p:nvPr/>
            </p:nvSpPr>
            <p:spPr>
              <a:xfrm>
                <a:off x="6135023" y="5525052"/>
                <a:ext cx="204345" cy="80369"/>
              </a:xfrm>
              <a:custGeom>
                <a:avLst/>
                <a:gdLst>
                  <a:gd name="connsiteX0" fmla="*/ 143472 w 143471"/>
                  <a:gd name="connsiteY0" fmla="*/ 27036 h 56427"/>
                  <a:gd name="connsiteX1" fmla="*/ 0 w 143471"/>
                  <a:gd name="connsiteY1" fmla="*/ 56428 h 56427"/>
                  <a:gd name="connsiteX2" fmla="*/ 135182 w 143471"/>
                  <a:gd name="connsiteY2" fmla="*/ 0 h 564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3471" h="56427">
                    <a:moveTo>
                      <a:pt x="143472" y="27036"/>
                    </a:moveTo>
                    <a:lnTo>
                      <a:pt x="0" y="56428"/>
                    </a:lnTo>
                    <a:lnTo>
                      <a:pt x="135182" y="0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6" name="任意多边形 85" descr="4d6edf79-766f-44e5-a2f1-cfc22c9b3ab1"/>
              <p:cNvSpPr/>
              <p:nvPr/>
            </p:nvSpPr>
            <p:spPr>
              <a:xfrm>
                <a:off x="6065521" y="5387523"/>
                <a:ext cx="238426" cy="52596"/>
              </a:xfrm>
              <a:custGeom>
                <a:avLst/>
                <a:gdLst>
                  <a:gd name="connsiteX0" fmla="*/ 167399 w 167399"/>
                  <a:gd name="connsiteY0" fmla="*/ 27979 h 36928"/>
                  <a:gd name="connsiteX1" fmla="*/ 0 w 167399"/>
                  <a:gd name="connsiteY1" fmla="*/ 36928 h 36928"/>
                  <a:gd name="connsiteX2" fmla="*/ 163443 w 167399"/>
                  <a:gd name="connsiteY2" fmla="*/ 0 h 36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67399" h="36928">
                    <a:moveTo>
                      <a:pt x="167399" y="27979"/>
                    </a:moveTo>
                    <a:lnTo>
                      <a:pt x="0" y="36928"/>
                    </a:lnTo>
                    <a:lnTo>
                      <a:pt x="163443" y="0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7" name="任意多边形 86" descr="693d3a06-9522-4589-8cc1-4cad5f754538"/>
              <p:cNvSpPr/>
              <p:nvPr/>
            </p:nvSpPr>
            <p:spPr>
              <a:xfrm>
                <a:off x="6073034" y="5241543"/>
                <a:ext cx="212665" cy="40251"/>
              </a:xfrm>
              <a:custGeom>
                <a:avLst/>
                <a:gdLst>
                  <a:gd name="connsiteX0" fmla="*/ 149312 w 149312"/>
                  <a:gd name="connsiteY0" fmla="*/ 28261 h 28260"/>
                  <a:gd name="connsiteX1" fmla="*/ 0 w 149312"/>
                  <a:gd name="connsiteY1" fmla="*/ 14130 h 28260"/>
                  <a:gd name="connsiteX2" fmla="*/ 149312 w 149312"/>
                  <a:gd name="connsiteY2" fmla="*/ 0 h 28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9312" h="28260">
                    <a:moveTo>
                      <a:pt x="149312" y="28261"/>
                    </a:moveTo>
                    <a:lnTo>
                      <a:pt x="0" y="14130"/>
                    </a:lnTo>
                    <a:lnTo>
                      <a:pt x="149312" y="0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8" name="任意多边形 87" descr="0ac39f24-1836-4915-8807-af1cfd7b5e21"/>
              <p:cNvSpPr/>
              <p:nvPr/>
            </p:nvSpPr>
            <p:spPr>
              <a:xfrm>
                <a:off x="6080547" y="5107236"/>
                <a:ext cx="205956" cy="40117"/>
              </a:xfrm>
              <a:custGeom>
                <a:avLst/>
                <a:gdLst>
                  <a:gd name="connsiteX0" fmla="*/ 141870 w 144602"/>
                  <a:gd name="connsiteY0" fmla="*/ 28167 h 28166"/>
                  <a:gd name="connsiteX1" fmla="*/ 0 w 144602"/>
                  <a:gd name="connsiteY1" fmla="*/ 282 h 28166"/>
                  <a:gd name="connsiteX2" fmla="*/ 144602 w 144602"/>
                  <a:gd name="connsiteY2" fmla="*/ 0 h 28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44602" h="28166">
                    <a:moveTo>
                      <a:pt x="141870" y="28167"/>
                    </a:moveTo>
                    <a:lnTo>
                      <a:pt x="0" y="282"/>
                    </a:lnTo>
                    <a:lnTo>
                      <a:pt x="144602" y="0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9" name="任意多边形 88" descr="8f9ae584-1fb8-49ec-ae0f-e969cab80d99"/>
              <p:cNvSpPr/>
              <p:nvPr/>
            </p:nvSpPr>
            <p:spPr>
              <a:xfrm>
                <a:off x="6433693" y="4361231"/>
                <a:ext cx="138869" cy="122366"/>
              </a:xfrm>
              <a:custGeom>
                <a:avLst/>
                <a:gdLst>
                  <a:gd name="connsiteX0" fmla="*/ 79131 w 97500"/>
                  <a:gd name="connsiteY0" fmla="*/ 85913 h 85913"/>
                  <a:gd name="connsiteX1" fmla="*/ 0 w 97500"/>
                  <a:gd name="connsiteY1" fmla="*/ 0 h 85913"/>
                  <a:gd name="connsiteX2" fmla="*/ 97500 w 97500"/>
                  <a:gd name="connsiteY2" fmla="*/ 64341 h 85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7500" h="85913">
                    <a:moveTo>
                      <a:pt x="79131" y="85913"/>
                    </a:moveTo>
                    <a:lnTo>
                      <a:pt x="0" y="0"/>
                    </a:lnTo>
                    <a:lnTo>
                      <a:pt x="97500" y="64341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0" name="任意多边形 89" descr="a5282a3d-bb65-427b-ac81-f456a2140e68"/>
              <p:cNvSpPr/>
              <p:nvPr/>
            </p:nvSpPr>
            <p:spPr>
              <a:xfrm>
                <a:off x="6526003" y="4220483"/>
                <a:ext cx="136186" cy="169192"/>
              </a:xfrm>
              <a:custGeom>
                <a:avLst/>
                <a:gdLst>
                  <a:gd name="connsiteX0" fmla="*/ 73196 w 95616"/>
                  <a:gd name="connsiteY0" fmla="*/ 118790 h 118790"/>
                  <a:gd name="connsiteX1" fmla="*/ 0 w 95616"/>
                  <a:gd name="connsiteY1" fmla="*/ 0 h 118790"/>
                  <a:gd name="connsiteX2" fmla="*/ 95616 w 95616"/>
                  <a:gd name="connsiteY2" fmla="*/ 101645 h 1187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616" h="118790">
                    <a:moveTo>
                      <a:pt x="73196" y="118790"/>
                    </a:moveTo>
                    <a:lnTo>
                      <a:pt x="0" y="0"/>
                    </a:lnTo>
                    <a:lnTo>
                      <a:pt x="95616" y="101645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1" name="任意多边形 90" descr="6f046dd5-9688-46c5-941f-23409fa0f1cd"/>
              <p:cNvSpPr/>
              <p:nvPr/>
            </p:nvSpPr>
            <p:spPr>
              <a:xfrm>
                <a:off x="6689561" y="4167753"/>
                <a:ext cx="95129" cy="121695"/>
              </a:xfrm>
              <a:custGeom>
                <a:avLst/>
                <a:gdLst>
                  <a:gd name="connsiteX0" fmla="*/ 43805 w 66790"/>
                  <a:gd name="connsiteY0" fmla="*/ 85442 h 85442"/>
                  <a:gd name="connsiteX1" fmla="*/ 0 w 66790"/>
                  <a:gd name="connsiteY1" fmla="*/ 0 h 85442"/>
                  <a:gd name="connsiteX2" fmla="*/ 66790 w 66790"/>
                  <a:gd name="connsiteY2" fmla="*/ 68957 h 85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6790" h="85442">
                    <a:moveTo>
                      <a:pt x="43805" y="85442"/>
                    </a:moveTo>
                    <a:lnTo>
                      <a:pt x="0" y="0"/>
                    </a:lnTo>
                    <a:lnTo>
                      <a:pt x="66790" y="68957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2" name="任意多边形 91" descr="fa7ca283-3e57-49b6-81f8-c83065d2ebb0"/>
              <p:cNvSpPr/>
              <p:nvPr/>
            </p:nvSpPr>
            <p:spPr>
              <a:xfrm>
                <a:off x="10823576" y="8602"/>
                <a:ext cx="788535" cy="750208"/>
              </a:xfrm>
              <a:custGeom>
                <a:avLst/>
                <a:gdLst>
                  <a:gd name="connsiteX0" fmla="*/ 668467 w 668466"/>
                  <a:gd name="connsiteY0" fmla="*/ 668467 h 668466"/>
                  <a:gd name="connsiteX1" fmla="*/ 0 w 668466"/>
                  <a:gd name="connsiteY1" fmla="*/ 0 h 668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68466" h="668466">
                    <a:moveTo>
                      <a:pt x="668467" y="668467"/>
                    </a:moveTo>
                    <a:lnTo>
                      <a:pt x="0" y="0"/>
                    </a:lnTo>
                  </a:path>
                </a:pathLst>
              </a:custGeom>
              <a:ln w="28246" cap="flat">
                <a:solidFill>
                  <a:srgbClr val="33333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3" name="任意多边形 92" descr="a505ffc2-9e5c-49cc-aaf7-dcf29f41bfd7"/>
              <p:cNvSpPr/>
              <p:nvPr/>
            </p:nvSpPr>
            <p:spPr>
              <a:xfrm>
                <a:off x="9020154" y="4192576"/>
                <a:ext cx="3171847" cy="2665425"/>
              </a:xfrm>
              <a:custGeom>
                <a:avLst/>
                <a:gdLst>
                  <a:gd name="connsiteX0" fmla="*/ 1711248 w 3171847"/>
                  <a:gd name="connsiteY0" fmla="*/ 1026293 h 2665425"/>
                  <a:gd name="connsiteX1" fmla="*/ 1026292 w 3171847"/>
                  <a:gd name="connsiteY1" fmla="*/ 1711248 h 2665425"/>
                  <a:gd name="connsiteX2" fmla="*/ 1711248 w 3171847"/>
                  <a:gd name="connsiteY2" fmla="*/ 2396203 h 2665425"/>
                  <a:gd name="connsiteX3" fmla="*/ 2396203 w 3171847"/>
                  <a:gd name="connsiteY3" fmla="*/ 1711248 h 2665425"/>
                  <a:gd name="connsiteX4" fmla="*/ 1711248 w 3171847"/>
                  <a:gd name="connsiteY4" fmla="*/ 1026293 h 2665425"/>
                  <a:gd name="connsiteX5" fmla="*/ 1417139 w 3171847"/>
                  <a:gd name="connsiteY5" fmla="*/ 0 h 2665425"/>
                  <a:gd name="connsiteX6" fmla="*/ 2005490 w 3171847"/>
                  <a:gd name="connsiteY6" fmla="*/ 0 h 2665425"/>
                  <a:gd name="connsiteX7" fmla="*/ 2005490 w 3171847"/>
                  <a:gd name="connsiteY7" fmla="*/ 289681 h 2665425"/>
                  <a:gd name="connsiteX8" fmla="*/ 2508238 w 3171847"/>
                  <a:gd name="connsiteY8" fmla="*/ 498186 h 2665425"/>
                  <a:gd name="connsiteX9" fmla="*/ 2713254 w 3171847"/>
                  <a:gd name="connsiteY9" fmla="*/ 293169 h 2665425"/>
                  <a:gd name="connsiteX10" fmla="*/ 3129327 w 3171847"/>
                  <a:gd name="connsiteY10" fmla="*/ 709241 h 2665425"/>
                  <a:gd name="connsiteX11" fmla="*/ 2924309 w 3171847"/>
                  <a:gd name="connsiteY11" fmla="*/ 914257 h 2665425"/>
                  <a:gd name="connsiteX12" fmla="*/ 3132815 w 3171847"/>
                  <a:gd name="connsiteY12" fmla="*/ 1417005 h 2665425"/>
                  <a:gd name="connsiteX13" fmla="*/ 3171847 w 3171847"/>
                  <a:gd name="connsiteY13" fmla="*/ 1417005 h 2665425"/>
                  <a:gd name="connsiteX14" fmla="*/ 3171847 w 3171847"/>
                  <a:gd name="connsiteY14" fmla="*/ 2005490 h 2665425"/>
                  <a:gd name="connsiteX15" fmla="*/ 3132681 w 3171847"/>
                  <a:gd name="connsiteY15" fmla="*/ 2005490 h 2665425"/>
                  <a:gd name="connsiteX16" fmla="*/ 2924175 w 3171847"/>
                  <a:gd name="connsiteY16" fmla="*/ 2508237 h 2665425"/>
                  <a:gd name="connsiteX17" fmla="*/ 3081364 w 3171847"/>
                  <a:gd name="connsiteY17" fmla="*/ 2665425 h 2665425"/>
                  <a:gd name="connsiteX18" fmla="*/ 340936 w 3171847"/>
                  <a:gd name="connsiteY18" fmla="*/ 2665425 h 2665425"/>
                  <a:gd name="connsiteX19" fmla="*/ 498186 w 3171847"/>
                  <a:gd name="connsiteY19" fmla="*/ 2507969 h 2665425"/>
                  <a:gd name="connsiteX20" fmla="*/ 289680 w 3171847"/>
                  <a:gd name="connsiteY20" fmla="*/ 2005221 h 2665425"/>
                  <a:gd name="connsiteX21" fmla="*/ 0 w 3171847"/>
                  <a:gd name="connsiteY21" fmla="*/ 2005221 h 2665425"/>
                  <a:gd name="connsiteX22" fmla="*/ 0 w 3171847"/>
                  <a:gd name="connsiteY22" fmla="*/ 1416872 h 2665425"/>
                  <a:gd name="connsiteX23" fmla="*/ 289680 w 3171847"/>
                  <a:gd name="connsiteY23" fmla="*/ 1416872 h 2665425"/>
                  <a:gd name="connsiteX24" fmla="*/ 498186 w 3171847"/>
                  <a:gd name="connsiteY24" fmla="*/ 914123 h 2665425"/>
                  <a:gd name="connsiteX25" fmla="*/ 293169 w 3171847"/>
                  <a:gd name="connsiteY25" fmla="*/ 709106 h 2665425"/>
                  <a:gd name="connsiteX26" fmla="*/ 709375 w 3171847"/>
                  <a:gd name="connsiteY26" fmla="*/ 293169 h 2665425"/>
                  <a:gd name="connsiteX27" fmla="*/ 914391 w 3171847"/>
                  <a:gd name="connsiteY27" fmla="*/ 498186 h 2665425"/>
                  <a:gd name="connsiteX28" fmla="*/ 1417139 w 3171847"/>
                  <a:gd name="connsiteY28" fmla="*/ 289681 h 2665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171847" h="2665425">
                    <a:moveTo>
                      <a:pt x="1711248" y="1026293"/>
                    </a:moveTo>
                    <a:cubicBezTo>
                      <a:pt x="1333013" y="1026293"/>
                      <a:pt x="1026292" y="1332879"/>
                      <a:pt x="1026292" y="1711248"/>
                    </a:cubicBezTo>
                    <a:cubicBezTo>
                      <a:pt x="1026292" y="2089483"/>
                      <a:pt x="1332879" y="2396203"/>
                      <a:pt x="1711248" y="2396203"/>
                    </a:cubicBezTo>
                    <a:cubicBezTo>
                      <a:pt x="2089482" y="2396203"/>
                      <a:pt x="2396203" y="2089483"/>
                      <a:pt x="2396203" y="1711248"/>
                    </a:cubicBezTo>
                    <a:cubicBezTo>
                      <a:pt x="2396203" y="1333013"/>
                      <a:pt x="2089482" y="1026293"/>
                      <a:pt x="1711248" y="1026293"/>
                    </a:cubicBezTo>
                    <a:close/>
                    <a:moveTo>
                      <a:pt x="1417139" y="0"/>
                    </a:moveTo>
                    <a:lnTo>
                      <a:pt x="2005490" y="0"/>
                    </a:lnTo>
                    <a:lnTo>
                      <a:pt x="2005490" y="289681"/>
                    </a:lnTo>
                    <a:cubicBezTo>
                      <a:pt x="2187831" y="327249"/>
                      <a:pt x="2357830" y="399166"/>
                      <a:pt x="2508238" y="498186"/>
                    </a:cubicBezTo>
                    <a:lnTo>
                      <a:pt x="2713254" y="293169"/>
                    </a:lnTo>
                    <a:lnTo>
                      <a:pt x="3129327" y="709241"/>
                    </a:lnTo>
                    <a:lnTo>
                      <a:pt x="2924309" y="914257"/>
                    </a:lnTo>
                    <a:cubicBezTo>
                      <a:pt x="3023329" y="1064666"/>
                      <a:pt x="3095246" y="1234529"/>
                      <a:pt x="3132815" y="1417005"/>
                    </a:cubicBezTo>
                    <a:lnTo>
                      <a:pt x="3171847" y="1417005"/>
                    </a:lnTo>
                    <a:lnTo>
                      <a:pt x="3171847" y="2005490"/>
                    </a:lnTo>
                    <a:lnTo>
                      <a:pt x="3132681" y="2005490"/>
                    </a:lnTo>
                    <a:cubicBezTo>
                      <a:pt x="3095113" y="2187832"/>
                      <a:pt x="3023195" y="2357830"/>
                      <a:pt x="2924175" y="2508237"/>
                    </a:cubicBezTo>
                    <a:lnTo>
                      <a:pt x="3081364" y="2665425"/>
                    </a:lnTo>
                    <a:lnTo>
                      <a:pt x="340936" y="2665425"/>
                    </a:lnTo>
                    <a:lnTo>
                      <a:pt x="498186" y="2507969"/>
                    </a:lnTo>
                    <a:cubicBezTo>
                      <a:pt x="399166" y="2357561"/>
                      <a:pt x="327249" y="2187696"/>
                      <a:pt x="289680" y="2005221"/>
                    </a:cubicBezTo>
                    <a:lnTo>
                      <a:pt x="0" y="2005221"/>
                    </a:lnTo>
                    <a:lnTo>
                      <a:pt x="0" y="1416872"/>
                    </a:lnTo>
                    <a:lnTo>
                      <a:pt x="289680" y="1416872"/>
                    </a:lnTo>
                    <a:cubicBezTo>
                      <a:pt x="327249" y="1234529"/>
                      <a:pt x="399166" y="1064532"/>
                      <a:pt x="498186" y="914123"/>
                    </a:cubicBezTo>
                    <a:lnTo>
                      <a:pt x="293169" y="709106"/>
                    </a:lnTo>
                    <a:lnTo>
                      <a:pt x="709375" y="293169"/>
                    </a:lnTo>
                    <a:lnTo>
                      <a:pt x="914391" y="498186"/>
                    </a:lnTo>
                    <a:cubicBezTo>
                      <a:pt x="1064801" y="399166"/>
                      <a:pt x="1234664" y="327249"/>
                      <a:pt x="1417139" y="28968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4" name="任意多边形 93" descr="e39cc31c-3486-47cb-bdfa-e2938212a4a8"/>
              <p:cNvSpPr/>
              <p:nvPr/>
            </p:nvSpPr>
            <p:spPr>
              <a:xfrm>
                <a:off x="9000698" y="4170436"/>
                <a:ext cx="3191303" cy="2687564"/>
              </a:xfrm>
              <a:custGeom>
                <a:avLst/>
                <a:gdLst>
                  <a:gd name="connsiteX0" fmla="*/ 3146635 w 3191303"/>
                  <a:gd name="connsiteY0" fmla="*/ 2020652 h 2687564"/>
                  <a:gd name="connsiteX1" fmla="*/ 3152135 w 3191303"/>
                  <a:gd name="connsiteY1" fmla="*/ 2020786 h 2687564"/>
                  <a:gd name="connsiteX2" fmla="*/ 3191303 w 3191303"/>
                  <a:gd name="connsiteY2" fmla="*/ 2021443 h 2687564"/>
                  <a:gd name="connsiteX3" fmla="*/ 3191303 w 3191303"/>
                  <a:gd name="connsiteY3" fmla="*/ 2033673 h 2687564"/>
                  <a:gd name="connsiteX4" fmla="*/ 3157696 w 3191303"/>
                  <a:gd name="connsiteY4" fmla="*/ 2034246 h 2687564"/>
                  <a:gd name="connsiteX5" fmla="*/ 3158979 w 3191303"/>
                  <a:gd name="connsiteY5" fmla="*/ 2028970 h 2687564"/>
                  <a:gd name="connsiteX6" fmla="*/ 3152269 w 3191303"/>
                  <a:gd name="connsiteY6" fmla="*/ 2034338 h 2687564"/>
                  <a:gd name="connsiteX7" fmla="*/ 3157696 w 3191303"/>
                  <a:gd name="connsiteY7" fmla="*/ 2034246 h 2687564"/>
                  <a:gd name="connsiteX8" fmla="*/ 3126468 w 3191303"/>
                  <a:gd name="connsiteY8" fmla="*/ 2162674 h 2687564"/>
                  <a:gd name="connsiteX9" fmla="*/ 3024165 w 3191303"/>
                  <a:gd name="connsiteY9" fmla="*/ 2418258 h 2687564"/>
                  <a:gd name="connsiteX10" fmla="*/ 2960417 w 3191303"/>
                  <a:gd name="connsiteY10" fmla="*/ 2528114 h 2687564"/>
                  <a:gd name="connsiteX11" fmla="*/ 2953155 w 3191303"/>
                  <a:gd name="connsiteY11" fmla="*/ 2520984 h 2687564"/>
                  <a:gd name="connsiteX12" fmla="*/ 2954900 w 3191303"/>
                  <a:gd name="connsiteY12" fmla="*/ 2537621 h 2687564"/>
                  <a:gd name="connsiteX13" fmla="*/ 2960417 w 3191303"/>
                  <a:gd name="connsiteY13" fmla="*/ 2528114 h 2687564"/>
                  <a:gd name="connsiteX14" fmla="*/ 3122816 w 3191303"/>
                  <a:gd name="connsiteY14" fmla="*/ 2687564 h 2687564"/>
                  <a:gd name="connsiteX15" fmla="*/ 3079484 w 3191303"/>
                  <a:gd name="connsiteY15" fmla="*/ 2687564 h 2687564"/>
                  <a:gd name="connsiteX16" fmla="*/ 2934372 w 3191303"/>
                  <a:gd name="connsiteY16" fmla="*/ 2539768 h 2687564"/>
                  <a:gd name="connsiteX17" fmla="*/ 2926725 w 3191303"/>
                  <a:gd name="connsiteY17" fmla="*/ 2531986 h 2687564"/>
                  <a:gd name="connsiteX18" fmla="*/ 2932629 w 3191303"/>
                  <a:gd name="connsiteY18" fmla="*/ 2523131 h 2687564"/>
                  <a:gd name="connsiteX19" fmla="*/ 3145427 w 3191303"/>
                  <a:gd name="connsiteY19" fmla="*/ 2026153 h 2687564"/>
                  <a:gd name="connsiteX20" fmla="*/ 2046950 w 3191303"/>
                  <a:gd name="connsiteY20" fmla="*/ 0 h 2687564"/>
                  <a:gd name="connsiteX21" fmla="*/ 2047084 w 3191303"/>
                  <a:gd name="connsiteY21" fmla="*/ 22139 h 2687564"/>
                  <a:gd name="connsiteX22" fmla="*/ 2048341 w 3191303"/>
                  <a:gd name="connsiteY22" fmla="*/ 293604 h 2687564"/>
                  <a:gd name="connsiteX23" fmla="*/ 2029776 w 3191303"/>
                  <a:gd name="connsiteY23" fmla="*/ 288876 h 2687564"/>
                  <a:gd name="connsiteX24" fmla="*/ 2048425 w 3191303"/>
                  <a:gd name="connsiteY24" fmla="*/ 311820 h 2687564"/>
                  <a:gd name="connsiteX25" fmla="*/ 2048341 w 3191303"/>
                  <a:gd name="connsiteY25" fmla="*/ 293604 h 2687564"/>
                  <a:gd name="connsiteX26" fmla="*/ 2164518 w 3191303"/>
                  <a:gd name="connsiteY26" fmla="*/ 323191 h 2687564"/>
                  <a:gd name="connsiteX27" fmla="*/ 2295438 w 3191303"/>
                  <a:gd name="connsiteY27" fmla="*/ 370185 h 2687564"/>
                  <a:gd name="connsiteX28" fmla="*/ 2421243 w 3191303"/>
                  <a:gd name="connsiteY28" fmla="*/ 429472 h 2687564"/>
                  <a:gd name="connsiteX29" fmla="*/ 2524287 w 3191303"/>
                  <a:gd name="connsiteY29" fmla="*/ 490940 h 2687564"/>
                  <a:gd name="connsiteX30" fmla="*/ 2511457 w 3191303"/>
                  <a:gd name="connsiteY30" fmla="*/ 503687 h 2687564"/>
                  <a:gd name="connsiteX31" fmla="*/ 2540708 w 3191303"/>
                  <a:gd name="connsiteY31" fmla="*/ 500736 h 2687564"/>
                  <a:gd name="connsiteX32" fmla="*/ 2524287 w 3191303"/>
                  <a:gd name="connsiteY32" fmla="*/ 490940 h 2687564"/>
                  <a:gd name="connsiteX33" fmla="*/ 2717145 w 3191303"/>
                  <a:gd name="connsiteY33" fmla="*/ 299342 h 2687564"/>
                  <a:gd name="connsiteX34" fmla="*/ 2732978 w 3191303"/>
                  <a:gd name="connsiteY34" fmla="*/ 283509 h 2687564"/>
                  <a:gd name="connsiteX35" fmla="*/ 2748677 w 3191303"/>
                  <a:gd name="connsiteY35" fmla="*/ 299342 h 2687564"/>
                  <a:gd name="connsiteX36" fmla="*/ 3163272 w 3191303"/>
                  <a:gd name="connsiteY36" fmla="*/ 716888 h 2687564"/>
                  <a:gd name="connsiteX37" fmla="*/ 3177629 w 3191303"/>
                  <a:gd name="connsiteY37" fmla="*/ 731379 h 2687564"/>
                  <a:gd name="connsiteX38" fmla="*/ 3163272 w 3191303"/>
                  <a:gd name="connsiteY38" fmla="*/ 745602 h 2687564"/>
                  <a:gd name="connsiteX39" fmla="*/ 2966662 w 3191303"/>
                  <a:gd name="connsiteY39" fmla="*/ 939911 h 2687564"/>
                  <a:gd name="connsiteX40" fmla="*/ 2959462 w 3191303"/>
                  <a:gd name="connsiteY40" fmla="*/ 926065 h 2687564"/>
                  <a:gd name="connsiteX41" fmla="*/ 2957048 w 3191303"/>
                  <a:gd name="connsiteY41" fmla="*/ 949412 h 2687564"/>
                  <a:gd name="connsiteX42" fmla="*/ 2966662 w 3191303"/>
                  <a:gd name="connsiteY42" fmla="*/ 939911 h 2687564"/>
                  <a:gd name="connsiteX43" fmla="*/ 3087129 w 3191303"/>
                  <a:gd name="connsiteY43" fmla="*/ 1171586 h 2687564"/>
                  <a:gd name="connsiteX44" fmla="*/ 3132937 w 3191303"/>
                  <a:gd name="connsiteY44" fmla="*/ 1302126 h 2687564"/>
                  <a:gd name="connsiteX45" fmla="*/ 3163332 w 3191303"/>
                  <a:gd name="connsiteY45" fmla="*/ 1425167 h 2687564"/>
                  <a:gd name="connsiteX46" fmla="*/ 3152405 w 3191303"/>
                  <a:gd name="connsiteY46" fmla="*/ 1425055 h 2687564"/>
                  <a:gd name="connsiteX47" fmla="*/ 3166089 w 3191303"/>
                  <a:gd name="connsiteY47" fmla="*/ 1436326 h 2687564"/>
                  <a:gd name="connsiteX48" fmla="*/ 3163332 w 3191303"/>
                  <a:gd name="connsiteY48" fmla="*/ 1425167 h 2687564"/>
                  <a:gd name="connsiteX49" fmla="*/ 3191303 w 3191303"/>
                  <a:gd name="connsiteY49" fmla="*/ 1425452 h 2687564"/>
                  <a:gd name="connsiteX50" fmla="*/ 3191303 w 3191303"/>
                  <a:gd name="connsiteY50" fmla="*/ 1452700 h 2687564"/>
                  <a:gd name="connsiteX51" fmla="*/ 3152269 w 3191303"/>
                  <a:gd name="connsiteY51" fmla="*/ 1453098 h 2687564"/>
                  <a:gd name="connsiteX52" fmla="*/ 3140999 w 3191303"/>
                  <a:gd name="connsiteY52" fmla="*/ 1453232 h 2687564"/>
                  <a:gd name="connsiteX53" fmla="*/ 3138585 w 3191303"/>
                  <a:gd name="connsiteY53" fmla="*/ 1441962 h 2687564"/>
                  <a:gd name="connsiteX54" fmla="*/ 2928334 w 3191303"/>
                  <a:gd name="connsiteY54" fmla="*/ 946593 h 2687564"/>
                  <a:gd name="connsiteX55" fmla="*/ 2920016 w 3191303"/>
                  <a:gd name="connsiteY55" fmla="*/ 934116 h 2687564"/>
                  <a:gd name="connsiteX56" fmla="*/ 2930750 w 3191303"/>
                  <a:gd name="connsiteY56" fmla="*/ 923114 h 2687564"/>
                  <a:gd name="connsiteX57" fmla="*/ 3120236 w 3191303"/>
                  <a:gd name="connsiteY57" fmla="*/ 731381 h 2687564"/>
                  <a:gd name="connsiteX58" fmla="*/ 3134559 w 3191303"/>
                  <a:gd name="connsiteY58" fmla="*/ 745602 h 2687564"/>
                  <a:gd name="connsiteX59" fmla="*/ 3134559 w 3191303"/>
                  <a:gd name="connsiteY59" fmla="*/ 716888 h 2687564"/>
                  <a:gd name="connsiteX60" fmla="*/ 3120236 w 3191303"/>
                  <a:gd name="connsiteY60" fmla="*/ 731381 h 2687564"/>
                  <a:gd name="connsiteX61" fmla="*/ 2732883 w 3191303"/>
                  <a:gd name="connsiteY61" fmla="*/ 346767 h 2687564"/>
                  <a:gd name="connsiteX62" fmla="*/ 2748541 w 3191303"/>
                  <a:gd name="connsiteY62" fmla="*/ 331007 h 2687564"/>
                  <a:gd name="connsiteX63" fmla="*/ 2717011 w 3191303"/>
                  <a:gd name="connsiteY63" fmla="*/ 331007 h 2687564"/>
                  <a:gd name="connsiteX64" fmla="*/ 2732883 w 3191303"/>
                  <a:gd name="connsiteY64" fmla="*/ 346767 h 2687564"/>
                  <a:gd name="connsiteX65" fmla="*/ 2544196 w 3191303"/>
                  <a:gd name="connsiteY65" fmla="*/ 536694 h 2687564"/>
                  <a:gd name="connsiteX66" fmla="*/ 2530913 w 3191303"/>
                  <a:gd name="connsiteY66" fmla="*/ 550112 h 2687564"/>
                  <a:gd name="connsiteX67" fmla="*/ 2514947 w 3191303"/>
                  <a:gd name="connsiteY67" fmla="*/ 539646 h 2687564"/>
                  <a:gd name="connsiteX68" fmla="*/ 2277190 w 3191303"/>
                  <a:gd name="connsiteY68" fmla="*/ 413925 h 2687564"/>
                  <a:gd name="connsiteX69" fmla="*/ 2020249 w 3191303"/>
                  <a:gd name="connsiteY69" fmla="*/ 334629 h 2687564"/>
                  <a:gd name="connsiteX70" fmla="*/ 2001465 w 3191303"/>
                  <a:gd name="connsiteY70" fmla="*/ 330737 h 2687564"/>
                  <a:gd name="connsiteX71" fmla="*/ 2001599 w 3191303"/>
                  <a:gd name="connsiteY71" fmla="*/ 311685 h 2687564"/>
                  <a:gd name="connsiteX72" fmla="*/ 2002840 w 3191303"/>
                  <a:gd name="connsiteY72" fmla="*/ 43823 h 2687564"/>
                  <a:gd name="connsiteX73" fmla="*/ 2024945 w 3191303"/>
                  <a:gd name="connsiteY73" fmla="*/ 44010 h 2687564"/>
                  <a:gd name="connsiteX74" fmla="*/ 2002941 w 3191303"/>
                  <a:gd name="connsiteY74" fmla="*/ 22004 h 2687564"/>
                  <a:gd name="connsiteX75" fmla="*/ 2002840 w 3191303"/>
                  <a:gd name="connsiteY75" fmla="*/ 43823 h 2687564"/>
                  <a:gd name="connsiteX76" fmla="*/ 1453617 w 3191303"/>
                  <a:gd name="connsiteY76" fmla="*/ 39188 h 2687564"/>
                  <a:gd name="connsiteX77" fmla="*/ 1453769 w 3191303"/>
                  <a:gd name="connsiteY77" fmla="*/ 21870 h 2687564"/>
                  <a:gd name="connsiteX78" fmla="*/ 1436595 w 3191303"/>
                  <a:gd name="connsiteY78" fmla="*/ 39044 h 2687564"/>
                  <a:gd name="connsiteX79" fmla="*/ 1453617 w 3191303"/>
                  <a:gd name="connsiteY79" fmla="*/ 39188 h 2687564"/>
                  <a:gd name="connsiteX80" fmla="*/ 1451219 w 3191303"/>
                  <a:gd name="connsiteY80" fmla="*/ 311551 h 2687564"/>
                  <a:gd name="connsiteX81" fmla="*/ 1451086 w 3191303"/>
                  <a:gd name="connsiteY81" fmla="*/ 323492 h 2687564"/>
                  <a:gd name="connsiteX82" fmla="*/ 1439546 w 3191303"/>
                  <a:gd name="connsiteY82" fmla="*/ 325774 h 2687564"/>
                  <a:gd name="connsiteX83" fmla="*/ 1179921 w 3191303"/>
                  <a:gd name="connsiteY83" fmla="*/ 403058 h 2687564"/>
                  <a:gd name="connsiteX84" fmla="*/ 1056615 w 3191303"/>
                  <a:gd name="connsiteY84" fmla="*/ 459813 h 2687564"/>
                  <a:gd name="connsiteX85" fmla="*/ 939347 w 3191303"/>
                  <a:gd name="connsiteY85" fmla="*/ 528509 h 2687564"/>
                  <a:gd name="connsiteX86" fmla="*/ 932371 w 3191303"/>
                  <a:gd name="connsiteY86" fmla="*/ 533072 h 2687564"/>
                  <a:gd name="connsiteX87" fmla="*/ 926601 w 3191303"/>
                  <a:gd name="connsiteY87" fmla="*/ 527168 h 2687564"/>
                  <a:gd name="connsiteX88" fmla="*/ 728649 w 3191303"/>
                  <a:gd name="connsiteY88" fmla="*/ 327786 h 2687564"/>
                  <a:gd name="connsiteX89" fmla="*/ 735136 w 3191303"/>
                  <a:gd name="connsiteY89" fmla="*/ 321346 h 2687564"/>
                  <a:gd name="connsiteX90" fmla="*/ 722255 w 3191303"/>
                  <a:gd name="connsiteY90" fmla="*/ 321346 h 2687564"/>
                  <a:gd name="connsiteX91" fmla="*/ 728649 w 3191303"/>
                  <a:gd name="connsiteY91" fmla="*/ 327786 h 2687564"/>
                  <a:gd name="connsiteX92" fmla="*/ 526361 w 3191303"/>
                  <a:gd name="connsiteY92" fmla="*/ 528643 h 2687564"/>
                  <a:gd name="connsiteX93" fmla="*/ 324706 w 3191303"/>
                  <a:gd name="connsiteY93" fmla="*/ 730951 h 2687564"/>
                  <a:gd name="connsiteX94" fmla="*/ 318662 w 3191303"/>
                  <a:gd name="connsiteY94" fmla="*/ 724938 h 2687564"/>
                  <a:gd name="connsiteX95" fmla="*/ 318662 w 3191303"/>
                  <a:gd name="connsiteY95" fmla="*/ 737015 h 2687564"/>
                  <a:gd name="connsiteX96" fmla="*/ 324706 w 3191303"/>
                  <a:gd name="connsiteY96" fmla="*/ 730951 h 2687564"/>
                  <a:gd name="connsiteX97" fmla="*/ 524215 w 3191303"/>
                  <a:gd name="connsiteY97" fmla="*/ 929419 h 2687564"/>
                  <a:gd name="connsiteX98" fmla="*/ 529582 w 3191303"/>
                  <a:gd name="connsiteY98" fmla="*/ 934787 h 2687564"/>
                  <a:gd name="connsiteX99" fmla="*/ 525423 w 3191303"/>
                  <a:gd name="connsiteY99" fmla="*/ 941226 h 2687564"/>
                  <a:gd name="connsiteX100" fmla="*/ 399032 w 3191303"/>
                  <a:gd name="connsiteY100" fmla="*/ 1181532 h 2687564"/>
                  <a:gd name="connsiteX101" fmla="*/ 321212 w 3191303"/>
                  <a:gd name="connsiteY101" fmla="*/ 1441291 h 2687564"/>
                  <a:gd name="connsiteX102" fmla="*/ 319198 w 3191303"/>
                  <a:gd name="connsiteY102" fmla="*/ 1451086 h 2687564"/>
                  <a:gd name="connsiteX103" fmla="*/ 309001 w 3191303"/>
                  <a:gd name="connsiteY103" fmla="*/ 1451220 h 2687564"/>
                  <a:gd name="connsiteX104" fmla="*/ 33929 w 3191303"/>
                  <a:gd name="connsiteY104" fmla="*/ 1453258 h 2687564"/>
                  <a:gd name="connsiteX105" fmla="*/ 33811 w 3191303"/>
                  <a:gd name="connsiteY105" fmla="*/ 1438875 h 2687564"/>
                  <a:gd name="connsiteX106" fmla="*/ 19321 w 3191303"/>
                  <a:gd name="connsiteY106" fmla="*/ 1453366 h 2687564"/>
                  <a:gd name="connsiteX107" fmla="*/ 33929 w 3191303"/>
                  <a:gd name="connsiteY107" fmla="*/ 1453258 h 2687564"/>
                  <a:gd name="connsiteX108" fmla="*/ 38481 w 3191303"/>
                  <a:gd name="connsiteY108" fmla="*/ 2007789 h 2687564"/>
                  <a:gd name="connsiteX109" fmla="*/ 19321 w 3191303"/>
                  <a:gd name="connsiteY109" fmla="*/ 2007904 h 2687564"/>
                  <a:gd name="connsiteX110" fmla="*/ 38641 w 3191303"/>
                  <a:gd name="connsiteY110" fmla="*/ 2027226 h 2687564"/>
                  <a:gd name="connsiteX111" fmla="*/ 38481 w 3191303"/>
                  <a:gd name="connsiteY111" fmla="*/ 2007789 h 2687564"/>
                  <a:gd name="connsiteX112" fmla="*/ 309001 w 3191303"/>
                  <a:gd name="connsiteY112" fmla="*/ 2006161 h 2687564"/>
                  <a:gd name="connsiteX113" fmla="*/ 326041 w 3191303"/>
                  <a:gd name="connsiteY113" fmla="*/ 2006027 h 2687564"/>
                  <a:gd name="connsiteX114" fmla="*/ 329663 w 3191303"/>
                  <a:gd name="connsiteY114" fmla="*/ 2022932 h 2687564"/>
                  <a:gd name="connsiteX115" fmla="*/ 410167 w 3191303"/>
                  <a:gd name="connsiteY115" fmla="*/ 2279875 h 2687564"/>
                  <a:gd name="connsiteX116" fmla="*/ 537498 w 3191303"/>
                  <a:gd name="connsiteY116" fmla="*/ 2516824 h 2687564"/>
                  <a:gd name="connsiteX117" fmla="*/ 548233 w 3191303"/>
                  <a:gd name="connsiteY117" fmla="*/ 2533059 h 2687564"/>
                  <a:gd name="connsiteX118" fmla="*/ 534413 w 3191303"/>
                  <a:gd name="connsiteY118" fmla="*/ 2547013 h 2687564"/>
                  <a:gd name="connsiteX119" fmla="*/ 394779 w 3191303"/>
                  <a:gd name="connsiteY119" fmla="*/ 2687564 h 2687564"/>
                  <a:gd name="connsiteX120" fmla="*/ 325362 w 3191303"/>
                  <a:gd name="connsiteY120" fmla="*/ 2687564 h 2687564"/>
                  <a:gd name="connsiteX121" fmla="*/ 488432 w 3191303"/>
                  <a:gd name="connsiteY121" fmla="*/ 2525558 h 2687564"/>
                  <a:gd name="connsiteX122" fmla="*/ 497783 w 3191303"/>
                  <a:gd name="connsiteY122" fmla="*/ 2543391 h 2687564"/>
                  <a:gd name="connsiteX123" fmla="*/ 500869 w 3191303"/>
                  <a:gd name="connsiteY123" fmla="*/ 2513202 h 2687564"/>
                  <a:gd name="connsiteX124" fmla="*/ 488432 w 3191303"/>
                  <a:gd name="connsiteY124" fmla="*/ 2525558 h 2687564"/>
                  <a:gd name="connsiteX125" fmla="*/ 368792 w 3191303"/>
                  <a:gd name="connsiteY125" fmla="*/ 2297384 h 2687564"/>
                  <a:gd name="connsiteX126" fmla="*/ 322366 w 3191303"/>
                  <a:gd name="connsiteY126" fmla="*/ 2166406 h 2687564"/>
                  <a:gd name="connsiteX127" fmla="*/ 292817 w 3191303"/>
                  <a:gd name="connsiteY127" fmla="*/ 2048461 h 2687564"/>
                  <a:gd name="connsiteX128" fmla="*/ 309270 w 3191303"/>
                  <a:gd name="connsiteY128" fmla="*/ 2048560 h 2687564"/>
                  <a:gd name="connsiteX129" fmla="*/ 288607 w 3191303"/>
                  <a:gd name="connsiteY129" fmla="*/ 2031655 h 2687564"/>
                  <a:gd name="connsiteX130" fmla="*/ 292817 w 3191303"/>
                  <a:gd name="connsiteY130" fmla="*/ 2048461 h 2687564"/>
                  <a:gd name="connsiteX131" fmla="*/ 19590 w 3191303"/>
                  <a:gd name="connsiteY131" fmla="*/ 2046816 h 2687564"/>
                  <a:gd name="connsiteX132" fmla="*/ 0 w 3191303"/>
                  <a:gd name="connsiteY132" fmla="*/ 2046681 h 2687564"/>
                  <a:gd name="connsiteX133" fmla="*/ 134 w 3191303"/>
                  <a:gd name="connsiteY133" fmla="*/ 2027360 h 2687564"/>
                  <a:gd name="connsiteX134" fmla="*/ 4964 w 3191303"/>
                  <a:gd name="connsiteY134" fmla="*/ 1439011 h 2687564"/>
                  <a:gd name="connsiteX135" fmla="*/ 5098 w 3191303"/>
                  <a:gd name="connsiteY135" fmla="*/ 1424385 h 2687564"/>
                  <a:gd name="connsiteX136" fmla="*/ 19454 w 3191303"/>
                  <a:gd name="connsiteY136" fmla="*/ 1424520 h 2687564"/>
                  <a:gd name="connsiteX137" fmla="*/ 299695 w 3191303"/>
                  <a:gd name="connsiteY137" fmla="*/ 1426596 h 2687564"/>
                  <a:gd name="connsiteX138" fmla="*/ 297060 w 3191303"/>
                  <a:gd name="connsiteY138" fmla="*/ 1436595 h 2687564"/>
                  <a:gd name="connsiteX139" fmla="*/ 309135 w 3191303"/>
                  <a:gd name="connsiteY139" fmla="*/ 1426666 h 2687564"/>
                  <a:gd name="connsiteX140" fmla="*/ 299695 w 3191303"/>
                  <a:gd name="connsiteY140" fmla="*/ 1426596 h 2687564"/>
                  <a:gd name="connsiteX141" fmla="*/ 332230 w 3191303"/>
                  <a:gd name="connsiteY141" fmla="*/ 1303159 h 2687564"/>
                  <a:gd name="connsiteX142" fmla="*/ 379979 w 3191303"/>
                  <a:gd name="connsiteY142" fmla="*/ 1173750 h 2687564"/>
                  <a:gd name="connsiteX143" fmla="*/ 439384 w 3191303"/>
                  <a:gd name="connsiteY143" fmla="*/ 1049438 h 2687564"/>
                  <a:gd name="connsiteX144" fmla="*/ 505912 w 3191303"/>
                  <a:gd name="connsiteY144" fmla="*/ 937790 h 2687564"/>
                  <a:gd name="connsiteX145" fmla="*/ 511066 w 3191303"/>
                  <a:gd name="connsiteY145" fmla="*/ 942971 h 2687564"/>
                  <a:gd name="connsiteX146" fmla="*/ 509860 w 3191303"/>
                  <a:gd name="connsiteY146" fmla="*/ 931164 h 2687564"/>
                  <a:gd name="connsiteX147" fmla="*/ 505912 w 3191303"/>
                  <a:gd name="connsiteY147" fmla="*/ 937790 h 2687564"/>
                  <a:gd name="connsiteX148" fmla="*/ 306585 w 3191303"/>
                  <a:gd name="connsiteY148" fmla="*/ 737418 h 2687564"/>
                  <a:gd name="connsiteX149" fmla="*/ 300548 w 3191303"/>
                  <a:gd name="connsiteY149" fmla="*/ 731379 h 2687564"/>
                  <a:gd name="connsiteX150" fmla="*/ 306585 w 3191303"/>
                  <a:gd name="connsiteY150" fmla="*/ 725342 h 2687564"/>
                  <a:gd name="connsiteX151" fmla="*/ 514957 w 3191303"/>
                  <a:gd name="connsiteY151" fmla="*/ 517641 h 2687564"/>
                  <a:gd name="connsiteX152" fmla="*/ 722255 w 3191303"/>
                  <a:gd name="connsiteY152" fmla="*/ 308867 h 2687564"/>
                  <a:gd name="connsiteX153" fmla="*/ 728695 w 3191303"/>
                  <a:gd name="connsiteY153" fmla="*/ 302427 h 2687564"/>
                  <a:gd name="connsiteX154" fmla="*/ 735270 w 3191303"/>
                  <a:gd name="connsiteY154" fmla="*/ 308867 h 2687564"/>
                  <a:gd name="connsiteX155" fmla="*/ 935451 w 3191303"/>
                  <a:gd name="connsiteY155" fmla="*/ 507614 h 2687564"/>
                  <a:gd name="connsiteX156" fmla="*/ 928346 w 3191303"/>
                  <a:gd name="connsiteY156" fmla="*/ 511872 h 2687564"/>
                  <a:gd name="connsiteX157" fmla="*/ 941092 w 3191303"/>
                  <a:gd name="connsiteY157" fmla="*/ 513214 h 2687564"/>
                  <a:gd name="connsiteX158" fmla="*/ 935451 w 3191303"/>
                  <a:gd name="connsiteY158" fmla="*/ 507614 h 2687564"/>
                  <a:gd name="connsiteX159" fmla="*/ 1046553 w 3191303"/>
                  <a:gd name="connsiteY159" fmla="*/ 441028 h 2687564"/>
                  <a:gd name="connsiteX160" fmla="*/ 1170797 w 3191303"/>
                  <a:gd name="connsiteY160" fmla="*/ 381054 h 2687564"/>
                  <a:gd name="connsiteX161" fmla="*/ 1300224 w 3191303"/>
                  <a:gd name="connsiteY161" fmla="*/ 333086 h 2687564"/>
                  <a:gd name="connsiteX162" fmla="*/ 1422006 w 3191303"/>
                  <a:gd name="connsiteY162" fmla="*/ 300724 h 2687564"/>
                  <a:gd name="connsiteX163" fmla="*/ 1422104 w 3191303"/>
                  <a:gd name="connsiteY163" fmla="*/ 311820 h 2687564"/>
                  <a:gd name="connsiteX164" fmla="*/ 1433776 w 3191303"/>
                  <a:gd name="connsiteY164" fmla="*/ 297597 h 2687564"/>
                  <a:gd name="connsiteX165" fmla="*/ 1422006 w 3191303"/>
                  <a:gd name="connsiteY165" fmla="*/ 300724 h 2687564"/>
                  <a:gd name="connsiteX166" fmla="*/ 1419555 w 3191303"/>
                  <a:gd name="connsiteY166" fmla="*/ 22139 h 2687564"/>
                  <a:gd name="connsiteX167" fmla="*/ 1419421 w 3191303"/>
                  <a:gd name="connsiteY167" fmla="*/ 5233 h 2687564"/>
                  <a:gd name="connsiteX168" fmla="*/ 1436729 w 3191303"/>
                  <a:gd name="connsiteY168" fmla="*/ 5099 h 2687564"/>
                  <a:gd name="connsiteX169" fmla="*/ 2025078 w 3191303"/>
                  <a:gd name="connsiteY169" fmla="*/ 134 h 2687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</a:cxnLst>
                <a:rect l="l" t="t" r="r" b="b"/>
                <a:pathLst>
                  <a:path w="3191303" h="2687564">
                    <a:moveTo>
                      <a:pt x="3146635" y="2020652"/>
                    </a:moveTo>
                    <a:lnTo>
                      <a:pt x="3152135" y="2020786"/>
                    </a:lnTo>
                    <a:lnTo>
                      <a:pt x="3191303" y="2021443"/>
                    </a:lnTo>
                    <a:lnTo>
                      <a:pt x="3191303" y="2033673"/>
                    </a:lnTo>
                    <a:lnTo>
                      <a:pt x="3157696" y="2034246"/>
                    </a:lnTo>
                    <a:lnTo>
                      <a:pt x="3158979" y="2028970"/>
                    </a:lnTo>
                    <a:lnTo>
                      <a:pt x="3152269" y="2034338"/>
                    </a:lnTo>
                    <a:lnTo>
                      <a:pt x="3157696" y="2034246"/>
                    </a:lnTo>
                    <a:lnTo>
                      <a:pt x="3126468" y="2162674"/>
                    </a:lnTo>
                    <a:cubicBezTo>
                      <a:pt x="3100593" y="2250776"/>
                      <a:pt x="3066375" y="2336529"/>
                      <a:pt x="3024165" y="2418258"/>
                    </a:cubicBezTo>
                    <a:lnTo>
                      <a:pt x="2960417" y="2528114"/>
                    </a:lnTo>
                    <a:lnTo>
                      <a:pt x="2953155" y="2520984"/>
                    </a:lnTo>
                    <a:lnTo>
                      <a:pt x="2954900" y="2537621"/>
                    </a:lnTo>
                    <a:lnTo>
                      <a:pt x="2960417" y="2528114"/>
                    </a:lnTo>
                    <a:lnTo>
                      <a:pt x="3122816" y="2687564"/>
                    </a:lnTo>
                    <a:lnTo>
                      <a:pt x="3079484" y="2687564"/>
                    </a:lnTo>
                    <a:lnTo>
                      <a:pt x="2934372" y="2539768"/>
                    </a:lnTo>
                    <a:lnTo>
                      <a:pt x="2926725" y="2531986"/>
                    </a:lnTo>
                    <a:lnTo>
                      <a:pt x="2932629" y="2523131"/>
                    </a:lnTo>
                    <a:cubicBezTo>
                      <a:pt x="3033258" y="2372856"/>
                      <a:pt x="3106784" y="2203798"/>
                      <a:pt x="3145427" y="2026153"/>
                    </a:cubicBezTo>
                    <a:close/>
                    <a:moveTo>
                      <a:pt x="2046950" y="0"/>
                    </a:moveTo>
                    <a:lnTo>
                      <a:pt x="2047084" y="22139"/>
                    </a:lnTo>
                    <a:lnTo>
                      <a:pt x="2048341" y="293604"/>
                    </a:lnTo>
                    <a:lnTo>
                      <a:pt x="2029776" y="288876"/>
                    </a:lnTo>
                    <a:lnTo>
                      <a:pt x="2048425" y="311820"/>
                    </a:lnTo>
                    <a:lnTo>
                      <a:pt x="2048341" y="293604"/>
                    </a:lnTo>
                    <a:lnTo>
                      <a:pt x="2164518" y="323191"/>
                    </a:lnTo>
                    <a:cubicBezTo>
                      <a:pt x="2208863" y="336776"/>
                      <a:pt x="2252569" y="352474"/>
                      <a:pt x="2295438" y="370185"/>
                    </a:cubicBezTo>
                    <a:cubicBezTo>
                      <a:pt x="2338306" y="387828"/>
                      <a:pt x="2380303" y="407652"/>
                      <a:pt x="2421243" y="429472"/>
                    </a:cubicBezTo>
                    <a:lnTo>
                      <a:pt x="2524287" y="490940"/>
                    </a:lnTo>
                    <a:lnTo>
                      <a:pt x="2511457" y="503687"/>
                    </a:lnTo>
                    <a:lnTo>
                      <a:pt x="2540708" y="500736"/>
                    </a:lnTo>
                    <a:lnTo>
                      <a:pt x="2524287" y="490940"/>
                    </a:lnTo>
                    <a:lnTo>
                      <a:pt x="2717145" y="299342"/>
                    </a:lnTo>
                    <a:lnTo>
                      <a:pt x="2732978" y="283509"/>
                    </a:lnTo>
                    <a:lnTo>
                      <a:pt x="2748677" y="299342"/>
                    </a:lnTo>
                    <a:lnTo>
                      <a:pt x="3163272" y="716888"/>
                    </a:lnTo>
                    <a:lnTo>
                      <a:pt x="3177629" y="731379"/>
                    </a:lnTo>
                    <a:lnTo>
                      <a:pt x="3163272" y="745602"/>
                    </a:lnTo>
                    <a:lnTo>
                      <a:pt x="2966662" y="939911"/>
                    </a:lnTo>
                    <a:lnTo>
                      <a:pt x="2959462" y="926065"/>
                    </a:lnTo>
                    <a:lnTo>
                      <a:pt x="2957048" y="949412"/>
                    </a:lnTo>
                    <a:lnTo>
                      <a:pt x="2966662" y="939911"/>
                    </a:lnTo>
                    <a:lnTo>
                      <a:pt x="3087129" y="1171586"/>
                    </a:lnTo>
                    <a:cubicBezTo>
                      <a:pt x="3104454" y="1214362"/>
                      <a:pt x="3119750" y="1257939"/>
                      <a:pt x="3132937" y="1302126"/>
                    </a:cubicBezTo>
                    <a:lnTo>
                      <a:pt x="3163332" y="1425167"/>
                    </a:lnTo>
                    <a:lnTo>
                      <a:pt x="3152405" y="1425055"/>
                    </a:lnTo>
                    <a:lnTo>
                      <a:pt x="3166089" y="1436326"/>
                    </a:lnTo>
                    <a:lnTo>
                      <a:pt x="3163332" y="1425167"/>
                    </a:lnTo>
                    <a:lnTo>
                      <a:pt x="3191303" y="1425452"/>
                    </a:lnTo>
                    <a:lnTo>
                      <a:pt x="3191303" y="1452700"/>
                    </a:lnTo>
                    <a:lnTo>
                      <a:pt x="3152269" y="1453098"/>
                    </a:lnTo>
                    <a:lnTo>
                      <a:pt x="3140999" y="1453232"/>
                    </a:lnTo>
                    <a:lnTo>
                      <a:pt x="3138585" y="1441962"/>
                    </a:lnTo>
                    <a:cubicBezTo>
                      <a:pt x="3100747" y="1265255"/>
                      <a:pt x="3028696" y="1096197"/>
                      <a:pt x="2928334" y="946593"/>
                    </a:cubicBezTo>
                    <a:lnTo>
                      <a:pt x="2920016" y="934116"/>
                    </a:lnTo>
                    <a:lnTo>
                      <a:pt x="2930750" y="923114"/>
                    </a:lnTo>
                    <a:lnTo>
                      <a:pt x="3120236" y="731381"/>
                    </a:lnTo>
                    <a:lnTo>
                      <a:pt x="3134559" y="745602"/>
                    </a:lnTo>
                    <a:lnTo>
                      <a:pt x="3134559" y="716888"/>
                    </a:lnTo>
                    <a:lnTo>
                      <a:pt x="3120236" y="731381"/>
                    </a:lnTo>
                    <a:lnTo>
                      <a:pt x="2732883" y="346767"/>
                    </a:lnTo>
                    <a:lnTo>
                      <a:pt x="2748541" y="331007"/>
                    </a:lnTo>
                    <a:lnTo>
                      <a:pt x="2717011" y="331007"/>
                    </a:lnTo>
                    <a:lnTo>
                      <a:pt x="2732883" y="346767"/>
                    </a:lnTo>
                    <a:lnTo>
                      <a:pt x="2544196" y="536694"/>
                    </a:lnTo>
                    <a:lnTo>
                      <a:pt x="2530913" y="550112"/>
                    </a:lnTo>
                    <a:lnTo>
                      <a:pt x="2514947" y="539646"/>
                    </a:lnTo>
                    <a:cubicBezTo>
                      <a:pt x="2439675" y="490538"/>
                      <a:pt x="2359976" y="448542"/>
                      <a:pt x="2277190" y="413925"/>
                    </a:cubicBezTo>
                    <a:cubicBezTo>
                      <a:pt x="2194272" y="379443"/>
                      <a:pt x="2108132" y="352877"/>
                      <a:pt x="2020249" y="334629"/>
                    </a:cubicBezTo>
                    <a:lnTo>
                      <a:pt x="2001465" y="330737"/>
                    </a:lnTo>
                    <a:lnTo>
                      <a:pt x="2001599" y="311685"/>
                    </a:lnTo>
                    <a:lnTo>
                      <a:pt x="2002840" y="43823"/>
                    </a:lnTo>
                    <a:lnTo>
                      <a:pt x="2024945" y="44010"/>
                    </a:lnTo>
                    <a:lnTo>
                      <a:pt x="2002941" y="22004"/>
                    </a:lnTo>
                    <a:lnTo>
                      <a:pt x="2002840" y="43823"/>
                    </a:lnTo>
                    <a:lnTo>
                      <a:pt x="1453617" y="39188"/>
                    </a:lnTo>
                    <a:lnTo>
                      <a:pt x="1453769" y="21870"/>
                    </a:lnTo>
                    <a:lnTo>
                      <a:pt x="1436595" y="39044"/>
                    </a:lnTo>
                    <a:lnTo>
                      <a:pt x="1453617" y="39188"/>
                    </a:lnTo>
                    <a:lnTo>
                      <a:pt x="1451219" y="311551"/>
                    </a:lnTo>
                    <a:lnTo>
                      <a:pt x="1451086" y="323492"/>
                    </a:lnTo>
                    <a:lnTo>
                      <a:pt x="1439546" y="325774"/>
                    </a:lnTo>
                    <a:cubicBezTo>
                      <a:pt x="1350858" y="343216"/>
                      <a:pt x="1263779" y="369111"/>
                      <a:pt x="1179921" y="403058"/>
                    </a:cubicBezTo>
                    <a:cubicBezTo>
                      <a:pt x="1137924" y="419964"/>
                      <a:pt x="1096867" y="439015"/>
                      <a:pt x="1056615" y="459813"/>
                    </a:cubicBezTo>
                    <a:cubicBezTo>
                      <a:pt x="1016363" y="480609"/>
                      <a:pt x="977453" y="503822"/>
                      <a:pt x="939347" y="528509"/>
                    </a:cubicBezTo>
                    <a:lnTo>
                      <a:pt x="932371" y="533072"/>
                    </a:lnTo>
                    <a:lnTo>
                      <a:pt x="926601" y="527168"/>
                    </a:lnTo>
                    <a:lnTo>
                      <a:pt x="728649" y="327786"/>
                    </a:lnTo>
                    <a:lnTo>
                      <a:pt x="735136" y="321346"/>
                    </a:lnTo>
                    <a:lnTo>
                      <a:pt x="722255" y="321346"/>
                    </a:lnTo>
                    <a:lnTo>
                      <a:pt x="728649" y="327786"/>
                    </a:lnTo>
                    <a:lnTo>
                      <a:pt x="526361" y="528643"/>
                    </a:lnTo>
                    <a:lnTo>
                      <a:pt x="324706" y="730951"/>
                    </a:lnTo>
                    <a:lnTo>
                      <a:pt x="318662" y="724938"/>
                    </a:lnTo>
                    <a:lnTo>
                      <a:pt x="318662" y="737015"/>
                    </a:lnTo>
                    <a:lnTo>
                      <a:pt x="324706" y="730951"/>
                    </a:lnTo>
                    <a:lnTo>
                      <a:pt x="524215" y="929419"/>
                    </a:lnTo>
                    <a:lnTo>
                      <a:pt x="529582" y="934787"/>
                    </a:lnTo>
                    <a:lnTo>
                      <a:pt x="525423" y="941226"/>
                    </a:lnTo>
                    <a:cubicBezTo>
                      <a:pt x="475913" y="1017168"/>
                      <a:pt x="432977" y="1097539"/>
                      <a:pt x="399032" y="1181532"/>
                    </a:cubicBezTo>
                    <a:cubicBezTo>
                      <a:pt x="364952" y="1265524"/>
                      <a:pt x="338787" y="1352603"/>
                      <a:pt x="321212" y="1441291"/>
                    </a:cubicBezTo>
                    <a:lnTo>
                      <a:pt x="319198" y="1451086"/>
                    </a:lnTo>
                    <a:lnTo>
                      <a:pt x="309001" y="1451220"/>
                    </a:lnTo>
                    <a:lnTo>
                      <a:pt x="33929" y="1453258"/>
                    </a:lnTo>
                    <a:lnTo>
                      <a:pt x="33811" y="1438875"/>
                    </a:lnTo>
                    <a:lnTo>
                      <a:pt x="19321" y="1453366"/>
                    </a:lnTo>
                    <a:lnTo>
                      <a:pt x="33929" y="1453258"/>
                    </a:lnTo>
                    <a:lnTo>
                      <a:pt x="38481" y="2007789"/>
                    </a:lnTo>
                    <a:lnTo>
                      <a:pt x="19321" y="2007904"/>
                    </a:lnTo>
                    <a:lnTo>
                      <a:pt x="38641" y="2027226"/>
                    </a:lnTo>
                    <a:lnTo>
                      <a:pt x="38481" y="2007789"/>
                    </a:lnTo>
                    <a:lnTo>
                      <a:pt x="309001" y="2006161"/>
                    </a:lnTo>
                    <a:lnTo>
                      <a:pt x="326041" y="2006027"/>
                    </a:lnTo>
                    <a:lnTo>
                      <a:pt x="329663" y="2022932"/>
                    </a:lnTo>
                    <a:cubicBezTo>
                      <a:pt x="348314" y="2110949"/>
                      <a:pt x="375283" y="2197089"/>
                      <a:pt x="410167" y="2279875"/>
                    </a:cubicBezTo>
                    <a:cubicBezTo>
                      <a:pt x="445053" y="2362660"/>
                      <a:pt x="487854" y="2441956"/>
                      <a:pt x="537498" y="2516824"/>
                    </a:cubicBezTo>
                    <a:lnTo>
                      <a:pt x="548233" y="2533059"/>
                    </a:lnTo>
                    <a:lnTo>
                      <a:pt x="534413" y="2547013"/>
                    </a:lnTo>
                    <a:lnTo>
                      <a:pt x="394779" y="2687564"/>
                    </a:lnTo>
                    <a:lnTo>
                      <a:pt x="325362" y="2687564"/>
                    </a:lnTo>
                    <a:lnTo>
                      <a:pt x="488432" y="2525558"/>
                    </a:lnTo>
                    <a:lnTo>
                      <a:pt x="497783" y="2543391"/>
                    </a:lnTo>
                    <a:lnTo>
                      <a:pt x="500869" y="2513202"/>
                    </a:lnTo>
                    <a:lnTo>
                      <a:pt x="488432" y="2525558"/>
                    </a:lnTo>
                    <a:lnTo>
                      <a:pt x="368792" y="2297384"/>
                    </a:lnTo>
                    <a:cubicBezTo>
                      <a:pt x="351257" y="2254483"/>
                      <a:pt x="335756" y="2210759"/>
                      <a:pt x="322366" y="2166406"/>
                    </a:cubicBezTo>
                    <a:lnTo>
                      <a:pt x="292817" y="2048461"/>
                    </a:lnTo>
                    <a:lnTo>
                      <a:pt x="309270" y="2048560"/>
                    </a:lnTo>
                    <a:lnTo>
                      <a:pt x="288607" y="2031655"/>
                    </a:lnTo>
                    <a:lnTo>
                      <a:pt x="292817" y="2048461"/>
                    </a:lnTo>
                    <a:lnTo>
                      <a:pt x="19590" y="2046816"/>
                    </a:lnTo>
                    <a:lnTo>
                      <a:pt x="0" y="2046681"/>
                    </a:lnTo>
                    <a:lnTo>
                      <a:pt x="134" y="2027360"/>
                    </a:lnTo>
                    <a:lnTo>
                      <a:pt x="4964" y="1439011"/>
                    </a:lnTo>
                    <a:lnTo>
                      <a:pt x="5098" y="1424385"/>
                    </a:lnTo>
                    <a:lnTo>
                      <a:pt x="19454" y="1424520"/>
                    </a:lnTo>
                    <a:lnTo>
                      <a:pt x="299695" y="1426596"/>
                    </a:lnTo>
                    <a:lnTo>
                      <a:pt x="297060" y="1436595"/>
                    </a:lnTo>
                    <a:lnTo>
                      <a:pt x="309135" y="1426666"/>
                    </a:lnTo>
                    <a:lnTo>
                      <a:pt x="299695" y="1426596"/>
                    </a:lnTo>
                    <a:lnTo>
                      <a:pt x="332230" y="1303159"/>
                    </a:lnTo>
                    <a:cubicBezTo>
                      <a:pt x="346066" y="1259285"/>
                      <a:pt x="361999" y="1216081"/>
                      <a:pt x="379979" y="1173750"/>
                    </a:cubicBezTo>
                    <a:cubicBezTo>
                      <a:pt x="397958" y="1131485"/>
                      <a:pt x="417749" y="1089959"/>
                      <a:pt x="439384" y="1049438"/>
                    </a:cubicBezTo>
                    <a:lnTo>
                      <a:pt x="505912" y="937790"/>
                    </a:lnTo>
                    <a:lnTo>
                      <a:pt x="511066" y="942971"/>
                    </a:lnTo>
                    <a:lnTo>
                      <a:pt x="509860" y="931164"/>
                    </a:lnTo>
                    <a:lnTo>
                      <a:pt x="505912" y="937790"/>
                    </a:lnTo>
                    <a:lnTo>
                      <a:pt x="306585" y="737418"/>
                    </a:lnTo>
                    <a:lnTo>
                      <a:pt x="300548" y="731379"/>
                    </a:lnTo>
                    <a:lnTo>
                      <a:pt x="306585" y="725342"/>
                    </a:lnTo>
                    <a:lnTo>
                      <a:pt x="514957" y="517641"/>
                    </a:lnTo>
                    <a:lnTo>
                      <a:pt x="722255" y="308867"/>
                    </a:lnTo>
                    <a:lnTo>
                      <a:pt x="728695" y="302427"/>
                    </a:lnTo>
                    <a:lnTo>
                      <a:pt x="735270" y="308867"/>
                    </a:lnTo>
                    <a:lnTo>
                      <a:pt x="935451" y="507614"/>
                    </a:lnTo>
                    <a:lnTo>
                      <a:pt x="928346" y="511872"/>
                    </a:lnTo>
                    <a:lnTo>
                      <a:pt x="941092" y="513214"/>
                    </a:lnTo>
                    <a:lnTo>
                      <a:pt x="935451" y="507614"/>
                    </a:lnTo>
                    <a:lnTo>
                      <a:pt x="1046553" y="441028"/>
                    </a:lnTo>
                    <a:cubicBezTo>
                      <a:pt x="1086939" y="419158"/>
                      <a:pt x="1128399" y="399166"/>
                      <a:pt x="1170797" y="381054"/>
                    </a:cubicBezTo>
                    <a:cubicBezTo>
                      <a:pt x="1213129" y="363007"/>
                      <a:pt x="1256333" y="347006"/>
                      <a:pt x="1300224" y="333086"/>
                    </a:cubicBezTo>
                    <a:lnTo>
                      <a:pt x="1422006" y="300724"/>
                    </a:lnTo>
                    <a:lnTo>
                      <a:pt x="1422104" y="311820"/>
                    </a:lnTo>
                    <a:lnTo>
                      <a:pt x="1433776" y="297597"/>
                    </a:lnTo>
                    <a:lnTo>
                      <a:pt x="1422006" y="300724"/>
                    </a:lnTo>
                    <a:lnTo>
                      <a:pt x="1419555" y="22139"/>
                    </a:lnTo>
                    <a:lnTo>
                      <a:pt x="1419421" y="5233"/>
                    </a:lnTo>
                    <a:lnTo>
                      <a:pt x="1436729" y="5099"/>
                    </a:lnTo>
                    <a:lnTo>
                      <a:pt x="2025078" y="134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5" name="任意多边形 94" descr="a31d0c77-7ed9-4c93-8695-414f50541446"/>
              <p:cNvSpPr/>
              <p:nvPr/>
            </p:nvSpPr>
            <p:spPr>
              <a:xfrm>
                <a:off x="10024369" y="5203910"/>
                <a:ext cx="1420297" cy="1387424"/>
              </a:xfrm>
              <a:custGeom>
                <a:avLst/>
                <a:gdLst>
                  <a:gd name="connsiteX0" fmla="*/ 496408 w 997192"/>
                  <a:gd name="connsiteY0" fmla="*/ 974108 h 974112"/>
                  <a:gd name="connsiteX1" fmla="*/ 449023 w 997192"/>
                  <a:gd name="connsiteY1" fmla="*/ 972035 h 974112"/>
                  <a:gd name="connsiteX2" fmla="*/ 402016 w 997192"/>
                  <a:gd name="connsiteY2" fmla="*/ 965441 h 974112"/>
                  <a:gd name="connsiteX3" fmla="*/ 355762 w 997192"/>
                  <a:gd name="connsiteY3" fmla="*/ 954890 h 974112"/>
                  <a:gd name="connsiteX4" fmla="*/ 310544 w 997192"/>
                  <a:gd name="connsiteY4" fmla="*/ 940006 h 974112"/>
                  <a:gd name="connsiteX5" fmla="*/ 148138 w 997192"/>
                  <a:gd name="connsiteY5" fmla="*/ 839585 h 974112"/>
                  <a:gd name="connsiteX6" fmla="*/ 37072 w 997192"/>
                  <a:gd name="connsiteY6" fmla="*/ 681607 h 974112"/>
                  <a:gd name="connsiteX7" fmla="*/ 50 w 997192"/>
                  <a:gd name="connsiteY7" fmla="*/ 491316 h 974112"/>
                  <a:gd name="connsiteX8" fmla="*/ 42630 w 997192"/>
                  <a:gd name="connsiteY8" fmla="*/ 303286 h 974112"/>
                  <a:gd name="connsiteX9" fmla="*/ 64485 w 997192"/>
                  <a:gd name="connsiteY9" fmla="*/ 260329 h 974112"/>
                  <a:gd name="connsiteX10" fmla="*/ 90297 w 997192"/>
                  <a:gd name="connsiteY10" fmla="*/ 219822 h 974112"/>
                  <a:gd name="connsiteX11" fmla="*/ 119594 w 997192"/>
                  <a:gd name="connsiteY11" fmla="*/ 181858 h 974112"/>
                  <a:gd name="connsiteX12" fmla="*/ 152189 w 997192"/>
                  <a:gd name="connsiteY12" fmla="*/ 146909 h 974112"/>
                  <a:gd name="connsiteX13" fmla="*/ 496502 w 997192"/>
                  <a:gd name="connsiteY13" fmla="*/ 140 h 974112"/>
                  <a:gd name="connsiteX14" fmla="*/ 686227 w 997192"/>
                  <a:gd name="connsiteY14" fmla="*/ 33205 h 974112"/>
                  <a:gd name="connsiteX15" fmla="*/ 848916 w 997192"/>
                  <a:gd name="connsiteY15" fmla="*/ 138807 h 974112"/>
                  <a:gd name="connsiteX16" fmla="*/ 958663 w 997192"/>
                  <a:gd name="connsiteY16" fmla="*/ 299801 h 974112"/>
                  <a:gd name="connsiteX17" fmla="*/ 997192 w 997192"/>
                  <a:gd name="connsiteY17" fmla="*/ 491222 h 974112"/>
                  <a:gd name="connsiteX18" fmla="*/ 957250 w 997192"/>
                  <a:gd name="connsiteY18" fmla="*/ 682078 h 974112"/>
                  <a:gd name="connsiteX19" fmla="*/ 845148 w 997192"/>
                  <a:gd name="connsiteY19" fmla="*/ 839868 h 974112"/>
                  <a:gd name="connsiteX20" fmla="*/ 682459 w 997192"/>
                  <a:gd name="connsiteY20" fmla="*/ 940101 h 974112"/>
                  <a:gd name="connsiteX21" fmla="*/ 496408 w 997192"/>
                  <a:gd name="connsiteY21" fmla="*/ 974108 h 974112"/>
                  <a:gd name="connsiteX22" fmla="*/ 496408 w 997192"/>
                  <a:gd name="connsiteY22" fmla="*/ 970434 h 974112"/>
                  <a:gd name="connsiteX23" fmla="*/ 543321 w 997192"/>
                  <a:gd name="connsiteY23" fmla="*/ 967702 h 974112"/>
                  <a:gd name="connsiteX24" fmla="*/ 589669 w 997192"/>
                  <a:gd name="connsiteY24" fmla="*/ 960354 h 974112"/>
                  <a:gd name="connsiteX25" fmla="*/ 634887 w 997192"/>
                  <a:gd name="connsiteY25" fmla="*/ 948013 h 974112"/>
                  <a:gd name="connsiteX26" fmla="*/ 678503 w 997192"/>
                  <a:gd name="connsiteY26" fmla="*/ 931057 h 974112"/>
                  <a:gd name="connsiteX27" fmla="*/ 827815 w 997192"/>
                  <a:gd name="connsiteY27" fmla="*/ 822912 h 974112"/>
                  <a:gd name="connsiteX28" fmla="*/ 957533 w 997192"/>
                  <a:gd name="connsiteY28" fmla="*/ 491504 h 974112"/>
                  <a:gd name="connsiteX29" fmla="*/ 824141 w 997192"/>
                  <a:gd name="connsiteY29" fmla="*/ 163771 h 974112"/>
                  <a:gd name="connsiteX30" fmla="*/ 496408 w 997192"/>
                  <a:gd name="connsiteY30" fmla="*/ 20770 h 974112"/>
                  <a:gd name="connsiteX31" fmla="*/ 314784 w 997192"/>
                  <a:gd name="connsiteY31" fmla="*/ 53082 h 974112"/>
                  <a:gd name="connsiteX32" fmla="*/ 160573 w 997192"/>
                  <a:gd name="connsiteY32" fmla="*/ 155764 h 974112"/>
                  <a:gd name="connsiteX33" fmla="*/ 129863 w 997192"/>
                  <a:gd name="connsiteY33" fmla="*/ 190807 h 974112"/>
                  <a:gd name="connsiteX34" fmla="*/ 102921 w 997192"/>
                  <a:gd name="connsiteY34" fmla="*/ 228677 h 974112"/>
                  <a:gd name="connsiteX35" fmla="*/ 80218 w 997192"/>
                  <a:gd name="connsiteY35" fmla="*/ 269185 h 974112"/>
                  <a:gd name="connsiteX36" fmla="*/ 61659 w 997192"/>
                  <a:gd name="connsiteY36" fmla="*/ 311576 h 974112"/>
                  <a:gd name="connsiteX37" fmla="*/ 30949 w 997192"/>
                  <a:gd name="connsiteY37" fmla="*/ 491693 h 974112"/>
                  <a:gd name="connsiteX38" fmla="*/ 164624 w 997192"/>
                  <a:gd name="connsiteY38" fmla="*/ 823477 h 974112"/>
                  <a:gd name="connsiteX39" fmla="*/ 314219 w 997192"/>
                  <a:gd name="connsiteY39" fmla="*/ 931528 h 974112"/>
                  <a:gd name="connsiteX40" fmla="*/ 357835 w 997192"/>
                  <a:gd name="connsiteY40" fmla="*/ 948484 h 974112"/>
                  <a:gd name="connsiteX41" fmla="*/ 403052 w 997192"/>
                  <a:gd name="connsiteY41" fmla="*/ 960825 h 974112"/>
                  <a:gd name="connsiteX42" fmla="*/ 449494 w 997192"/>
                  <a:gd name="connsiteY42" fmla="*/ 968079 h 974112"/>
                  <a:gd name="connsiteX43" fmla="*/ 496408 w 997192"/>
                  <a:gd name="connsiteY43" fmla="*/ 970434 h 974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997192" h="974112">
                    <a:moveTo>
                      <a:pt x="496408" y="974108"/>
                    </a:moveTo>
                    <a:lnTo>
                      <a:pt x="449023" y="972035"/>
                    </a:lnTo>
                    <a:cubicBezTo>
                      <a:pt x="433291" y="970245"/>
                      <a:pt x="417748" y="967419"/>
                      <a:pt x="402016" y="965441"/>
                    </a:cubicBezTo>
                    <a:cubicBezTo>
                      <a:pt x="386472" y="962427"/>
                      <a:pt x="371211" y="958376"/>
                      <a:pt x="355762" y="954890"/>
                    </a:cubicBezTo>
                    <a:cubicBezTo>
                      <a:pt x="340595" y="950369"/>
                      <a:pt x="325711" y="944905"/>
                      <a:pt x="310544" y="940006"/>
                    </a:cubicBezTo>
                    <a:cubicBezTo>
                      <a:pt x="251102" y="917397"/>
                      <a:pt x="195240" y="883672"/>
                      <a:pt x="148138" y="839585"/>
                    </a:cubicBezTo>
                    <a:cubicBezTo>
                      <a:pt x="100848" y="795687"/>
                      <a:pt x="62225" y="741614"/>
                      <a:pt x="37072" y="681607"/>
                    </a:cubicBezTo>
                    <a:cubicBezTo>
                      <a:pt x="11355" y="621787"/>
                      <a:pt x="-892" y="556222"/>
                      <a:pt x="50" y="491316"/>
                    </a:cubicBezTo>
                    <a:cubicBezTo>
                      <a:pt x="1652" y="426316"/>
                      <a:pt x="16348" y="362069"/>
                      <a:pt x="42630" y="303286"/>
                    </a:cubicBezTo>
                    <a:cubicBezTo>
                      <a:pt x="49413" y="288685"/>
                      <a:pt x="57232" y="274648"/>
                      <a:pt x="64485" y="260329"/>
                    </a:cubicBezTo>
                    <a:cubicBezTo>
                      <a:pt x="72681" y="246575"/>
                      <a:pt x="81725" y="233293"/>
                      <a:pt x="90297" y="219822"/>
                    </a:cubicBezTo>
                    <a:lnTo>
                      <a:pt x="119594" y="181858"/>
                    </a:lnTo>
                    <a:lnTo>
                      <a:pt x="152189" y="146909"/>
                    </a:lnTo>
                    <a:cubicBezTo>
                      <a:pt x="243001" y="57510"/>
                      <a:pt x="367632" y="3154"/>
                      <a:pt x="496502" y="140"/>
                    </a:cubicBezTo>
                    <a:cubicBezTo>
                      <a:pt x="560748" y="-1367"/>
                      <a:pt x="625843" y="9278"/>
                      <a:pt x="686227" y="33205"/>
                    </a:cubicBezTo>
                    <a:cubicBezTo>
                      <a:pt x="746706" y="56850"/>
                      <a:pt x="802380" y="93213"/>
                      <a:pt x="848916" y="138807"/>
                    </a:cubicBezTo>
                    <a:cubicBezTo>
                      <a:pt x="895453" y="184496"/>
                      <a:pt x="933040" y="239510"/>
                      <a:pt x="958663" y="299801"/>
                    </a:cubicBezTo>
                    <a:cubicBezTo>
                      <a:pt x="984475" y="360091"/>
                      <a:pt x="997098" y="425750"/>
                      <a:pt x="997192" y="491222"/>
                    </a:cubicBezTo>
                    <a:cubicBezTo>
                      <a:pt x="996439" y="556693"/>
                      <a:pt x="983533" y="622258"/>
                      <a:pt x="957250" y="682078"/>
                    </a:cubicBezTo>
                    <a:cubicBezTo>
                      <a:pt x="931533" y="742085"/>
                      <a:pt x="892532" y="796063"/>
                      <a:pt x="845148" y="839868"/>
                    </a:cubicBezTo>
                    <a:cubicBezTo>
                      <a:pt x="797764" y="883861"/>
                      <a:pt x="741901" y="917586"/>
                      <a:pt x="682459" y="940101"/>
                    </a:cubicBezTo>
                    <a:cubicBezTo>
                      <a:pt x="622828" y="962803"/>
                      <a:pt x="559618" y="974390"/>
                      <a:pt x="496408" y="974108"/>
                    </a:cubicBezTo>
                    <a:close/>
                    <a:moveTo>
                      <a:pt x="496408" y="970434"/>
                    </a:moveTo>
                    <a:lnTo>
                      <a:pt x="543321" y="967702"/>
                    </a:lnTo>
                    <a:cubicBezTo>
                      <a:pt x="558865" y="965535"/>
                      <a:pt x="574314" y="962898"/>
                      <a:pt x="589669" y="960354"/>
                    </a:cubicBezTo>
                    <a:cubicBezTo>
                      <a:pt x="604836" y="956774"/>
                      <a:pt x="619814" y="952064"/>
                      <a:pt x="634887" y="948013"/>
                    </a:cubicBezTo>
                    <a:cubicBezTo>
                      <a:pt x="649676" y="943021"/>
                      <a:pt x="663995" y="936709"/>
                      <a:pt x="678503" y="931057"/>
                    </a:cubicBezTo>
                    <a:cubicBezTo>
                      <a:pt x="735401" y="905528"/>
                      <a:pt x="786083" y="867846"/>
                      <a:pt x="827815" y="822912"/>
                    </a:cubicBezTo>
                    <a:cubicBezTo>
                      <a:pt x="910808" y="732382"/>
                      <a:pt x="958569" y="612556"/>
                      <a:pt x="957533" y="491504"/>
                    </a:cubicBezTo>
                    <a:cubicBezTo>
                      <a:pt x="957439" y="370736"/>
                      <a:pt x="909489" y="250532"/>
                      <a:pt x="824141" y="163771"/>
                    </a:cubicBezTo>
                    <a:cubicBezTo>
                      <a:pt x="739170" y="77010"/>
                      <a:pt x="620002" y="24067"/>
                      <a:pt x="496408" y="20770"/>
                    </a:cubicBezTo>
                    <a:cubicBezTo>
                      <a:pt x="434799" y="19640"/>
                      <a:pt x="372436" y="29720"/>
                      <a:pt x="314784" y="53082"/>
                    </a:cubicBezTo>
                    <a:cubicBezTo>
                      <a:pt x="257037" y="76068"/>
                      <a:pt x="204189" y="111394"/>
                      <a:pt x="160573" y="155764"/>
                    </a:cubicBezTo>
                    <a:cubicBezTo>
                      <a:pt x="150211" y="167351"/>
                      <a:pt x="139942" y="179032"/>
                      <a:pt x="129863" y="190807"/>
                    </a:cubicBezTo>
                    <a:cubicBezTo>
                      <a:pt x="120913" y="203525"/>
                      <a:pt x="111493" y="215866"/>
                      <a:pt x="102921" y="228677"/>
                    </a:cubicBezTo>
                    <a:cubicBezTo>
                      <a:pt x="95384" y="242242"/>
                      <a:pt x="87377" y="255525"/>
                      <a:pt x="80218" y="269185"/>
                    </a:cubicBezTo>
                    <a:cubicBezTo>
                      <a:pt x="74094" y="283409"/>
                      <a:pt x="67312" y="297257"/>
                      <a:pt x="61659" y="311576"/>
                    </a:cubicBezTo>
                    <a:cubicBezTo>
                      <a:pt x="39616" y="369134"/>
                      <a:pt x="29536" y="430649"/>
                      <a:pt x="30949" y="491693"/>
                    </a:cubicBezTo>
                    <a:cubicBezTo>
                      <a:pt x="33022" y="613780"/>
                      <a:pt x="81159" y="733041"/>
                      <a:pt x="164624" y="823477"/>
                    </a:cubicBezTo>
                    <a:cubicBezTo>
                      <a:pt x="206544" y="868412"/>
                      <a:pt x="257320" y="905999"/>
                      <a:pt x="314219" y="931528"/>
                    </a:cubicBezTo>
                    <a:cubicBezTo>
                      <a:pt x="328726" y="937180"/>
                      <a:pt x="343045" y="943492"/>
                      <a:pt x="357835" y="948484"/>
                    </a:cubicBezTo>
                    <a:cubicBezTo>
                      <a:pt x="372907" y="952535"/>
                      <a:pt x="387886" y="957151"/>
                      <a:pt x="403052" y="960825"/>
                    </a:cubicBezTo>
                    <a:cubicBezTo>
                      <a:pt x="418502" y="963463"/>
                      <a:pt x="433951" y="966007"/>
                      <a:pt x="449494" y="968079"/>
                    </a:cubicBezTo>
                    <a:lnTo>
                      <a:pt x="496408" y="970434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6" name="任意多边形 95" descr="2cbe519b-1e1e-40b8-94e1-f38148535c97"/>
              <p:cNvSpPr/>
              <p:nvPr/>
            </p:nvSpPr>
            <p:spPr>
              <a:xfrm>
                <a:off x="10320964" y="5493387"/>
                <a:ext cx="820872" cy="820872"/>
              </a:xfrm>
              <a:custGeom>
                <a:avLst/>
                <a:gdLst>
                  <a:gd name="connsiteX0" fmla="*/ 288168 w 576335"/>
                  <a:gd name="connsiteY0" fmla="*/ 0 h 576335"/>
                  <a:gd name="connsiteX1" fmla="*/ 0 w 576335"/>
                  <a:gd name="connsiteY1" fmla="*/ 288168 h 576335"/>
                  <a:gd name="connsiteX2" fmla="*/ 288168 w 576335"/>
                  <a:gd name="connsiteY2" fmla="*/ 576336 h 576335"/>
                  <a:gd name="connsiteX3" fmla="*/ 576336 w 576335"/>
                  <a:gd name="connsiteY3" fmla="*/ 288168 h 576335"/>
                  <a:gd name="connsiteX4" fmla="*/ 288168 w 576335"/>
                  <a:gd name="connsiteY4" fmla="*/ 0 h 576335"/>
                  <a:gd name="connsiteX5" fmla="*/ 288168 w 576335"/>
                  <a:gd name="connsiteY5" fmla="*/ 390379 h 576335"/>
                  <a:gd name="connsiteX6" fmla="*/ 185957 w 576335"/>
                  <a:gd name="connsiteY6" fmla="*/ 288168 h 576335"/>
                  <a:gd name="connsiteX7" fmla="*/ 288168 w 576335"/>
                  <a:gd name="connsiteY7" fmla="*/ 185957 h 576335"/>
                  <a:gd name="connsiteX8" fmla="*/ 390379 w 576335"/>
                  <a:gd name="connsiteY8" fmla="*/ 288168 h 576335"/>
                  <a:gd name="connsiteX9" fmla="*/ 288168 w 576335"/>
                  <a:gd name="connsiteY9" fmla="*/ 390379 h 576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76335" h="576335">
                    <a:moveTo>
                      <a:pt x="288168" y="0"/>
                    </a:moveTo>
                    <a:cubicBezTo>
                      <a:pt x="129058" y="0"/>
                      <a:pt x="0" y="128964"/>
                      <a:pt x="0" y="288168"/>
                    </a:cubicBezTo>
                    <a:cubicBezTo>
                      <a:pt x="0" y="447371"/>
                      <a:pt x="128964" y="576336"/>
                      <a:pt x="288168" y="576336"/>
                    </a:cubicBezTo>
                    <a:cubicBezTo>
                      <a:pt x="447277" y="576336"/>
                      <a:pt x="576336" y="447371"/>
                      <a:pt x="576336" y="288168"/>
                    </a:cubicBezTo>
                    <a:cubicBezTo>
                      <a:pt x="576336" y="128964"/>
                      <a:pt x="447277" y="0"/>
                      <a:pt x="288168" y="0"/>
                    </a:cubicBezTo>
                    <a:close/>
                    <a:moveTo>
                      <a:pt x="288168" y="390379"/>
                    </a:moveTo>
                    <a:cubicBezTo>
                      <a:pt x="231740" y="390379"/>
                      <a:pt x="185957" y="344596"/>
                      <a:pt x="185957" y="288168"/>
                    </a:cubicBezTo>
                    <a:cubicBezTo>
                      <a:pt x="185957" y="231740"/>
                      <a:pt x="231740" y="185957"/>
                      <a:pt x="288168" y="185957"/>
                    </a:cubicBezTo>
                    <a:cubicBezTo>
                      <a:pt x="344596" y="185957"/>
                      <a:pt x="390379" y="231740"/>
                      <a:pt x="390379" y="288168"/>
                    </a:cubicBezTo>
                    <a:cubicBezTo>
                      <a:pt x="390379" y="344596"/>
                      <a:pt x="344596" y="390379"/>
                      <a:pt x="288168" y="3903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7" name="任意多边形 96" descr="3ff28363-55d6-4420-8f94-27cfb86f2fd4"/>
              <p:cNvSpPr/>
              <p:nvPr/>
            </p:nvSpPr>
            <p:spPr>
              <a:xfrm>
                <a:off x="10306818" y="5491642"/>
                <a:ext cx="852863" cy="831967"/>
              </a:xfrm>
              <a:custGeom>
                <a:avLst/>
                <a:gdLst>
                  <a:gd name="connsiteX0" fmla="*/ 298100 w 598796"/>
                  <a:gd name="connsiteY0" fmla="*/ 2355 h 584125"/>
                  <a:gd name="connsiteX1" fmla="*/ 189012 w 598796"/>
                  <a:gd name="connsiteY1" fmla="*/ 26000 h 584125"/>
                  <a:gd name="connsiteX2" fmla="*/ 99613 w 598796"/>
                  <a:gd name="connsiteY2" fmla="*/ 90812 h 584125"/>
                  <a:gd name="connsiteX3" fmla="*/ 19823 w 598796"/>
                  <a:gd name="connsiteY3" fmla="*/ 289299 h 584125"/>
                  <a:gd name="connsiteX4" fmla="*/ 97070 w 598796"/>
                  <a:gd name="connsiteY4" fmla="*/ 490328 h 584125"/>
                  <a:gd name="connsiteX5" fmla="*/ 189389 w 598796"/>
                  <a:gd name="connsiteY5" fmla="*/ 551749 h 584125"/>
                  <a:gd name="connsiteX6" fmla="*/ 298100 w 598796"/>
                  <a:gd name="connsiteY6" fmla="*/ 570966 h 584125"/>
                  <a:gd name="connsiteX7" fmla="*/ 493948 w 598796"/>
                  <a:gd name="connsiteY7" fmla="*/ 485147 h 584125"/>
                  <a:gd name="connsiteX8" fmla="*/ 573550 w 598796"/>
                  <a:gd name="connsiteY8" fmla="*/ 289299 h 584125"/>
                  <a:gd name="connsiteX9" fmla="*/ 496303 w 598796"/>
                  <a:gd name="connsiteY9" fmla="*/ 91095 h 584125"/>
                  <a:gd name="connsiteX10" fmla="*/ 407093 w 598796"/>
                  <a:gd name="connsiteY10" fmla="*/ 26189 h 584125"/>
                  <a:gd name="connsiteX11" fmla="*/ 298100 w 598796"/>
                  <a:gd name="connsiteY11" fmla="*/ 2355 h 584125"/>
                  <a:gd name="connsiteX12" fmla="*/ 298100 w 598796"/>
                  <a:gd name="connsiteY12" fmla="*/ 0 h 584125"/>
                  <a:gd name="connsiteX13" fmla="*/ 507325 w 598796"/>
                  <a:gd name="connsiteY13" fmla="*/ 80073 h 584125"/>
                  <a:gd name="connsiteX14" fmla="*/ 574775 w 598796"/>
                  <a:gd name="connsiteY14" fmla="*/ 174654 h 584125"/>
                  <a:gd name="connsiteX15" fmla="*/ 598796 w 598796"/>
                  <a:gd name="connsiteY15" fmla="*/ 289299 h 584125"/>
                  <a:gd name="connsiteX16" fmla="*/ 575622 w 598796"/>
                  <a:gd name="connsiteY16" fmla="*/ 404321 h 584125"/>
                  <a:gd name="connsiteX17" fmla="*/ 509680 w 598796"/>
                  <a:gd name="connsiteY17" fmla="*/ 500973 h 584125"/>
                  <a:gd name="connsiteX18" fmla="*/ 298100 w 598796"/>
                  <a:gd name="connsiteY18" fmla="*/ 583966 h 584125"/>
                  <a:gd name="connsiteX19" fmla="*/ 91606 w 598796"/>
                  <a:gd name="connsiteY19" fmla="*/ 495792 h 584125"/>
                  <a:gd name="connsiteX20" fmla="*/ 25758 w 598796"/>
                  <a:gd name="connsiteY20" fmla="*/ 402154 h 584125"/>
                  <a:gd name="connsiteX21" fmla="*/ 40 w 598796"/>
                  <a:gd name="connsiteY21" fmla="*/ 289393 h 584125"/>
                  <a:gd name="connsiteX22" fmla="*/ 22272 w 598796"/>
                  <a:gd name="connsiteY22" fmla="*/ 175124 h 584125"/>
                  <a:gd name="connsiteX23" fmla="*/ 89062 w 598796"/>
                  <a:gd name="connsiteY23" fmla="*/ 80356 h 584125"/>
                  <a:gd name="connsiteX24" fmla="*/ 298100 w 598796"/>
                  <a:gd name="connsiteY24" fmla="*/ 0 h 584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98796" h="584125">
                    <a:moveTo>
                      <a:pt x="298100" y="2355"/>
                    </a:moveTo>
                    <a:cubicBezTo>
                      <a:pt x="260513" y="2544"/>
                      <a:pt x="222925" y="10269"/>
                      <a:pt x="189012" y="26000"/>
                    </a:cubicBezTo>
                    <a:cubicBezTo>
                      <a:pt x="155099" y="41544"/>
                      <a:pt x="124577" y="63776"/>
                      <a:pt x="99613" y="90812"/>
                    </a:cubicBezTo>
                    <a:cubicBezTo>
                      <a:pt x="49780" y="145074"/>
                      <a:pt x="21142" y="216291"/>
                      <a:pt x="19823" y="289299"/>
                    </a:cubicBezTo>
                    <a:cubicBezTo>
                      <a:pt x="17751" y="362023"/>
                      <a:pt x="44599" y="437009"/>
                      <a:pt x="97070" y="490328"/>
                    </a:cubicBezTo>
                    <a:cubicBezTo>
                      <a:pt x="123164" y="516894"/>
                      <a:pt x="154816" y="537995"/>
                      <a:pt x="189389" y="551749"/>
                    </a:cubicBezTo>
                    <a:cubicBezTo>
                      <a:pt x="223867" y="565691"/>
                      <a:pt x="261266" y="571720"/>
                      <a:pt x="298100" y="570966"/>
                    </a:cubicBezTo>
                    <a:cubicBezTo>
                      <a:pt x="372049" y="568894"/>
                      <a:pt x="443267" y="537148"/>
                      <a:pt x="493948" y="485147"/>
                    </a:cubicBezTo>
                    <a:cubicBezTo>
                      <a:pt x="544912" y="433241"/>
                      <a:pt x="573456" y="361458"/>
                      <a:pt x="573550" y="289299"/>
                    </a:cubicBezTo>
                    <a:cubicBezTo>
                      <a:pt x="574210" y="216951"/>
                      <a:pt x="545760" y="145356"/>
                      <a:pt x="496303" y="91095"/>
                    </a:cubicBezTo>
                    <a:cubicBezTo>
                      <a:pt x="471528" y="63965"/>
                      <a:pt x="441006" y="41732"/>
                      <a:pt x="407093" y="26189"/>
                    </a:cubicBezTo>
                    <a:cubicBezTo>
                      <a:pt x="373180" y="10551"/>
                      <a:pt x="335687" y="2638"/>
                      <a:pt x="298100" y="2355"/>
                    </a:cubicBezTo>
                    <a:close/>
                    <a:moveTo>
                      <a:pt x="298100" y="0"/>
                    </a:moveTo>
                    <a:cubicBezTo>
                      <a:pt x="373651" y="-94"/>
                      <a:pt x="450238" y="27131"/>
                      <a:pt x="507325" y="80073"/>
                    </a:cubicBezTo>
                    <a:cubicBezTo>
                      <a:pt x="535869" y="106262"/>
                      <a:pt x="559326" y="138668"/>
                      <a:pt x="574775" y="174654"/>
                    </a:cubicBezTo>
                    <a:cubicBezTo>
                      <a:pt x="590601" y="210545"/>
                      <a:pt x="598326" y="250016"/>
                      <a:pt x="598796" y="289299"/>
                    </a:cubicBezTo>
                    <a:cubicBezTo>
                      <a:pt x="598702" y="328581"/>
                      <a:pt x="591166" y="368053"/>
                      <a:pt x="575622" y="404321"/>
                    </a:cubicBezTo>
                    <a:cubicBezTo>
                      <a:pt x="560173" y="440495"/>
                      <a:pt x="537659" y="473560"/>
                      <a:pt x="509680" y="500973"/>
                    </a:cubicBezTo>
                    <a:cubicBezTo>
                      <a:pt x="453912" y="556271"/>
                      <a:pt x="375252" y="586604"/>
                      <a:pt x="298100" y="583966"/>
                    </a:cubicBezTo>
                    <a:cubicBezTo>
                      <a:pt x="220759" y="582083"/>
                      <a:pt x="146150" y="549394"/>
                      <a:pt x="91606" y="495792"/>
                    </a:cubicBezTo>
                    <a:cubicBezTo>
                      <a:pt x="64381" y="469039"/>
                      <a:pt x="41678" y="437292"/>
                      <a:pt x="25758" y="402154"/>
                    </a:cubicBezTo>
                    <a:cubicBezTo>
                      <a:pt x="9932" y="366922"/>
                      <a:pt x="1077" y="328393"/>
                      <a:pt x="40" y="289393"/>
                    </a:cubicBezTo>
                    <a:cubicBezTo>
                      <a:pt x="-619" y="250393"/>
                      <a:pt x="6823" y="211110"/>
                      <a:pt x="22272" y="175124"/>
                    </a:cubicBezTo>
                    <a:cubicBezTo>
                      <a:pt x="37345" y="139044"/>
                      <a:pt x="60613" y="106638"/>
                      <a:pt x="89062" y="80356"/>
                    </a:cubicBezTo>
                    <a:cubicBezTo>
                      <a:pt x="146055" y="27225"/>
                      <a:pt x="222549" y="189"/>
                      <a:pt x="298100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8" name="任意多边形 97" descr="e1dee7a0-a5fa-4123-aee9-ad3ef1ef794f"/>
              <p:cNvSpPr/>
              <p:nvPr/>
            </p:nvSpPr>
            <p:spPr>
              <a:xfrm>
                <a:off x="10571693" y="5748474"/>
                <a:ext cx="323409" cy="302536"/>
              </a:xfrm>
              <a:custGeom>
                <a:avLst/>
                <a:gdLst>
                  <a:gd name="connsiteX0" fmla="*/ 112130 w 227066"/>
                  <a:gd name="connsiteY0" fmla="*/ 212411 h 212411"/>
                  <a:gd name="connsiteX1" fmla="*/ 34507 w 227066"/>
                  <a:gd name="connsiteY1" fmla="*/ 186600 h 212411"/>
                  <a:gd name="connsiteX2" fmla="*/ 8036 w 227066"/>
                  <a:gd name="connsiteY2" fmla="*/ 152122 h 212411"/>
                  <a:gd name="connsiteX3" fmla="*/ 123 w 227066"/>
                  <a:gd name="connsiteY3" fmla="*/ 108976 h 212411"/>
                  <a:gd name="connsiteX4" fmla="*/ 37239 w 227066"/>
                  <a:gd name="connsiteY4" fmla="*/ 33990 h 212411"/>
                  <a:gd name="connsiteX5" fmla="*/ 112225 w 227066"/>
                  <a:gd name="connsiteY5" fmla="*/ 265 h 212411"/>
                  <a:gd name="connsiteX6" fmla="*/ 154993 w 227066"/>
                  <a:gd name="connsiteY6" fmla="*/ 5729 h 212411"/>
                  <a:gd name="connsiteX7" fmla="*/ 192392 w 227066"/>
                  <a:gd name="connsiteY7" fmla="*/ 28715 h 212411"/>
                  <a:gd name="connsiteX8" fmla="*/ 227059 w 227066"/>
                  <a:gd name="connsiteY8" fmla="*/ 108882 h 212411"/>
                  <a:gd name="connsiteX9" fmla="*/ 217167 w 227066"/>
                  <a:gd name="connsiteY9" fmla="*/ 152404 h 212411"/>
                  <a:gd name="connsiteX10" fmla="*/ 190036 w 227066"/>
                  <a:gd name="connsiteY10" fmla="*/ 186694 h 212411"/>
                  <a:gd name="connsiteX11" fmla="*/ 112130 w 227066"/>
                  <a:gd name="connsiteY11" fmla="*/ 212411 h 212411"/>
                  <a:gd name="connsiteX12" fmla="*/ 112130 w 227066"/>
                  <a:gd name="connsiteY12" fmla="*/ 210056 h 212411"/>
                  <a:gd name="connsiteX13" fmla="*/ 150000 w 227066"/>
                  <a:gd name="connsiteY13" fmla="*/ 200447 h 212411"/>
                  <a:gd name="connsiteX14" fmla="*/ 178921 w 227066"/>
                  <a:gd name="connsiteY14" fmla="*/ 175766 h 212411"/>
                  <a:gd name="connsiteX15" fmla="*/ 201718 w 227066"/>
                  <a:gd name="connsiteY15" fmla="*/ 108976 h 212411"/>
                  <a:gd name="connsiteX16" fmla="*/ 176471 w 227066"/>
                  <a:gd name="connsiteY16" fmla="*/ 44541 h 212411"/>
                  <a:gd name="connsiteX17" fmla="*/ 112036 w 227066"/>
                  <a:gd name="connsiteY17" fmla="*/ 13172 h 212411"/>
                  <a:gd name="connsiteX18" fmla="*/ 42420 w 227066"/>
                  <a:gd name="connsiteY18" fmla="*/ 39360 h 212411"/>
                  <a:gd name="connsiteX19" fmla="*/ 19623 w 227066"/>
                  <a:gd name="connsiteY19" fmla="*/ 108976 h 212411"/>
                  <a:gd name="connsiteX20" fmla="*/ 27253 w 227066"/>
                  <a:gd name="connsiteY20" fmla="*/ 144114 h 212411"/>
                  <a:gd name="connsiteX21" fmla="*/ 45058 w 227066"/>
                  <a:gd name="connsiteY21" fmla="*/ 175955 h 212411"/>
                  <a:gd name="connsiteX22" fmla="*/ 74072 w 227066"/>
                  <a:gd name="connsiteY22" fmla="*/ 200636 h 212411"/>
                  <a:gd name="connsiteX23" fmla="*/ 112130 w 227066"/>
                  <a:gd name="connsiteY23" fmla="*/ 210056 h 212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27066" h="212411">
                    <a:moveTo>
                      <a:pt x="112130" y="212411"/>
                    </a:moveTo>
                    <a:cubicBezTo>
                      <a:pt x="85282" y="212129"/>
                      <a:pt x="57304" y="204781"/>
                      <a:pt x="34507" y="186600"/>
                    </a:cubicBezTo>
                    <a:cubicBezTo>
                      <a:pt x="23391" y="177462"/>
                      <a:pt x="13970" y="165686"/>
                      <a:pt x="8036" y="152122"/>
                    </a:cubicBezTo>
                    <a:cubicBezTo>
                      <a:pt x="2101" y="138650"/>
                      <a:pt x="-631" y="123672"/>
                      <a:pt x="123" y="108976"/>
                    </a:cubicBezTo>
                    <a:cubicBezTo>
                      <a:pt x="1630" y="79302"/>
                      <a:pt x="17173" y="52831"/>
                      <a:pt x="37239" y="33990"/>
                    </a:cubicBezTo>
                    <a:cubicBezTo>
                      <a:pt x="57398" y="14961"/>
                      <a:pt x="83681" y="2527"/>
                      <a:pt x="112225" y="265"/>
                    </a:cubicBezTo>
                    <a:cubicBezTo>
                      <a:pt x="126449" y="-677"/>
                      <a:pt x="141145" y="830"/>
                      <a:pt x="154993" y="5729"/>
                    </a:cubicBezTo>
                    <a:cubicBezTo>
                      <a:pt x="168841" y="10534"/>
                      <a:pt x="181652" y="18541"/>
                      <a:pt x="192392" y="28715"/>
                    </a:cubicBezTo>
                    <a:cubicBezTo>
                      <a:pt x="214152" y="48875"/>
                      <a:pt x="227435" y="78737"/>
                      <a:pt x="227059" y="108882"/>
                    </a:cubicBezTo>
                    <a:cubicBezTo>
                      <a:pt x="226587" y="123861"/>
                      <a:pt x="223667" y="138933"/>
                      <a:pt x="217167" y="152404"/>
                    </a:cubicBezTo>
                    <a:cubicBezTo>
                      <a:pt x="210950" y="165969"/>
                      <a:pt x="201341" y="177745"/>
                      <a:pt x="190036" y="186694"/>
                    </a:cubicBezTo>
                    <a:cubicBezTo>
                      <a:pt x="167051" y="205064"/>
                      <a:pt x="138978" y="212411"/>
                      <a:pt x="112130" y="212411"/>
                    </a:cubicBezTo>
                    <a:close/>
                    <a:moveTo>
                      <a:pt x="112130" y="210056"/>
                    </a:moveTo>
                    <a:cubicBezTo>
                      <a:pt x="125413" y="210056"/>
                      <a:pt x="138507" y="206571"/>
                      <a:pt x="150000" y="200447"/>
                    </a:cubicBezTo>
                    <a:cubicBezTo>
                      <a:pt x="161587" y="194419"/>
                      <a:pt x="171196" y="185564"/>
                      <a:pt x="178921" y="175766"/>
                    </a:cubicBezTo>
                    <a:cubicBezTo>
                      <a:pt x="193805" y="155795"/>
                      <a:pt x="202189" y="132621"/>
                      <a:pt x="201718" y="108976"/>
                    </a:cubicBezTo>
                    <a:cubicBezTo>
                      <a:pt x="201529" y="85520"/>
                      <a:pt x="192768" y="62157"/>
                      <a:pt x="176471" y="44541"/>
                    </a:cubicBezTo>
                    <a:cubicBezTo>
                      <a:pt x="160080" y="27208"/>
                      <a:pt x="137283" y="15432"/>
                      <a:pt x="112036" y="13172"/>
                    </a:cubicBezTo>
                    <a:cubicBezTo>
                      <a:pt x="86978" y="10722"/>
                      <a:pt x="60130" y="20331"/>
                      <a:pt x="42420" y="39360"/>
                    </a:cubicBezTo>
                    <a:cubicBezTo>
                      <a:pt x="24333" y="58295"/>
                      <a:pt x="17927" y="85048"/>
                      <a:pt x="19623" y="108976"/>
                    </a:cubicBezTo>
                    <a:cubicBezTo>
                      <a:pt x="20376" y="121128"/>
                      <a:pt x="22920" y="132904"/>
                      <a:pt x="27253" y="144114"/>
                    </a:cubicBezTo>
                    <a:cubicBezTo>
                      <a:pt x="31492" y="155324"/>
                      <a:pt x="37239" y="166158"/>
                      <a:pt x="45058" y="175955"/>
                    </a:cubicBezTo>
                    <a:cubicBezTo>
                      <a:pt x="52782" y="185752"/>
                      <a:pt x="62485" y="194607"/>
                      <a:pt x="74072" y="200636"/>
                    </a:cubicBezTo>
                    <a:cubicBezTo>
                      <a:pt x="85659" y="206759"/>
                      <a:pt x="98848" y="210151"/>
                      <a:pt x="112130" y="210056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9" name="任意多边形 98" descr="410ea8a9-dba2-468c-b6a1-d3c381419512"/>
              <p:cNvSpPr/>
              <p:nvPr/>
            </p:nvSpPr>
            <p:spPr>
              <a:xfrm>
                <a:off x="9461179" y="4639186"/>
                <a:ext cx="2544733" cy="2218814"/>
              </a:xfrm>
              <a:custGeom>
                <a:avLst/>
                <a:gdLst>
                  <a:gd name="connsiteX0" fmla="*/ 1269952 w 2544733"/>
                  <a:gd name="connsiteY0" fmla="*/ 52 h 2218814"/>
                  <a:gd name="connsiteX1" fmla="*/ 1755794 w 2544733"/>
                  <a:gd name="connsiteY1" fmla="*/ 91692 h 2218814"/>
                  <a:gd name="connsiteX2" fmla="*/ 2169585 w 2544733"/>
                  <a:gd name="connsiteY2" fmla="*/ 365003 h 2218814"/>
                  <a:gd name="connsiteX3" fmla="*/ 2447324 w 2544733"/>
                  <a:gd name="connsiteY3" fmla="*/ 776915 h 2218814"/>
                  <a:gd name="connsiteX4" fmla="*/ 2544733 w 2544733"/>
                  <a:gd name="connsiteY4" fmla="*/ 1264637 h 2218814"/>
                  <a:gd name="connsiteX5" fmla="*/ 2445713 w 2544733"/>
                  <a:gd name="connsiteY5" fmla="*/ 1751685 h 2218814"/>
                  <a:gd name="connsiteX6" fmla="*/ 2165693 w 2544733"/>
                  <a:gd name="connsiteY6" fmla="*/ 2160377 h 2218814"/>
                  <a:gd name="connsiteX7" fmla="*/ 2099088 w 2544733"/>
                  <a:gd name="connsiteY7" fmla="*/ 2218814 h 2218814"/>
                  <a:gd name="connsiteX8" fmla="*/ 2065615 w 2544733"/>
                  <a:gd name="connsiteY8" fmla="*/ 2218814 h 2218814"/>
                  <a:gd name="connsiteX9" fmla="*/ 2147715 w 2544733"/>
                  <a:gd name="connsiteY9" fmla="*/ 2141996 h 2218814"/>
                  <a:gd name="connsiteX10" fmla="*/ 2411499 w 2544733"/>
                  <a:gd name="connsiteY10" fmla="*/ 1737330 h 2218814"/>
                  <a:gd name="connsiteX11" fmla="*/ 2503139 w 2544733"/>
                  <a:gd name="connsiteY11" fmla="*/ 1264637 h 2218814"/>
                  <a:gd name="connsiteX12" fmla="*/ 2409889 w 2544733"/>
                  <a:gd name="connsiteY12" fmla="*/ 792614 h 2218814"/>
                  <a:gd name="connsiteX13" fmla="*/ 2143823 w 2544733"/>
                  <a:gd name="connsiteY13" fmla="*/ 391167 h 2218814"/>
                  <a:gd name="connsiteX14" fmla="*/ 1744254 w 2544733"/>
                  <a:gd name="connsiteY14" fmla="*/ 120540 h 2218814"/>
                  <a:gd name="connsiteX15" fmla="*/ 1270354 w 2544733"/>
                  <a:gd name="connsiteY15" fmla="*/ 21654 h 2218814"/>
                  <a:gd name="connsiteX16" fmla="*/ 793099 w 2544733"/>
                  <a:gd name="connsiteY16" fmla="*/ 112624 h 2218814"/>
                  <a:gd name="connsiteX17" fmla="*/ 577081 w 2544733"/>
                  <a:gd name="connsiteY17" fmla="*/ 227208 h 2218814"/>
                  <a:gd name="connsiteX18" fmla="*/ 388567 w 2544733"/>
                  <a:gd name="connsiteY18" fmla="*/ 382983 h 2218814"/>
                  <a:gd name="connsiteX19" fmla="*/ 234536 w 2544733"/>
                  <a:gd name="connsiteY19" fmla="*/ 572704 h 2218814"/>
                  <a:gd name="connsiteX20" fmla="*/ 121964 w 2544733"/>
                  <a:gd name="connsiteY20" fmla="*/ 789126 h 2218814"/>
                  <a:gd name="connsiteX21" fmla="*/ 32873 w 2544733"/>
                  <a:gd name="connsiteY21" fmla="*/ 1264769 h 2218814"/>
                  <a:gd name="connsiteX22" fmla="*/ 392592 w 2544733"/>
                  <a:gd name="connsiteY22" fmla="*/ 2142667 h 2218814"/>
                  <a:gd name="connsiteX23" fmla="*/ 474086 w 2544733"/>
                  <a:gd name="connsiteY23" fmla="*/ 2218814 h 2218814"/>
                  <a:gd name="connsiteX24" fmla="*/ 441978 w 2544733"/>
                  <a:gd name="connsiteY24" fmla="*/ 2218814 h 2218814"/>
                  <a:gd name="connsiteX25" fmla="*/ 374880 w 2544733"/>
                  <a:gd name="connsiteY25" fmla="*/ 2159841 h 2218814"/>
                  <a:gd name="connsiteX26" fmla="*/ 95666 w 2544733"/>
                  <a:gd name="connsiteY26" fmla="*/ 1751016 h 2218814"/>
                  <a:gd name="connsiteX27" fmla="*/ 0 w 2544733"/>
                  <a:gd name="connsiteY27" fmla="*/ 1264502 h 2218814"/>
                  <a:gd name="connsiteX28" fmla="*/ 101436 w 2544733"/>
                  <a:gd name="connsiteY28" fmla="*/ 780405 h 2218814"/>
                  <a:gd name="connsiteX29" fmla="*/ 220850 w 2544733"/>
                  <a:gd name="connsiteY29" fmla="*/ 563446 h 2218814"/>
                  <a:gd name="connsiteX30" fmla="*/ 378638 w 2544733"/>
                  <a:gd name="connsiteY30" fmla="*/ 373189 h 2218814"/>
                  <a:gd name="connsiteX31" fmla="*/ 787465 w 2544733"/>
                  <a:gd name="connsiteY31" fmla="*/ 99742 h 2218814"/>
                  <a:gd name="connsiteX32" fmla="*/ 1023744 w 2544733"/>
                  <a:gd name="connsiteY32" fmla="*/ 26619 h 2218814"/>
                  <a:gd name="connsiteX33" fmla="*/ 1269952 w 2544733"/>
                  <a:gd name="connsiteY33" fmla="*/ 52 h 2218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544733" h="2218814">
                    <a:moveTo>
                      <a:pt x="1269952" y="52"/>
                    </a:moveTo>
                    <a:cubicBezTo>
                      <a:pt x="1435387" y="-1425"/>
                      <a:pt x="1601897" y="28765"/>
                      <a:pt x="1755794" y="91692"/>
                    </a:cubicBezTo>
                    <a:cubicBezTo>
                      <a:pt x="1909825" y="154083"/>
                      <a:pt x="2051512" y="247467"/>
                      <a:pt x="2169585" y="365003"/>
                    </a:cubicBezTo>
                    <a:cubicBezTo>
                      <a:pt x="2287791" y="482271"/>
                      <a:pt x="2382920" y="623019"/>
                      <a:pt x="2447324" y="776915"/>
                    </a:cubicBezTo>
                    <a:cubicBezTo>
                      <a:pt x="2511995" y="930678"/>
                      <a:pt x="2544599" y="1097859"/>
                      <a:pt x="2544733" y="1264637"/>
                    </a:cubicBezTo>
                    <a:cubicBezTo>
                      <a:pt x="2543928" y="1431413"/>
                      <a:pt x="2511325" y="1598459"/>
                      <a:pt x="2445713" y="1751685"/>
                    </a:cubicBezTo>
                    <a:cubicBezTo>
                      <a:pt x="2380505" y="1904911"/>
                      <a:pt x="2285108" y="2045257"/>
                      <a:pt x="2165693" y="2160377"/>
                    </a:cubicBezTo>
                    <a:lnTo>
                      <a:pt x="2099088" y="2218814"/>
                    </a:lnTo>
                    <a:lnTo>
                      <a:pt x="2065615" y="2218814"/>
                    </a:lnTo>
                    <a:lnTo>
                      <a:pt x="2147715" y="2141996"/>
                    </a:lnTo>
                    <a:cubicBezTo>
                      <a:pt x="2260285" y="2024997"/>
                      <a:pt x="2351121" y="1887335"/>
                      <a:pt x="2411499" y="1737330"/>
                    </a:cubicBezTo>
                    <a:cubicBezTo>
                      <a:pt x="2471877" y="1587458"/>
                      <a:pt x="2503810" y="1426181"/>
                      <a:pt x="2503139" y="1264637"/>
                    </a:cubicBezTo>
                    <a:cubicBezTo>
                      <a:pt x="2503139" y="1103090"/>
                      <a:pt x="2471207" y="941948"/>
                      <a:pt x="2409889" y="792614"/>
                    </a:cubicBezTo>
                    <a:cubicBezTo>
                      <a:pt x="2348706" y="643145"/>
                      <a:pt x="2257736" y="506020"/>
                      <a:pt x="2143823" y="391167"/>
                    </a:cubicBezTo>
                    <a:cubicBezTo>
                      <a:pt x="2029776" y="276449"/>
                      <a:pt x="1893590" y="183736"/>
                      <a:pt x="1744254" y="120540"/>
                    </a:cubicBezTo>
                    <a:cubicBezTo>
                      <a:pt x="1594920" y="57613"/>
                      <a:pt x="1433241" y="23263"/>
                      <a:pt x="1270354" y="21654"/>
                    </a:cubicBezTo>
                    <a:cubicBezTo>
                      <a:pt x="1107736" y="20446"/>
                      <a:pt x="944045" y="49965"/>
                      <a:pt x="793099" y="112624"/>
                    </a:cubicBezTo>
                    <a:cubicBezTo>
                      <a:pt x="717560" y="143618"/>
                      <a:pt x="645106" y="182125"/>
                      <a:pt x="577081" y="227208"/>
                    </a:cubicBezTo>
                    <a:cubicBezTo>
                      <a:pt x="508921" y="272290"/>
                      <a:pt x="446127" y="325154"/>
                      <a:pt x="388567" y="382983"/>
                    </a:cubicBezTo>
                    <a:cubicBezTo>
                      <a:pt x="331140" y="441081"/>
                      <a:pt x="279350" y="504544"/>
                      <a:pt x="234536" y="572704"/>
                    </a:cubicBezTo>
                    <a:cubicBezTo>
                      <a:pt x="189990" y="640998"/>
                      <a:pt x="152153" y="713587"/>
                      <a:pt x="121964" y="789126"/>
                    </a:cubicBezTo>
                    <a:cubicBezTo>
                      <a:pt x="61183" y="940071"/>
                      <a:pt x="31531" y="1102823"/>
                      <a:pt x="32873" y="1264769"/>
                    </a:cubicBezTo>
                    <a:cubicBezTo>
                      <a:pt x="33410" y="1589469"/>
                      <a:pt x="165839" y="1909339"/>
                      <a:pt x="392592" y="2142667"/>
                    </a:cubicBezTo>
                    <a:lnTo>
                      <a:pt x="474086" y="2218814"/>
                    </a:lnTo>
                    <a:lnTo>
                      <a:pt x="441978" y="2218814"/>
                    </a:lnTo>
                    <a:lnTo>
                      <a:pt x="374880" y="2159841"/>
                    </a:lnTo>
                    <a:cubicBezTo>
                      <a:pt x="255869" y="2044452"/>
                      <a:pt x="159666" y="1904777"/>
                      <a:pt x="95666" y="1751016"/>
                    </a:cubicBezTo>
                    <a:cubicBezTo>
                      <a:pt x="30860" y="1597521"/>
                      <a:pt x="-134" y="1430609"/>
                      <a:pt x="0" y="1264502"/>
                    </a:cubicBezTo>
                    <a:cubicBezTo>
                      <a:pt x="1477" y="1098261"/>
                      <a:pt x="36227" y="932691"/>
                      <a:pt x="101436" y="780405"/>
                    </a:cubicBezTo>
                    <a:cubicBezTo>
                      <a:pt x="134041" y="704329"/>
                      <a:pt x="174023" y="631472"/>
                      <a:pt x="220850" y="563446"/>
                    </a:cubicBezTo>
                    <a:cubicBezTo>
                      <a:pt x="267273" y="495151"/>
                      <a:pt x="320004" y="431152"/>
                      <a:pt x="378638" y="373189"/>
                    </a:cubicBezTo>
                    <a:cubicBezTo>
                      <a:pt x="496173" y="257530"/>
                      <a:pt x="635178" y="163475"/>
                      <a:pt x="787465" y="99742"/>
                    </a:cubicBezTo>
                    <a:cubicBezTo>
                      <a:pt x="863675" y="67943"/>
                      <a:pt x="942837" y="43524"/>
                      <a:pt x="1023744" y="26619"/>
                    </a:cubicBezTo>
                    <a:cubicBezTo>
                      <a:pt x="1104650" y="9846"/>
                      <a:pt x="1187302" y="992"/>
                      <a:pt x="1269952" y="52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0" name="任意多边形 99" descr="af455069-f1f1-415a-afac-410e1ebdb909"/>
              <p:cNvSpPr/>
              <p:nvPr/>
            </p:nvSpPr>
            <p:spPr>
              <a:xfrm>
                <a:off x="10627148" y="4845999"/>
                <a:ext cx="208504" cy="208504"/>
              </a:xfrm>
              <a:custGeom>
                <a:avLst/>
                <a:gdLst>
                  <a:gd name="connsiteX0" fmla="*/ 146392 w 146391"/>
                  <a:gd name="connsiteY0" fmla="*/ 73196 h 146391"/>
                  <a:gd name="connsiteX1" fmla="*/ 73196 w 146391"/>
                  <a:gd name="connsiteY1" fmla="*/ 146392 h 146391"/>
                  <a:gd name="connsiteX2" fmla="*/ 0 w 146391"/>
                  <a:gd name="connsiteY2" fmla="*/ 73196 h 146391"/>
                  <a:gd name="connsiteX3" fmla="*/ 73196 w 146391"/>
                  <a:gd name="connsiteY3" fmla="*/ 1 h 146391"/>
                  <a:gd name="connsiteX4" fmla="*/ 146392 w 146391"/>
                  <a:gd name="connsiteY4" fmla="*/ 73196 h 146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391" h="146391">
                    <a:moveTo>
                      <a:pt x="146392" y="73196"/>
                    </a:moveTo>
                    <a:cubicBezTo>
                      <a:pt x="146392" y="113621"/>
                      <a:pt x="113621" y="146392"/>
                      <a:pt x="73196" y="146392"/>
                    </a:cubicBezTo>
                    <a:cubicBezTo>
                      <a:pt x="32771" y="146392"/>
                      <a:pt x="0" y="113621"/>
                      <a:pt x="0" y="73196"/>
                    </a:cubicBezTo>
                    <a:cubicBezTo>
                      <a:pt x="0" y="32771"/>
                      <a:pt x="32771" y="1"/>
                      <a:pt x="73196" y="1"/>
                    </a:cubicBezTo>
                    <a:cubicBezTo>
                      <a:pt x="113621" y="1"/>
                      <a:pt x="146392" y="32772"/>
                      <a:pt x="146392" y="7319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1" name="任意多边形 100" descr="4b490af4-5ce7-4ca3-9e60-e0f70f5863f4"/>
              <p:cNvSpPr/>
              <p:nvPr/>
            </p:nvSpPr>
            <p:spPr>
              <a:xfrm>
                <a:off x="10619313" y="4834729"/>
                <a:ext cx="217681" cy="234147"/>
              </a:xfrm>
              <a:custGeom>
                <a:avLst/>
                <a:gdLst>
                  <a:gd name="connsiteX0" fmla="*/ 150951 w 152834"/>
                  <a:gd name="connsiteY0" fmla="*/ 81109 h 164395"/>
                  <a:gd name="connsiteX1" fmla="*/ 126175 w 152834"/>
                  <a:gd name="connsiteY1" fmla="*/ 33631 h 164395"/>
                  <a:gd name="connsiteX2" fmla="*/ 78697 w 152834"/>
                  <a:gd name="connsiteY2" fmla="*/ 15826 h 164395"/>
                  <a:gd name="connsiteX3" fmla="*/ 29146 w 152834"/>
                  <a:gd name="connsiteY3" fmla="*/ 31558 h 164395"/>
                  <a:gd name="connsiteX4" fmla="*/ 10682 w 152834"/>
                  <a:gd name="connsiteY4" fmla="*/ 81109 h 164395"/>
                  <a:gd name="connsiteX5" fmla="*/ 33197 w 152834"/>
                  <a:gd name="connsiteY5" fmla="*/ 126609 h 164395"/>
                  <a:gd name="connsiteX6" fmla="*/ 78697 w 152834"/>
                  <a:gd name="connsiteY6" fmla="*/ 144226 h 164395"/>
                  <a:gd name="connsiteX7" fmla="*/ 126081 w 152834"/>
                  <a:gd name="connsiteY7" fmla="*/ 128493 h 164395"/>
                  <a:gd name="connsiteX8" fmla="*/ 150951 w 152834"/>
                  <a:gd name="connsiteY8" fmla="*/ 81109 h 164395"/>
                  <a:gd name="connsiteX9" fmla="*/ 152835 w 152834"/>
                  <a:gd name="connsiteY9" fmla="*/ 81109 h 164395"/>
                  <a:gd name="connsiteX10" fmla="*/ 134842 w 152834"/>
                  <a:gd name="connsiteY10" fmla="*/ 137254 h 164395"/>
                  <a:gd name="connsiteX11" fmla="*/ 110161 w 152834"/>
                  <a:gd name="connsiteY11" fmla="*/ 157131 h 164395"/>
                  <a:gd name="connsiteX12" fmla="*/ 78697 w 152834"/>
                  <a:gd name="connsiteY12" fmla="*/ 164385 h 164395"/>
                  <a:gd name="connsiteX13" fmla="*/ 20668 w 152834"/>
                  <a:gd name="connsiteY13" fmla="*/ 139138 h 164395"/>
                  <a:gd name="connsiteX14" fmla="*/ 320 w 152834"/>
                  <a:gd name="connsiteY14" fmla="*/ 81109 h 164395"/>
                  <a:gd name="connsiteX15" fmla="*/ 24718 w 152834"/>
                  <a:gd name="connsiteY15" fmla="*/ 27225 h 164395"/>
                  <a:gd name="connsiteX16" fmla="*/ 78603 w 152834"/>
                  <a:gd name="connsiteY16" fmla="*/ 94 h 164395"/>
                  <a:gd name="connsiteX17" fmla="*/ 109784 w 152834"/>
                  <a:gd name="connsiteY17" fmla="*/ 5841 h 164395"/>
                  <a:gd name="connsiteX18" fmla="*/ 134559 w 152834"/>
                  <a:gd name="connsiteY18" fmla="*/ 25153 h 164395"/>
                  <a:gd name="connsiteX19" fmla="*/ 152835 w 152834"/>
                  <a:gd name="connsiteY19" fmla="*/ 81109 h 164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52834" h="164395">
                    <a:moveTo>
                      <a:pt x="150951" y="81109"/>
                    </a:moveTo>
                    <a:cubicBezTo>
                      <a:pt x="151328" y="61892"/>
                      <a:pt x="140494" y="43993"/>
                      <a:pt x="126175" y="33631"/>
                    </a:cubicBezTo>
                    <a:cubicBezTo>
                      <a:pt x="111951" y="22986"/>
                      <a:pt x="95748" y="17051"/>
                      <a:pt x="78697" y="15826"/>
                    </a:cubicBezTo>
                    <a:cubicBezTo>
                      <a:pt x="61834" y="14508"/>
                      <a:pt x="42711" y="18747"/>
                      <a:pt x="29146" y="31558"/>
                    </a:cubicBezTo>
                    <a:cubicBezTo>
                      <a:pt x="15487" y="44087"/>
                      <a:pt x="8892" y="63399"/>
                      <a:pt x="10682" y="81109"/>
                    </a:cubicBezTo>
                    <a:cubicBezTo>
                      <a:pt x="12472" y="99008"/>
                      <a:pt x="21045" y="115022"/>
                      <a:pt x="33197" y="126609"/>
                    </a:cubicBezTo>
                    <a:cubicBezTo>
                      <a:pt x="45631" y="138102"/>
                      <a:pt x="62211" y="144037"/>
                      <a:pt x="78697" y="144226"/>
                    </a:cubicBezTo>
                    <a:cubicBezTo>
                      <a:pt x="95371" y="144602"/>
                      <a:pt x="111668" y="138762"/>
                      <a:pt x="126081" y="128493"/>
                    </a:cubicBezTo>
                    <a:cubicBezTo>
                      <a:pt x="140306" y="118131"/>
                      <a:pt x="151045" y="100327"/>
                      <a:pt x="150951" y="81109"/>
                    </a:cubicBezTo>
                    <a:close/>
                    <a:moveTo>
                      <a:pt x="152835" y="81109"/>
                    </a:moveTo>
                    <a:cubicBezTo>
                      <a:pt x="152835" y="100327"/>
                      <a:pt x="147842" y="120581"/>
                      <a:pt x="134842" y="137254"/>
                    </a:cubicBezTo>
                    <a:cubicBezTo>
                      <a:pt x="128436" y="145544"/>
                      <a:pt x="119958" y="152609"/>
                      <a:pt x="110161" y="157131"/>
                    </a:cubicBezTo>
                    <a:cubicBezTo>
                      <a:pt x="100458" y="161842"/>
                      <a:pt x="89530" y="164008"/>
                      <a:pt x="78697" y="164385"/>
                    </a:cubicBezTo>
                    <a:cubicBezTo>
                      <a:pt x="56842" y="164762"/>
                      <a:pt x="35269" y="154870"/>
                      <a:pt x="20668" y="139138"/>
                    </a:cubicBezTo>
                    <a:cubicBezTo>
                      <a:pt x="5595" y="123689"/>
                      <a:pt x="-1659" y="101646"/>
                      <a:pt x="320" y="81109"/>
                    </a:cubicBezTo>
                    <a:cubicBezTo>
                      <a:pt x="2015" y="60479"/>
                      <a:pt x="11153" y="41732"/>
                      <a:pt x="24718" y="27225"/>
                    </a:cubicBezTo>
                    <a:cubicBezTo>
                      <a:pt x="38190" y="12812"/>
                      <a:pt x="57124" y="1319"/>
                      <a:pt x="78603" y="94"/>
                    </a:cubicBezTo>
                    <a:cubicBezTo>
                      <a:pt x="89153" y="-471"/>
                      <a:pt x="100081" y="1507"/>
                      <a:pt x="109784" y="5841"/>
                    </a:cubicBezTo>
                    <a:cubicBezTo>
                      <a:pt x="119581" y="10174"/>
                      <a:pt x="128059" y="17051"/>
                      <a:pt x="134559" y="25153"/>
                    </a:cubicBezTo>
                    <a:cubicBezTo>
                      <a:pt x="147654" y="41732"/>
                      <a:pt x="152647" y="61986"/>
                      <a:pt x="152835" y="81109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2" name="任意多边形 101" descr="9c6cdc0c-a6d6-45ba-8f06-0513a267170c"/>
              <p:cNvSpPr/>
              <p:nvPr/>
            </p:nvSpPr>
            <p:spPr>
              <a:xfrm>
                <a:off x="10641316" y="6803188"/>
                <a:ext cx="180171" cy="54812"/>
              </a:xfrm>
              <a:custGeom>
                <a:avLst/>
                <a:gdLst>
                  <a:gd name="connsiteX0" fmla="*/ 90086 w 180171"/>
                  <a:gd name="connsiteY0" fmla="*/ 0 h 54812"/>
                  <a:gd name="connsiteX1" fmla="*/ 163803 w 180171"/>
                  <a:gd name="connsiteY1" fmla="*/ 30535 h 54812"/>
                  <a:gd name="connsiteX2" fmla="*/ 180171 w 180171"/>
                  <a:gd name="connsiteY2" fmla="*/ 54812 h 54812"/>
                  <a:gd name="connsiteX3" fmla="*/ 0 w 180171"/>
                  <a:gd name="connsiteY3" fmla="*/ 54812 h 54812"/>
                  <a:gd name="connsiteX4" fmla="*/ 16368 w 180171"/>
                  <a:gd name="connsiteY4" fmla="*/ 30535 h 54812"/>
                  <a:gd name="connsiteX5" fmla="*/ 90086 w 180171"/>
                  <a:gd name="connsiteY5" fmla="*/ 0 h 54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0171" h="54812">
                    <a:moveTo>
                      <a:pt x="90086" y="0"/>
                    </a:moveTo>
                    <a:cubicBezTo>
                      <a:pt x="118875" y="0"/>
                      <a:pt x="144938" y="11669"/>
                      <a:pt x="163803" y="30535"/>
                    </a:cubicBezTo>
                    <a:lnTo>
                      <a:pt x="180171" y="54812"/>
                    </a:lnTo>
                    <a:lnTo>
                      <a:pt x="0" y="54812"/>
                    </a:lnTo>
                    <a:lnTo>
                      <a:pt x="16368" y="30535"/>
                    </a:lnTo>
                    <a:cubicBezTo>
                      <a:pt x="35234" y="11669"/>
                      <a:pt x="61297" y="0"/>
                      <a:pt x="9008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3" name="任意多边形 102" descr="883c85fc-2029-4f72-9943-009fa0222502"/>
              <p:cNvSpPr/>
              <p:nvPr/>
            </p:nvSpPr>
            <p:spPr>
              <a:xfrm>
                <a:off x="10636071" y="6791916"/>
                <a:ext cx="190545" cy="66084"/>
              </a:xfrm>
              <a:custGeom>
                <a:avLst/>
                <a:gdLst>
                  <a:gd name="connsiteX0" fmla="*/ 95196 w 190545"/>
                  <a:gd name="connsiteY0" fmla="*/ 134 h 66084"/>
                  <a:gd name="connsiteX1" fmla="*/ 139607 w 190545"/>
                  <a:gd name="connsiteY1" fmla="*/ 8320 h 66084"/>
                  <a:gd name="connsiteX2" fmla="*/ 174894 w 190545"/>
                  <a:gd name="connsiteY2" fmla="*/ 35826 h 66084"/>
                  <a:gd name="connsiteX3" fmla="*/ 190545 w 190545"/>
                  <a:gd name="connsiteY3" fmla="*/ 66084 h 66084"/>
                  <a:gd name="connsiteX4" fmla="*/ 178892 w 190545"/>
                  <a:gd name="connsiteY4" fmla="*/ 66084 h 66084"/>
                  <a:gd name="connsiteX5" fmla="*/ 162953 w 190545"/>
                  <a:gd name="connsiteY5" fmla="*/ 47901 h 66084"/>
                  <a:gd name="connsiteX6" fmla="*/ 95330 w 190545"/>
                  <a:gd name="connsiteY6" fmla="*/ 22543 h 66084"/>
                  <a:gd name="connsiteX7" fmla="*/ 24755 w 190545"/>
                  <a:gd name="connsiteY7" fmla="*/ 44950 h 66084"/>
                  <a:gd name="connsiteX8" fmla="*/ 10847 w 190545"/>
                  <a:gd name="connsiteY8" fmla="*/ 66084 h 66084"/>
                  <a:gd name="connsiteX9" fmla="*/ 0 w 190545"/>
                  <a:gd name="connsiteY9" fmla="*/ 66084 h 66084"/>
                  <a:gd name="connsiteX10" fmla="*/ 18448 w 190545"/>
                  <a:gd name="connsiteY10" fmla="*/ 38777 h 66084"/>
                  <a:gd name="connsiteX11" fmla="*/ 95196 w 190545"/>
                  <a:gd name="connsiteY11" fmla="*/ 134 h 66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0545" h="66084">
                    <a:moveTo>
                      <a:pt x="95196" y="134"/>
                    </a:moveTo>
                    <a:cubicBezTo>
                      <a:pt x="110222" y="-671"/>
                      <a:pt x="125787" y="2148"/>
                      <a:pt x="139607" y="8320"/>
                    </a:cubicBezTo>
                    <a:cubicBezTo>
                      <a:pt x="153561" y="14491"/>
                      <a:pt x="165636" y="24287"/>
                      <a:pt x="174894" y="35826"/>
                    </a:cubicBezTo>
                    <a:lnTo>
                      <a:pt x="190545" y="66084"/>
                    </a:lnTo>
                    <a:lnTo>
                      <a:pt x="178892" y="66084"/>
                    </a:lnTo>
                    <a:lnTo>
                      <a:pt x="162953" y="47901"/>
                    </a:lnTo>
                    <a:cubicBezTo>
                      <a:pt x="142693" y="32739"/>
                      <a:pt x="119616" y="24287"/>
                      <a:pt x="95330" y="22543"/>
                    </a:cubicBezTo>
                    <a:cubicBezTo>
                      <a:pt x="71312" y="20664"/>
                      <a:pt x="44075" y="26702"/>
                      <a:pt x="24755" y="44950"/>
                    </a:cubicBezTo>
                    <a:lnTo>
                      <a:pt x="10847" y="66084"/>
                    </a:lnTo>
                    <a:lnTo>
                      <a:pt x="0" y="66084"/>
                    </a:lnTo>
                    <a:lnTo>
                      <a:pt x="18448" y="38777"/>
                    </a:lnTo>
                    <a:cubicBezTo>
                      <a:pt x="37636" y="18248"/>
                      <a:pt x="64604" y="1879"/>
                      <a:pt x="95196" y="134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4" name="任意多边形 103" descr="23ab5863-f758-4199-9185-80a815c0d99b"/>
              <p:cNvSpPr/>
              <p:nvPr/>
            </p:nvSpPr>
            <p:spPr>
              <a:xfrm>
                <a:off x="11319080" y="5132727"/>
                <a:ext cx="208504" cy="208504"/>
              </a:xfrm>
              <a:custGeom>
                <a:avLst/>
                <a:gdLst>
                  <a:gd name="connsiteX0" fmla="*/ 146392 w 146391"/>
                  <a:gd name="connsiteY0" fmla="*/ 73196 h 146391"/>
                  <a:gd name="connsiteX1" fmla="*/ 73196 w 146391"/>
                  <a:gd name="connsiteY1" fmla="*/ 146392 h 146391"/>
                  <a:gd name="connsiteX2" fmla="*/ 0 w 146391"/>
                  <a:gd name="connsiteY2" fmla="*/ 73196 h 146391"/>
                  <a:gd name="connsiteX3" fmla="*/ 73196 w 146391"/>
                  <a:gd name="connsiteY3" fmla="*/ 0 h 146391"/>
                  <a:gd name="connsiteX4" fmla="*/ 146392 w 146391"/>
                  <a:gd name="connsiteY4" fmla="*/ 73196 h 146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391" h="146391">
                    <a:moveTo>
                      <a:pt x="146392" y="73196"/>
                    </a:moveTo>
                    <a:cubicBezTo>
                      <a:pt x="146392" y="113621"/>
                      <a:pt x="113621" y="146392"/>
                      <a:pt x="73196" y="146392"/>
                    </a:cubicBezTo>
                    <a:cubicBezTo>
                      <a:pt x="32771" y="146392"/>
                      <a:pt x="0" y="113621"/>
                      <a:pt x="0" y="73196"/>
                    </a:cubicBezTo>
                    <a:cubicBezTo>
                      <a:pt x="0" y="32771"/>
                      <a:pt x="32771" y="0"/>
                      <a:pt x="73196" y="0"/>
                    </a:cubicBezTo>
                    <a:cubicBezTo>
                      <a:pt x="113621" y="0"/>
                      <a:pt x="146392" y="32771"/>
                      <a:pt x="146392" y="7319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5" name="任意多边形 104" descr="8b54f3f8-d1ee-4c7b-8843-a24042c60ad4"/>
              <p:cNvSpPr/>
              <p:nvPr/>
            </p:nvSpPr>
            <p:spPr>
              <a:xfrm>
                <a:off x="11306518" y="5128222"/>
                <a:ext cx="230247" cy="222535"/>
              </a:xfrm>
              <a:custGeom>
                <a:avLst/>
                <a:gdLst>
                  <a:gd name="connsiteX0" fmla="*/ 133168 w 161657"/>
                  <a:gd name="connsiteY0" fmla="*/ 127417 h 156242"/>
                  <a:gd name="connsiteX1" fmla="*/ 149277 w 161657"/>
                  <a:gd name="connsiteY1" fmla="*/ 76359 h 156242"/>
                  <a:gd name="connsiteX2" fmla="*/ 128270 w 161657"/>
                  <a:gd name="connsiteY2" fmla="*/ 30105 h 156242"/>
                  <a:gd name="connsiteX3" fmla="*/ 82016 w 161657"/>
                  <a:gd name="connsiteY3" fmla="*/ 6178 h 156242"/>
                  <a:gd name="connsiteX4" fmla="*/ 33878 w 161657"/>
                  <a:gd name="connsiteY4" fmla="*/ 28222 h 156242"/>
                  <a:gd name="connsiteX5" fmla="*/ 17675 w 161657"/>
                  <a:gd name="connsiteY5" fmla="*/ 76359 h 156242"/>
                  <a:gd name="connsiteX6" fmla="*/ 37364 w 161657"/>
                  <a:gd name="connsiteY6" fmla="*/ 121012 h 156242"/>
                  <a:gd name="connsiteX7" fmla="*/ 82016 w 161657"/>
                  <a:gd name="connsiteY7" fmla="*/ 143338 h 156242"/>
                  <a:gd name="connsiteX8" fmla="*/ 133168 w 161657"/>
                  <a:gd name="connsiteY8" fmla="*/ 127417 h 156242"/>
                  <a:gd name="connsiteX9" fmla="*/ 134487 w 161657"/>
                  <a:gd name="connsiteY9" fmla="*/ 128736 h 156242"/>
                  <a:gd name="connsiteX10" fmla="*/ 82110 w 161657"/>
                  <a:gd name="connsiteY10" fmla="*/ 155678 h 156242"/>
                  <a:gd name="connsiteX11" fmla="*/ 50646 w 161657"/>
                  <a:gd name="connsiteY11" fmla="*/ 152287 h 156242"/>
                  <a:gd name="connsiteX12" fmla="*/ 23233 w 161657"/>
                  <a:gd name="connsiteY12" fmla="*/ 135142 h 156242"/>
                  <a:gd name="connsiteX13" fmla="*/ 59 w 161657"/>
                  <a:gd name="connsiteY13" fmla="*/ 76265 h 156242"/>
                  <a:gd name="connsiteX14" fmla="*/ 26719 w 161657"/>
                  <a:gd name="connsiteY14" fmla="*/ 20873 h 156242"/>
                  <a:gd name="connsiteX15" fmla="*/ 82110 w 161657"/>
                  <a:gd name="connsiteY15" fmla="*/ 54 h 156242"/>
                  <a:gd name="connsiteX16" fmla="*/ 139386 w 161657"/>
                  <a:gd name="connsiteY16" fmla="*/ 18989 h 156242"/>
                  <a:gd name="connsiteX17" fmla="*/ 157379 w 161657"/>
                  <a:gd name="connsiteY17" fmla="*/ 45084 h 156242"/>
                  <a:gd name="connsiteX18" fmla="*/ 161241 w 161657"/>
                  <a:gd name="connsiteY18" fmla="*/ 76265 h 156242"/>
                  <a:gd name="connsiteX19" fmla="*/ 134487 w 161657"/>
                  <a:gd name="connsiteY19" fmla="*/ 128736 h 156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61657" h="156242">
                    <a:moveTo>
                      <a:pt x="133168" y="127417"/>
                    </a:moveTo>
                    <a:cubicBezTo>
                      <a:pt x="147016" y="114041"/>
                      <a:pt x="152009" y="93787"/>
                      <a:pt x="149277" y="76359"/>
                    </a:cubicBezTo>
                    <a:cubicBezTo>
                      <a:pt x="146734" y="58743"/>
                      <a:pt x="139480" y="43105"/>
                      <a:pt x="128270" y="30105"/>
                    </a:cubicBezTo>
                    <a:cubicBezTo>
                      <a:pt x="117248" y="17199"/>
                      <a:pt x="100763" y="6743"/>
                      <a:pt x="82016" y="6178"/>
                    </a:cubicBezTo>
                    <a:cubicBezTo>
                      <a:pt x="63458" y="5330"/>
                      <a:pt x="45183" y="14373"/>
                      <a:pt x="33878" y="28222"/>
                    </a:cubicBezTo>
                    <a:cubicBezTo>
                      <a:pt x="22480" y="42164"/>
                      <a:pt x="17204" y="59497"/>
                      <a:pt x="17675" y="76359"/>
                    </a:cubicBezTo>
                    <a:cubicBezTo>
                      <a:pt x="18335" y="93316"/>
                      <a:pt x="25871" y="109236"/>
                      <a:pt x="37364" y="121012"/>
                    </a:cubicBezTo>
                    <a:cubicBezTo>
                      <a:pt x="48856" y="133070"/>
                      <a:pt x="64588" y="140512"/>
                      <a:pt x="82016" y="143338"/>
                    </a:cubicBezTo>
                    <a:cubicBezTo>
                      <a:pt x="99444" y="146069"/>
                      <a:pt x="119697" y="141077"/>
                      <a:pt x="133168" y="127417"/>
                    </a:cubicBezTo>
                    <a:close/>
                    <a:moveTo>
                      <a:pt x="134487" y="128736"/>
                    </a:moveTo>
                    <a:cubicBezTo>
                      <a:pt x="120922" y="142302"/>
                      <a:pt x="103023" y="153135"/>
                      <a:pt x="82110" y="155678"/>
                    </a:cubicBezTo>
                    <a:cubicBezTo>
                      <a:pt x="71748" y="156997"/>
                      <a:pt x="60726" y="156055"/>
                      <a:pt x="50646" y="152287"/>
                    </a:cubicBezTo>
                    <a:cubicBezTo>
                      <a:pt x="40378" y="148802"/>
                      <a:pt x="31146" y="142584"/>
                      <a:pt x="23233" y="135142"/>
                    </a:cubicBezTo>
                    <a:cubicBezTo>
                      <a:pt x="7501" y="119881"/>
                      <a:pt x="-789" y="97744"/>
                      <a:pt x="59" y="76265"/>
                    </a:cubicBezTo>
                    <a:cubicBezTo>
                      <a:pt x="342" y="54693"/>
                      <a:pt x="10798" y="33968"/>
                      <a:pt x="26719" y="20873"/>
                    </a:cubicBezTo>
                    <a:cubicBezTo>
                      <a:pt x="42451" y="7497"/>
                      <a:pt x="62233" y="714"/>
                      <a:pt x="82110" y="54"/>
                    </a:cubicBezTo>
                    <a:cubicBezTo>
                      <a:pt x="101799" y="-605"/>
                      <a:pt x="123371" y="4671"/>
                      <a:pt x="139386" y="18989"/>
                    </a:cubicBezTo>
                    <a:cubicBezTo>
                      <a:pt x="147299" y="26055"/>
                      <a:pt x="153610" y="35098"/>
                      <a:pt x="157379" y="45084"/>
                    </a:cubicBezTo>
                    <a:cubicBezTo>
                      <a:pt x="161241" y="55069"/>
                      <a:pt x="162372" y="65903"/>
                      <a:pt x="161241" y="76265"/>
                    </a:cubicBezTo>
                    <a:cubicBezTo>
                      <a:pt x="158603" y="97272"/>
                      <a:pt x="147864" y="114982"/>
                      <a:pt x="134487" y="128736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6" name="任意多边形 105" descr="7ed6d294-da50-46ab-8483-b9c92088e877"/>
              <p:cNvSpPr/>
              <p:nvPr/>
            </p:nvSpPr>
            <p:spPr>
              <a:xfrm>
                <a:off x="9935215" y="6516592"/>
                <a:ext cx="208504" cy="208505"/>
              </a:xfrm>
              <a:custGeom>
                <a:avLst/>
                <a:gdLst>
                  <a:gd name="connsiteX0" fmla="*/ 146392 w 146391"/>
                  <a:gd name="connsiteY0" fmla="*/ 73196 h 146391"/>
                  <a:gd name="connsiteX1" fmla="*/ 73196 w 146391"/>
                  <a:gd name="connsiteY1" fmla="*/ 146392 h 146391"/>
                  <a:gd name="connsiteX2" fmla="*/ 0 w 146391"/>
                  <a:gd name="connsiteY2" fmla="*/ 73196 h 146391"/>
                  <a:gd name="connsiteX3" fmla="*/ 73196 w 146391"/>
                  <a:gd name="connsiteY3" fmla="*/ 0 h 146391"/>
                  <a:gd name="connsiteX4" fmla="*/ 146392 w 146391"/>
                  <a:gd name="connsiteY4" fmla="*/ 73196 h 146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391" h="146391">
                    <a:moveTo>
                      <a:pt x="146392" y="73196"/>
                    </a:moveTo>
                    <a:cubicBezTo>
                      <a:pt x="146392" y="113621"/>
                      <a:pt x="113621" y="146392"/>
                      <a:pt x="73196" y="146392"/>
                    </a:cubicBezTo>
                    <a:cubicBezTo>
                      <a:pt x="32771" y="146392"/>
                      <a:pt x="0" y="113621"/>
                      <a:pt x="0" y="73196"/>
                    </a:cubicBezTo>
                    <a:cubicBezTo>
                      <a:pt x="0" y="32771"/>
                      <a:pt x="32771" y="0"/>
                      <a:pt x="73196" y="0"/>
                    </a:cubicBezTo>
                    <a:cubicBezTo>
                      <a:pt x="113621" y="0"/>
                      <a:pt x="146392" y="32771"/>
                      <a:pt x="146392" y="7319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7" name="任意多边形 106" descr="82d8c33b-8108-4eee-91c0-4cd0300835a6"/>
              <p:cNvSpPr/>
              <p:nvPr/>
            </p:nvSpPr>
            <p:spPr>
              <a:xfrm>
                <a:off x="9922519" y="6512221"/>
                <a:ext cx="230247" cy="222534"/>
              </a:xfrm>
              <a:custGeom>
                <a:avLst/>
                <a:gdLst>
                  <a:gd name="connsiteX0" fmla="*/ 133168 w 161657"/>
                  <a:gd name="connsiteY0" fmla="*/ 127417 h 156241"/>
                  <a:gd name="connsiteX1" fmla="*/ 149277 w 161657"/>
                  <a:gd name="connsiteY1" fmla="*/ 76359 h 156241"/>
                  <a:gd name="connsiteX2" fmla="*/ 128270 w 161657"/>
                  <a:gd name="connsiteY2" fmla="*/ 30105 h 156241"/>
                  <a:gd name="connsiteX3" fmla="*/ 82016 w 161657"/>
                  <a:gd name="connsiteY3" fmla="*/ 6178 h 156241"/>
                  <a:gd name="connsiteX4" fmla="*/ 33878 w 161657"/>
                  <a:gd name="connsiteY4" fmla="*/ 28221 h 156241"/>
                  <a:gd name="connsiteX5" fmla="*/ 17675 w 161657"/>
                  <a:gd name="connsiteY5" fmla="*/ 76359 h 156241"/>
                  <a:gd name="connsiteX6" fmla="*/ 37364 w 161657"/>
                  <a:gd name="connsiteY6" fmla="*/ 121012 h 156241"/>
                  <a:gd name="connsiteX7" fmla="*/ 82016 w 161657"/>
                  <a:gd name="connsiteY7" fmla="*/ 143338 h 156241"/>
                  <a:gd name="connsiteX8" fmla="*/ 133168 w 161657"/>
                  <a:gd name="connsiteY8" fmla="*/ 127417 h 156241"/>
                  <a:gd name="connsiteX9" fmla="*/ 134487 w 161657"/>
                  <a:gd name="connsiteY9" fmla="*/ 128736 h 156241"/>
                  <a:gd name="connsiteX10" fmla="*/ 82110 w 161657"/>
                  <a:gd name="connsiteY10" fmla="*/ 155678 h 156241"/>
                  <a:gd name="connsiteX11" fmla="*/ 50646 w 161657"/>
                  <a:gd name="connsiteY11" fmla="*/ 152287 h 156241"/>
                  <a:gd name="connsiteX12" fmla="*/ 23233 w 161657"/>
                  <a:gd name="connsiteY12" fmla="*/ 135142 h 156241"/>
                  <a:gd name="connsiteX13" fmla="*/ 59 w 161657"/>
                  <a:gd name="connsiteY13" fmla="*/ 76265 h 156241"/>
                  <a:gd name="connsiteX14" fmla="*/ 26719 w 161657"/>
                  <a:gd name="connsiteY14" fmla="*/ 20874 h 156241"/>
                  <a:gd name="connsiteX15" fmla="*/ 82110 w 161657"/>
                  <a:gd name="connsiteY15" fmla="*/ 54 h 156241"/>
                  <a:gd name="connsiteX16" fmla="*/ 139386 w 161657"/>
                  <a:gd name="connsiteY16" fmla="*/ 18989 h 156241"/>
                  <a:gd name="connsiteX17" fmla="*/ 157379 w 161657"/>
                  <a:gd name="connsiteY17" fmla="*/ 45084 h 156241"/>
                  <a:gd name="connsiteX18" fmla="*/ 161241 w 161657"/>
                  <a:gd name="connsiteY18" fmla="*/ 76265 h 156241"/>
                  <a:gd name="connsiteX19" fmla="*/ 134487 w 161657"/>
                  <a:gd name="connsiteY19" fmla="*/ 128736 h 156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61657" h="156241">
                    <a:moveTo>
                      <a:pt x="133168" y="127417"/>
                    </a:moveTo>
                    <a:cubicBezTo>
                      <a:pt x="147016" y="114040"/>
                      <a:pt x="152009" y="93787"/>
                      <a:pt x="149277" y="76359"/>
                    </a:cubicBezTo>
                    <a:cubicBezTo>
                      <a:pt x="146734" y="58743"/>
                      <a:pt x="139480" y="43105"/>
                      <a:pt x="128270" y="30105"/>
                    </a:cubicBezTo>
                    <a:cubicBezTo>
                      <a:pt x="117248" y="17200"/>
                      <a:pt x="100763" y="6743"/>
                      <a:pt x="82016" y="6178"/>
                    </a:cubicBezTo>
                    <a:cubicBezTo>
                      <a:pt x="63458" y="5330"/>
                      <a:pt x="45183" y="14374"/>
                      <a:pt x="33878" y="28221"/>
                    </a:cubicBezTo>
                    <a:cubicBezTo>
                      <a:pt x="22480" y="42164"/>
                      <a:pt x="17204" y="59497"/>
                      <a:pt x="17675" y="76359"/>
                    </a:cubicBezTo>
                    <a:cubicBezTo>
                      <a:pt x="18335" y="93316"/>
                      <a:pt x="25871" y="109236"/>
                      <a:pt x="37364" y="121012"/>
                    </a:cubicBezTo>
                    <a:cubicBezTo>
                      <a:pt x="48856" y="133069"/>
                      <a:pt x="64588" y="140511"/>
                      <a:pt x="82016" y="143338"/>
                    </a:cubicBezTo>
                    <a:cubicBezTo>
                      <a:pt x="99538" y="146070"/>
                      <a:pt x="119697" y="141077"/>
                      <a:pt x="133168" y="127417"/>
                    </a:cubicBezTo>
                    <a:close/>
                    <a:moveTo>
                      <a:pt x="134487" y="128736"/>
                    </a:moveTo>
                    <a:cubicBezTo>
                      <a:pt x="120922" y="142301"/>
                      <a:pt x="103023" y="153135"/>
                      <a:pt x="82110" y="155678"/>
                    </a:cubicBezTo>
                    <a:cubicBezTo>
                      <a:pt x="71748" y="156997"/>
                      <a:pt x="60726" y="156055"/>
                      <a:pt x="50646" y="152287"/>
                    </a:cubicBezTo>
                    <a:cubicBezTo>
                      <a:pt x="40378" y="148801"/>
                      <a:pt x="31146" y="142584"/>
                      <a:pt x="23233" y="135142"/>
                    </a:cubicBezTo>
                    <a:cubicBezTo>
                      <a:pt x="7501" y="119881"/>
                      <a:pt x="-789" y="97743"/>
                      <a:pt x="59" y="76265"/>
                    </a:cubicBezTo>
                    <a:cubicBezTo>
                      <a:pt x="342" y="54692"/>
                      <a:pt x="10798" y="33967"/>
                      <a:pt x="26719" y="20874"/>
                    </a:cubicBezTo>
                    <a:cubicBezTo>
                      <a:pt x="42451" y="7496"/>
                      <a:pt x="62233" y="714"/>
                      <a:pt x="82110" y="54"/>
                    </a:cubicBezTo>
                    <a:cubicBezTo>
                      <a:pt x="101799" y="-605"/>
                      <a:pt x="123371" y="4670"/>
                      <a:pt x="139386" y="18989"/>
                    </a:cubicBezTo>
                    <a:cubicBezTo>
                      <a:pt x="147299" y="26055"/>
                      <a:pt x="153610" y="35098"/>
                      <a:pt x="157379" y="45084"/>
                    </a:cubicBezTo>
                    <a:cubicBezTo>
                      <a:pt x="161241" y="55069"/>
                      <a:pt x="162372" y="65902"/>
                      <a:pt x="161241" y="76265"/>
                    </a:cubicBezTo>
                    <a:cubicBezTo>
                      <a:pt x="158697" y="97178"/>
                      <a:pt x="147958" y="114983"/>
                      <a:pt x="134487" y="128736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8" name="任意多边形 107" descr="4b6c4abb-3f7d-4cbb-8141-ab82e4a37180"/>
              <p:cNvSpPr/>
              <p:nvPr/>
            </p:nvSpPr>
            <p:spPr>
              <a:xfrm>
                <a:off x="11605674" y="5824660"/>
                <a:ext cx="208504" cy="208504"/>
              </a:xfrm>
              <a:custGeom>
                <a:avLst/>
                <a:gdLst>
                  <a:gd name="connsiteX0" fmla="*/ 146392 w 146391"/>
                  <a:gd name="connsiteY0" fmla="*/ 73196 h 146391"/>
                  <a:gd name="connsiteX1" fmla="*/ 73196 w 146391"/>
                  <a:gd name="connsiteY1" fmla="*/ 146392 h 146391"/>
                  <a:gd name="connsiteX2" fmla="*/ 0 w 146391"/>
                  <a:gd name="connsiteY2" fmla="*/ 73196 h 146391"/>
                  <a:gd name="connsiteX3" fmla="*/ 73196 w 146391"/>
                  <a:gd name="connsiteY3" fmla="*/ 0 h 146391"/>
                  <a:gd name="connsiteX4" fmla="*/ 146392 w 146391"/>
                  <a:gd name="connsiteY4" fmla="*/ 73196 h 146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391" h="146391">
                    <a:moveTo>
                      <a:pt x="146392" y="73196"/>
                    </a:moveTo>
                    <a:cubicBezTo>
                      <a:pt x="146392" y="113621"/>
                      <a:pt x="113621" y="146392"/>
                      <a:pt x="73196" y="146392"/>
                    </a:cubicBezTo>
                    <a:cubicBezTo>
                      <a:pt x="32771" y="146392"/>
                      <a:pt x="0" y="113621"/>
                      <a:pt x="0" y="73196"/>
                    </a:cubicBezTo>
                    <a:cubicBezTo>
                      <a:pt x="0" y="32771"/>
                      <a:pt x="32771" y="0"/>
                      <a:pt x="73196" y="0"/>
                    </a:cubicBezTo>
                    <a:cubicBezTo>
                      <a:pt x="113621" y="0"/>
                      <a:pt x="146392" y="32771"/>
                      <a:pt x="146392" y="7319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9" name="任意多边形 108" descr="25fb7f2a-bb0e-4c26-a98c-98f34af57129"/>
              <p:cNvSpPr/>
              <p:nvPr/>
            </p:nvSpPr>
            <p:spPr>
              <a:xfrm>
                <a:off x="11591303" y="5816825"/>
                <a:ext cx="234147" cy="217681"/>
              </a:xfrm>
              <a:custGeom>
                <a:avLst/>
                <a:gdLst>
                  <a:gd name="connsiteX0" fmla="*/ 83286 w 164395"/>
                  <a:gd name="connsiteY0" fmla="*/ 150951 h 152834"/>
                  <a:gd name="connsiteX1" fmla="*/ 130765 w 164395"/>
                  <a:gd name="connsiteY1" fmla="*/ 126175 h 152834"/>
                  <a:gd name="connsiteX2" fmla="*/ 148569 w 164395"/>
                  <a:gd name="connsiteY2" fmla="*/ 78697 h 152834"/>
                  <a:gd name="connsiteX3" fmla="*/ 132837 w 164395"/>
                  <a:gd name="connsiteY3" fmla="*/ 29146 h 152834"/>
                  <a:gd name="connsiteX4" fmla="*/ 83286 w 164395"/>
                  <a:gd name="connsiteY4" fmla="*/ 10682 h 152834"/>
                  <a:gd name="connsiteX5" fmla="*/ 37786 w 164395"/>
                  <a:gd name="connsiteY5" fmla="*/ 33197 h 152834"/>
                  <a:gd name="connsiteX6" fmla="*/ 20170 w 164395"/>
                  <a:gd name="connsiteY6" fmla="*/ 78697 h 152834"/>
                  <a:gd name="connsiteX7" fmla="*/ 35902 w 164395"/>
                  <a:gd name="connsiteY7" fmla="*/ 126081 h 152834"/>
                  <a:gd name="connsiteX8" fmla="*/ 83286 w 164395"/>
                  <a:gd name="connsiteY8" fmla="*/ 150951 h 152834"/>
                  <a:gd name="connsiteX9" fmla="*/ 83286 w 164395"/>
                  <a:gd name="connsiteY9" fmla="*/ 152835 h 152834"/>
                  <a:gd name="connsiteX10" fmla="*/ 27141 w 164395"/>
                  <a:gd name="connsiteY10" fmla="*/ 134842 h 152834"/>
                  <a:gd name="connsiteX11" fmla="*/ 7264 w 164395"/>
                  <a:gd name="connsiteY11" fmla="*/ 110161 h 152834"/>
                  <a:gd name="connsiteX12" fmla="*/ 10 w 164395"/>
                  <a:gd name="connsiteY12" fmla="*/ 78697 h 152834"/>
                  <a:gd name="connsiteX13" fmla="*/ 25257 w 164395"/>
                  <a:gd name="connsiteY13" fmla="*/ 20667 h 152834"/>
                  <a:gd name="connsiteX14" fmla="*/ 83286 w 164395"/>
                  <a:gd name="connsiteY14" fmla="*/ 320 h 152834"/>
                  <a:gd name="connsiteX15" fmla="*/ 137170 w 164395"/>
                  <a:gd name="connsiteY15" fmla="*/ 24718 h 152834"/>
                  <a:gd name="connsiteX16" fmla="*/ 164301 w 164395"/>
                  <a:gd name="connsiteY16" fmla="*/ 78603 h 152834"/>
                  <a:gd name="connsiteX17" fmla="*/ 158554 w 164395"/>
                  <a:gd name="connsiteY17" fmla="*/ 109784 h 152834"/>
                  <a:gd name="connsiteX18" fmla="*/ 139243 w 164395"/>
                  <a:gd name="connsiteY18" fmla="*/ 134559 h 152834"/>
                  <a:gd name="connsiteX19" fmla="*/ 83286 w 164395"/>
                  <a:gd name="connsiteY19" fmla="*/ 152835 h 152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64395" h="152834">
                    <a:moveTo>
                      <a:pt x="83286" y="150951"/>
                    </a:moveTo>
                    <a:cubicBezTo>
                      <a:pt x="102504" y="151327"/>
                      <a:pt x="120402" y="140494"/>
                      <a:pt x="130765" y="126175"/>
                    </a:cubicBezTo>
                    <a:cubicBezTo>
                      <a:pt x="141410" y="111950"/>
                      <a:pt x="147345" y="95748"/>
                      <a:pt x="148569" y="78697"/>
                    </a:cubicBezTo>
                    <a:cubicBezTo>
                      <a:pt x="149888" y="61834"/>
                      <a:pt x="145649" y="42711"/>
                      <a:pt x="132837" y="29146"/>
                    </a:cubicBezTo>
                    <a:cubicBezTo>
                      <a:pt x="120308" y="15486"/>
                      <a:pt x="100996" y="8892"/>
                      <a:pt x="83286" y="10682"/>
                    </a:cubicBezTo>
                    <a:cubicBezTo>
                      <a:pt x="65388" y="12472"/>
                      <a:pt x="49373" y="21045"/>
                      <a:pt x="37786" y="33197"/>
                    </a:cubicBezTo>
                    <a:cubicBezTo>
                      <a:pt x="26293" y="45632"/>
                      <a:pt x="20358" y="62211"/>
                      <a:pt x="20170" y="78697"/>
                    </a:cubicBezTo>
                    <a:cubicBezTo>
                      <a:pt x="19793" y="95371"/>
                      <a:pt x="25634" y="111668"/>
                      <a:pt x="35902" y="126081"/>
                    </a:cubicBezTo>
                    <a:cubicBezTo>
                      <a:pt x="46359" y="140306"/>
                      <a:pt x="64163" y="151045"/>
                      <a:pt x="83286" y="150951"/>
                    </a:cubicBezTo>
                    <a:close/>
                    <a:moveTo>
                      <a:pt x="83286" y="152835"/>
                    </a:moveTo>
                    <a:cubicBezTo>
                      <a:pt x="64069" y="152835"/>
                      <a:pt x="43815" y="147842"/>
                      <a:pt x="27141" y="134842"/>
                    </a:cubicBezTo>
                    <a:cubicBezTo>
                      <a:pt x="18851" y="128436"/>
                      <a:pt x="11786" y="119958"/>
                      <a:pt x="7264" y="110161"/>
                    </a:cubicBezTo>
                    <a:cubicBezTo>
                      <a:pt x="2554" y="100458"/>
                      <a:pt x="387" y="89530"/>
                      <a:pt x="10" y="78697"/>
                    </a:cubicBezTo>
                    <a:cubicBezTo>
                      <a:pt x="-366" y="56842"/>
                      <a:pt x="9525" y="35269"/>
                      <a:pt x="25257" y="20667"/>
                    </a:cubicBezTo>
                    <a:cubicBezTo>
                      <a:pt x="40706" y="5595"/>
                      <a:pt x="62750" y="-1659"/>
                      <a:pt x="83286" y="320"/>
                    </a:cubicBezTo>
                    <a:cubicBezTo>
                      <a:pt x="103917" y="2015"/>
                      <a:pt x="122663" y="11153"/>
                      <a:pt x="137170" y="24718"/>
                    </a:cubicBezTo>
                    <a:cubicBezTo>
                      <a:pt x="151583" y="38190"/>
                      <a:pt x="163076" y="57124"/>
                      <a:pt x="164301" y="78603"/>
                    </a:cubicBezTo>
                    <a:cubicBezTo>
                      <a:pt x="164866" y="89153"/>
                      <a:pt x="162888" y="100081"/>
                      <a:pt x="158554" y="109784"/>
                    </a:cubicBezTo>
                    <a:cubicBezTo>
                      <a:pt x="154221" y="119581"/>
                      <a:pt x="147345" y="128059"/>
                      <a:pt x="139243" y="134559"/>
                    </a:cubicBezTo>
                    <a:cubicBezTo>
                      <a:pt x="122663" y="147654"/>
                      <a:pt x="102504" y="152646"/>
                      <a:pt x="83286" y="152835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0" name="任意多边形 109" descr="b6bdbf52-9bac-4ae1-97c7-f9e3363e537b"/>
              <p:cNvSpPr/>
              <p:nvPr/>
            </p:nvSpPr>
            <p:spPr>
              <a:xfrm>
                <a:off x="9648487" y="5824660"/>
                <a:ext cx="208504" cy="208504"/>
              </a:xfrm>
              <a:custGeom>
                <a:avLst/>
                <a:gdLst>
                  <a:gd name="connsiteX0" fmla="*/ 146392 w 146391"/>
                  <a:gd name="connsiteY0" fmla="*/ 73196 h 146391"/>
                  <a:gd name="connsiteX1" fmla="*/ 73196 w 146391"/>
                  <a:gd name="connsiteY1" fmla="*/ 146392 h 146391"/>
                  <a:gd name="connsiteX2" fmla="*/ 0 w 146391"/>
                  <a:gd name="connsiteY2" fmla="*/ 73196 h 146391"/>
                  <a:gd name="connsiteX3" fmla="*/ 73196 w 146391"/>
                  <a:gd name="connsiteY3" fmla="*/ 0 h 146391"/>
                  <a:gd name="connsiteX4" fmla="*/ 146392 w 146391"/>
                  <a:gd name="connsiteY4" fmla="*/ 73196 h 146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391" h="146391">
                    <a:moveTo>
                      <a:pt x="146392" y="73196"/>
                    </a:moveTo>
                    <a:cubicBezTo>
                      <a:pt x="146392" y="113621"/>
                      <a:pt x="113621" y="146392"/>
                      <a:pt x="73196" y="146392"/>
                    </a:cubicBezTo>
                    <a:cubicBezTo>
                      <a:pt x="32771" y="146392"/>
                      <a:pt x="0" y="113621"/>
                      <a:pt x="0" y="73196"/>
                    </a:cubicBezTo>
                    <a:cubicBezTo>
                      <a:pt x="0" y="32771"/>
                      <a:pt x="32771" y="0"/>
                      <a:pt x="73196" y="0"/>
                    </a:cubicBezTo>
                    <a:cubicBezTo>
                      <a:pt x="113621" y="0"/>
                      <a:pt x="146392" y="32771"/>
                      <a:pt x="146392" y="7319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1" name="任意多边形 110" descr="ab50c682-5209-4ac8-8d60-bb5778fe8ef8"/>
              <p:cNvSpPr/>
              <p:nvPr/>
            </p:nvSpPr>
            <p:spPr>
              <a:xfrm>
                <a:off x="9634116" y="5816825"/>
                <a:ext cx="234147" cy="217681"/>
              </a:xfrm>
              <a:custGeom>
                <a:avLst/>
                <a:gdLst>
                  <a:gd name="connsiteX0" fmla="*/ 83286 w 164395"/>
                  <a:gd name="connsiteY0" fmla="*/ 150951 h 152834"/>
                  <a:gd name="connsiteX1" fmla="*/ 130765 w 164395"/>
                  <a:gd name="connsiteY1" fmla="*/ 126175 h 152834"/>
                  <a:gd name="connsiteX2" fmla="*/ 148569 w 164395"/>
                  <a:gd name="connsiteY2" fmla="*/ 78697 h 152834"/>
                  <a:gd name="connsiteX3" fmla="*/ 132837 w 164395"/>
                  <a:gd name="connsiteY3" fmla="*/ 29146 h 152834"/>
                  <a:gd name="connsiteX4" fmla="*/ 83286 w 164395"/>
                  <a:gd name="connsiteY4" fmla="*/ 10682 h 152834"/>
                  <a:gd name="connsiteX5" fmla="*/ 37786 w 164395"/>
                  <a:gd name="connsiteY5" fmla="*/ 33197 h 152834"/>
                  <a:gd name="connsiteX6" fmla="*/ 20170 w 164395"/>
                  <a:gd name="connsiteY6" fmla="*/ 78697 h 152834"/>
                  <a:gd name="connsiteX7" fmla="*/ 35902 w 164395"/>
                  <a:gd name="connsiteY7" fmla="*/ 126081 h 152834"/>
                  <a:gd name="connsiteX8" fmla="*/ 83286 w 164395"/>
                  <a:gd name="connsiteY8" fmla="*/ 150951 h 152834"/>
                  <a:gd name="connsiteX9" fmla="*/ 83286 w 164395"/>
                  <a:gd name="connsiteY9" fmla="*/ 152835 h 152834"/>
                  <a:gd name="connsiteX10" fmla="*/ 27141 w 164395"/>
                  <a:gd name="connsiteY10" fmla="*/ 134842 h 152834"/>
                  <a:gd name="connsiteX11" fmla="*/ 7264 w 164395"/>
                  <a:gd name="connsiteY11" fmla="*/ 110161 h 152834"/>
                  <a:gd name="connsiteX12" fmla="*/ 10 w 164395"/>
                  <a:gd name="connsiteY12" fmla="*/ 78697 h 152834"/>
                  <a:gd name="connsiteX13" fmla="*/ 25257 w 164395"/>
                  <a:gd name="connsiteY13" fmla="*/ 20667 h 152834"/>
                  <a:gd name="connsiteX14" fmla="*/ 83286 w 164395"/>
                  <a:gd name="connsiteY14" fmla="*/ 320 h 152834"/>
                  <a:gd name="connsiteX15" fmla="*/ 137170 w 164395"/>
                  <a:gd name="connsiteY15" fmla="*/ 24718 h 152834"/>
                  <a:gd name="connsiteX16" fmla="*/ 164301 w 164395"/>
                  <a:gd name="connsiteY16" fmla="*/ 78603 h 152834"/>
                  <a:gd name="connsiteX17" fmla="*/ 158554 w 164395"/>
                  <a:gd name="connsiteY17" fmla="*/ 109784 h 152834"/>
                  <a:gd name="connsiteX18" fmla="*/ 139243 w 164395"/>
                  <a:gd name="connsiteY18" fmla="*/ 134559 h 152834"/>
                  <a:gd name="connsiteX19" fmla="*/ 83286 w 164395"/>
                  <a:gd name="connsiteY19" fmla="*/ 152835 h 152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64395" h="152834">
                    <a:moveTo>
                      <a:pt x="83286" y="150951"/>
                    </a:moveTo>
                    <a:cubicBezTo>
                      <a:pt x="102504" y="151327"/>
                      <a:pt x="120402" y="140494"/>
                      <a:pt x="130765" y="126175"/>
                    </a:cubicBezTo>
                    <a:cubicBezTo>
                      <a:pt x="141410" y="111950"/>
                      <a:pt x="147344" y="95748"/>
                      <a:pt x="148569" y="78697"/>
                    </a:cubicBezTo>
                    <a:cubicBezTo>
                      <a:pt x="149888" y="61834"/>
                      <a:pt x="145649" y="42711"/>
                      <a:pt x="132837" y="29146"/>
                    </a:cubicBezTo>
                    <a:cubicBezTo>
                      <a:pt x="120308" y="15486"/>
                      <a:pt x="100996" y="8892"/>
                      <a:pt x="83286" y="10682"/>
                    </a:cubicBezTo>
                    <a:cubicBezTo>
                      <a:pt x="65388" y="12472"/>
                      <a:pt x="49373" y="21045"/>
                      <a:pt x="37786" y="33197"/>
                    </a:cubicBezTo>
                    <a:cubicBezTo>
                      <a:pt x="26293" y="45632"/>
                      <a:pt x="20358" y="62211"/>
                      <a:pt x="20170" y="78697"/>
                    </a:cubicBezTo>
                    <a:cubicBezTo>
                      <a:pt x="19793" y="95371"/>
                      <a:pt x="25634" y="111668"/>
                      <a:pt x="35902" y="126081"/>
                    </a:cubicBezTo>
                    <a:cubicBezTo>
                      <a:pt x="46358" y="140306"/>
                      <a:pt x="64163" y="151045"/>
                      <a:pt x="83286" y="150951"/>
                    </a:cubicBezTo>
                    <a:close/>
                    <a:moveTo>
                      <a:pt x="83286" y="152835"/>
                    </a:moveTo>
                    <a:cubicBezTo>
                      <a:pt x="64069" y="152835"/>
                      <a:pt x="43815" y="147842"/>
                      <a:pt x="27141" y="134842"/>
                    </a:cubicBezTo>
                    <a:cubicBezTo>
                      <a:pt x="18851" y="128436"/>
                      <a:pt x="11786" y="119958"/>
                      <a:pt x="7264" y="110161"/>
                    </a:cubicBezTo>
                    <a:cubicBezTo>
                      <a:pt x="2554" y="100458"/>
                      <a:pt x="387" y="89530"/>
                      <a:pt x="10" y="78697"/>
                    </a:cubicBezTo>
                    <a:cubicBezTo>
                      <a:pt x="-366" y="56842"/>
                      <a:pt x="9525" y="35269"/>
                      <a:pt x="25257" y="20667"/>
                    </a:cubicBezTo>
                    <a:cubicBezTo>
                      <a:pt x="40706" y="5595"/>
                      <a:pt x="62750" y="-1659"/>
                      <a:pt x="83286" y="320"/>
                    </a:cubicBezTo>
                    <a:cubicBezTo>
                      <a:pt x="103917" y="2015"/>
                      <a:pt x="122663" y="11153"/>
                      <a:pt x="137170" y="24718"/>
                    </a:cubicBezTo>
                    <a:cubicBezTo>
                      <a:pt x="151583" y="38190"/>
                      <a:pt x="163076" y="57124"/>
                      <a:pt x="164301" y="78603"/>
                    </a:cubicBezTo>
                    <a:cubicBezTo>
                      <a:pt x="164866" y="89153"/>
                      <a:pt x="162888" y="100081"/>
                      <a:pt x="158554" y="109784"/>
                    </a:cubicBezTo>
                    <a:cubicBezTo>
                      <a:pt x="154221" y="119581"/>
                      <a:pt x="147344" y="128059"/>
                      <a:pt x="139243" y="134559"/>
                    </a:cubicBezTo>
                    <a:cubicBezTo>
                      <a:pt x="122663" y="147654"/>
                      <a:pt x="102504" y="152646"/>
                      <a:pt x="83286" y="152835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2" name="任意多边形 111" descr="dd588f0c-8919-43b2-9c63-2c9d9c991820"/>
              <p:cNvSpPr/>
              <p:nvPr/>
            </p:nvSpPr>
            <p:spPr>
              <a:xfrm>
                <a:off x="11319080" y="6516592"/>
                <a:ext cx="208504" cy="208504"/>
              </a:xfrm>
              <a:custGeom>
                <a:avLst/>
                <a:gdLst>
                  <a:gd name="connsiteX0" fmla="*/ 146392 w 146391"/>
                  <a:gd name="connsiteY0" fmla="*/ 73196 h 146391"/>
                  <a:gd name="connsiteX1" fmla="*/ 73196 w 146391"/>
                  <a:gd name="connsiteY1" fmla="*/ 146392 h 146391"/>
                  <a:gd name="connsiteX2" fmla="*/ 0 w 146391"/>
                  <a:gd name="connsiteY2" fmla="*/ 73196 h 146391"/>
                  <a:gd name="connsiteX3" fmla="*/ 73196 w 146391"/>
                  <a:gd name="connsiteY3" fmla="*/ 0 h 146391"/>
                  <a:gd name="connsiteX4" fmla="*/ 146392 w 146391"/>
                  <a:gd name="connsiteY4" fmla="*/ 73196 h 146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391" h="146391">
                    <a:moveTo>
                      <a:pt x="146392" y="73196"/>
                    </a:moveTo>
                    <a:cubicBezTo>
                      <a:pt x="146392" y="113621"/>
                      <a:pt x="113621" y="146392"/>
                      <a:pt x="73196" y="146392"/>
                    </a:cubicBezTo>
                    <a:cubicBezTo>
                      <a:pt x="32771" y="146392"/>
                      <a:pt x="0" y="113621"/>
                      <a:pt x="0" y="73196"/>
                    </a:cubicBezTo>
                    <a:cubicBezTo>
                      <a:pt x="0" y="32771"/>
                      <a:pt x="32771" y="0"/>
                      <a:pt x="73196" y="0"/>
                    </a:cubicBezTo>
                    <a:cubicBezTo>
                      <a:pt x="113621" y="0"/>
                      <a:pt x="146392" y="32771"/>
                      <a:pt x="146392" y="7319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" name="任意多边形 112" descr="8e6e265f-3643-41f1-a809-fdf7258ac509"/>
              <p:cNvSpPr/>
              <p:nvPr/>
            </p:nvSpPr>
            <p:spPr>
              <a:xfrm>
                <a:off x="11309556" y="6504030"/>
                <a:ext cx="222533" cy="230247"/>
              </a:xfrm>
              <a:custGeom>
                <a:avLst/>
                <a:gdLst>
                  <a:gd name="connsiteX0" fmla="*/ 28825 w 156241"/>
                  <a:gd name="connsiteY0" fmla="*/ 133169 h 161657"/>
                  <a:gd name="connsiteX1" fmla="*/ 79883 w 156241"/>
                  <a:gd name="connsiteY1" fmla="*/ 149277 h 161657"/>
                  <a:gd name="connsiteX2" fmla="*/ 126137 w 156241"/>
                  <a:gd name="connsiteY2" fmla="*/ 128270 h 161657"/>
                  <a:gd name="connsiteX3" fmla="*/ 150064 w 156241"/>
                  <a:gd name="connsiteY3" fmla="*/ 82016 h 161657"/>
                  <a:gd name="connsiteX4" fmla="*/ 128021 w 156241"/>
                  <a:gd name="connsiteY4" fmla="*/ 33878 h 161657"/>
                  <a:gd name="connsiteX5" fmla="*/ 79883 w 156241"/>
                  <a:gd name="connsiteY5" fmla="*/ 17675 h 161657"/>
                  <a:gd name="connsiteX6" fmla="*/ 35230 w 156241"/>
                  <a:gd name="connsiteY6" fmla="*/ 37363 h 161657"/>
                  <a:gd name="connsiteX7" fmla="*/ 12904 w 156241"/>
                  <a:gd name="connsiteY7" fmla="*/ 82016 h 161657"/>
                  <a:gd name="connsiteX8" fmla="*/ 28825 w 156241"/>
                  <a:gd name="connsiteY8" fmla="*/ 133169 h 161657"/>
                  <a:gd name="connsiteX9" fmla="*/ 27506 w 156241"/>
                  <a:gd name="connsiteY9" fmla="*/ 134487 h 161657"/>
                  <a:gd name="connsiteX10" fmla="*/ 564 w 156241"/>
                  <a:gd name="connsiteY10" fmla="*/ 82110 h 161657"/>
                  <a:gd name="connsiteX11" fmla="*/ 3955 w 156241"/>
                  <a:gd name="connsiteY11" fmla="*/ 50646 h 161657"/>
                  <a:gd name="connsiteX12" fmla="*/ 21100 w 156241"/>
                  <a:gd name="connsiteY12" fmla="*/ 23233 h 161657"/>
                  <a:gd name="connsiteX13" fmla="*/ 79977 w 156241"/>
                  <a:gd name="connsiteY13" fmla="*/ 59 h 161657"/>
                  <a:gd name="connsiteX14" fmla="*/ 135369 w 156241"/>
                  <a:gd name="connsiteY14" fmla="*/ 26719 h 161657"/>
                  <a:gd name="connsiteX15" fmla="*/ 156187 w 156241"/>
                  <a:gd name="connsiteY15" fmla="*/ 82110 h 161657"/>
                  <a:gd name="connsiteX16" fmla="*/ 137253 w 156241"/>
                  <a:gd name="connsiteY16" fmla="*/ 139386 h 161657"/>
                  <a:gd name="connsiteX17" fmla="*/ 111158 w 156241"/>
                  <a:gd name="connsiteY17" fmla="*/ 157379 h 161657"/>
                  <a:gd name="connsiteX18" fmla="*/ 79977 w 156241"/>
                  <a:gd name="connsiteY18" fmla="*/ 161241 h 161657"/>
                  <a:gd name="connsiteX19" fmla="*/ 27506 w 156241"/>
                  <a:gd name="connsiteY19" fmla="*/ 134487 h 161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56241" h="161657">
                    <a:moveTo>
                      <a:pt x="28825" y="133169"/>
                    </a:moveTo>
                    <a:cubicBezTo>
                      <a:pt x="42202" y="147016"/>
                      <a:pt x="62455" y="152009"/>
                      <a:pt x="79883" y="149277"/>
                    </a:cubicBezTo>
                    <a:cubicBezTo>
                      <a:pt x="97499" y="146734"/>
                      <a:pt x="113137" y="139480"/>
                      <a:pt x="126137" y="128270"/>
                    </a:cubicBezTo>
                    <a:cubicBezTo>
                      <a:pt x="139043" y="117248"/>
                      <a:pt x="149499" y="100763"/>
                      <a:pt x="150064" y="82016"/>
                    </a:cubicBezTo>
                    <a:cubicBezTo>
                      <a:pt x="150912" y="63458"/>
                      <a:pt x="141869" y="45182"/>
                      <a:pt x="128021" y="33878"/>
                    </a:cubicBezTo>
                    <a:cubicBezTo>
                      <a:pt x="114079" y="22480"/>
                      <a:pt x="96745" y="17204"/>
                      <a:pt x="79883" y="17675"/>
                    </a:cubicBezTo>
                    <a:cubicBezTo>
                      <a:pt x="62926" y="18335"/>
                      <a:pt x="47006" y="25871"/>
                      <a:pt x="35230" y="37363"/>
                    </a:cubicBezTo>
                    <a:cubicBezTo>
                      <a:pt x="23172" y="48856"/>
                      <a:pt x="15731" y="64588"/>
                      <a:pt x="12904" y="82016"/>
                    </a:cubicBezTo>
                    <a:cubicBezTo>
                      <a:pt x="10172" y="99444"/>
                      <a:pt x="15165" y="119698"/>
                      <a:pt x="28825" y="133169"/>
                    </a:cubicBezTo>
                    <a:close/>
                    <a:moveTo>
                      <a:pt x="27506" y="134487"/>
                    </a:moveTo>
                    <a:cubicBezTo>
                      <a:pt x="13941" y="120922"/>
                      <a:pt x="3107" y="103023"/>
                      <a:pt x="564" y="82110"/>
                    </a:cubicBezTo>
                    <a:cubicBezTo>
                      <a:pt x="-755" y="71748"/>
                      <a:pt x="187" y="60726"/>
                      <a:pt x="3955" y="50646"/>
                    </a:cubicBezTo>
                    <a:cubicBezTo>
                      <a:pt x="7441" y="40378"/>
                      <a:pt x="13658" y="31146"/>
                      <a:pt x="21100" y="23233"/>
                    </a:cubicBezTo>
                    <a:cubicBezTo>
                      <a:pt x="36361" y="7501"/>
                      <a:pt x="58499" y="-789"/>
                      <a:pt x="79977" y="59"/>
                    </a:cubicBezTo>
                    <a:cubicBezTo>
                      <a:pt x="101550" y="342"/>
                      <a:pt x="122274" y="10799"/>
                      <a:pt x="135369" y="26719"/>
                    </a:cubicBezTo>
                    <a:cubicBezTo>
                      <a:pt x="148746" y="42451"/>
                      <a:pt x="155528" y="62233"/>
                      <a:pt x="156187" y="82110"/>
                    </a:cubicBezTo>
                    <a:cubicBezTo>
                      <a:pt x="156847" y="101799"/>
                      <a:pt x="151572" y="123371"/>
                      <a:pt x="137253" y="139386"/>
                    </a:cubicBezTo>
                    <a:cubicBezTo>
                      <a:pt x="130187" y="147299"/>
                      <a:pt x="121144" y="153610"/>
                      <a:pt x="111158" y="157379"/>
                    </a:cubicBezTo>
                    <a:cubicBezTo>
                      <a:pt x="101173" y="161241"/>
                      <a:pt x="90339" y="162371"/>
                      <a:pt x="79977" y="161241"/>
                    </a:cubicBezTo>
                    <a:cubicBezTo>
                      <a:pt x="58970" y="158604"/>
                      <a:pt x="41165" y="147864"/>
                      <a:pt x="27506" y="134487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4" name="任意多边形 113" descr="89c33678-1246-4fdf-8873-e8e71e7ed961"/>
              <p:cNvSpPr/>
              <p:nvPr/>
            </p:nvSpPr>
            <p:spPr>
              <a:xfrm>
                <a:off x="9935215" y="5132727"/>
                <a:ext cx="208504" cy="208504"/>
              </a:xfrm>
              <a:custGeom>
                <a:avLst/>
                <a:gdLst>
                  <a:gd name="connsiteX0" fmla="*/ 146392 w 146391"/>
                  <a:gd name="connsiteY0" fmla="*/ 73196 h 146391"/>
                  <a:gd name="connsiteX1" fmla="*/ 73196 w 146391"/>
                  <a:gd name="connsiteY1" fmla="*/ 146392 h 146391"/>
                  <a:gd name="connsiteX2" fmla="*/ 0 w 146391"/>
                  <a:gd name="connsiteY2" fmla="*/ 73196 h 146391"/>
                  <a:gd name="connsiteX3" fmla="*/ 73196 w 146391"/>
                  <a:gd name="connsiteY3" fmla="*/ 0 h 146391"/>
                  <a:gd name="connsiteX4" fmla="*/ 146392 w 146391"/>
                  <a:gd name="connsiteY4" fmla="*/ 73196 h 146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6391" h="146391">
                    <a:moveTo>
                      <a:pt x="146392" y="73196"/>
                    </a:moveTo>
                    <a:cubicBezTo>
                      <a:pt x="146392" y="113621"/>
                      <a:pt x="113621" y="146392"/>
                      <a:pt x="73196" y="146392"/>
                    </a:cubicBezTo>
                    <a:cubicBezTo>
                      <a:pt x="32771" y="146392"/>
                      <a:pt x="0" y="113621"/>
                      <a:pt x="0" y="73196"/>
                    </a:cubicBezTo>
                    <a:cubicBezTo>
                      <a:pt x="0" y="32771"/>
                      <a:pt x="32771" y="0"/>
                      <a:pt x="73196" y="0"/>
                    </a:cubicBezTo>
                    <a:cubicBezTo>
                      <a:pt x="113621" y="0"/>
                      <a:pt x="146392" y="32771"/>
                      <a:pt x="146392" y="73196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5" name="任意多边形 114" descr="15b69637-6af7-4454-9c65-00e09a2b5461"/>
              <p:cNvSpPr/>
              <p:nvPr/>
            </p:nvSpPr>
            <p:spPr>
              <a:xfrm>
                <a:off x="9925557" y="5120031"/>
                <a:ext cx="222533" cy="230247"/>
              </a:xfrm>
              <a:custGeom>
                <a:avLst/>
                <a:gdLst>
                  <a:gd name="connsiteX0" fmla="*/ 28825 w 156241"/>
                  <a:gd name="connsiteY0" fmla="*/ 133168 h 161657"/>
                  <a:gd name="connsiteX1" fmla="*/ 79883 w 156241"/>
                  <a:gd name="connsiteY1" fmla="*/ 149277 h 161657"/>
                  <a:gd name="connsiteX2" fmla="*/ 126137 w 156241"/>
                  <a:gd name="connsiteY2" fmla="*/ 128270 h 161657"/>
                  <a:gd name="connsiteX3" fmla="*/ 150064 w 156241"/>
                  <a:gd name="connsiteY3" fmla="*/ 82016 h 161657"/>
                  <a:gd name="connsiteX4" fmla="*/ 128021 w 156241"/>
                  <a:gd name="connsiteY4" fmla="*/ 33878 h 161657"/>
                  <a:gd name="connsiteX5" fmla="*/ 79883 w 156241"/>
                  <a:gd name="connsiteY5" fmla="*/ 17675 h 161657"/>
                  <a:gd name="connsiteX6" fmla="*/ 35231 w 156241"/>
                  <a:gd name="connsiteY6" fmla="*/ 37364 h 161657"/>
                  <a:gd name="connsiteX7" fmla="*/ 12904 w 156241"/>
                  <a:gd name="connsiteY7" fmla="*/ 82016 h 161657"/>
                  <a:gd name="connsiteX8" fmla="*/ 28825 w 156241"/>
                  <a:gd name="connsiteY8" fmla="*/ 133168 h 161657"/>
                  <a:gd name="connsiteX9" fmla="*/ 27506 w 156241"/>
                  <a:gd name="connsiteY9" fmla="*/ 134487 h 161657"/>
                  <a:gd name="connsiteX10" fmla="*/ 564 w 156241"/>
                  <a:gd name="connsiteY10" fmla="*/ 82110 h 161657"/>
                  <a:gd name="connsiteX11" fmla="*/ 3955 w 156241"/>
                  <a:gd name="connsiteY11" fmla="*/ 50646 h 161657"/>
                  <a:gd name="connsiteX12" fmla="*/ 21100 w 156241"/>
                  <a:gd name="connsiteY12" fmla="*/ 23233 h 161657"/>
                  <a:gd name="connsiteX13" fmla="*/ 79977 w 156241"/>
                  <a:gd name="connsiteY13" fmla="*/ 59 h 161657"/>
                  <a:gd name="connsiteX14" fmla="*/ 135369 w 156241"/>
                  <a:gd name="connsiteY14" fmla="*/ 26719 h 161657"/>
                  <a:gd name="connsiteX15" fmla="*/ 156188 w 156241"/>
                  <a:gd name="connsiteY15" fmla="*/ 82110 h 161657"/>
                  <a:gd name="connsiteX16" fmla="*/ 137253 w 156241"/>
                  <a:gd name="connsiteY16" fmla="*/ 139386 h 161657"/>
                  <a:gd name="connsiteX17" fmla="*/ 111158 w 156241"/>
                  <a:gd name="connsiteY17" fmla="*/ 157379 h 161657"/>
                  <a:gd name="connsiteX18" fmla="*/ 79977 w 156241"/>
                  <a:gd name="connsiteY18" fmla="*/ 161241 h 161657"/>
                  <a:gd name="connsiteX19" fmla="*/ 27506 w 156241"/>
                  <a:gd name="connsiteY19" fmla="*/ 134487 h 1616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56241" h="161657">
                    <a:moveTo>
                      <a:pt x="28825" y="133168"/>
                    </a:moveTo>
                    <a:cubicBezTo>
                      <a:pt x="42201" y="147017"/>
                      <a:pt x="62455" y="152009"/>
                      <a:pt x="79883" y="149277"/>
                    </a:cubicBezTo>
                    <a:cubicBezTo>
                      <a:pt x="97499" y="146734"/>
                      <a:pt x="113137" y="139480"/>
                      <a:pt x="126137" y="128270"/>
                    </a:cubicBezTo>
                    <a:cubicBezTo>
                      <a:pt x="139043" y="117248"/>
                      <a:pt x="149499" y="100762"/>
                      <a:pt x="150064" y="82016"/>
                    </a:cubicBezTo>
                    <a:cubicBezTo>
                      <a:pt x="150912" y="63458"/>
                      <a:pt x="141869" y="45183"/>
                      <a:pt x="128021" y="33878"/>
                    </a:cubicBezTo>
                    <a:cubicBezTo>
                      <a:pt x="114079" y="22480"/>
                      <a:pt x="96745" y="17204"/>
                      <a:pt x="79883" y="17675"/>
                    </a:cubicBezTo>
                    <a:cubicBezTo>
                      <a:pt x="62926" y="18335"/>
                      <a:pt x="47006" y="25871"/>
                      <a:pt x="35231" y="37364"/>
                    </a:cubicBezTo>
                    <a:cubicBezTo>
                      <a:pt x="23172" y="48856"/>
                      <a:pt x="15730" y="64589"/>
                      <a:pt x="12904" y="82016"/>
                    </a:cubicBezTo>
                    <a:cubicBezTo>
                      <a:pt x="10172" y="99443"/>
                      <a:pt x="15165" y="119697"/>
                      <a:pt x="28825" y="133168"/>
                    </a:cubicBezTo>
                    <a:close/>
                    <a:moveTo>
                      <a:pt x="27506" y="134487"/>
                    </a:moveTo>
                    <a:cubicBezTo>
                      <a:pt x="13940" y="120922"/>
                      <a:pt x="3107" y="103023"/>
                      <a:pt x="564" y="82110"/>
                    </a:cubicBezTo>
                    <a:cubicBezTo>
                      <a:pt x="-755" y="71748"/>
                      <a:pt x="187" y="60726"/>
                      <a:pt x="3955" y="50646"/>
                    </a:cubicBezTo>
                    <a:cubicBezTo>
                      <a:pt x="7441" y="40378"/>
                      <a:pt x="13658" y="31146"/>
                      <a:pt x="21100" y="23233"/>
                    </a:cubicBezTo>
                    <a:cubicBezTo>
                      <a:pt x="36361" y="7502"/>
                      <a:pt x="58499" y="-788"/>
                      <a:pt x="79977" y="59"/>
                    </a:cubicBezTo>
                    <a:cubicBezTo>
                      <a:pt x="101550" y="342"/>
                      <a:pt x="122274" y="10798"/>
                      <a:pt x="135369" y="26719"/>
                    </a:cubicBezTo>
                    <a:cubicBezTo>
                      <a:pt x="148746" y="42451"/>
                      <a:pt x="155528" y="62234"/>
                      <a:pt x="156188" y="82110"/>
                    </a:cubicBezTo>
                    <a:cubicBezTo>
                      <a:pt x="156847" y="101799"/>
                      <a:pt x="151572" y="123371"/>
                      <a:pt x="137253" y="139386"/>
                    </a:cubicBezTo>
                    <a:cubicBezTo>
                      <a:pt x="130188" y="147299"/>
                      <a:pt x="121144" y="153610"/>
                      <a:pt x="111158" y="157379"/>
                    </a:cubicBezTo>
                    <a:cubicBezTo>
                      <a:pt x="101173" y="161241"/>
                      <a:pt x="90340" y="162372"/>
                      <a:pt x="79977" y="161241"/>
                    </a:cubicBezTo>
                    <a:cubicBezTo>
                      <a:pt x="58970" y="158698"/>
                      <a:pt x="41260" y="147958"/>
                      <a:pt x="27506" y="134487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6" name="任意多边形 115" descr="d90dad19-c948-4edd-ad3e-7c7cb386ed91"/>
              <p:cNvSpPr/>
              <p:nvPr/>
            </p:nvSpPr>
            <p:spPr>
              <a:xfrm>
                <a:off x="7087118" y="0"/>
                <a:ext cx="1764111" cy="1558216"/>
              </a:xfrm>
              <a:custGeom>
                <a:avLst/>
                <a:gdLst>
                  <a:gd name="connsiteX0" fmla="*/ 881921 w 1764111"/>
                  <a:gd name="connsiteY0" fmla="*/ 228289 h 1558216"/>
                  <a:gd name="connsiteX1" fmla="*/ 434185 w 1764111"/>
                  <a:gd name="connsiteY1" fmla="*/ 676025 h 1558216"/>
                  <a:gd name="connsiteX2" fmla="*/ 881921 w 1764111"/>
                  <a:gd name="connsiteY2" fmla="*/ 1123763 h 1558216"/>
                  <a:gd name="connsiteX3" fmla="*/ 1329658 w 1764111"/>
                  <a:gd name="connsiteY3" fmla="*/ 676025 h 1558216"/>
                  <a:gd name="connsiteX4" fmla="*/ 881921 w 1764111"/>
                  <a:gd name="connsiteY4" fmla="*/ 228289 h 1558216"/>
                  <a:gd name="connsiteX5" fmla="*/ 310940 w 1764111"/>
                  <a:gd name="connsiteY5" fmla="*/ 0 h 1558216"/>
                  <a:gd name="connsiteX6" fmla="*/ 517716 w 1764111"/>
                  <a:gd name="connsiteY6" fmla="*/ 0 h 1558216"/>
                  <a:gd name="connsiteX7" fmla="*/ 581911 w 1764111"/>
                  <a:gd name="connsiteY7" fmla="*/ 64195 h 1558216"/>
                  <a:gd name="connsiteX8" fmla="*/ 661608 w 1764111"/>
                  <a:gd name="connsiteY8" fmla="*/ 31188 h 1558216"/>
                  <a:gd name="connsiteX9" fmla="*/ 661608 w 1764111"/>
                  <a:gd name="connsiteY9" fmla="*/ 0 h 1558216"/>
                  <a:gd name="connsiteX10" fmla="*/ 1102503 w 1764111"/>
                  <a:gd name="connsiteY10" fmla="*/ 0 h 1558216"/>
                  <a:gd name="connsiteX11" fmla="*/ 1102503 w 1764111"/>
                  <a:gd name="connsiteY11" fmla="*/ 31188 h 1558216"/>
                  <a:gd name="connsiteX12" fmla="*/ 1182201 w 1764111"/>
                  <a:gd name="connsiteY12" fmla="*/ 64195 h 1558216"/>
                  <a:gd name="connsiteX13" fmla="*/ 1246396 w 1764111"/>
                  <a:gd name="connsiteY13" fmla="*/ 0 h 1558216"/>
                  <a:gd name="connsiteX14" fmla="*/ 1453172 w 1764111"/>
                  <a:gd name="connsiteY14" fmla="*/ 0 h 1558216"/>
                  <a:gd name="connsiteX15" fmla="*/ 1661603 w 1764111"/>
                  <a:gd name="connsiteY15" fmla="*/ 208432 h 1558216"/>
                  <a:gd name="connsiteX16" fmla="*/ 1494021 w 1764111"/>
                  <a:gd name="connsiteY16" fmla="*/ 376014 h 1558216"/>
                  <a:gd name="connsiteX17" fmla="*/ 1527027 w 1764111"/>
                  <a:gd name="connsiteY17" fmla="*/ 455714 h 1558216"/>
                  <a:gd name="connsiteX18" fmla="*/ 1764111 w 1764111"/>
                  <a:gd name="connsiteY18" fmla="*/ 455714 h 1558216"/>
                  <a:gd name="connsiteX19" fmla="*/ 1764111 w 1764111"/>
                  <a:gd name="connsiteY19" fmla="*/ 896607 h 1558216"/>
                  <a:gd name="connsiteX20" fmla="*/ 1527027 w 1764111"/>
                  <a:gd name="connsiteY20" fmla="*/ 896607 h 1558216"/>
                  <a:gd name="connsiteX21" fmla="*/ 1494021 w 1764111"/>
                  <a:gd name="connsiteY21" fmla="*/ 976305 h 1558216"/>
                  <a:gd name="connsiteX22" fmla="*/ 1661603 w 1764111"/>
                  <a:gd name="connsiteY22" fmla="*/ 1143888 h 1558216"/>
                  <a:gd name="connsiteX23" fmla="*/ 1349784 w 1764111"/>
                  <a:gd name="connsiteY23" fmla="*/ 1455708 h 1558216"/>
                  <a:gd name="connsiteX24" fmla="*/ 1182201 w 1764111"/>
                  <a:gd name="connsiteY24" fmla="*/ 1288125 h 1558216"/>
                  <a:gd name="connsiteX25" fmla="*/ 1102503 w 1764111"/>
                  <a:gd name="connsiteY25" fmla="*/ 1321131 h 1558216"/>
                  <a:gd name="connsiteX26" fmla="*/ 1102503 w 1764111"/>
                  <a:gd name="connsiteY26" fmla="*/ 1558216 h 1558216"/>
                  <a:gd name="connsiteX27" fmla="*/ 661608 w 1764111"/>
                  <a:gd name="connsiteY27" fmla="*/ 1558216 h 1558216"/>
                  <a:gd name="connsiteX28" fmla="*/ 661608 w 1764111"/>
                  <a:gd name="connsiteY28" fmla="*/ 1321131 h 1558216"/>
                  <a:gd name="connsiteX29" fmla="*/ 581911 w 1764111"/>
                  <a:gd name="connsiteY29" fmla="*/ 1288125 h 1558216"/>
                  <a:gd name="connsiteX30" fmla="*/ 414328 w 1764111"/>
                  <a:gd name="connsiteY30" fmla="*/ 1455708 h 1558216"/>
                  <a:gd name="connsiteX31" fmla="*/ 102508 w 1764111"/>
                  <a:gd name="connsiteY31" fmla="*/ 1143888 h 1558216"/>
                  <a:gd name="connsiteX32" fmla="*/ 270091 w 1764111"/>
                  <a:gd name="connsiteY32" fmla="*/ 976305 h 1558216"/>
                  <a:gd name="connsiteX33" fmla="*/ 237084 w 1764111"/>
                  <a:gd name="connsiteY33" fmla="*/ 896607 h 1558216"/>
                  <a:gd name="connsiteX34" fmla="*/ 0 w 1764111"/>
                  <a:gd name="connsiteY34" fmla="*/ 896607 h 1558216"/>
                  <a:gd name="connsiteX35" fmla="*/ 0 w 1764111"/>
                  <a:gd name="connsiteY35" fmla="*/ 455714 h 1558216"/>
                  <a:gd name="connsiteX36" fmla="*/ 237084 w 1764111"/>
                  <a:gd name="connsiteY36" fmla="*/ 455714 h 1558216"/>
                  <a:gd name="connsiteX37" fmla="*/ 270091 w 1764111"/>
                  <a:gd name="connsiteY37" fmla="*/ 376014 h 1558216"/>
                  <a:gd name="connsiteX38" fmla="*/ 102508 w 1764111"/>
                  <a:gd name="connsiteY38" fmla="*/ 208432 h 1558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764111" h="1558216">
                    <a:moveTo>
                      <a:pt x="881921" y="228289"/>
                    </a:moveTo>
                    <a:cubicBezTo>
                      <a:pt x="634641" y="228289"/>
                      <a:pt x="434185" y="428745"/>
                      <a:pt x="434185" y="676025"/>
                    </a:cubicBezTo>
                    <a:cubicBezTo>
                      <a:pt x="434185" y="923307"/>
                      <a:pt x="634641" y="1123763"/>
                      <a:pt x="881921" y="1123763"/>
                    </a:cubicBezTo>
                    <a:cubicBezTo>
                      <a:pt x="1129203" y="1123763"/>
                      <a:pt x="1329658" y="923307"/>
                      <a:pt x="1329658" y="676025"/>
                    </a:cubicBezTo>
                    <a:cubicBezTo>
                      <a:pt x="1329658" y="428745"/>
                      <a:pt x="1129203" y="228289"/>
                      <a:pt x="881921" y="228289"/>
                    </a:cubicBezTo>
                    <a:close/>
                    <a:moveTo>
                      <a:pt x="310940" y="0"/>
                    </a:moveTo>
                    <a:lnTo>
                      <a:pt x="517716" y="0"/>
                    </a:lnTo>
                    <a:lnTo>
                      <a:pt x="581911" y="64195"/>
                    </a:lnTo>
                    <a:cubicBezTo>
                      <a:pt x="607538" y="51583"/>
                      <a:pt x="634238" y="40580"/>
                      <a:pt x="661608" y="31188"/>
                    </a:cubicBezTo>
                    <a:lnTo>
                      <a:pt x="661608" y="0"/>
                    </a:lnTo>
                    <a:lnTo>
                      <a:pt x="1102503" y="0"/>
                    </a:lnTo>
                    <a:lnTo>
                      <a:pt x="1102503" y="31188"/>
                    </a:lnTo>
                    <a:cubicBezTo>
                      <a:pt x="1129874" y="40580"/>
                      <a:pt x="1156440" y="51583"/>
                      <a:pt x="1182201" y="64195"/>
                    </a:cubicBezTo>
                    <a:lnTo>
                      <a:pt x="1246396" y="0"/>
                    </a:lnTo>
                    <a:lnTo>
                      <a:pt x="1453172" y="0"/>
                    </a:lnTo>
                    <a:lnTo>
                      <a:pt x="1661603" y="208432"/>
                    </a:lnTo>
                    <a:lnTo>
                      <a:pt x="1494021" y="376014"/>
                    </a:lnTo>
                    <a:cubicBezTo>
                      <a:pt x="1506633" y="401642"/>
                      <a:pt x="1517636" y="428342"/>
                      <a:pt x="1527027" y="455714"/>
                    </a:cubicBezTo>
                    <a:lnTo>
                      <a:pt x="1764111" y="455714"/>
                    </a:lnTo>
                    <a:lnTo>
                      <a:pt x="1764111" y="896607"/>
                    </a:lnTo>
                    <a:lnTo>
                      <a:pt x="1527027" y="896607"/>
                    </a:lnTo>
                    <a:cubicBezTo>
                      <a:pt x="1517636" y="923978"/>
                      <a:pt x="1506633" y="950544"/>
                      <a:pt x="1494021" y="976305"/>
                    </a:cubicBezTo>
                    <a:lnTo>
                      <a:pt x="1661603" y="1143888"/>
                    </a:lnTo>
                    <a:lnTo>
                      <a:pt x="1349784" y="1455708"/>
                    </a:lnTo>
                    <a:lnTo>
                      <a:pt x="1182201" y="1288125"/>
                    </a:lnTo>
                    <a:cubicBezTo>
                      <a:pt x="1156574" y="1300737"/>
                      <a:pt x="1129874" y="1311740"/>
                      <a:pt x="1102503" y="1321131"/>
                    </a:cubicBezTo>
                    <a:lnTo>
                      <a:pt x="1102503" y="1558216"/>
                    </a:lnTo>
                    <a:lnTo>
                      <a:pt x="661608" y="1558216"/>
                    </a:lnTo>
                    <a:lnTo>
                      <a:pt x="661608" y="1321131"/>
                    </a:lnTo>
                    <a:cubicBezTo>
                      <a:pt x="634238" y="1311740"/>
                      <a:pt x="607672" y="1300737"/>
                      <a:pt x="581911" y="1288125"/>
                    </a:cubicBezTo>
                    <a:lnTo>
                      <a:pt x="414328" y="1455708"/>
                    </a:lnTo>
                    <a:lnTo>
                      <a:pt x="102508" y="1143888"/>
                    </a:lnTo>
                    <a:lnTo>
                      <a:pt x="270091" y="976305"/>
                    </a:lnTo>
                    <a:cubicBezTo>
                      <a:pt x="257479" y="950678"/>
                      <a:pt x="246476" y="923978"/>
                      <a:pt x="237084" y="896607"/>
                    </a:cubicBezTo>
                    <a:lnTo>
                      <a:pt x="0" y="896607"/>
                    </a:lnTo>
                    <a:lnTo>
                      <a:pt x="0" y="455714"/>
                    </a:lnTo>
                    <a:lnTo>
                      <a:pt x="237084" y="455714"/>
                    </a:lnTo>
                    <a:cubicBezTo>
                      <a:pt x="246476" y="428342"/>
                      <a:pt x="257479" y="401776"/>
                      <a:pt x="270091" y="376014"/>
                    </a:cubicBezTo>
                    <a:lnTo>
                      <a:pt x="102508" y="208432"/>
                    </a:ln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7" name="任意多边形 116" descr="0513943a-9dda-41ea-bdc9-f2e626fafe87"/>
              <p:cNvSpPr/>
              <p:nvPr/>
            </p:nvSpPr>
            <p:spPr>
              <a:xfrm>
                <a:off x="7068467" y="0"/>
                <a:ext cx="1795373" cy="1584784"/>
              </a:xfrm>
              <a:custGeom>
                <a:avLst/>
                <a:gdLst>
                  <a:gd name="connsiteX0" fmla="*/ 1099592 w 1795373"/>
                  <a:gd name="connsiteY0" fmla="*/ 0 h 1584784"/>
                  <a:gd name="connsiteX1" fmla="*/ 1143110 w 1795373"/>
                  <a:gd name="connsiteY1" fmla="*/ 0 h 1584784"/>
                  <a:gd name="connsiteX2" fmla="*/ 1143209 w 1795373"/>
                  <a:gd name="connsiteY2" fmla="*/ 17379 h 1584784"/>
                  <a:gd name="connsiteX3" fmla="*/ 1128532 w 1795373"/>
                  <a:gd name="connsiteY3" fmla="*/ 11331 h 1584784"/>
                  <a:gd name="connsiteX4" fmla="*/ 1143291 w 1795373"/>
                  <a:gd name="connsiteY4" fmla="*/ 31861 h 1584784"/>
                  <a:gd name="connsiteX5" fmla="*/ 1143209 w 1795373"/>
                  <a:gd name="connsiteY5" fmla="*/ 17379 h 1584784"/>
                  <a:gd name="connsiteX6" fmla="*/ 1196121 w 1795373"/>
                  <a:gd name="connsiteY6" fmla="*/ 39182 h 1584784"/>
                  <a:gd name="connsiteX7" fmla="*/ 1185825 w 1795373"/>
                  <a:gd name="connsiteY7" fmla="*/ 49437 h 1584784"/>
                  <a:gd name="connsiteX8" fmla="*/ 1210915 w 1795373"/>
                  <a:gd name="connsiteY8" fmla="*/ 45278 h 1584784"/>
                  <a:gd name="connsiteX9" fmla="*/ 1196121 w 1795373"/>
                  <a:gd name="connsiteY9" fmla="*/ 39182 h 1584784"/>
                  <a:gd name="connsiteX10" fmla="*/ 1235460 w 1795373"/>
                  <a:gd name="connsiteY10" fmla="*/ 0 h 1584784"/>
                  <a:gd name="connsiteX11" fmla="*/ 1295724 w 1795373"/>
                  <a:gd name="connsiteY11" fmla="*/ 0 h 1584784"/>
                  <a:gd name="connsiteX12" fmla="*/ 1216416 w 1795373"/>
                  <a:gd name="connsiteY12" fmla="*/ 79626 h 1584784"/>
                  <a:gd name="connsiteX13" fmla="*/ 1205413 w 1795373"/>
                  <a:gd name="connsiteY13" fmla="*/ 90763 h 1584784"/>
                  <a:gd name="connsiteX14" fmla="*/ 1191325 w 1795373"/>
                  <a:gd name="connsiteY14" fmla="*/ 83785 h 1584784"/>
                  <a:gd name="connsiteX15" fmla="*/ 1114175 w 1795373"/>
                  <a:gd name="connsiteY15" fmla="*/ 51718 h 1584784"/>
                  <a:gd name="connsiteX16" fmla="*/ 1099417 w 1795373"/>
                  <a:gd name="connsiteY16" fmla="*/ 46619 h 1584784"/>
                  <a:gd name="connsiteX17" fmla="*/ 1099417 w 1795373"/>
                  <a:gd name="connsiteY17" fmla="*/ 31055 h 1584784"/>
                  <a:gd name="connsiteX18" fmla="*/ 523859 w 1795373"/>
                  <a:gd name="connsiteY18" fmla="*/ 0 h 1584784"/>
                  <a:gd name="connsiteX19" fmla="*/ 549205 w 1795373"/>
                  <a:gd name="connsiteY19" fmla="*/ 0 h 1584784"/>
                  <a:gd name="connsiteX20" fmla="*/ 603181 w 1795373"/>
                  <a:gd name="connsiteY20" fmla="*/ 53077 h 1584784"/>
                  <a:gd name="connsiteX21" fmla="*/ 596669 w 1795373"/>
                  <a:gd name="connsiteY21" fmla="*/ 55877 h 1584784"/>
                  <a:gd name="connsiteX22" fmla="*/ 607939 w 1795373"/>
                  <a:gd name="connsiteY22" fmla="*/ 57756 h 1584784"/>
                  <a:gd name="connsiteX23" fmla="*/ 603181 w 1795373"/>
                  <a:gd name="connsiteY23" fmla="*/ 53077 h 1584784"/>
                  <a:gd name="connsiteX24" fmla="*/ 669558 w 1795373"/>
                  <a:gd name="connsiteY24" fmla="*/ 24534 h 1584784"/>
                  <a:gd name="connsiteX25" fmla="*/ 669660 w 1795373"/>
                  <a:gd name="connsiteY25" fmla="*/ 31726 h 1584784"/>
                  <a:gd name="connsiteX26" fmla="*/ 677173 w 1795373"/>
                  <a:gd name="connsiteY26" fmla="*/ 21260 h 1584784"/>
                  <a:gd name="connsiteX27" fmla="*/ 669558 w 1795373"/>
                  <a:gd name="connsiteY27" fmla="*/ 24534 h 1584784"/>
                  <a:gd name="connsiteX28" fmla="*/ 669211 w 1795373"/>
                  <a:gd name="connsiteY28" fmla="*/ 0 h 1584784"/>
                  <a:gd name="connsiteX29" fmla="*/ 691836 w 1795373"/>
                  <a:gd name="connsiteY29" fmla="*/ 0 h 1584784"/>
                  <a:gd name="connsiteX30" fmla="*/ 691396 w 1795373"/>
                  <a:gd name="connsiteY30" fmla="*/ 31055 h 1584784"/>
                  <a:gd name="connsiteX31" fmla="*/ 691261 w 1795373"/>
                  <a:gd name="connsiteY31" fmla="*/ 39106 h 1584784"/>
                  <a:gd name="connsiteX32" fmla="*/ 683881 w 1795373"/>
                  <a:gd name="connsiteY32" fmla="*/ 41520 h 1584784"/>
                  <a:gd name="connsiteX33" fmla="*/ 604854 w 1795373"/>
                  <a:gd name="connsiteY33" fmla="*/ 72782 h 1584784"/>
                  <a:gd name="connsiteX34" fmla="*/ 598414 w 1795373"/>
                  <a:gd name="connsiteY34" fmla="*/ 75869 h 1584784"/>
                  <a:gd name="connsiteX35" fmla="*/ 593583 w 1795373"/>
                  <a:gd name="connsiteY35" fmla="*/ 70905 h 1584784"/>
                  <a:gd name="connsiteX36" fmla="*/ 319818 w 1795373"/>
                  <a:gd name="connsiteY36" fmla="*/ 0 h 1584784"/>
                  <a:gd name="connsiteX37" fmla="*/ 339951 w 1795373"/>
                  <a:gd name="connsiteY37" fmla="*/ 0 h 1584784"/>
                  <a:gd name="connsiteX38" fmla="*/ 282301 w 1795373"/>
                  <a:gd name="connsiteY38" fmla="*/ 57353 h 1584784"/>
                  <a:gd name="connsiteX39" fmla="*/ 132974 w 1795373"/>
                  <a:gd name="connsiteY39" fmla="*/ 207971 h 1584784"/>
                  <a:gd name="connsiteX40" fmla="*/ 127063 w 1795373"/>
                  <a:gd name="connsiteY40" fmla="*/ 202125 h 1584784"/>
                  <a:gd name="connsiteX41" fmla="*/ 127063 w 1795373"/>
                  <a:gd name="connsiteY41" fmla="*/ 213933 h 1584784"/>
                  <a:gd name="connsiteX42" fmla="*/ 132974 w 1795373"/>
                  <a:gd name="connsiteY42" fmla="*/ 207971 h 1584784"/>
                  <a:gd name="connsiteX43" fmla="*/ 295584 w 1795373"/>
                  <a:gd name="connsiteY43" fmla="*/ 368769 h 1584784"/>
                  <a:gd name="connsiteX44" fmla="*/ 300414 w 1795373"/>
                  <a:gd name="connsiteY44" fmla="*/ 373465 h 1584784"/>
                  <a:gd name="connsiteX45" fmla="*/ 297329 w 1795373"/>
                  <a:gd name="connsiteY45" fmla="*/ 379772 h 1584784"/>
                  <a:gd name="connsiteX46" fmla="*/ 265798 w 1795373"/>
                  <a:gd name="connsiteY46" fmla="*/ 458665 h 1584784"/>
                  <a:gd name="connsiteX47" fmla="*/ 263516 w 1795373"/>
                  <a:gd name="connsiteY47" fmla="*/ 465777 h 1584784"/>
                  <a:gd name="connsiteX48" fmla="*/ 255734 w 1795373"/>
                  <a:gd name="connsiteY48" fmla="*/ 465911 h 1584784"/>
                  <a:gd name="connsiteX49" fmla="*/ 32234 w 1795373"/>
                  <a:gd name="connsiteY49" fmla="*/ 468440 h 1584784"/>
                  <a:gd name="connsiteX50" fmla="*/ 32068 w 1795373"/>
                  <a:gd name="connsiteY50" fmla="*/ 455177 h 1584784"/>
                  <a:gd name="connsiteX51" fmla="*/ 18650 w 1795373"/>
                  <a:gd name="connsiteY51" fmla="*/ 468594 h 1584784"/>
                  <a:gd name="connsiteX52" fmla="*/ 32234 w 1795373"/>
                  <a:gd name="connsiteY52" fmla="*/ 468440 h 1584784"/>
                  <a:gd name="connsiteX53" fmla="*/ 37331 w 1795373"/>
                  <a:gd name="connsiteY53" fmla="*/ 876993 h 1584784"/>
                  <a:gd name="connsiteX54" fmla="*/ 18650 w 1795373"/>
                  <a:gd name="connsiteY54" fmla="*/ 877152 h 1584784"/>
                  <a:gd name="connsiteX55" fmla="*/ 37569 w 1795373"/>
                  <a:gd name="connsiteY55" fmla="*/ 896071 h 1584784"/>
                  <a:gd name="connsiteX56" fmla="*/ 37331 w 1795373"/>
                  <a:gd name="connsiteY56" fmla="*/ 876993 h 1584784"/>
                  <a:gd name="connsiteX57" fmla="*/ 255734 w 1795373"/>
                  <a:gd name="connsiteY57" fmla="*/ 875140 h 1584784"/>
                  <a:gd name="connsiteX58" fmla="*/ 270494 w 1795373"/>
                  <a:gd name="connsiteY58" fmla="*/ 875006 h 1584784"/>
                  <a:gd name="connsiteX59" fmla="*/ 275458 w 1795373"/>
                  <a:gd name="connsiteY59" fmla="*/ 889363 h 1584784"/>
                  <a:gd name="connsiteX60" fmla="*/ 308063 w 1795373"/>
                  <a:gd name="connsiteY60" fmla="*/ 966378 h 1584784"/>
                  <a:gd name="connsiteX61" fmla="*/ 314905 w 1795373"/>
                  <a:gd name="connsiteY61" fmla="*/ 980063 h 1584784"/>
                  <a:gd name="connsiteX62" fmla="*/ 303902 w 1795373"/>
                  <a:gd name="connsiteY62" fmla="*/ 991200 h 1584784"/>
                  <a:gd name="connsiteX63" fmla="*/ 153356 w 1795373"/>
                  <a:gd name="connsiteY63" fmla="*/ 1143322 h 1584784"/>
                  <a:gd name="connsiteX64" fmla="*/ 137126 w 1795373"/>
                  <a:gd name="connsiteY64" fmla="*/ 1127251 h 1584784"/>
                  <a:gd name="connsiteX65" fmla="*/ 137126 w 1795373"/>
                  <a:gd name="connsiteY65" fmla="*/ 1159722 h 1584784"/>
                  <a:gd name="connsiteX66" fmla="*/ 153356 w 1795373"/>
                  <a:gd name="connsiteY66" fmla="*/ 1143322 h 1584784"/>
                  <a:gd name="connsiteX67" fmla="*/ 432490 w 1795373"/>
                  <a:gd name="connsiteY67" fmla="*/ 1419707 h 1584784"/>
                  <a:gd name="connsiteX68" fmla="*/ 414865 w 1795373"/>
                  <a:gd name="connsiteY68" fmla="*/ 1437460 h 1584784"/>
                  <a:gd name="connsiteX69" fmla="*/ 450419 w 1795373"/>
                  <a:gd name="connsiteY69" fmla="*/ 1437460 h 1584784"/>
                  <a:gd name="connsiteX70" fmla="*/ 432490 w 1795373"/>
                  <a:gd name="connsiteY70" fmla="*/ 1419707 h 1584784"/>
                  <a:gd name="connsiteX71" fmla="*/ 581910 w 1795373"/>
                  <a:gd name="connsiteY71" fmla="*/ 1269207 h 1584784"/>
                  <a:gd name="connsiteX72" fmla="*/ 595060 w 1795373"/>
                  <a:gd name="connsiteY72" fmla="*/ 1256058 h 1584784"/>
                  <a:gd name="connsiteX73" fmla="*/ 611831 w 1795373"/>
                  <a:gd name="connsiteY73" fmla="*/ 1264243 h 1584784"/>
                  <a:gd name="connsiteX74" fmla="*/ 688577 w 1795373"/>
                  <a:gd name="connsiteY74" fmla="*/ 1295908 h 1584784"/>
                  <a:gd name="connsiteX75" fmla="*/ 706155 w 1795373"/>
                  <a:gd name="connsiteY75" fmla="*/ 1301945 h 1584784"/>
                  <a:gd name="connsiteX76" fmla="*/ 706155 w 1795373"/>
                  <a:gd name="connsiteY76" fmla="*/ 1320595 h 1584784"/>
                  <a:gd name="connsiteX77" fmla="*/ 706155 w 1795373"/>
                  <a:gd name="connsiteY77" fmla="*/ 1531769 h 1584784"/>
                  <a:gd name="connsiteX78" fmla="*/ 680126 w 1795373"/>
                  <a:gd name="connsiteY78" fmla="*/ 1531650 h 1584784"/>
                  <a:gd name="connsiteX79" fmla="*/ 706155 w 1795373"/>
                  <a:gd name="connsiteY79" fmla="*/ 1557681 h 1584784"/>
                  <a:gd name="connsiteX80" fmla="*/ 706155 w 1795373"/>
                  <a:gd name="connsiteY80" fmla="*/ 1531769 h 1584784"/>
                  <a:gd name="connsiteX81" fmla="*/ 1097220 w 1795373"/>
                  <a:gd name="connsiteY81" fmla="*/ 1533554 h 1584784"/>
                  <a:gd name="connsiteX82" fmla="*/ 1097001 w 1795373"/>
                  <a:gd name="connsiteY82" fmla="*/ 1557681 h 1584784"/>
                  <a:gd name="connsiteX83" fmla="*/ 1121019 w 1795373"/>
                  <a:gd name="connsiteY83" fmla="*/ 1533663 h 1584784"/>
                  <a:gd name="connsiteX84" fmla="*/ 1097220 w 1795373"/>
                  <a:gd name="connsiteY84" fmla="*/ 1533554 h 1584784"/>
                  <a:gd name="connsiteX85" fmla="*/ 1099148 w 1795373"/>
                  <a:gd name="connsiteY85" fmla="*/ 1320595 h 1584784"/>
                  <a:gd name="connsiteX86" fmla="*/ 1099283 w 1795373"/>
                  <a:gd name="connsiteY86" fmla="*/ 1304629 h 1584784"/>
                  <a:gd name="connsiteX87" fmla="*/ 1114041 w 1795373"/>
                  <a:gd name="connsiteY87" fmla="*/ 1299799 h 1584784"/>
                  <a:gd name="connsiteX88" fmla="*/ 1191594 w 1795373"/>
                  <a:gd name="connsiteY88" fmla="*/ 1268536 h 1584784"/>
                  <a:gd name="connsiteX89" fmla="*/ 1205413 w 1795373"/>
                  <a:gd name="connsiteY89" fmla="*/ 1261827 h 1584784"/>
                  <a:gd name="connsiteX90" fmla="*/ 1215879 w 1795373"/>
                  <a:gd name="connsiteY90" fmla="*/ 1272561 h 1584784"/>
                  <a:gd name="connsiteX91" fmla="*/ 1368799 w 1795373"/>
                  <a:gd name="connsiteY91" fmla="*/ 1428200 h 1584784"/>
                  <a:gd name="connsiteX92" fmla="*/ 1355016 w 1795373"/>
                  <a:gd name="connsiteY92" fmla="*/ 1441621 h 1584784"/>
                  <a:gd name="connsiteX93" fmla="*/ 1381985 w 1795373"/>
                  <a:gd name="connsiteY93" fmla="*/ 1441621 h 1584784"/>
                  <a:gd name="connsiteX94" fmla="*/ 1368799 w 1795373"/>
                  <a:gd name="connsiteY94" fmla="*/ 1428200 h 1584784"/>
                  <a:gd name="connsiteX95" fmla="*/ 1661703 w 1795373"/>
                  <a:gd name="connsiteY95" fmla="*/ 1143009 h 1584784"/>
                  <a:gd name="connsiteX96" fmla="*/ 1670995 w 1795373"/>
                  <a:gd name="connsiteY96" fmla="*/ 1152611 h 1584784"/>
                  <a:gd name="connsiteX97" fmla="*/ 1670995 w 1795373"/>
                  <a:gd name="connsiteY97" fmla="*/ 1133961 h 1584784"/>
                  <a:gd name="connsiteX98" fmla="*/ 1661703 w 1795373"/>
                  <a:gd name="connsiteY98" fmla="*/ 1143009 h 1584784"/>
                  <a:gd name="connsiteX99" fmla="*/ 1506096 w 1795373"/>
                  <a:gd name="connsiteY99" fmla="*/ 982209 h 1584784"/>
                  <a:gd name="connsiteX100" fmla="*/ 1501400 w 1795373"/>
                  <a:gd name="connsiteY100" fmla="*/ 977246 h 1584784"/>
                  <a:gd name="connsiteX101" fmla="*/ 1504351 w 1795373"/>
                  <a:gd name="connsiteY101" fmla="*/ 971476 h 1584784"/>
                  <a:gd name="connsiteX102" fmla="*/ 1538431 w 1795373"/>
                  <a:gd name="connsiteY102" fmla="*/ 893387 h 1584784"/>
                  <a:gd name="connsiteX103" fmla="*/ 1540310 w 1795373"/>
                  <a:gd name="connsiteY103" fmla="*/ 888155 h 1584784"/>
                  <a:gd name="connsiteX104" fmla="*/ 1545543 w 1795373"/>
                  <a:gd name="connsiteY104" fmla="*/ 888289 h 1584784"/>
                  <a:gd name="connsiteX105" fmla="*/ 1781017 w 1795373"/>
                  <a:gd name="connsiteY105" fmla="*/ 894863 h 1584784"/>
                  <a:gd name="connsiteX106" fmla="*/ 1775651 w 1795373"/>
                  <a:gd name="connsiteY106" fmla="*/ 673208 h 1584784"/>
                  <a:gd name="connsiteX107" fmla="*/ 1772966 w 1795373"/>
                  <a:gd name="connsiteY107" fmla="*/ 563992 h 1584784"/>
                  <a:gd name="connsiteX108" fmla="*/ 1770943 w 1795373"/>
                  <a:gd name="connsiteY108" fmla="*/ 467809 h 1584784"/>
                  <a:gd name="connsiteX109" fmla="*/ 1782761 w 1795373"/>
                  <a:gd name="connsiteY109" fmla="*/ 467656 h 1584784"/>
                  <a:gd name="connsiteX110" fmla="*/ 1770686 w 1795373"/>
                  <a:gd name="connsiteY110" fmla="*/ 455579 h 1584784"/>
                  <a:gd name="connsiteX111" fmla="*/ 1770943 w 1795373"/>
                  <a:gd name="connsiteY111" fmla="*/ 467809 h 1584784"/>
                  <a:gd name="connsiteX112" fmla="*/ 1545677 w 1795373"/>
                  <a:gd name="connsiteY112" fmla="*/ 470742 h 1584784"/>
                  <a:gd name="connsiteX113" fmla="*/ 1535077 w 1795373"/>
                  <a:gd name="connsiteY113" fmla="*/ 470876 h 1584784"/>
                  <a:gd name="connsiteX114" fmla="*/ 1531320 w 1795373"/>
                  <a:gd name="connsiteY114" fmla="*/ 460410 h 1584784"/>
                  <a:gd name="connsiteX115" fmla="*/ 1498046 w 1795373"/>
                  <a:gd name="connsiteY115" fmla="*/ 382993 h 1584784"/>
                  <a:gd name="connsiteX116" fmla="*/ 1492813 w 1795373"/>
                  <a:gd name="connsiteY116" fmla="*/ 372795 h 1584784"/>
                  <a:gd name="connsiteX117" fmla="*/ 1501132 w 1795373"/>
                  <a:gd name="connsiteY117" fmla="*/ 364341 h 1584784"/>
                  <a:gd name="connsiteX118" fmla="*/ 1653625 w 1795373"/>
                  <a:gd name="connsiteY118" fmla="*/ 208518 h 1584784"/>
                  <a:gd name="connsiteX119" fmla="*/ 1666970 w 1795373"/>
                  <a:gd name="connsiteY119" fmla="*/ 221715 h 1584784"/>
                  <a:gd name="connsiteX120" fmla="*/ 1666970 w 1795373"/>
                  <a:gd name="connsiteY120" fmla="*/ 194881 h 1584784"/>
                  <a:gd name="connsiteX121" fmla="*/ 1653625 w 1795373"/>
                  <a:gd name="connsiteY121" fmla="*/ 208518 h 1584784"/>
                  <a:gd name="connsiteX122" fmla="*/ 1442761 w 1795373"/>
                  <a:gd name="connsiteY122" fmla="*/ 0 h 1584784"/>
                  <a:gd name="connsiteX123" fmla="*/ 1500698 w 1795373"/>
                  <a:gd name="connsiteY123" fmla="*/ 0 h 1584784"/>
                  <a:gd name="connsiteX124" fmla="*/ 1694207 w 1795373"/>
                  <a:gd name="connsiteY124" fmla="*/ 195686 h 1584784"/>
                  <a:gd name="connsiteX125" fmla="*/ 1707490 w 1795373"/>
                  <a:gd name="connsiteY125" fmla="*/ 209237 h 1584784"/>
                  <a:gd name="connsiteX126" fmla="*/ 1694207 w 1795373"/>
                  <a:gd name="connsiteY126" fmla="*/ 222386 h 1584784"/>
                  <a:gd name="connsiteX127" fmla="*/ 1532353 w 1795373"/>
                  <a:gd name="connsiteY127" fmla="*/ 380780 h 1584784"/>
                  <a:gd name="connsiteX128" fmla="*/ 1527832 w 1795373"/>
                  <a:gd name="connsiteY128" fmla="*/ 369440 h 1584784"/>
                  <a:gd name="connsiteX129" fmla="*/ 1524745 w 1795373"/>
                  <a:gd name="connsiteY129" fmla="*/ 388225 h 1584784"/>
                  <a:gd name="connsiteX130" fmla="*/ 1532353 w 1795373"/>
                  <a:gd name="connsiteY130" fmla="*/ 380780 h 1584784"/>
                  <a:gd name="connsiteX131" fmla="*/ 1556559 w 1795373"/>
                  <a:gd name="connsiteY131" fmla="*/ 441492 h 1584784"/>
                  <a:gd name="connsiteX132" fmla="*/ 1546214 w 1795373"/>
                  <a:gd name="connsiteY132" fmla="*/ 441357 h 1584784"/>
                  <a:gd name="connsiteX133" fmla="*/ 1560571 w 1795373"/>
                  <a:gd name="connsiteY133" fmla="*/ 451555 h 1584784"/>
                  <a:gd name="connsiteX134" fmla="*/ 1556559 w 1795373"/>
                  <a:gd name="connsiteY134" fmla="*/ 441492 h 1584784"/>
                  <a:gd name="connsiteX135" fmla="*/ 1783298 w 1795373"/>
                  <a:gd name="connsiteY135" fmla="*/ 444444 h 1584784"/>
                  <a:gd name="connsiteX136" fmla="*/ 1795373 w 1795373"/>
                  <a:gd name="connsiteY136" fmla="*/ 444578 h 1584784"/>
                  <a:gd name="connsiteX137" fmla="*/ 1795239 w 1795373"/>
                  <a:gd name="connsiteY137" fmla="*/ 456385 h 1584784"/>
                  <a:gd name="connsiteX138" fmla="*/ 1792959 w 1795373"/>
                  <a:gd name="connsiteY138" fmla="*/ 568554 h 1584784"/>
                  <a:gd name="connsiteX139" fmla="*/ 1790275 w 1795373"/>
                  <a:gd name="connsiteY139" fmla="*/ 679917 h 1584784"/>
                  <a:gd name="connsiteX140" fmla="*/ 1784506 w 1795373"/>
                  <a:gd name="connsiteY140" fmla="*/ 898351 h 1584784"/>
                  <a:gd name="connsiteX141" fmla="*/ 1550983 w 1795373"/>
                  <a:gd name="connsiteY141" fmla="*/ 904124 h 1584784"/>
                  <a:gd name="connsiteX142" fmla="*/ 1552922 w 1795373"/>
                  <a:gd name="connsiteY142" fmla="*/ 899157 h 1584784"/>
                  <a:gd name="connsiteX143" fmla="*/ 1545677 w 1795373"/>
                  <a:gd name="connsiteY143" fmla="*/ 904255 h 1584784"/>
                  <a:gd name="connsiteX144" fmla="*/ 1550983 w 1795373"/>
                  <a:gd name="connsiteY144" fmla="*/ 904124 h 1584784"/>
                  <a:gd name="connsiteX145" fmla="*/ 1523686 w 1795373"/>
                  <a:gd name="connsiteY145" fmla="*/ 974035 h 1584784"/>
                  <a:gd name="connsiteX146" fmla="*/ 1519379 w 1795373"/>
                  <a:gd name="connsiteY146" fmla="*/ 969867 h 1584784"/>
                  <a:gd name="connsiteX147" fmla="*/ 1521123 w 1795373"/>
                  <a:gd name="connsiteY147" fmla="*/ 980600 h 1584784"/>
                  <a:gd name="connsiteX148" fmla="*/ 1523686 w 1795373"/>
                  <a:gd name="connsiteY148" fmla="*/ 974035 h 1584784"/>
                  <a:gd name="connsiteX149" fmla="*/ 1689779 w 1795373"/>
                  <a:gd name="connsiteY149" fmla="*/ 1134766 h 1584784"/>
                  <a:gd name="connsiteX150" fmla="*/ 1699172 w 1795373"/>
                  <a:gd name="connsiteY150" fmla="*/ 1143889 h 1584784"/>
                  <a:gd name="connsiteX151" fmla="*/ 1689779 w 1795373"/>
                  <a:gd name="connsiteY151" fmla="*/ 1153550 h 1584784"/>
                  <a:gd name="connsiteX152" fmla="*/ 1382119 w 1795373"/>
                  <a:gd name="connsiteY152" fmla="*/ 1469528 h 1584784"/>
                  <a:gd name="connsiteX153" fmla="*/ 1368836 w 1795373"/>
                  <a:gd name="connsiteY153" fmla="*/ 1483079 h 1584784"/>
                  <a:gd name="connsiteX154" fmla="*/ 1355150 w 1795373"/>
                  <a:gd name="connsiteY154" fmla="*/ 1469528 h 1584784"/>
                  <a:gd name="connsiteX155" fmla="*/ 1196314 w 1795373"/>
                  <a:gd name="connsiteY155" fmla="*/ 1313465 h 1584784"/>
                  <a:gd name="connsiteX156" fmla="*/ 1210512 w 1795373"/>
                  <a:gd name="connsiteY156" fmla="*/ 1307446 h 1584784"/>
                  <a:gd name="connsiteX157" fmla="*/ 1186092 w 1795373"/>
                  <a:gd name="connsiteY157" fmla="*/ 1303421 h 1584784"/>
                  <a:gd name="connsiteX158" fmla="*/ 1196314 w 1795373"/>
                  <a:gd name="connsiteY158" fmla="*/ 1313465 h 1584784"/>
                  <a:gd name="connsiteX159" fmla="*/ 1143557 w 1795373"/>
                  <a:gd name="connsiteY159" fmla="*/ 1335829 h 1584784"/>
                  <a:gd name="connsiteX160" fmla="*/ 1143426 w 1795373"/>
                  <a:gd name="connsiteY160" fmla="*/ 1321400 h 1584784"/>
                  <a:gd name="connsiteX161" fmla="*/ 1128532 w 1795373"/>
                  <a:gd name="connsiteY161" fmla="*/ 1342198 h 1584784"/>
                  <a:gd name="connsiteX162" fmla="*/ 1143557 w 1795373"/>
                  <a:gd name="connsiteY162" fmla="*/ 1335829 h 1584784"/>
                  <a:gd name="connsiteX163" fmla="*/ 1145573 w 1795373"/>
                  <a:gd name="connsiteY163" fmla="*/ 1558485 h 1584784"/>
                  <a:gd name="connsiteX164" fmla="*/ 1145840 w 1795373"/>
                  <a:gd name="connsiteY164" fmla="*/ 1582502 h 1584784"/>
                  <a:gd name="connsiteX165" fmla="*/ 1121555 w 1795373"/>
                  <a:gd name="connsiteY165" fmla="*/ 1582636 h 1584784"/>
                  <a:gd name="connsiteX166" fmla="*/ 680661 w 1795373"/>
                  <a:gd name="connsiteY166" fmla="*/ 1584648 h 1584784"/>
                  <a:gd name="connsiteX167" fmla="*/ 654632 w 1795373"/>
                  <a:gd name="connsiteY167" fmla="*/ 1584784 h 1584784"/>
                  <a:gd name="connsiteX168" fmla="*/ 654632 w 1795373"/>
                  <a:gd name="connsiteY168" fmla="*/ 1558619 h 1584784"/>
                  <a:gd name="connsiteX169" fmla="*/ 654632 w 1795373"/>
                  <a:gd name="connsiteY169" fmla="*/ 1338930 h 1584784"/>
                  <a:gd name="connsiteX170" fmla="*/ 672208 w 1795373"/>
                  <a:gd name="connsiteY170" fmla="*/ 1346223 h 1584784"/>
                  <a:gd name="connsiteX171" fmla="*/ 654632 w 1795373"/>
                  <a:gd name="connsiteY171" fmla="*/ 1321535 h 1584784"/>
                  <a:gd name="connsiteX172" fmla="*/ 654632 w 1795373"/>
                  <a:gd name="connsiteY172" fmla="*/ 1338930 h 1584784"/>
                  <a:gd name="connsiteX173" fmla="*/ 606999 w 1795373"/>
                  <a:gd name="connsiteY173" fmla="*/ 1319167 h 1584784"/>
                  <a:gd name="connsiteX174" fmla="*/ 619344 w 1795373"/>
                  <a:gd name="connsiteY174" fmla="*/ 1306911 h 1584784"/>
                  <a:gd name="connsiteX175" fmla="*/ 589424 w 1795373"/>
                  <a:gd name="connsiteY175" fmla="*/ 1311874 h 1584784"/>
                  <a:gd name="connsiteX176" fmla="*/ 606999 w 1795373"/>
                  <a:gd name="connsiteY176" fmla="*/ 1319167 h 1584784"/>
                  <a:gd name="connsiteX177" fmla="*/ 451090 w 1795373"/>
                  <a:gd name="connsiteY177" fmla="*/ 1473956 h 1584784"/>
                  <a:gd name="connsiteX178" fmla="*/ 433111 w 1795373"/>
                  <a:gd name="connsiteY178" fmla="*/ 1491801 h 1584784"/>
                  <a:gd name="connsiteX179" fmla="*/ 415400 w 1795373"/>
                  <a:gd name="connsiteY179" fmla="*/ 1473956 h 1584784"/>
                  <a:gd name="connsiteX180" fmla="*/ 105192 w 1795373"/>
                  <a:gd name="connsiteY180" fmla="*/ 1160661 h 1584784"/>
                  <a:gd name="connsiteX181" fmla="*/ 88957 w 1795373"/>
                  <a:gd name="connsiteY181" fmla="*/ 1144292 h 1584784"/>
                  <a:gd name="connsiteX182" fmla="*/ 105192 w 1795373"/>
                  <a:gd name="connsiteY182" fmla="*/ 1128191 h 1584784"/>
                  <a:gd name="connsiteX183" fmla="*/ 263584 w 1795373"/>
                  <a:gd name="connsiteY183" fmla="*/ 971565 h 1584784"/>
                  <a:gd name="connsiteX184" fmla="*/ 269554 w 1795373"/>
                  <a:gd name="connsiteY184" fmla="*/ 986370 h 1584784"/>
                  <a:gd name="connsiteX185" fmla="*/ 273714 w 1795373"/>
                  <a:gd name="connsiteY185" fmla="*/ 961547 h 1584784"/>
                  <a:gd name="connsiteX186" fmla="*/ 263584 w 1795373"/>
                  <a:gd name="connsiteY186" fmla="*/ 971565 h 1584784"/>
                  <a:gd name="connsiteX187" fmla="*/ 241966 w 1795373"/>
                  <a:gd name="connsiteY187" fmla="*/ 917955 h 1584784"/>
                  <a:gd name="connsiteX188" fmla="*/ 256137 w 1795373"/>
                  <a:gd name="connsiteY188" fmla="*/ 918075 h 1584784"/>
                  <a:gd name="connsiteX189" fmla="*/ 236279 w 1795373"/>
                  <a:gd name="connsiteY189" fmla="*/ 903853 h 1584784"/>
                  <a:gd name="connsiteX190" fmla="*/ 241966 w 1795373"/>
                  <a:gd name="connsiteY190" fmla="*/ 917955 h 1584784"/>
                  <a:gd name="connsiteX191" fmla="*/ 19053 w 1795373"/>
                  <a:gd name="connsiteY191" fmla="*/ 916062 h 1584784"/>
                  <a:gd name="connsiteX192" fmla="*/ 0 w 1795373"/>
                  <a:gd name="connsiteY192" fmla="*/ 915929 h 1584784"/>
                  <a:gd name="connsiteX193" fmla="*/ 268 w 1795373"/>
                  <a:gd name="connsiteY193" fmla="*/ 897279 h 1584784"/>
                  <a:gd name="connsiteX194" fmla="*/ 5770 w 1795373"/>
                  <a:gd name="connsiteY194" fmla="*/ 456385 h 1584784"/>
                  <a:gd name="connsiteX195" fmla="*/ 5904 w 1795373"/>
                  <a:gd name="connsiteY195" fmla="*/ 442833 h 1584784"/>
                  <a:gd name="connsiteX196" fmla="*/ 19053 w 1795373"/>
                  <a:gd name="connsiteY196" fmla="*/ 442968 h 1584784"/>
                  <a:gd name="connsiteX197" fmla="*/ 249193 w 1795373"/>
                  <a:gd name="connsiteY197" fmla="*/ 445573 h 1584784"/>
                  <a:gd name="connsiteX198" fmla="*/ 246074 w 1795373"/>
                  <a:gd name="connsiteY198" fmla="*/ 452896 h 1584784"/>
                  <a:gd name="connsiteX199" fmla="*/ 256137 w 1795373"/>
                  <a:gd name="connsiteY199" fmla="*/ 445652 h 1584784"/>
                  <a:gd name="connsiteX200" fmla="*/ 249193 w 1795373"/>
                  <a:gd name="connsiteY200" fmla="*/ 445573 h 1584784"/>
                  <a:gd name="connsiteX201" fmla="*/ 277673 w 1795373"/>
                  <a:gd name="connsiteY201" fmla="*/ 378714 h 1584784"/>
                  <a:gd name="connsiteX202" fmla="*/ 282301 w 1795373"/>
                  <a:gd name="connsiteY202" fmla="*/ 383394 h 1584784"/>
                  <a:gd name="connsiteX203" fmla="*/ 280423 w 1795373"/>
                  <a:gd name="connsiteY203" fmla="*/ 372258 h 1584784"/>
                  <a:gd name="connsiteX204" fmla="*/ 277673 w 1795373"/>
                  <a:gd name="connsiteY204" fmla="*/ 378714 h 1584784"/>
                  <a:gd name="connsiteX205" fmla="*/ 115657 w 1795373"/>
                  <a:gd name="connsiteY205" fmla="*/ 214873 h 1584784"/>
                  <a:gd name="connsiteX206" fmla="*/ 109754 w 1795373"/>
                  <a:gd name="connsiteY206" fmla="*/ 208969 h 1584784"/>
                  <a:gd name="connsiteX207" fmla="*/ 115657 w 1795373"/>
                  <a:gd name="connsiteY207" fmla="*/ 203065 h 1584784"/>
                  <a:gd name="connsiteX208" fmla="*/ 272237 w 1795373"/>
                  <a:gd name="connsiteY208" fmla="*/ 47827 h 1584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</a:cxnLst>
                <a:rect l="l" t="t" r="r" b="b"/>
                <a:pathLst>
                  <a:path w="1795373" h="1584784">
                    <a:moveTo>
                      <a:pt x="1099592" y="0"/>
                    </a:moveTo>
                    <a:lnTo>
                      <a:pt x="1143110" y="0"/>
                    </a:lnTo>
                    <a:lnTo>
                      <a:pt x="1143209" y="17379"/>
                    </a:lnTo>
                    <a:lnTo>
                      <a:pt x="1128532" y="11331"/>
                    </a:lnTo>
                    <a:lnTo>
                      <a:pt x="1143291" y="31861"/>
                    </a:lnTo>
                    <a:lnTo>
                      <a:pt x="1143209" y="17379"/>
                    </a:lnTo>
                    <a:lnTo>
                      <a:pt x="1196121" y="39182"/>
                    </a:lnTo>
                    <a:lnTo>
                      <a:pt x="1185825" y="49437"/>
                    </a:lnTo>
                    <a:lnTo>
                      <a:pt x="1210915" y="45278"/>
                    </a:lnTo>
                    <a:lnTo>
                      <a:pt x="1196121" y="39182"/>
                    </a:lnTo>
                    <a:lnTo>
                      <a:pt x="1235460" y="0"/>
                    </a:lnTo>
                    <a:lnTo>
                      <a:pt x="1295724" y="0"/>
                    </a:lnTo>
                    <a:lnTo>
                      <a:pt x="1216416" y="79626"/>
                    </a:lnTo>
                    <a:lnTo>
                      <a:pt x="1205413" y="90763"/>
                    </a:lnTo>
                    <a:lnTo>
                      <a:pt x="1191325" y="83785"/>
                    </a:lnTo>
                    <a:cubicBezTo>
                      <a:pt x="1166369" y="71442"/>
                      <a:pt x="1140607" y="60841"/>
                      <a:pt x="1114175" y="51718"/>
                    </a:cubicBezTo>
                    <a:lnTo>
                      <a:pt x="1099417" y="46619"/>
                    </a:lnTo>
                    <a:lnTo>
                      <a:pt x="1099417" y="31055"/>
                    </a:lnTo>
                    <a:close/>
                    <a:moveTo>
                      <a:pt x="523859" y="0"/>
                    </a:moveTo>
                    <a:lnTo>
                      <a:pt x="549205" y="0"/>
                    </a:lnTo>
                    <a:lnTo>
                      <a:pt x="603181" y="53077"/>
                    </a:lnTo>
                    <a:lnTo>
                      <a:pt x="596669" y="55877"/>
                    </a:lnTo>
                    <a:lnTo>
                      <a:pt x="607939" y="57756"/>
                    </a:lnTo>
                    <a:lnTo>
                      <a:pt x="603181" y="53077"/>
                    </a:lnTo>
                    <a:lnTo>
                      <a:pt x="669558" y="24534"/>
                    </a:lnTo>
                    <a:lnTo>
                      <a:pt x="669660" y="31726"/>
                    </a:lnTo>
                    <a:lnTo>
                      <a:pt x="677173" y="21260"/>
                    </a:lnTo>
                    <a:lnTo>
                      <a:pt x="669558" y="24534"/>
                    </a:lnTo>
                    <a:lnTo>
                      <a:pt x="669211" y="0"/>
                    </a:lnTo>
                    <a:lnTo>
                      <a:pt x="691836" y="0"/>
                    </a:lnTo>
                    <a:lnTo>
                      <a:pt x="691396" y="31055"/>
                    </a:lnTo>
                    <a:lnTo>
                      <a:pt x="691261" y="39106"/>
                    </a:lnTo>
                    <a:lnTo>
                      <a:pt x="683881" y="41520"/>
                    </a:lnTo>
                    <a:cubicBezTo>
                      <a:pt x="656912" y="50241"/>
                      <a:pt x="630480" y="60707"/>
                      <a:pt x="604854" y="72782"/>
                    </a:cubicBezTo>
                    <a:lnTo>
                      <a:pt x="598414" y="75869"/>
                    </a:lnTo>
                    <a:lnTo>
                      <a:pt x="593583" y="70905"/>
                    </a:lnTo>
                    <a:close/>
                    <a:moveTo>
                      <a:pt x="319818" y="0"/>
                    </a:moveTo>
                    <a:lnTo>
                      <a:pt x="339951" y="0"/>
                    </a:lnTo>
                    <a:lnTo>
                      <a:pt x="282301" y="57353"/>
                    </a:lnTo>
                    <a:lnTo>
                      <a:pt x="132974" y="207971"/>
                    </a:lnTo>
                    <a:lnTo>
                      <a:pt x="127063" y="202125"/>
                    </a:lnTo>
                    <a:lnTo>
                      <a:pt x="127063" y="213933"/>
                    </a:lnTo>
                    <a:lnTo>
                      <a:pt x="132974" y="207971"/>
                    </a:lnTo>
                    <a:lnTo>
                      <a:pt x="295584" y="368769"/>
                    </a:lnTo>
                    <a:lnTo>
                      <a:pt x="300414" y="373465"/>
                    </a:lnTo>
                    <a:lnTo>
                      <a:pt x="297329" y="379772"/>
                    </a:lnTo>
                    <a:cubicBezTo>
                      <a:pt x="285119" y="405400"/>
                      <a:pt x="274653" y="431832"/>
                      <a:pt x="265798" y="458665"/>
                    </a:cubicBezTo>
                    <a:lnTo>
                      <a:pt x="263516" y="465777"/>
                    </a:lnTo>
                    <a:lnTo>
                      <a:pt x="255734" y="465911"/>
                    </a:lnTo>
                    <a:lnTo>
                      <a:pt x="32234" y="468440"/>
                    </a:lnTo>
                    <a:lnTo>
                      <a:pt x="32068" y="455177"/>
                    </a:lnTo>
                    <a:lnTo>
                      <a:pt x="18650" y="468594"/>
                    </a:lnTo>
                    <a:lnTo>
                      <a:pt x="32234" y="468440"/>
                    </a:lnTo>
                    <a:lnTo>
                      <a:pt x="37331" y="876993"/>
                    </a:lnTo>
                    <a:lnTo>
                      <a:pt x="18650" y="877152"/>
                    </a:lnTo>
                    <a:lnTo>
                      <a:pt x="37569" y="896071"/>
                    </a:lnTo>
                    <a:lnTo>
                      <a:pt x="37331" y="876993"/>
                    </a:lnTo>
                    <a:lnTo>
                      <a:pt x="255734" y="875140"/>
                    </a:lnTo>
                    <a:lnTo>
                      <a:pt x="270494" y="875006"/>
                    </a:lnTo>
                    <a:lnTo>
                      <a:pt x="275458" y="889363"/>
                    </a:lnTo>
                    <a:cubicBezTo>
                      <a:pt x="284715" y="915661"/>
                      <a:pt x="295584" y="941422"/>
                      <a:pt x="308063" y="966378"/>
                    </a:cubicBezTo>
                    <a:lnTo>
                      <a:pt x="314905" y="980063"/>
                    </a:lnTo>
                    <a:lnTo>
                      <a:pt x="303902" y="991200"/>
                    </a:lnTo>
                    <a:lnTo>
                      <a:pt x="153356" y="1143322"/>
                    </a:lnTo>
                    <a:lnTo>
                      <a:pt x="137126" y="1127251"/>
                    </a:lnTo>
                    <a:lnTo>
                      <a:pt x="137126" y="1159722"/>
                    </a:lnTo>
                    <a:lnTo>
                      <a:pt x="153356" y="1143322"/>
                    </a:lnTo>
                    <a:lnTo>
                      <a:pt x="432490" y="1419707"/>
                    </a:lnTo>
                    <a:lnTo>
                      <a:pt x="414865" y="1437460"/>
                    </a:lnTo>
                    <a:lnTo>
                      <a:pt x="450419" y="1437460"/>
                    </a:lnTo>
                    <a:lnTo>
                      <a:pt x="432490" y="1419707"/>
                    </a:lnTo>
                    <a:lnTo>
                      <a:pt x="581910" y="1269207"/>
                    </a:lnTo>
                    <a:lnTo>
                      <a:pt x="595060" y="1256058"/>
                    </a:lnTo>
                    <a:lnTo>
                      <a:pt x="611831" y="1264243"/>
                    </a:lnTo>
                    <a:cubicBezTo>
                      <a:pt x="636653" y="1276452"/>
                      <a:pt x="662281" y="1286918"/>
                      <a:pt x="688577" y="1295908"/>
                    </a:cubicBezTo>
                    <a:lnTo>
                      <a:pt x="706155" y="1301945"/>
                    </a:lnTo>
                    <a:lnTo>
                      <a:pt x="706155" y="1320595"/>
                    </a:lnTo>
                    <a:lnTo>
                      <a:pt x="706155" y="1531769"/>
                    </a:lnTo>
                    <a:lnTo>
                      <a:pt x="680126" y="1531650"/>
                    </a:lnTo>
                    <a:lnTo>
                      <a:pt x="706155" y="1557681"/>
                    </a:lnTo>
                    <a:lnTo>
                      <a:pt x="706155" y="1531769"/>
                    </a:lnTo>
                    <a:lnTo>
                      <a:pt x="1097220" y="1533554"/>
                    </a:lnTo>
                    <a:lnTo>
                      <a:pt x="1097001" y="1557681"/>
                    </a:lnTo>
                    <a:lnTo>
                      <a:pt x="1121019" y="1533663"/>
                    </a:lnTo>
                    <a:lnTo>
                      <a:pt x="1097220" y="1533554"/>
                    </a:lnTo>
                    <a:lnTo>
                      <a:pt x="1099148" y="1320595"/>
                    </a:lnTo>
                    <a:lnTo>
                      <a:pt x="1099283" y="1304629"/>
                    </a:lnTo>
                    <a:lnTo>
                      <a:pt x="1114041" y="1299799"/>
                    </a:lnTo>
                    <a:cubicBezTo>
                      <a:pt x="1140474" y="1291078"/>
                      <a:pt x="1166504" y="1280612"/>
                      <a:pt x="1191594" y="1268536"/>
                    </a:cubicBezTo>
                    <a:lnTo>
                      <a:pt x="1205413" y="1261827"/>
                    </a:lnTo>
                    <a:lnTo>
                      <a:pt x="1215879" y="1272561"/>
                    </a:lnTo>
                    <a:lnTo>
                      <a:pt x="1368799" y="1428200"/>
                    </a:lnTo>
                    <a:lnTo>
                      <a:pt x="1355016" y="1441621"/>
                    </a:lnTo>
                    <a:lnTo>
                      <a:pt x="1381985" y="1441621"/>
                    </a:lnTo>
                    <a:lnTo>
                      <a:pt x="1368799" y="1428200"/>
                    </a:lnTo>
                    <a:lnTo>
                      <a:pt x="1661703" y="1143009"/>
                    </a:lnTo>
                    <a:lnTo>
                      <a:pt x="1670995" y="1152611"/>
                    </a:lnTo>
                    <a:lnTo>
                      <a:pt x="1670995" y="1133961"/>
                    </a:lnTo>
                    <a:lnTo>
                      <a:pt x="1661703" y="1143009"/>
                    </a:lnTo>
                    <a:lnTo>
                      <a:pt x="1506096" y="982209"/>
                    </a:lnTo>
                    <a:lnTo>
                      <a:pt x="1501400" y="977246"/>
                    </a:lnTo>
                    <a:lnTo>
                      <a:pt x="1504351" y="971476"/>
                    </a:lnTo>
                    <a:cubicBezTo>
                      <a:pt x="1517366" y="946252"/>
                      <a:pt x="1528771" y="920087"/>
                      <a:pt x="1538431" y="893387"/>
                    </a:cubicBezTo>
                    <a:lnTo>
                      <a:pt x="1540310" y="888155"/>
                    </a:lnTo>
                    <a:lnTo>
                      <a:pt x="1545543" y="888289"/>
                    </a:lnTo>
                    <a:lnTo>
                      <a:pt x="1781017" y="894863"/>
                    </a:lnTo>
                    <a:lnTo>
                      <a:pt x="1775651" y="673208"/>
                    </a:lnTo>
                    <a:lnTo>
                      <a:pt x="1772966" y="563992"/>
                    </a:lnTo>
                    <a:lnTo>
                      <a:pt x="1770943" y="467809"/>
                    </a:lnTo>
                    <a:lnTo>
                      <a:pt x="1782761" y="467656"/>
                    </a:lnTo>
                    <a:lnTo>
                      <a:pt x="1770686" y="455579"/>
                    </a:lnTo>
                    <a:lnTo>
                      <a:pt x="1770943" y="467809"/>
                    </a:lnTo>
                    <a:lnTo>
                      <a:pt x="1545677" y="470742"/>
                    </a:lnTo>
                    <a:lnTo>
                      <a:pt x="1535077" y="470876"/>
                    </a:lnTo>
                    <a:lnTo>
                      <a:pt x="1531320" y="460410"/>
                    </a:lnTo>
                    <a:cubicBezTo>
                      <a:pt x="1521794" y="433844"/>
                      <a:pt x="1510792" y="407948"/>
                      <a:pt x="1498046" y="382993"/>
                    </a:cubicBezTo>
                    <a:lnTo>
                      <a:pt x="1492813" y="372795"/>
                    </a:lnTo>
                    <a:lnTo>
                      <a:pt x="1501132" y="364341"/>
                    </a:lnTo>
                    <a:lnTo>
                      <a:pt x="1653625" y="208518"/>
                    </a:lnTo>
                    <a:lnTo>
                      <a:pt x="1666970" y="221715"/>
                    </a:lnTo>
                    <a:lnTo>
                      <a:pt x="1666970" y="194881"/>
                    </a:lnTo>
                    <a:lnTo>
                      <a:pt x="1653625" y="208518"/>
                    </a:lnTo>
                    <a:lnTo>
                      <a:pt x="1442761" y="0"/>
                    </a:lnTo>
                    <a:lnTo>
                      <a:pt x="1500698" y="0"/>
                    </a:lnTo>
                    <a:lnTo>
                      <a:pt x="1694207" y="195686"/>
                    </a:lnTo>
                    <a:lnTo>
                      <a:pt x="1707490" y="209237"/>
                    </a:lnTo>
                    <a:lnTo>
                      <a:pt x="1694207" y="222386"/>
                    </a:lnTo>
                    <a:lnTo>
                      <a:pt x="1532353" y="380780"/>
                    </a:lnTo>
                    <a:lnTo>
                      <a:pt x="1527832" y="369440"/>
                    </a:lnTo>
                    <a:lnTo>
                      <a:pt x="1524745" y="388225"/>
                    </a:lnTo>
                    <a:lnTo>
                      <a:pt x="1532353" y="380780"/>
                    </a:lnTo>
                    <a:lnTo>
                      <a:pt x="1556559" y="441492"/>
                    </a:lnTo>
                    <a:lnTo>
                      <a:pt x="1546214" y="441357"/>
                    </a:lnTo>
                    <a:lnTo>
                      <a:pt x="1560571" y="451555"/>
                    </a:lnTo>
                    <a:lnTo>
                      <a:pt x="1556559" y="441492"/>
                    </a:lnTo>
                    <a:lnTo>
                      <a:pt x="1783298" y="444444"/>
                    </a:lnTo>
                    <a:lnTo>
                      <a:pt x="1795373" y="444578"/>
                    </a:lnTo>
                    <a:lnTo>
                      <a:pt x="1795239" y="456385"/>
                    </a:lnTo>
                    <a:cubicBezTo>
                      <a:pt x="1794837" y="493818"/>
                      <a:pt x="1793763" y="531253"/>
                      <a:pt x="1792959" y="568554"/>
                    </a:cubicBezTo>
                    <a:lnTo>
                      <a:pt x="1790275" y="679917"/>
                    </a:lnTo>
                    <a:lnTo>
                      <a:pt x="1784506" y="898351"/>
                    </a:lnTo>
                    <a:lnTo>
                      <a:pt x="1550983" y="904124"/>
                    </a:lnTo>
                    <a:lnTo>
                      <a:pt x="1552922" y="899157"/>
                    </a:lnTo>
                    <a:lnTo>
                      <a:pt x="1545677" y="904255"/>
                    </a:lnTo>
                    <a:lnTo>
                      <a:pt x="1550983" y="904124"/>
                    </a:lnTo>
                    <a:lnTo>
                      <a:pt x="1523686" y="974035"/>
                    </a:lnTo>
                    <a:lnTo>
                      <a:pt x="1519379" y="969867"/>
                    </a:lnTo>
                    <a:lnTo>
                      <a:pt x="1521123" y="980600"/>
                    </a:lnTo>
                    <a:lnTo>
                      <a:pt x="1523686" y="974035"/>
                    </a:lnTo>
                    <a:lnTo>
                      <a:pt x="1689779" y="1134766"/>
                    </a:lnTo>
                    <a:lnTo>
                      <a:pt x="1699172" y="1143889"/>
                    </a:lnTo>
                    <a:lnTo>
                      <a:pt x="1689779" y="1153550"/>
                    </a:lnTo>
                    <a:cubicBezTo>
                      <a:pt x="1587137" y="1258876"/>
                      <a:pt x="1485300" y="1364738"/>
                      <a:pt x="1382119" y="1469528"/>
                    </a:cubicBezTo>
                    <a:lnTo>
                      <a:pt x="1368836" y="1483079"/>
                    </a:lnTo>
                    <a:lnTo>
                      <a:pt x="1355150" y="1469528"/>
                    </a:lnTo>
                    <a:lnTo>
                      <a:pt x="1196314" y="1313465"/>
                    </a:lnTo>
                    <a:lnTo>
                      <a:pt x="1210512" y="1307446"/>
                    </a:lnTo>
                    <a:lnTo>
                      <a:pt x="1186092" y="1303421"/>
                    </a:lnTo>
                    <a:lnTo>
                      <a:pt x="1196314" y="1313465"/>
                    </a:lnTo>
                    <a:lnTo>
                      <a:pt x="1143557" y="1335829"/>
                    </a:lnTo>
                    <a:lnTo>
                      <a:pt x="1143426" y="1321400"/>
                    </a:lnTo>
                    <a:lnTo>
                      <a:pt x="1128532" y="1342198"/>
                    </a:lnTo>
                    <a:lnTo>
                      <a:pt x="1143557" y="1335829"/>
                    </a:lnTo>
                    <a:lnTo>
                      <a:pt x="1145573" y="1558485"/>
                    </a:lnTo>
                    <a:lnTo>
                      <a:pt x="1145840" y="1582502"/>
                    </a:lnTo>
                    <a:lnTo>
                      <a:pt x="1121555" y="1582636"/>
                    </a:lnTo>
                    <a:lnTo>
                      <a:pt x="680661" y="1584648"/>
                    </a:lnTo>
                    <a:lnTo>
                      <a:pt x="654632" y="1584784"/>
                    </a:lnTo>
                    <a:lnTo>
                      <a:pt x="654632" y="1558619"/>
                    </a:lnTo>
                    <a:lnTo>
                      <a:pt x="654632" y="1338930"/>
                    </a:lnTo>
                    <a:lnTo>
                      <a:pt x="672208" y="1346223"/>
                    </a:lnTo>
                    <a:lnTo>
                      <a:pt x="654632" y="1321535"/>
                    </a:lnTo>
                    <a:lnTo>
                      <a:pt x="654632" y="1338930"/>
                    </a:lnTo>
                    <a:lnTo>
                      <a:pt x="606999" y="1319167"/>
                    </a:lnTo>
                    <a:lnTo>
                      <a:pt x="619344" y="1306911"/>
                    </a:lnTo>
                    <a:lnTo>
                      <a:pt x="589424" y="1311874"/>
                    </a:lnTo>
                    <a:lnTo>
                      <a:pt x="606999" y="1319167"/>
                    </a:lnTo>
                    <a:lnTo>
                      <a:pt x="451090" y="1473956"/>
                    </a:lnTo>
                    <a:lnTo>
                      <a:pt x="433111" y="1491801"/>
                    </a:lnTo>
                    <a:lnTo>
                      <a:pt x="415400" y="1473956"/>
                    </a:lnTo>
                    <a:lnTo>
                      <a:pt x="105192" y="1160661"/>
                    </a:lnTo>
                    <a:lnTo>
                      <a:pt x="88957" y="1144292"/>
                    </a:lnTo>
                    <a:lnTo>
                      <a:pt x="105192" y="1128191"/>
                    </a:lnTo>
                    <a:lnTo>
                      <a:pt x="263584" y="971565"/>
                    </a:lnTo>
                    <a:lnTo>
                      <a:pt x="269554" y="986370"/>
                    </a:lnTo>
                    <a:lnTo>
                      <a:pt x="273714" y="961547"/>
                    </a:lnTo>
                    <a:lnTo>
                      <a:pt x="263584" y="971565"/>
                    </a:lnTo>
                    <a:lnTo>
                      <a:pt x="241966" y="917955"/>
                    </a:lnTo>
                    <a:lnTo>
                      <a:pt x="256137" y="918075"/>
                    </a:lnTo>
                    <a:lnTo>
                      <a:pt x="236279" y="903853"/>
                    </a:lnTo>
                    <a:lnTo>
                      <a:pt x="241966" y="917955"/>
                    </a:lnTo>
                    <a:lnTo>
                      <a:pt x="19053" y="916062"/>
                    </a:lnTo>
                    <a:lnTo>
                      <a:pt x="0" y="915929"/>
                    </a:lnTo>
                    <a:lnTo>
                      <a:pt x="268" y="897279"/>
                    </a:lnTo>
                    <a:lnTo>
                      <a:pt x="5770" y="456385"/>
                    </a:lnTo>
                    <a:lnTo>
                      <a:pt x="5904" y="442833"/>
                    </a:lnTo>
                    <a:lnTo>
                      <a:pt x="19053" y="442968"/>
                    </a:lnTo>
                    <a:lnTo>
                      <a:pt x="249193" y="445573"/>
                    </a:lnTo>
                    <a:lnTo>
                      <a:pt x="246074" y="452896"/>
                    </a:lnTo>
                    <a:lnTo>
                      <a:pt x="256137" y="445652"/>
                    </a:lnTo>
                    <a:lnTo>
                      <a:pt x="249193" y="445573"/>
                    </a:lnTo>
                    <a:lnTo>
                      <a:pt x="277673" y="378714"/>
                    </a:lnTo>
                    <a:lnTo>
                      <a:pt x="282301" y="383394"/>
                    </a:lnTo>
                    <a:lnTo>
                      <a:pt x="280423" y="372258"/>
                    </a:lnTo>
                    <a:lnTo>
                      <a:pt x="277673" y="378714"/>
                    </a:lnTo>
                    <a:lnTo>
                      <a:pt x="115657" y="214873"/>
                    </a:lnTo>
                    <a:lnTo>
                      <a:pt x="109754" y="208969"/>
                    </a:lnTo>
                    <a:lnTo>
                      <a:pt x="115657" y="203065"/>
                    </a:lnTo>
                    <a:lnTo>
                      <a:pt x="272237" y="47827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8" name="任意多边形 117" descr="b970faf2-4417-4c0c-84ac-3b08ac886a76"/>
              <p:cNvSpPr/>
              <p:nvPr/>
            </p:nvSpPr>
            <p:spPr>
              <a:xfrm>
                <a:off x="7500802" y="214739"/>
                <a:ext cx="941868" cy="911574"/>
              </a:xfrm>
              <a:custGeom>
                <a:avLst/>
                <a:gdLst>
                  <a:gd name="connsiteX0" fmla="*/ 328750 w 661287"/>
                  <a:gd name="connsiteY0" fmla="*/ 640017 h 640017"/>
                  <a:gd name="connsiteX1" fmla="*/ 98705 w 661287"/>
                  <a:gd name="connsiteY1" fmla="*/ 553915 h 640017"/>
                  <a:gd name="connsiteX2" fmla="*/ 24379 w 661287"/>
                  <a:gd name="connsiteY2" fmla="*/ 450009 h 640017"/>
                  <a:gd name="connsiteX3" fmla="*/ 74 w 661287"/>
                  <a:gd name="connsiteY3" fmla="*/ 323965 h 640017"/>
                  <a:gd name="connsiteX4" fmla="*/ 29466 w 661287"/>
                  <a:gd name="connsiteY4" fmla="*/ 199994 h 640017"/>
                  <a:gd name="connsiteX5" fmla="*/ 44162 w 661287"/>
                  <a:gd name="connsiteY5" fmla="*/ 171827 h 640017"/>
                  <a:gd name="connsiteX6" fmla="*/ 61495 w 661287"/>
                  <a:gd name="connsiteY6" fmla="*/ 145356 h 640017"/>
                  <a:gd name="connsiteX7" fmla="*/ 80901 w 661287"/>
                  <a:gd name="connsiteY7" fmla="*/ 120580 h 640017"/>
                  <a:gd name="connsiteX8" fmla="*/ 102473 w 661287"/>
                  <a:gd name="connsiteY8" fmla="*/ 97689 h 640017"/>
                  <a:gd name="connsiteX9" fmla="*/ 328655 w 661287"/>
                  <a:gd name="connsiteY9" fmla="*/ 188 h 640017"/>
                  <a:gd name="connsiteX10" fmla="*/ 454229 w 661287"/>
                  <a:gd name="connsiteY10" fmla="*/ 20819 h 640017"/>
                  <a:gd name="connsiteX11" fmla="*/ 562374 w 661287"/>
                  <a:gd name="connsiteY11" fmla="*/ 90247 h 640017"/>
                  <a:gd name="connsiteX12" fmla="*/ 635570 w 661287"/>
                  <a:gd name="connsiteY12" fmla="*/ 196791 h 640017"/>
                  <a:gd name="connsiteX13" fmla="*/ 661287 w 661287"/>
                  <a:gd name="connsiteY13" fmla="*/ 323965 h 640017"/>
                  <a:gd name="connsiteX14" fmla="*/ 634345 w 661287"/>
                  <a:gd name="connsiteY14" fmla="*/ 450574 h 640017"/>
                  <a:gd name="connsiteX15" fmla="*/ 558983 w 661287"/>
                  <a:gd name="connsiteY15" fmla="*/ 554198 h 640017"/>
                  <a:gd name="connsiteX16" fmla="*/ 328750 w 661287"/>
                  <a:gd name="connsiteY16" fmla="*/ 640017 h 640017"/>
                  <a:gd name="connsiteX17" fmla="*/ 328750 w 661287"/>
                  <a:gd name="connsiteY17" fmla="*/ 636532 h 640017"/>
                  <a:gd name="connsiteX18" fmla="*/ 359366 w 661287"/>
                  <a:gd name="connsiteY18" fmla="*/ 634648 h 640017"/>
                  <a:gd name="connsiteX19" fmla="*/ 389605 w 661287"/>
                  <a:gd name="connsiteY19" fmla="*/ 629655 h 640017"/>
                  <a:gd name="connsiteX20" fmla="*/ 418996 w 661287"/>
                  <a:gd name="connsiteY20" fmla="*/ 621365 h 640017"/>
                  <a:gd name="connsiteX21" fmla="*/ 447257 w 661287"/>
                  <a:gd name="connsiteY21" fmla="*/ 609966 h 640017"/>
                  <a:gd name="connsiteX22" fmla="*/ 543062 w 661287"/>
                  <a:gd name="connsiteY22" fmla="*/ 538184 h 640017"/>
                  <a:gd name="connsiteX23" fmla="*/ 624831 w 661287"/>
                  <a:gd name="connsiteY23" fmla="*/ 323871 h 640017"/>
                  <a:gd name="connsiteX24" fmla="*/ 539671 w 661287"/>
                  <a:gd name="connsiteY24" fmla="*/ 113044 h 640017"/>
                  <a:gd name="connsiteX25" fmla="*/ 328844 w 661287"/>
                  <a:gd name="connsiteY25" fmla="*/ 18935 h 640017"/>
                  <a:gd name="connsiteX26" fmla="*/ 210807 w 661287"/>
                  <a:gd name="connsiteY26" fmla="*/ 38906 h 640017"/>
                  <a:gd name="connsiteX27" fmla="*/ 110481 w 661287"/>
                  <a:gd name="connsiteY27" fmla="*/ 105602 h 640017"/>
                  <a:gd name="connsiteX28" fmla="*/ 90604 w 661287"/>
                  <a:gd name="connsiteY28" fmla="*/ 128493 h 640017"/>
                  <a:gd name="connsiteX29" fmla="*/ 73270 w 661287"/>
                  <a:gd name="connsiteY29" fmla="*/ 153269 h 640017"/>
                  <a:gd name="connsiteX30" fmla="*/ 58857 w 661287"/>
                  <a:gd name="connsiteY30" fmla="*/ 179740 h 640017"/>
                  <a:gd name="connsiteX31" fmla="*/ 47176 w 661287"/>
                  <a:gd name="connsiteY31" fmla="*/ 207342 h 640017"/>
                  <a:gd name="connsiteX32" fmla="*/ 28712 w 661287"/>
                  <a:gd name="connsiteY32" fmla="*/ 323965 h 640017"/>
                  <a:gd name="connsiteX33" fmla="*/ 114249 w 661287"/>
                  <a:gd name="connsiteY33" fmla="*/ 538466 h 640017"/>
                  <a:gd name="connsiteX34" fmla="*/ 210148 w 661287"/>
                  <a:gd name="connsiteY34" fmla="*/ 610249 h 640017"/>
                  <a:gd name="connsiteX35" fmla="*/ 238409 w 661287"/>
                  <a:gd name="connsiteY35" fmla="*/ 621648 h 640017"/>
                  <a:gd name="connsiteX36" fmla="*/ 267894 w 661287"/>
                  <a:gd name="connsiteY36" fmla="*/ 629938 h 640017"/>
                  <a:gd name="connsiteX37" fmla="*/ 298134 w 661287"/>
                  <a:gd name="connsiteY37" fmla="*/ 634836 h 640017"/>
                  <a:gd name="connsiteX38" fmla="*/ 328750 w 661287"/>
                  <a:gd name="connsiteY38" fmla="*/ 636532 h 640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661287" h="640017">
                    <a:moveTo>
                      <a:pt x="328750" y="640017"/>
                    </a:moveTo>
                    <a:cubicBezTo>
                      <a:pt x="246322" y="639829"/>
                      <a:pt x="162481" y="611285"/>
                      <a:pt x="98705" y="553915"/>
                    </a:cubicBezTo>
                    <a:cubicBezTo>
                      <a:pt x="67241" y="525278"/>
                      <a:pt x="41147" y="489763"/>
                      <a:pt x="24379" y="450009"/>
                    </a:cubicBezTo>
                    <a:cubicBezTo>
                      <a:pt x="7140" y="410444"/>
                      <a:pt x="-868" y="366922"/>
                      <a:pt x="74" y="323965"/>
                    </a:cubicBezTo>
                    <a:cubicBezTo>
                      <a:pt x="1205" y="280914"/>
                      <a:pt x="11661" y="238523"/>
                      <a:pt x="29466" y="199994"/>
                    </a:cubicBezTo>
                    <a:cubicBezTo>
                      <a:pt x="34082" y="190385"/>
                      <a:pt x="39263" y="181153"/>
                      <a:pt x="44162" y="171827"/>
                    </a:cubicBezTo>
                    <a:cubicBezTo>
                      <a:pt x="49719" y="162783"/>
                      <a:pt x="55749" y="154117"/>
                      <a:pt x="61495" y="145356"/>
                    </a:cubicBezTo>
                    <a:lnTo>
                      <a:pt x="80901" y="120580"/>
                    </a:lnTo>
                    <a:lnTo>
                      <a:pt x="102473" y="97689"/>
                    </a:lnTo>
                    <a:cubicBezTo>
                      <a:pt x="162387" y="39283"/>
                      <a:pt x="243684" y="3015"/>
                      <a:pt x="328655" y="188"/>
                    </a:cubicBezTo>
                    <a:cubicBezTo>
                      <a:pt x="370953" y="-1225"/>
                      <a:pt x="414098" y="5275"/>
                      <a:pt x="454229" y="20819"/>
                    </a:cubicBezTo>
                    <a:cubicBezTo>
                      <a:pt x="494359" y="36174"/>
                      <a:pt x="531381" y="60102"/>
                      <a:pt x="562374" y="90247"/>
                    </a:cubicBezTo>
                    <a:cubicBezTo>
                      <a:pt x="593367" y="120392"/>
                      <a:pt x="618425" y="156849"/>
                      <a:pt x="635570" y="196791"/>
                    </a:cubicBezTo>
                    <a:cubicBezTo>
                      <a:pt x="652903" y="236733"/>
                      <a:pt x="661193" y="280443"/>
                      <a:pt x="661287" y="323965"/>
                    </a:cubicBezTo>
                    <a:cubicBezTo>
                      <a:pt x="660628" y="367393"/>
                      <a:pt x="652055" y="411009"/>
                      <a:pt x="634345" y="450574"/>
                    </a:cubicBezTo>
                    <a:cubicBezTo>
                      <a:pt x="617012" y="490328"/>
                      <a:pt x="590729" y="525749"/>
                      <a:pt x="558983" y="554198"/>
                    </a:cubicBezTo>
                    <a:cubicBezTo>
                      <a:pt x="495207" y="611568"/>
                      <a:pt x="411178" y="640111"/>
                      <a:pt x="328750" y="640017"/>
                    </a:cubicBezTo>
                    <a:close/>
                    <a:moveTo>
                      <a:pt x="328750" y="636532"/>
                    </a:moveTo>
                    <a:lnTo>
                      <a:pt x="359366" y="634648"/>
                    </a:lnTo>
                    <a:cubicBezTo>
                      <a:pt x="369446" y="633235"/>
                      <a:pt x="379525" y="631539"/>
                      <a:pt x="389605" y="629655"/>
                    </a:cubicBezTo>
                    <a:cubicBezTo>
                      <a:pt x="399496" y="627206"/>
                      <a:pt x="409199" y="624097"/>
                      <a:pt x="418996" y="621365"/>
                    </a:cubicBezTo>
                    <a:cubicBezTo>
                      <a:pt x="428605" y="618068"/>
                      <a:pt x="437931" y="613829"/>
                      <a:pt x="447257" y="609966"/>
                    </a:cubicBezTo>
                    <a:cubicBezTo>
                      <a:pt x="484091" y="592916"/>
                      <a:pt x="516591" y="567763"/>
                      <a:pt x="543062" y="538184"/>
                    </a:cubicBezTo>
                    <a:cubicBezTo>
                      <a:pt x="595533" y="478553"/>
                      <a:pt x="625679" y="401683"/>
                      <a:pt x="624831" y="323871"/>
                    </a:cubicBezTo>
                    <a:cubicBezTo>
                      <a:pt x="624548" y="246342"/>
                      <a:pt x="594309" y="169095"/>
                      <a:pt x="539671" y="113044"/>
                    </a:cubicBezTo>
                    <a:cubicBezTo>
                      <a:pt x="485127" y="57087"/>
                      <a:pt x="408917" y="22138"/>
                      <a:pt x="328844" y="18935"/>
                    </a:cubicBezTo>
                    <a:cubicBezTo>
                      <a:pt x="288996" y="17804"/>
                      <a:pt x="248300" y="23833"/>
                      <a:pt x="210807" y="38906"/>
                    </a:cubicBezTo>
                    <a:cubicBezTo>
                      <a:pt x="173220" y="53696"/>
                      <a:pt x="138742" y="76681"/>
                      <a:pt x="110481" y="105602"/>
                    </a:cubicBezTo>
                    <a:cubicBezTo>
                      <a:pt x="103698" y="113138"/>
                      <a:pt x="97198" y="120863"/>
                      <a:pt x="90604" y="128493"/>
                    </a:cubicBezTo>
                    <a:cubicBezTo>
                      <a:pt x="84857" y="136783"/>
                      <a:pt x="78734" y="144791"/>
                      <a:pt x="73270" y="153269"/>
                    </a:cubicBezTo>
                    <a:cubicBezTo>
                      <a:pt x="68466" y="162124"/>
                      <a:pt x="63379" y="170791"/>
                      <a:pt x="58857" y="179740"/>
                    </a:cubicBezTo>
                    <a:cubicBezTo>
                      <a:pt x="54995" y="188972"/>
                      <a:pt x="50756" y="198015"/>
                      <a:pt x="47176" y="207342"/>
                    </a:cubicBezTo>
                    <a:cubicBezTo>
                      <a:pt x="33422" y="244834"/>
                      <a:pt x="27676" y="284682"/>
                      <a:pt x="28712" y="323965"/>
                    </a:cubicBezTo>
                    <a:cubicBezTo>
                      <a:pt x="30785" y="402625"/>
                      <a:pt x="61024" y="479118"/>
                      <a:pt x="114249" y="538466"/>
                    </a:cubicBezTo>
                    <a:cubicBezTo>
                      <a:pt x="140814" y="568046"/>
                      <a:pt x="173314" y="593198"/>
                      <a:pt x="210148" y="610249"/>
                    </a:cubicBezTo>
                    <a:cubicBezTo>
                      <a:pt x="219474" y="614111"/>
                      <a:pt x="228800" y="618350"/>
                      <a:pt x="238409" y="621648"/>
                    </a:cubicBezTo>
                    <a:cubicBezTo>
                      <a:pt x="248206" y="624379"/>
                      <a:pt x="257909" y="627488"/>
                      <a:pt x="267894" y="629938"/>
                    </a:cubicBezTo>
                    <a:cubicBezTo>
                      <a:pt x="277974" y="631727"/>
                      <a:pt x="288054" y="633423"/>
                      <a:pt x="298134" y="634836"/>
                    </a:cubicBezTo>
                    <a:lnTo>
                      <a:pt x="328750" y="636532"/>
                    </a:ln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9" name="任意多边形 118" descr="cefcce1b-4c30-4d15-8692-c799504b269a"/>
              <p:cNvSpPr/>
              <p:nvPr/>
            </p:nvSpPr>
            <p:spPr>
              <a:xfrm>
                <a:off x="7700021" y="407143"/>
                <a:ext cx="538035" cy="538035"/>
              </a:xfrm>
              <a:custGeom>
                <a:avLst/>
                <a:gdLst>
                  <a:gd name="connsiteX0" fmla="*/ 188878 w 377755"/>
                  <a:gd name="connsiteY0" fmla="*/ 0 h 377755"/>
                  <a:gd name="connsiteX1" fmla="*/ 0 w 377755"/>
                  <a:gd name="connsiteY1" fmla="*/ 188878 h 377755"/>
                  <a:gd name="connsiteX2" fmla="*/ 188878 w 377755"/>
                  <a:gd name="connsiteY2" fmla="*/ 377755 h 377755"/>
                  <a:gd name="connsiteX3" fmla="*/ 377755 w 377755"/>
                  <a:gd name="connsiteY3" fmla="*/ 188878 h 377755"/>
                  <a:gd name="connsiteX4" fmla="*/ 188878 w 377755"/>
                  <a:gd name="connsiteY4" fmla="*/ 0 h 377755"/>
                  <a:gd name="connsiteX5" fmla="*/ 188878 w 377755"/>
                  <a:gd name="connsiteY5" fmla="*/ 258211 h 377755"/>
                  <a:gd name="connsiteX6" fmla="*/ 119544 w 377755"/>
                  <a:gd name="connsiteY6" fmla="*/ 188878 h 377755"/>
                  <a:gd name="connsiteX7" fmla="*/ 188878 w 377755"/>
                  <a:gd name="connsiteY7" fmla="*/ 119544 h 377755"/>
                  <a:gd name="connsiteX8" fmla="*/ 258211 w 377755"/>
                  <a:gd name="connsiteY8" fmla="*/ 188878 h 377755"/>
                  <a:gd name="connsiteX9" fmla="*/ 188878 w 377755"/>
                  <a:gd name="connsiteY9" fmla="*/ 258211 h 377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77755" h="377755">
                    <a:moveTo>
                      <a:pt x="188878" y="0"/>
                    </a:moveTo>
                    <a:cubicBezTo>
                      <a:pt x="84595" y="0"/>
                      <a:pt x="0" y="84595"/>
                      <a:pt x="0" y="188878"/>
                    </a:cubicBezTo>
                    <a:cubicBezTo>
                      <a:pt x="0" y="293161"/>
                      <a:pt x="84595" y="377755"/>
                      <a:pt x="188878" y="377755"/>
                    </a:cubicBezTo>
                    <a:cubicBezTo>
                      <a:pt x="293161" y="377755"/>
                      <a:pt x="377755" y="293255"/>
                      <a:pt x="377755" y="188878"/>
                    </a:cubicBezTo>
                    <a:cubicBezTo>
                      <a:pt x="377755" y="84500"/>
                      <a:pt x="293161" y="0"/>
                      <a:pt x="188878" y="0"/>
                    </a:cubicBezTo>
                    <a:close/>
                    <a:moveTo>
                      <a:pt x="188878" y="258211"/>
                    </a:moveTo>
                    <a:cubicBezTo>
                      <a:pt x="150537" y="258211"/>
                      <a:pt x="119544" y="227124"/>
                      <a:pt x="119544" y="188878"/>
                    </a:cubicBezTo>
                    <a:cubicBezTo>
                      <a:pt x="119544" y="150537"/>
                      <a:pt x="150631" y="119544"/>
                      <a:pt x="188878" y="119544"/>
                    </a:cubicBezTo>
                    <a:cubicBezTo>
                      <a:pt x="227124" y="119544"/>
                      <a:pt x="258211" y="150631"/>
                      <a:pt x="258211" y="188878"/>
                    </a:cubicBezTo>
                    <a:cubicBezTo>
                      <a:pt x="258211" y="227124"/>
                      <a:pt x="227218" y="258211"/>
                      <a:pt x="188878" y="2582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0" name="任意多边形 119" descr="e22fd4e0-e260-48de-85ee-0a22cbbb66f6"/>
              <p:cNvSpPr/>
              <p:nvPr/>
            </p:nvSpPr>
            <p:spPr>
              <a:xfrm>
                <a:off x="7687563" y="405667"/>
                <a:ext cx="566192" cy="547724"/>
              </a:xfrm>
              <a:custGeom>
                <a:avLst/>
                <a:gdLst>
                  <a:gd name="connsiteX0" fmla="*/ 197625 w 397524"/>
                  <a:gd name="connsiteY0" fmla="*/ 2073 h 384558"/>
                  <a:gd name="connsiteX1" fmla="*/ 126407 w 397524"/>
                  <a:gd name="connsiteY1" fmla="*/ 17899 h 384558"/>
                  <a:gd name="connsiteX2" fmla="*/ 68755 w 397524"/>
                  <a:gd name="connsiteY2" fmla="*/ 60950 h 384558"/>
                  <a:gd name="connsiteX3" fmla="*/ 17508 w 397524"/>
                  <a:gd name="connsiteY3" fmla="*/ 189820 h 384558"/>
                  <a:gd name="connsiteX4" fmla="*/ 66494 w 397524"/>
                  <a:gd name="connsiteY4" fmla="*/ 320951 h 384558"/>
                  <a:gd name="connsiteX5" fmla="*/ 126690 w 397524"/>
                  <a:gd name="connsiteY5" fmla="*/ 360988 h 384558"/>
                  <a:gd name="connsiteX6" fmla="*/ 197625 w 397524"/>
                  <a:gd name="connsiteY6" fmla="*/ 372951 h 384558"/>
                  <a:gd name="connsiteX7" fmla="*/ 324234 w 397524"/>
                  <a:gd name="connsiteY7" fmla="*/ 316429 h 384558"/>
                  <a:gd name="connsiteX8" fmla="*/ 375386 w 397524"/>
                  <a:gd name="connsiteY8" fmla="*/ 189820 h 384558"/>
                  <a:gd name="connsiteX9" fmla="*/ 326306 w 397524"/>
                  <a:gd name="connsiteY9" fmla="*/ 61138 h 384558"/>
                  <a:gd name="connsiteX10" fmla="*/ 268842 w 397524"/>
                  <a:gd name="connsiteY10" fmla="*/ 17993 h 384558"/>
                  <a:gd name="connsiteX11" fmla="*/ 197625 w 397524"/>
                  <a:gd name="connsiteY11" fmla="*/ 2073 h 384558"/>
                  <a:gd name="connsiteX12" fmla="*/ 197625 w 397524"/>
                  <a:gd name="connsiteY12" fmla="*/ 0 h 384558"/>
                  <a:gd name="connsiteX13" fmla="*/ 336009 w 397524"/>
                  <a:gd name="connsiteY13" fmla="*/ 51530 h 384558"/>
                  <a:gd name="connsiteX14" fmla="*/ 381321 w 397524"/>
                  <a:gd name="connsiteY14" fmla="*/ 113798 h 384558"/>
                  <a:gd name="connsiteX15" fmla="*/ 397524 w 397524"/>
                  <a:gd name="connsiteY15" fmla="*/ 189914 h 384558"/>
                  <a:gd name="connsiteX16" fmla="*/ 382075 w 397524"/>
                  <a:gd name="connsiteY16" fmla="*/ 266313 h 384558"/>
                  <a:gd name="connsiteX17" fmla="*/ 338082 w 397524"/>
                  <a:gd name="connsiteY17" fmla="*/ 330371 h 384558"/>
                  <a:gd name="connsiteX18" fmla="*/ 273082 w 397524"/>
                  <a:gd name="connsiteY18" fmla="*/ 372103 h 384558"/>
                  <a:gd name="connsiteX19" fmla="*/ 197625 w 397524"/>
                  <a:gd name="connsiteY19" fmla="*/ 384444 h 384558"/>
                  <a:gd name="connsiteX20" fmla="*/ 61689 w 397524"/>
                  <a:gd name="connsiteY20" fmla="*/ 325850 h 384558"/>
                  <a:gd name="connsiteX21" fmla="*/ 17791 w 397524"/>
                  <a:gd name="connsiteY21" fmla="*/ 264429 h 384558"/>
                  <a:gd name="connsiteX22" fmla="*/ 80 w 397524"/>
                  <a:gd name="connsiteY22" fmla="*/ 189914 h 384558"/>
                  <a:gd name="connsiteX23" fmla="*/ 59428 w 397524"/>
                  <a:gd name="connsiteY23" fmla="*/ 51718 h 384558"/>
                  <a:gd name="connsiteX24" fmla="*/ 197625 w 397524"/>
                  <a:gd name="connsiteY24" fmla="*/ 0 h 384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97524" h="384558">
                    <a:moveTo>
                      <a:pt x="197625" y="2073"/>
                    </a:moveTo>
                    <a:cubicBezTo>
                      <a:pt x="173038" y="2167"/>
                      <a:pt x="148451" y="7443"/>
                      <a:pt x="126407" y="17899"/>
                    </a:cubicBezTo>
                    <a:cubicBezTo>
                      <a:pt x="104269" y="28167"/>
                      <a:pt x="84769" y="43334"/>
                      <a:pt x="68755" y="60950"/>
                    </a:cubicBezTo>
                    <a:cubicBezTo>
                      <a:pt x="37008" y="96747"/>
                      <a:pt x="18733" y="142624"/>
                      <a:pt x="17508" y="189820"/>
                    </a:cubicBezTo>
                    <a:cubicBezTo>
                      <a:pt x="15812" y="236828"/>
                      <a:pt x="32392" y="286002"/>
                      <a:pt x="66494" y="320951"/>
                    </a:cubicBezTo>
                    <a:cubicBezTo>
                      <a:pt x="83450" y="338284"/>
                      <a:pt x="104175" y="352132"/>
                      <a:pt x="126690" y="360988"/>
                    </a:cubicBezTo>
                    <a:cubicBezTo>
                      <a:pt x="149204" y="370031"/>
                      <a:pt x="173697" y="373611"/>
                      <a:pt x="197625" y="372951"/>
                    </a:cubicBezTo>
                    <a:cubicBezTo>
                      <a:pt x="245668" y="370973"/>
                      <a:pt x="291451" y="349966"/>
                      <a:pt x="324234" y="316429"/>
                    </a:cubicBezTo>
                    <a:cubicBezTo>
                      <a:pt x="357111" y="282705"/>
                      <a:pt x="375198" y="236357"/>
                      <a:pt x="375386" y="189820"/>
                    </a:cubicBezTo>
                    <a:cubicBezTo>
                      <a:pt x="375857" y="143095"/>
                      <a:pt x="357865" y="97030"/>
                      <a:pt x="326306" y="61138"/>
                    </a:cubicBezTo>
                    <a:cubicBezTo>
                      <a:pt x="310386" y="43428"/>
                      <a:pt x="290886" y="28261"/>
                      <a:pt x="268842" y="17993"/>
                    </a:cubicBezTo>
                    <a:cubicBezTo>
                      <a:pt x="246799" y="7631"/>
                      <a:pt x="222212" y="2261"/>
                      <a:pt x="197625" y="2073"/>
                    </a:cubicBezTo>
                    <a:close/>
                    <a:moveTo>
                      <a:pt x="197625" y="0"/>
                    </a:moveTo>
                    <a:cubicBezTo>
                      <a:pt x="247176" y="-94"/>
                      <a:pt x="297669" y="17051"/>
                      <a:pt x="336009" y="51530"/>
                    </a:cubicBezTo>
                    <a:cubicBezTo>
                      <a:pt x="355133" y="68581"/>
                      <a:pt x="370959" y="89870"/>
                      <a:pt x="381321" y="113798"/>
                    </a:cubicBezTo>
                    <a:cubicBezTo>
                      <a:pt x="391966" y="137631"/>
                      <a:pt x="397147" y="163820"/>
                      <a:pt x="397524" y="189914"/>
                    </a:cubicBezTo>
                    <a:cubicBezTo>
                      <a:pt x="397524" y="216009"/>
                      <a:pt x="392437" y="242291"/>
                      <a:pt x="382075" y="266313"/>
                    </a:cubicBezTo>
                    <a:cubicBezTo>
                      <a:pt x="371712" y="290335"/>
                      <a:pt x="356640" y="312190"/>
                      <a:pt x="338082" y="330371"/>
                    </a:cubicBezTo>
                    <a:cubicBezTo>
                      <a:pt x="319430" y="348458"/>
                      <a:pt x="297198" y="362872"/>
                      <a:pt x="273082" y="372103"/>
                    </a:cubicBezTo>
                    <a:cubicBezTo>
                      <a:pt x="248965" y="381430"/>
                      <a:pt x="223060" y="385292"/>
                      <a:pt x="197625" y="384444"/>
                    </a:cubicBezTo>
                    <a:cubicBezTo>
                      <a:pt x="146567" y="382654"/>
                      <a:pt x="97675" y="360893"/>
                      <a:pt x="61689" y="325850"/>
                    </a:cubicBezTo>
                    <a:cubicBezTo>
                      <a:pt x="43697" y="308328"/>
                      <a:pt x="28530" y="287509"/>
                      <a:pt x="17791" y="264429"/>
                    </a:cubicBezTo>
                    <a:cubicBezTo>
                      <a:pt x="7146" y="241255"/>
                      <a:pt x="928" y="215820"/>
                      <a:pt x="80" y="189914"/>
                    </a:cubicBezTo>
                    <a:cubicBezTo>
                      <a:pt x="-1521" y="138102"/>
                      <a:pt x="20899" y="85725"/>
                      <a:pt x="59428" y="51718"/>
                    </a:cubicBezTo>
                    <a:cubicBezTo>
                      <a:pt x="97675" y="17145"/>
                      <a:pt x="148168" y="189"/>
                      <a:pt x="197625" y="0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1" name="任意多边形 120" descr="d9b056dc-2187-41db-94f3-21c8bace5939"/>
              <p:cNvSpPr/>
              <p:nvPr/>
            </p:nvSpPr>
            <p:spPr>
              <a:xfrm>
                <a:off x="7857799" y="568769"/>
                <a:ext cx="225966" cy="207618"/>
              </a:xfrm>
              <a:custGeom>
                <a:avLst/>
                <a:gdLst>
                  <a:gd name="connsiteX0" fmla="*/ 78102 w 158651"/>
                  <a:gd name="connsiteY0" fmla="*/ 145769 h 145769"/>
                  <a:gd name="connsiteX1" fmla="*/ 24406 w 158651"/>
                  <a:gd name="connsiteY1" fmla="*/ 129095 h 145769"/>
                  <a:gd name="connsiteX2" fmla="*/ 5565 w 158651"/>
                  <a:gd name="connsiteY2" fmla="*/ 105450 h 145769"/>
                  <a:gd name="connsiteX3" fmla="*/ 102 w 158651"/>
                  <a:gd name="connsiteY3" fmla="*/ 75400 h 145769"/>
                  <a:gd name="connsiteX4" fmla="*/ 26667 w 158651"/>
                  <a:gd name="connsiteY4" fmla="*/ 23965 h 145769"/>
                  <a:gd name="connsiteX5" fmla="*/ 78102 w 158651"/>
                  <a:gd name="connsiteY5" fmla="*/ 320 h 145769"/>
                  <a:gd name="connsiteX6" fmla="*/ 107870 w 158651"/>
                  <a:gd name="connsiteY6" fmla="*/ 3617 h 145769"/>
                  <a:gd name="connsiteX7" fmla="*/ 134153 w 158651"/>
                  <a:gd name="connsiteY7" fmla="*/ 19443 h 145769"/>
                  <a:gd name="connsiteX8" fmla="*/ 158646 w 158651"/>
                  <a:gd name="connsiteY8" fmla="*/ 75494 h 145769"/>
                  <a:gd name="connsiteX9" fmla="*/ 151486 w 158651"/>
                  <a:gd name="connsiteY9" fmla="*/ 105921 h 145769"/>
                  <a:gd name="connsiteX10" fmla="*/ 131986 w 158651"/>
                  <a:gd name="connsiteY10" fmla="*/ 129472 h 145769"/>
                  <a:gd name="connsiteX11" fmla="*/ 78102 w 158651"/>
                  <a:gd name="connsiteY11" fmla="*/ 145769 h 145769"/>
                  <a:gd name="connsiteX12" fmla="*/ 78102 w 158651"/>
                  <a:gd name="connsiteY12" fmla="*/ 143697 h 145769"/>
                  <a:gd name="connsiteX13" fmla="*/ 103537 w 158651"/>
                  <a:gd name="connsiteY13" fmla="*/ 136820 h 145769"/>
                  <a:gd name="connsiteX14" fmla="*/ 122283 w 158651"/>
                  <a:gd name="connsiteY14" fmla="*/ 119581 h 145769"/>
                  <a:gd name="connsiteX15" fmla="*/ 136320 w 158651"/>
                  <a:gd name="connsiteY15" fmla="*/ 75400 h 145769"/>
                  <a:gd name="connsiteX16" fmla="*/ 120211 w 158651"/>
                  <a:gd name="connsiteY16" fmla="*/ 33385 h 145769"/>
                  <a:gd name="connsiteX17" fmla="*/ 78196 w 158651"/>
                  <a:gd name="connsiteY17" fmla="*/ 11812 h 145769"/>
                  <a:gd name="connsiteX18" fmla="*/ 31565 w 158651"/>
                  <a:gd name="connsiteY18" fmla="*/ 28769 h 145769"/>
                  <a:gd name="connsiteX19" fmla="*/ 17529 w 158651"/>
                  <a:gd name="connsiteY19" fmla="*/ 75400 h 145769"/>
                  <a:gd name="connsiteX20" fmla="*/ 22710 w 158651"/>
                  <a:gd name="connsiteY20" fmla="*/ 98385 h 145769"/>
                  <a:gd name="connsiteX21" fmla="*/ 33921 w 158651"/>
                  <a:gd name="connsiteY21" fmla="*/ 119769 h 145769"/>
                  <a:gd name="connsiteX22" fmla="*/ 52761 w 158651"/>
                  <a:gd name="connsiteY22" fmla="*/ 137009 h 145769"/>
                  <a:gd name="connsiteX23" fmla="*/ 78102 w 158651"/>
                  <a:gd name="connsiteY23" fmla="*/ 143697 h 1457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58651" h="145769">
                    <a:moveTo>
                      <a:pt x="78102" y="145769"/>
                    </a:moveTo>
                    <a:cubicBezTo>
                      <a:pt x="59921" y="145487"/>
                      <a:pt x="40609" y="141342"/>
                      <a:pt x="24406" y="129095"/>
                    </a:cubicBezTo>
                    <a:cubicBezTo>
                      <a:pt x="16493" y="122972"/>
                      <a:pt x="9710" y="114871"/>
                      <a:pt x="5565" y="105450"/>
                    </a:cubicBezTo>
                    <a:cubicBezTo>
                      <a:pt x="1326" y="96030"/>
                      <a:pt x="-464" y="85574"/>
                      <a:pt x="102" y="75400"/>
                    </a:cubicBezTo>
                    <a:cubicBezTo>
                      <a:pt x="1420" y="54675"/>
                      <a:pt x="12913" y="36682"/>
                      <a:pt x="26667" y="23965"/>
                    </a:cubicBezTo>
                    <a:cubicBezTo>
                      <a:pt x="40609" y="11059"/>
                      <a:pt x="58413" y="2298"/>
                      <a:pt x="78102" y="320"/>
                    </a:cubicBezTo>
                    <a:cubicBezTo>
                      <a:pt x="87899" y="-528"/>
                      <a:pt x="98167" y="225"/>
                      <a:pt x="107870" y="3617"/>
                    </a:cubicBezTo>
                    <a:cubicBezTo>
                      <a:pt x="117573" y="6820"/>
                      <a:pt x="126522" y="12378"/>
                      <a:pt x="134153" y="19443"/>
                    </a:cubicBezTo>
                    <a:cubicBezTo>
                      <a:pt x="149508" y="33385"/>
                      <a:pt x="158928" y="54298"/>
                      <a:pt x="158646" y="75494"/>
                    </a:cubicBezTo>
                    <a:cubicBezTo>
                      <a:pt x="158269" y="85950"/>
                      <a:pt x="156197" y="96501"/>
                      <a:pt x="151486" y="105921"/>
                    </a:cubicBezTo>
                    <a:cubicBezTo>
                      <a:pt x="147059" y="115342"/>
                      <a:pt x="140088" y="123443"/>
                      <a:pt x="131986" y="129472"/>
                    </a:cubicBezTo>
                    <a:cubicBezTo>
                      <a:pt x="115689" y="141436"/>
                      <a:pt x="96283" y="145675"/>
                      <a:pt x="78102" y="145769"/>
                    </a:cubicBezTo>
                    <a:close/>
                    <a:moveTo>
                      <a:pt x="78102" y="143697"/>
                    </a:moveTo>
                    <a:cubicBezTo>
                      <a:pt x="87051" y="143697"/>
                      <a:pt x="95906" y="141154"/>
                      <a:pt x="103537" y="136820"/>
                    </a:cubicBezTo>
                    <a:cubicBezTo>
                      <a:pt x="111167" y="132487"/>
                      <a:pt x="117479" y="126269"/>
                      <a:pt x="122283" y="119581"/>
                    </a:cubicBezTo>
                    <a:cubicBezTo>
                      <a:pt x="131515" y="105827"/>
                      <a:pt x="136696" y="90755"/>
                      <a:pt x="136320" y="75400"/>
                    </a:cubicBezTo>
                    <a:cubicBezTo>
                      <a:pt x="136131" y="60139"/>
                      <a:pt x="130667" y="45066"/>
                      <a:pt x="120211" y="33385"/>
                    </a:cubicBezTo>
                    <a:cubicBezTo>
                      <a:pt x="109660" y="21986"/>
                      <a:pt x="94870" y="13885"/>
                      <a:pt x="78196" y="11812"/>
                    </a:cubicBezTo>
                    <a:cubicBezTo>
                      <a:pt x="61522" y="9740"/>
                      <a:pt x="43247" y="15863"/>
                      <a:pt x="31565" y="28769"/>
                    </a:cubicBezTo>
                    <a:cubicBezTo>
                      <a:pt x="19507" y="41675"/>
                      <a:pt x="16116" y="59762"/>
                      <a:pt x="17529" y="75400"/>
                    </a:cubicBezTo>
                    <a:cubicBezTo>
                      <a:pt x="18189" y="83407"/>
                      <a:pt x="19884" y="91037"/>
                      <a:pt x="22710" y="98385"/>
                    </a:cubicBezTo>
                    <a:cubicBezTo>
                      <a:pt x="25442" y="105733"/>
                      <a:pt x="28928" y="112987"/>
                      <a:pt x="33921" y="119769"/>
                    </a:cubicBezTo>
                    <a:cubicBezTo>
                      <a:pt x="38819" y="126458"/>
                      <a:pt x="45037" y="132769"/>
                      <a:pt x="52761" y="137009"/>
                    </a:cubicBezTo>
                    <a:cubicBezTo>
                      <a:pt x="60203" y="141248"/>
                      <a:pt x="69153" y="143697"/>
                      <a:pt x="78102" y="143697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2" name="任意多边形 121" descr="82e86039-80e6-43aa-898a-d8a4bbfc88fb"/>
              <p:cNvSpPr/>
              <p:nvPr/>
            </p:nvSpPr>
            <p:spPr>
              <a:xfrm>
                <a:off x="7439859" y="152473"/>
                <a:ext cx="1059700" cy="1050749"/>
              </a:xfrm>
              <a:custGeom>
                <a:avLst/>
                <a:gdLst>
                  <a:gd name="connsiteX0" fmla="*/ 371538 w 744017"/>
                  <a:gd name="connsiteY0" fmla="*/ 1137 h 737732"/>
                  <a:gd name="connsiteX1" fmla="*/ 231646 w 744017"/>
                  <a:gd name="connsiteY1" fmla="*/ 29869 h 737732"/>
                  <a:gd name="connsiteX2" fmla="*/ 114363 w 744017"/>
                  <a:gd name="connsiteY2" fmla="*/ 110507 h 737732"/>
                  <a:gd name="connsiteX3" fmla="*/ 8855 w 744017"/>
                  <a:gd name="connsiteY3" fmla="*/ 367682 h 737732"/>
                  <a:gd name="connsiteX4" fmla="*/ 113232 w 744017"/>
                  <a:gd name="connsiteY4" fmla="*/ 625987 h 737732"/>
                  <a:gd name="connsiteX5" fmla="*/ 371538 w 744017"/>
                  <a:gd name="connsiteY5" fmla="*/ 731872 h 737732"/>
                  <a:gd name="connsiteX6" fmla="*/ 510488 w 744017"/>
                  <a:gd name="connsiteY6" fmla="*/ 703045 h 737732"/>
                  <a:gd name="connsiteX7" fmla="*/ 627583 w 744017"/>
                  <a:gd name="connsiteY7" fmla="*/ 623726 h 737732"/>
                  <a:gd name="connsiteX8" fmla="*/ 733184 w 744017"/>
                  <a:gd name="connsiteY8" fmla="*/ 367682 h 737732"/>
                  <a:gd name="connsiteX9" fmla="*/ 628713 w 744017"/>
                  <a:gd name="connsiteY9" fmla="*/ 110601 h 737732"/>
                  <a:gd name="connsiteX10" fmla="*/ 511524 w 744017"/>
                  <a:gd name="connsiteY10" fmla="*/ 29963 h 737732"/>
                  <a:gd name="connsiteX11" fmla="*/ 371538 w 744017"/>
                  <a:gd name="connsiteY11" fmla="*/ 1137 h 737732"/>
                  <a:gd name="connsiteX12" fmla="*/ 371538 w 744017"/>
                  <a:gd name="connsiteY12" fmla="*/ 6 h 737732"/>
                  <a:gd name="connsiteX13" fmla="*/ 633517 w 744017"/>
                  <a:gd name="connsiteY13" fmla="*/ 105608 h 737732"/>
                  <a:gd name="connsiteX14" fmla="*/ 715286 w 744017"/>
                  <a:gd name="connsiteY14" fmla="*/ 225246 h 737732"/>
                  <a:gd name="connsiteX15" fmla="*/ 744018 w 744017"/>
                  <a:gd name="connsiteY15" fmla="*/ 367682 h 737732"/>
                  <a:gd name="connsiteX16" fmla="*/ 715663 w 744017"/>
                  <a:gd name="connsiteY16" fmla="*/ 510305 h 737732"/>
                  <a:gd name="connsiteX17" fmla="*/ 634553 w 744017"/>
                  <a:gd name="connsiteY17" fmla="*/ 630792 h 737732"/>
                  <a:gd name="connsiteX18" fmla="*/ 371444 w 744017"/>
                  <a:gd name="connsiteY18" fmla="*/ 737712 h 737732"/>
                  <a:gd name="connsiteX19" fmla="*/ 230233 w 744017"/>
                  <a:gd name="connsiteY19" fmla="*/ 708603 h 737732"/>
                  <a:gd name="connsiteX20" fmla="*/ 110595 w 744017"/>
                  <a:gd name="connsiteY20" fmla="*/ 628625 h 737732"/>
                  <a:gd name="connsiteX21" fmla="*/ 29580 w 744017"/>
                  <a:gd name="connsiteY21" fmla="*/ 509363 h 737732"/>
                  <a:gd name="connsiteX22" fmla="*/ 0 w 744017"/>
                  <a:gd name="connsiteY22" fmla="*/ 367776 h 737732"/>
                  <a:gd name="connsiteX23" fmla="*/ 28073 w 744017"/>
                  <a:gd name="connsiteY23" fmla="*/ 225529 h 737732"/>
                  <a:gd name="connsiteX24" fmla="*/ 109464 w 744017"/>
                  <a:gd name="connsiteY24" fmla="*/ 105891 h 737732"/>
                  <a:gd name="connsiteX25" fmla="*/ 371538 w 744017"/>
                  <a:gd name="connsiteY25" fmla="*/ 6 h 737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744017" h="737732">
                    <a:moveTo>
                      <a:pt x="371538" y="1137"/>
                    </a:moveTo>
                    <a:cubicBezTo>
                      <a:pt x="323588" y="1513"/>
                      <a:pt x="275639" y="10934"/>
                      <a:pt x="231646" y="29869"/>
                    </a:cubicBezTo>
                    <a:cubicBezTo>
                      <a:pt x="187653" y="48709"/>
                      <a:pt x="147617" y="76405"/>
                      <a:pt x="114363" y="110507"/>
                    </a:cubicBezTo>
                    <a:cubicBezTo>
                      <a:pt x="47761" y="178710"/>
                      <a:pt x="9138" y="272631"/>
                      <a:pt x="8855" y="367682"/>
                    </a:cubicBezTo>
                    <a:cubicBezTo>
                      <a:pt x="7819" y="462639"/>
                      <a:pt x="45312" y="558255"/>
                      <a:pt x="113232" y="625987"/>
                    </a:cubicBezTo>
                    <a:cubicBezTo>
                      <a:pt x="180399" y="694379"/>
                      <a:pt x="276016" y="733096"/>
                      <a:pt x="371538" y="731872"/>
                    </a:cubicBezTo>
                    <a:cubicBezTo>
                      <a:pt x="419205" y="731401"/>
                      <a:pt x="466683" y="721604"/>
                      <a:pt x="510488" y="703045"/>
                    </a:cubicBezTo>
                    <a:cubicBezTo>
                      <a:pt x="554198" y="684487"/>
                      <a:pt x="594140" y="657263"/>
                      <a:pt x="627583" y="623726"/>
                    </a:cubicBezTo>
                    <a:cubicBezTo>
                      <a:pt x="694749" y="556465"/>
                      <a:pt x="733090" y="462450"/>
                      <a:pt x="733184" y="367682"/>
                    </a:cubicBezTo>
                    <a:cubicBezTo>
                      <a:pt x="733467" y="272819"/>
                      <a:pt x="695220" y="178804"/>
                      <a:pt x="628713" y="110601"/>
                    </a:cubicBezTo>
                    <a:cubicBezTo>
                      <a:pt x="595553" y="76405"/>
                      <a:pt x="555517" y="48804"/>
                      <a:pt x="511524" y="29963"/>
                    </a:cubicBezTo>
                    <a:cubicBezTo>
                      <a:pt x="467437" y="11028"/>
                      <a:pt x="419487" y="1513"/>
                      <a:pt x="371538" y="1137"/>
                    </a:cubicBezTo>
                    <a:close/>
                    <a:moveTo>
                      <a:pt x="371538" y="6"/>
                    </a:moveTo>
                    <a:cubicBezTo>
                      <a:pt x="467814" y="-559"/>
                      <a:pt x="563995" y="37782"/>
                      <a:pt x="633517" y="105608"/>
                    </a:cubicBezTo>
                    <a:cubicBezTo>
                      <a:pt x="668373" y="139333"/>
                      <a:pt x="696257" y="180406"/>
                      <a:pt x="715286" y="225246"/>
                    </a:cubicBezTo>
                    <a:cubicBezTo>
                      <a:pt x="734409" y="270087"/>
                      <a:pt x="743829" y="318884"/>
                      <a:pt x="744018" y="367682"/>
                    </a:cubicBezTo>
                    <a:cubicBezTo>
                      <a:pt x="743924" y="416385"/>
                      <a:pt x="734597" y="465276"/>
                      <a:pt x="715663" y="510305"/>
                    </a:cubicBezTo>
                    <a:cubicBezTo>
                      <a:pt x="696822" y="555335"/>
                      <a:pt x="669126" y="596502"/>
                      <a:pt x="634553" y="630792"/>
                    </a:cubicBezTo>
                    <a:cubicBezTo>
                      <a:pt x="565597" y="699843"/>
                      <a:pt x="468379" y="738748"/>
                      <a:pt x="371444" y="737712"/>
                    </a:cubicBezTo>
                    <a:cubicBezTo>
                      <a:pt x="323023" y="737335"/>
                      <a:pt x="274791" y="727067"/>
                      <a:pt x="230233" y="708603"/>
                    </a:cubicBezTo>
                    <a:cubicBezTo>
                      <a:pt x="185675" y="689951"/>
                      <a:pt x="144979" y="662538"/>
                      <a:pt x="110595" y="628625"/>
                    </a:cubicBezTo>
                    <a:cubicBezTo>
                      <a:pt x="76399" y="594523"/>
                      <a:pt x="48703" y="553922"/>
                      <a:pt x="29580" y="509363"/>
                    </a:cubicBezTo>
                    <a:cubicBezTo>
                      <a:pt x="10551" y="464805"/>
                      <a:pt x="377" y="416385"/>
                      <a:pt x="0" y="367776"/>
                    </a:cubicBezTo>
                    <a:cubicBezTo>
                      <a:pt x="0" y="319167"/>
                      <a:pt x="9044" y="270370"/>
                      <a:pt x="28073" y="225529"/>
                    </a:cubicBezTo>
                    <a:cubicBezTo>
                      <a:pt x="46913" y="180688"/>
                      <a:pt x="74609" y="139616"/>
                      <a:pt x="109464" y="105891"/>
                    </a:cubicBezTo>
                    <a:cubicBezTo>
                      <a:pt x="179175" y="37876"/>
                      <a:pt x="275262" y="-465"/>
                      <a:pt x="371538" y="6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3" name="任意多边形 122" descr="4ab768e0-0313-44c8-8f8a-02b36d2c8d1d"/>
              <p:cNvSpPr/>
              <p:nvPr/>
            </p:nvSpPr>
            <p:spPr>
              <a:xfrm>
                <a:off x="6121597" y="170169"/>
                <a:ext cx="630767" cy="711436"/>
              </a:xfrm>
              <a:custGeom>
                <a:avLst/>
                <a:gdLst>
                  <a:gd name="connsiteX0" fmla="*/ 427313 w 442862"/>
                  <a:gd name="connsiteY0" fmla="*/ 112873 h 499500"/>
                  <a:gd name="connsiteX1" fmla="*/ 226565 w 442862"/>
                  <a:gd name="connsiteY1" fmla="*/ 2561 h 499500"/>
                  <a:gd name="connsiteX2" fmla="*/ 205841 w 442862"/>
                  <a:gd name="connsiteY2" fmla="*/ 3032 h 499500"/>
                  <a:gd name="connsiteX3" fmla="*/ 9992 w 442862"/>
                  <a:gd name="connsiteY3" fmla="*/ 121728 h 499500"/>
                  <a:gd name="connsiteX4" fmla="*/ 7 w 442862"/>
                  <a:gd name="connsiteY4" fmla="*/ 139909 h 499500"/>
                  <a:gd name="connsiteX5" fmla="*/ 4811 w 442862"/>
                  <a:gd name="connsiteY5" fmla="*/ 368917 h 499500"/>
                  <a:gd name="connsiteX6" fmla="*/ 15550 w 442862"/>
                  <a:gd name="connsiteY6" fmla="*/ 386628 h 499500"/>
                  <a:gd name="connsiteX7" fmla="*/ 216297 w 442862"/>
                  <a:gd name="connsiteY7" fmla="*/ 496940 h 499500"/>
                  <a:gd name="connsiteX8" fmla="*/ 237022 w 442862"/>
                  <a:gd name="connsiteY8" fmla="*/ 496469 h 499500"/>
                  <a:gd name="connsiteX9" fmla="*/ 432871 w 442862"/>
                  <a:gd name="connsiteY9" fmla="*/ 377772 h 499500"/>
                  <a:gd name="connsiteX10" fmla="*/ 442856 w 442862"/>
                  <a:gd name="connsiteY10" fmla="*/ 359591 h 499500"/>
                  <a:gd name="connsiteX11" fmla="*/ 438052 w 442862"/>
                  <a:gd name="connsiteY11" fmla="*/ 130583 h 499500"/>
                  <a:gd name="connsiteX12" fmla="*/ 427313 w 442862"/>
                  <a:gd name="connsiteY12" fmla="*/ 112873 h 499500"/>
                  <a:gd name="connsiteX13" fmla="*/ 159210 w 442862"/>
                  <a:gd name="connsiteY13" fmla="*/ 363077 h 499500"/>
                  <a:gd name="connsiteX14" fmla="*/ 108152 w 442862"/>
                  <a:gd name="connsiteY14" fmla="*/ 187293 h 499500"/>
                  <a:gd name="connsiteX15" fmla="*/ 283935 w 442862"/>
                  <a:gd name="connsiteY15" fmla="*/ 136235 h 499500"/>
                  <a:gd name="connsiteX16" fmla="*/ 334994 w 442862"/>
                  <a:gd name="connsiteY16" fmla="*/ 312019 h 499500"/>
                  <a:gd name="connsiteX17" fmla="*/ 159210 w 442862"/>
                  <a:gd name="connsiteY17" fmla="*/ 363077 h 499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42862" h="499500">
                    <a:moveTo>
                      <a:pt x="427313" y="112873"/>
                    </a:moveTo>
                    <a:lnTo>
                      <a:pt x="226565" y="2561"/>
                    </a:lnTo>
                    <a:cubicBezTo>
                      <a:pt x="220066" y="-1019"/>
                      <a:pt x="212152" y="-831"/>
                      <a:pt x="205841" y="3032"/>
                    </a:cubicBezTo>
                    <a:lnTo>
                      <a:pt x="9992" y="121728"/>
                    </a:lnTo>
                    <a:cubicBezTo>
                      <a:pt x="3681" y="125590"/>
                      <a:pt x="-182" y="132467"/>
                      <a:pt x="7" y="139909"/>
                    </a:cubicBezTo>
                    <a:lnTo>
                      <a:pt x="4811" y="368917"/>
                    </a:lnTo>
                    <a:cubicBezTo>
                      <a:pt x="4999" y="376359"/>
                      <a:pt x="9050" y="383048"/>
                      <a:pt x="15550" y="386628"/>
                    </a:cubicBezTo>
                    <a:lnTo>
                      <a:pt x="216297" y="496940"/>
                    </a:lnTo>
                    <a:cubicBezTo>
                      <a:pt x="222797" y="500519"/>
                      <a:pt x="230710" y="500331"/>
                      <a:pt x="237022" y="496469"/>
                    </a:cubicBezTo>
                    <a:lnTo>
                      <a:pt x="432871" y="377772"/>
                    </a:lnTo>
                    <a:cubicBezTo>
                      <a:pt x="439182" y="373910"/>
                      <a:pt x="443045" y="367033"/>
                      <a:pt x="442856" y="359591"/>
                    </a:cubicBezTo>
                    <a:lnTo>
                      <a:pt x="438052" y="130583"/>
                    </a:lnTo>
                    <a:cubicBezTo>
                      <a:pt x="437958" y="123141"/>
                      <a:pt x="433813" y="116453"/>
                      <a:pt x="427313" y="112873"/>
                    </a:cubicBezTo>
                    <a:close/>
                    <a:moveTo>
                      <a:pt x="159210" y="363077"/>
                    </a:moveTo>
                    <a:cubicBezTo>
                      <a:pt x="96565" y="328693"/>
                      <a:pt x="73674" y="249939"/>
                      <a:pt x="108152" y="187293"/>
                    </a:cubicBezTo>
                    <a:cubicBezTo>
                      <a:pt x="142536" y="124648"/>
                      <a:pt x="221290" y="101757"/>
                      <a:pt x="283935" y="136235"/>
                    </a:cubicBezTo>
                    <a:cubicBezTo>
                      <a:pt x="346581" y="170620"/>
                      <a:pt x="369472" y="249373"/>
                      <a:pt x="334994" y="312019"/>
                    </a:cubicBezTo>
                    <a:cubicBezTo>
                      <a:pt x="300515" y="374664"/>
                      <a:pt x="221855" y="397555"/>
                      <a:pt x="159210" y="363077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4" name="任意多边形 123" descr="e60a7946-d195-4948-ab6f-c12bfbea4e6b"/>
              <p:cNvSpPr/>
              <p:nvPr/>
            </p:nvSpPr>
            <p:spPr>
              <a:xfrm>
                <a:off x="6111240" y="151932"/>
                <a:ext cx="661281" cy="751947"/>
              </a:xfrm>
              <a:custGeom>
                <a:avLst/>
                <a:gdLst>
                  <a:gd name="connsiteX0" fmla="*/ 433831 w 464286"/>
                  <a:gd name="connsiteY0" fmla="*/ 126996 h 527943"/>
                  <a:gd name="connsiteX1" fmla="*/ 265019 w 464286"/>
                  <a:gd name="connsiteY1" fmla="*/ 43720 h 527943"/>
                  <a:gd name="connsiteX2" fmla="*/ 243729 w 464286"/>
                  <a:gd name="connsiteY2" fmla="*/ 33735 h 527943"/>
                  <a:gd name="connsiteX3" fmla="*/ 233084 w 464286"/>
                  <a:gd name="connsiteY3" fmla="*/ 28648 h 527943"/>
                  <a:gd name="connsiteX4" fmla="*/ 227903 w 464286"/>
                  <a:gd name="connsiteY4" fmla="*/ 26104 h 527943"/>
                  <a:gd name="connsiteX5" fmla="*/ 225642 w 464286"/>
                  <a:gd name="connsiteY5" fmla="*/ 25539 h 527943"/>
                  <a:gd name="connsiteX6" fmla="*/ 213490 w 464286"/>
                  <a:gd name="connsiteY6" fmla="*/ 31380 h 527943"/>
                  <a:gd name="connsiteX7" fmla="*/ 193613 w 464286"/>
                  <a:gd name="connsiteY7" fmla="*/ 43909 h 527943"/>
                  <a:gd name="connsiteX8" fmla="*/ 112786 w 464286"/>
                  <a:gd name="connsiteY8" fmla="*/ 91952 h 527943"/>
                  <a:gd name="connsiteX9" fmla="*/ 30076 w 464286"/>
                  <a:gd name="connsiteY9" fmla="*/ 136981 h 527943"/>
                  <a:gd name="connsiteX10" fmla="*/ 20467 w 464286"/>
                  <a:gd name="connsiteY10" fmla="*/ 142257 h 527943"/>
                  <a:gd name="connsiteX11" fmla="*/ 15757 w 464286"/>
                  <a:gd name="connsiteY11" fmla="*/ 147626 h 527943"/>
                  <a:gd name="connsiteX12" fmla="*/ 14438 w 464286"/>
                  <a:gd name="connsiteY12" fmla="*/ 156387 h 527943"/>
                  <a:gd name="connsiteX13" fmla="*/ 14156 w 464286"/>
                  <a:gd name="connsiteY13" fmla="*/ 168163 h 527943"/>
                  <a:gd name="connsiteX14" fmla="*/ 13779 w 464286"/>
                  <a:gd name="connsiteY14" fmla="*/ 215170 h 527943"/>
                  <a:gd name="connsiteX15" fmla="*/ 16040 w 464286"/>
                  <a:gd name="connsiteY15" fmla="*/ 309185 h 527943"/>
                  <a:gd name="connsiteX16" fmla="*/ 18489 w 464286"/>
                  <a:gd name="connsiteY16" fmla="*/ 356193 h 527943"/>
                  <a:gd name="connsiteX17" fmla="*/ 19902 w 464286"/>
                  <a:gd name="connsiteY17" fmla="*/ 379649 h 527943"/>
                  <a:gd name="connsiteX18" fmla="*/ 20467 w 464286"/>
                  <a:gd name="connsiteY18" fmla="*/ 383983 h 527943"/>
                  <a:gd name="connsiteX19" fmla="*/ 21974 w 464286"/>
                  <a:gd name="connsiteY19" fmla="*/ 387280 h 527943"/>
                  <a:gd name="connsiteX20" fmla="*/ 27156 w 464286"/>
                  <a:gd name="connsiteY20" fmla="*/ 391896 h 527943"/>
                  <a:gd name="connsiteX21" fmla="*/ 194932 w 464286"/>
                  <a:gd name="connsiteY21" fmla="*/ 477055 h 527943"/>
                  <a:gd name="connsiteX22" fmla="*/ 215751 w 464286"/>
                  <a:gd name="connsiteY22" fmla="*/ 487983 h 527943"/>
                  <a:gd name="connsiteX23" fmla="*/ 226113 w 464286"/>
                  <a:gd name="connsiteY23" fmla="*/ 493447 h 527943"/>
                  <a:gd name="connsiteX24" fmla="*/ 231200 w 464286"/>
                  <a:gd name="connsiteY24" fmla="*/ 496084 h 527943"/>
                  <a:gd name="connsiteX25" fmla="*/ 232613 w 464286"/>
                  <a:gd name="connsiteY25" fmla="*/ 496461 h 527943"/>
                  <a:gd name="connsiteX26" fmla="*/ 242787 w 464286"/>
                  <a:gd name="connsiteY26" fmla="*/ 491469 h 527943"/>
                  <a:gd name="connsiteX27" fmla="*/ 262664 w 464286"/>
                  <a:gd name="connsiteY27" fmla="*/ 478939 h 527943"/>
                  <a:gd name="connsiteX28" fmla="*/ 342925 w 464286"/>
                  <a:gd name="connsiteY28" fmla="*/ 429859 h 527943"/>
                  <a:gd name="connsiteX29" fmla="*/ 424223 w 464286"/>
                  <a:gd name="connsiteY29" fmla="*/ 382570 h 527943"/>
                  <a:gd name="connsiteX30" fmla="*/ 433172 w 464286"/>
                  <a:gd name="connsiteY30" fmla="*/ 377577 h 527943"/>
                  <a:gd name="connsiteX31" fmla="*/ 435527 w 464286"/>
                  <a:gd name="connsiteY31" fmla="*/ 375033 h 527943"/>
                  <a:gd name="connsiteX32" fmla="*/ 436752 w 464286"/>
                  <a:gd name="connsiteY32" fmla="*/ 357040 h 527943"/>
                  <a:gd name="connsiteX33" fmla="*/ 438636 w 464286"/>
                  <a:gd name="connsiteY33" fmla="*/ 309939 h 527943"/>
                  <a:gd name="connsiteX34" fmla="*/ 442686 w 464286"/>
                  <a:gd name="connsiteY34" fmla="*/ 215830 h 527943"/>
                  <a:gd name="connsiteX35" fmla="*/ 443628 w 464286"/>
                  <a:gd name="connsiteY35" fmla="*/ 168822 h 527943"/>
                  <a:gd name="connsiteX36" fmla="*/ 443534 w 464286"/>
                  <a:gd name="connsiteY36" fmla="*/ 145271 h 527943"/>
                  <a:gd name="connsiteX37" fmla="*/ 433831 w 464286"/>
                  <a:gd name="connsiteY37" fmla="*/ 126996 h 527943"/>
                  <a:gd name="connsiteX38" fmla="*/ 435339 w 464286"/>
                  <a:gd name="connsiteY38" fmla="*/ 124264 h 527943"/>
                  <a:gd name="connsiteX39" fmla="*/ 447302 w 464286"/>
                  <a:gd name="connsiteY39" fmla="*/ 145177 h 527943"/>
                  <a:gd name="connsiteX40" fmla="*/ 448244 w 464286"/>
                  <a:gd name="connsiteY40" fmla="*/ 168634 h 527943"/>
                  <a:gd name="connsiteX41" fmla="*/ 451165 w 464286"/>
                  <a:gd name="connsiteY41" fmla="*/ 215547 h 527943"/>
                  <a:gd name="connsiteX42" fmla="*/ 459266 w 464286"/>
                  <a:gd name="connsiteY42" fmla="*/ 309374 h 527943"/>
                  <a:gd name="connsiteX43" fmla="*/ 463128 w 464286"/>
                  <a:gd name="connsiteY43" fmla="*/ 356287 h 527943"/>
                  <a:gd name="connsiteX44" fmla="*/ 463976 w 464286"/>
                  <a:gd name="connsiteY44" fmla="*/ 368062 h 527943"/>
                  <a:gd name="connsiteX45" fmla="*/ 462469 w 464286"/>
                  <a:gd name="connsiteY45" fmla="*/ 385019 h 527943"/>
                  <a:gd name="connsiteX46" fmla="*/ 450882 w 464286"/>
                  <a:gd name="connsiteY46" fmla="*/ 401128 h 527943"/>
                  <a:gd name="connsiteX47" fmla="*/ 444759 w 464286"/>
                  <a:gd name="connsiteY47" fmla="*/ 405272 h 527943"/>
                  <a:gd name="connsiteX48" fmla="*/ 439860 w 464286"/>
                  <a:gd name="connsiteY48" fmla="*/ 408475 h 527943"/>
                  <a:gd name="connsiteX49" fmla="*/ 360258 w 464286"/>
                  <a:gd name="connsiteY49" fmla="*/ 458592 h 527943"/>
                  <a:gd name="connsiteX50" fmla="*/ 279620 w 464286"/>
                  <a:gd name="connsiteY50" fmla="*/ 507012 h 527943"/>
                  <a:gd name="connsiteX51" fmla="*/ 259273 w 464286"/>
                  <a:gd name="connsiteY51" fmla="*/ 518882 h 527943"/>
                  <a:gd name="connsiteX52" fmla="*/ 246272 w 464286"/>
                  <a:gd name="connsiteY52" fmla="*/ 525759 h 527943"/>
                  <a:gd name="connsiteX53" fmla="*/ 225925 w 464286"/>
                  <a:gd name="connsiteY53" fmla="*/ 527077 h 527943"/>
                  <a:gd name="connsiteX54" fmla="*/ 216316 w 464286"/>
                  <a:gd name="connsiteY54" fmla="*/ 523403 h 527943"/>
                  <a:gd name="connsiteX55" fmla="*/ 211135 w 464286"/>
                  <a:gd name="connsiteY55" fmla="*/ 520483 h 527943"/>
                  <a:gd name="connsiteX56" fmla="*/ 200961 w 464286"/>
                  <a:gd name="connsiteY56" fmla="*/ 514642 h 527943"/>
                  <a:gd name="connsiteX57" fmla="*/ 180519 w 464286"/>
                  <a:gd name="connsiteY57" fmla="*/ 502961 h 527943"/>
                  <a:gd name="connsiteX58" fmla="*/ 18677 w 464286"/>
                  <a:gd name="connsiteY58" fmla="*/ 406968 h 527943"/>
                  <a:gd name="connsiteX59" fmla="*/ 7467 w 464286"/>
                  <a:gd name="connsiteY59" fmla="*/ 395099 h 527943"/>
                  <a:gd name="connsiteX60" fmla="*/ 4829 w 464286"/>
                  <a:gd name="connsiteY60" fmla="*/ 387374 h 527943"/>
                  <a:gd name="connsiteX61" fmla="*/ 4358 w 464286"/>
                  <a:gd name="connsiteY61" fmla="*/ 380026 h 527943"/>
                  <a:gd name="connsiteX62" fmla="*/ 4829 w 464286"/>
                  <a:gd name="connsiteY62" fmla="*/ 356475 h 527943"/>
                  <a:gd name="connsiteX63" fmla="*/ 5300 w 464286"/>
                  <a:gd name="connsiteY63" fmla="*/ 309468 h 527943"/>
                  <a:gd name="connsiteX64" fmla="*/ 3511 w 464286"/>
                  <a:gd name="connsiteY64" fmla="*/ 215453 h 527943"/>
                  <a:gd name="connsiteX65" fmla="*/ 1156 w 464286"/>
                  <a:gd name="connsiteY65" fmla="*/ 168445 h 527943"/>
                  <a:gd name="connsiteX66" fmla="*/ 308 w 464286"/>
                  <a:gd name="connsiteY66" fmla="*/ 156670 h 527943"/>
                  <a:gd name="connsiteX67" fmla="*/ 1438 w 464286"/>
                  <a:gd name="connsiteY67" fmla="*/ 142257 h 527943"/>
                  <a:gd name="connsiteX68" fmla="*/ 10576 w 464286"/>
                  <a:gd name="connsiteY68" fmla="*/ 129068 h 527943"/>
                  <a:gd name="connsiteX69" fmla="*/ 16040 w 464286"/>
                  <a:gd name="connsiteY69" fmla="*/ 125206 h 527943"/>
                  <a:gd name="connsiteX70" fmla="*/ 20938 w 464286"/>
                  <a:gd name="connsiteY70" fmla="*/ 121909 h 527943"/>
                  <a:gd name="connsiteX71" fmla="*/ 99127 w 464286"/>
                  <a:gd name="connsiteY71" fmla="*/ 69438 h 527943"/>
                  <a:gd name="connsiteX72" fmla="*/ 179200 w 464286"/>
                  <a:gd name="connsiteY72" fmla="*/ 20075 h 527943"/>
                  <a:gd name="connsiteX73" fmla="*/ 199548 w 464286"/>
                  <a:gd name="connsiteY73" fmla="*/ 8206 h 527943"/>
                  <a:gd name="connsiteX74" fmla="*/ 212265 w 464286"/>
                  <a:gd name="connsiteY74" fmla="*/ 1800 h 527943"/>
                  <a:gd name="connsiteX75" fmla="*/ 231012 w 464286"/>
                  <a:gd name="connsiteY75" fmla="*/ 952 h 527943"/>
                  <a:gd name="connsiteX76" fmla="*/ 239678 w 464286"/>
                  <a:gd name="connsiteY76" fmla="*/ 4437 h 527943"/>
                  <a:gd name="connsiteX77" fmla="*/ 244765 w 464286"/>
                  <a:gd name="connsiteY77" fmla="*/ 7546 h 527943"/>
                  <a:gd name="connsiteX78" fmla="*/ 254751 w 464286"/>
                  <a:gd name="connsiteY78" fmla="*/ 13764 h 527943"/>
                  <a:gd name="connsiteX79" fmla="*/ 274628 w 464286"/>
                  <a:gd name="connsiteY79" fmla="*/ 26387 h 527943"/>
                  <a:gd name="connsiteX80" fmla="*/ 435339 w 464286"/>
                  <a:gd name="connsiteY80" fmla="*/ 124264 h 5279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</a:cxnLst>
                <a:rect l="l" t="t" r="r" b="b"/>
                <a:pathLst>
                  <a:path w="464286" h="527943">
                    <a:moveTo>
                      <a:pt x="433831" y="126996"/>
                    </a:moveTo>
                    <a:cubicBezTo>
                      <a:pt x="379099" y="96380"/>
                      <a:pt x="321824" y="70474"/>
                      <a:pt x="265019" y="43720"/>
                    </a:cubicBezTo>
                    <a:lnTo>
                      <a:pt x="243729" y="33735"/>
                    </a:lnTo>
                    <a:cubicBezTo>
                      <a:pt x="240149" y="32039"/>
                      <a:pt x="236570" y="30438"/>
                      <a:pt x="233084" y="28648"/>
                    </a:cubicBezTo>
                    <a:lnTo>
                      <a:pt x="227903" y="26104"/>
                    </a:lnTo>
                    <a:cubicBezTo>
                      <a:pt x="227149" y="25822"/>
                      <a:pt x="226396" y="25633"/>
                      <a:pt x="225642" y="25539"/>
                    </a:cubicBezTo>
                    <a:cubicBezTo>
                      <a:pt x="221874" y="25351"/>
                      <a:pt x="221780" y="25916"/>
                      <a:pt x="213490" y="31380"/>
                    </a:cubicBezTo>
                    <a:lnTo>
                      <a:pt x="193613" y="43909"/>
                    </a:lnTo>
                    <a:cubicBezTo>
                      <a:pt x="167142" y="60677"/>
                      <a:pt x="140105" y="76503"/>
                      <a:pt x="112786" y="91952"/>
                    </a:cubicBezTo>
                    <a:lnTo>
                      <a:pt x="30076" y="136981"/>
                    </a:lnTo>
                    <a:lnTo>
                      <a:pt x="20467" y="142257"/>
                    </a:lnTo>
                    <a:cubicBezTo>
                      <a:pt x="18489" y="143482"/>
                      <a:pt x="16793" y="145366"/>
                      <a:pt x="15757" y="147626"/>
                    </a:cubicBezTo>
                    <a:cubicBezTo>
                      <a:pt x="14627" y="149982"/>
                      <a:pt x="14532" y="151866"/>
                      <a:pt x="14438" y="156387"/>
                    </a:cubicBezTo>
                    <a:lnTo>
                      <a:pt x="14156" y="168163"/>
                    </a:lnTo>
                    <a:lnTo>
                      <a:pt x="13779" y="215170"/>
                    </a:lnTo>
                    <a:cubicBezTo>
                      <a:pt x="13967" y="246540"/>
                      <a:pt x="14627" y="277815"/>
                      <a:pt x="16040" y="309185"/>
                    </a:cubicBezTo>
                    <a:cubicBezTo>
                      <a:pt x="16605" y="324823"/>
                      <a:pt x="17453" y="340461"/>
                      <a:pt x="18489" y="356193"/>
                    </a:cubicBezTo>
                    <a:lnTo>
                      <a:pt x="19902" y="379649"/>
                    </a:lnTo>
                    <a:cubicBezTo>
                      <a:pt x="19996" y="381910"/>
                      <a:pt x="20090" y="382664"/>
                      <a:pt x="20467" y="383983"/>
                    </a:cubicBezTo>
                    <a:cubicBezTo>
                      <a:pt x="20844" y="385113"/>
                      <a:pt x="21315" y="386243"/>
                      <a:pt x="21974" y="387280"/>
                    </a:cubicBezTo>
                    <a:cubicBezTo>
                      <a:pt x="23293" y="389258"/>
                      <a:pt x="25083" y="390859"/>
                      <a:pt x="27156" y="391896"/>
                    </a:cubicBezTo>
                    <a:cubicBezTo>
                      <a:pt x="83583" y="419403"/>
                      <a:pt x="139634" y="447476"/>
                      <a:pt x="194932" y="477055"/>
                    </a:cubicBezTo>
                    <a:lnTo>
                      <a:pt x="215751" y="487983"/>
                    </a:lnTo>
                    <a:lnTo>
                      <a:pt x="226113" y="493447"/>
                    </a:lnTo>
                    <a:lnTo>
                      <a:pt x="231200" y="496084"/>
                    </a:lnTo>
                    <a:cubicBezTo>
                      <a:pt x="231671" y="496273"/>
                      <a:pt x="232142" y="496461"/>
                      <a:pt x="232613" y="496461"/>
                    </a:cubicBezTo>
                    <a:cubicBezTo>
                      <a:pt x="235156" y="496461"/>
                      <a:pt x="233932" y="497026"/>
                      <a:pt x="242787" y="491469"/>
                    </a:cubicBezTo>
                    <a:lnTo>
                      <a:pt x="262664" y="478939"/>
                    </a:lnTo>
                    <a:cubicBezTo>
                      <a:pt x="289135" y="462171"/>
                      <a:pt x="316077" y="446157"/>
                      <a:pt x="342925" y="429859"/>
                    </a:cubicBezTo>
                    <a:cubicBezTo>
                      <a:pt x="370056" y="414128"/>
                      <a:pt x="396809" y="397830"/>
                      <a:pt x="424223" y="382570"/>
                    </a:cubicBezTo>
                    <a:lnTo>
                      <a:pt x="433172" y="377577"/>
                    </a:lnTo>
                    <a:cubicBezTo>
                      <a:pt x="434114" y="377011"/>
                      <a:pt x="434962" y="376164"/>
                      <a:pt x="435527" y="375033"/>
                    </a:cubicBezTo>
                    <a:cubicBezTo>
                      <a:pt x="436752" y="375222"/>
                      <a:pt x="436375" y="364200"/>
                      <a:pt x="436752" y="357040"/>
                    </a:cubicBezTo>
                    <a:cubicBezTo>
                      <a:pt x="437034" y="341403"/>
                      <a:pt x="437976" y="325671"/>
                      <a:pt x="438636" y="309939"/>
                    </a:cubicBezTo>
                    <a:cubicBezTo>
                      <a:pt x="439955" y="278569"/>
                      <a:pt x="441839" y="247199"/>
                      <a:pt x="442686" y="215830"/>
                    </a:cubicBezTo>
                    <a:cubicBezTo>
                      <a:pt x="443346" y="200098"/>
                      <a:pt x="443346" y="184460"/>
                      <a:pt x="443628" y="168822"/>
                    </a:cubicBezTo>
                    <a:cubicBezTo>
                      <a:pt x="443817" y="161003"/>
                      <a:pt x="443534" y="153184"/>
                      <a:pt x="443534" y="145271"/>
                    </a:cubicBezTo>
                    <a:cubicBezTo>
                      <a:pt x="444005" y="137735"/>
                      <a:pt x="440237" y="130670"/>
                      <a:pt x="433831" y="126996"/>
                    </a:cubicBezTo>
                    <a:close/>
                    <a:moveTo>
                      <a:pt x="435339" y="124264"/>
                    </a:moveTo>
                    <a:cubicBezTo>
                      <a:pt x="442875" y="128126"/>
                      <a:pt x="447679" y="136887"/>
                      <a:pt x="447302" y="145177"/>
                    </a:cubicBezTo>
                    <a:cubicBezTo>
                      <a:pt x="447585" y="152996"/>
                      <a:pt x="447773" y="160815"/>
                      <a:pt x="448244" y="168634"/>
                    </a:cubicBezTo>
                    <a:cubicBezTo>
                      <a:pt x="449186" y="184272"/>
                      <a:pt x="449846" y="199909"/>
                      <a:pt x="451165" y="215547"/>
                    </a:cubicBezTo>
                    <a:cubicBezTo>
                      <a:pt x="453426" y="246823"/>
                      <a:pt x="456534" y="278098"/>
                      <a:pt x="459266" y="309374"/>
                    </a:cubicBezTo>
                    <a:cubicBezTo>
                      <a:pt x="460585" y="325011"/>
                      <a:pt x="462187" y="340649"/>
                      <a:pt x="463128" y="356287"/>
                    </a:cubicBezTo>
                    <a:lnTo>
                      <a:pt x="463976" y="368062"/>
                    </a:lnTo>
                    <a:cubicBezTo>
                      <a:pt x="464353" y="370700"/>
                      <a:pt x="464824" y="378990"/>
                      <a:pt x="462469" y="385019"/>
                    </a:cubicBezTo>
                    <a:cubicBezTo>
                      <a:pt x="460302" y="391330"/>
                      <a:pt x="456252" y="396983"/>
                      <a:pt x="450882" y="401128"/>
                    </a:cubicBezTo>
                    <a:cubicBezTo>
                      <a:pt x="447679" y="403483"/>
                      <a:pt x="446455" y="404142"/>
                      <a:pt x="444759" y="405272"/>
                    </a:cubicBezTo>
                    <a:lnTo>
                      <a:pt x="439860" y="408475"/>
                    </a:lnTo>
                    <a:cubicBezTo>
                      <a:pt x="413578" y="425620"/>
                      <a:pt x="386824" y="441823"/>
                      <a:pt x="360258" y="458592"/>
                    </a:cubicBezTo>
                    <a:cubicBezTo>
                      <a:pt x="333411" y="474794"/>
                      <a:pt x="306751" y="491280"/>
                      <a:pt x="279620" y="507012"/>
                    </a:cubicBezTo>
                    <a:lnTo>
                      <a:pt x="259273" y="518882"/>
                    </a:lnTo>
                    <a:cubicBezTo>
                      <a:pt x="255504" y="520860"/>
                      <a:pt x="253903" y="522650"/>
                      <a:pt x="246272" y="525759"/>
                    </a:cubicBezTo>
                    <a:cubicBezTo>
                      <a:pt x="239773" y="528114"/>
                      <a:pt x="232613" y="528585"/>
                      <a:pt x="225925" y="527077"/>
                    </a:cubicBezTo>
                    <a:cubicBezTo>
                      <a:pt x="222533" y="526324"/>
                      <a:pt x="219330" y="525099"/>
                      <a:pt x="216316" y="523403"/>
                    </a:cubicBezTo>
                    <a:lnTo>
                      <a:pt x="211135" y="520483"/>
                    </a:lnTo>
                    <a:lnTo>
                      <a:pt x="200961" y="514642"/>
                    </a:lnTo>
                    <a:lnTo>
                      <a:pt x="180519" y="502961"/>
                    </a:lnTo>
                    <a:cubicBezTo>
                      <a:pt x="125881" y="472157"/>
                      <a:pt x="72185" y="439845"/>
                      <a:pt x="18677" y="406968"/>
                    </a:cubicBezTo>
                    <a:cubicBezTo>
                      <a:pt x="13873" y="404142"/>
                      <a:pt x="10011" y="399997"/>
                      <a:pt x="7467" y="395099"/>
                    </a:cubicBezTo>
                    <a:cubicBezTo>
                      <a:pt x="6243" y="392649"/>
                      <a:pt x="5300" y="390106"/>
                      <a:pt x="4829" y="387374"/>
                    </a:cubicBezTo>
                    <a:cubicBezTo>
                      <a:pt x="4264" y="384830"/>
                      <a:pt x="4264" y="381627"/>
                      <a:pt x="4358" y="380026"/>
                    </a:cubicBezTo>
                    <a:lnTo>
                      <a:pt x="4829" y="356475"/>
                    </a:lnTo>
                    <a:cubicBezTo>
                      <a:pt x="5206" y="340837"/>
                      <a:pt x="5300" y="325105"/>
                      <a:pt x="5300" y="309468"/>
                    </a:cubicBezTo>
                    <a:cubicBezTo>
                      <a:pt x="5300" y="278098"/>
                      <a:pt x="4641" y="246823"/>
                      <a:pt x="3511" y="215453"/>
                    </a:cubicBezTo>
                    <a:lnTo>
                      <a:pt x="1156" y="168445"/>
                    </a:lnTo>
                    <a:lnTo>
                      <a:pt x="308" y="156670"/>
                    </a:lnTo>
                    <a:cubicBezTo>
                      <a:pt x="-69" y="153373"/>
                      <a:pt x="-446" y="147250"/>
                      <a:pt x="1438" y="142257"/>
                    </a:cubicBezTo>
                    <a:cubicBezTo>
                      <a:pt x="3134" y="137170"/>
                      <a:pt x="6337" y="132554"/>
                      <a:pt x="10576" y="129068"/>
                    </a:cubicBezTo>
                    <a:cubicBezTo>
                      <a:pt x="13025" y="127184"/>
                      <a:pt x="14438" y="126336"/>
                      <a:pt x="16040" y="125206"/>
                    </a:cubicBezTo>
                    <a:lnTo>
                      <a:pt x="20938" y="121909"/>
                    </a:lnTo>
                    <a:lnTo>
                      <a:pt x="99127" y="69438"/>
                    </a:lnTo>
                    <a:cubicBezTo>
                      <a:pt x="125504" y="52387"/>
                      <a:pt x="151975" y="35807"/>
                      <a:pt x="179200" y="20075"/>
                    </a:cubicBezTo>
                    <a:lnTo>
                      <a:pt x="199548" y="8206"/>
                    </a:lnTo>
                    <a:cubicBezTo>
                      <a:pt x="203316" y="6322"/>
                      <a:pt x="205294" y="4532"/>
                      <a:pt x="212265" y="1800"/>
                    </a:cubicBezTo>
                    <a:cubicBezTo>
                      <a:pt x="218294" y="-273"/>
                      <a:pt x="224888" y="-555"/>
                      <a:pt x="231012" y="952"/>
                    </a:cubicBezTo>
                    <a:cubicBezTo>
                      <a:pt x="234026" y="1706"/>
                      <a:pt x="237041" y="2836"/>
                      <a:pt x="239678" y="4437"/>
                    </a:cubicBezTo>
                    <a:lnTo>
                      <a:pt x="244765" y="7546"/>
                    </a:lnTo>
                    <a:cubicBezTo>
                      <a:pt x="248157" y="9524"/>
                      <a:pt x="251454" y="11691"/>
                      <a:pt x="254751" y="13764"/>
                    </a:cubicBezTo>
                    <a:lnTo>
                      <a:pt x="274628" y="26387"/>
                    </a:lnTo>
                    <a:cubicBezTo>
                      <a:pt x="327664" y="60017"/>
                      <a:pt x="380230" y="94496"/>
                      <a:pt x="435339" y="124264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5" name="任意多边形 124" descr="344b1c6a-336a-4837-8fca-cfbe0f9b1cca"/>
              <p:cNvSpPr/>
              <p:nvPr/>
            </p:nvSpPr>
            <p:spPr>
              <a:xfrm>
                <a:off x="6233554" y="334485"/>
                <a:ext cx="410784" cy="385241"/>
              </a:xfrm>
              <a:custGeom>
                <a:avLst/>
                <a:gdLst>
                  <a:gd name="connsiteX0" fmla="*/ 79852 w 288412"/>
                  <a:gd name="connsiteY0" fmla="*/ 249123 h 270478"/>
                  <a:gd name="connsiteX1" fmla="*/ 9011 w 288412"/>
                  <a:gd name="connsiteY1" fmla="*/ 173289 h 270478"/>
                  <a:gd name="connsiteX2" fmla="*/ 439 w 288412"/>
                  <a:gd name="connsiteY2" fmla="*/ 118651 h 270478"/>
                  <a:gd name="connsiteX3" fmla="*/ 18055 w 288412"/>
                  <a:gd name="connsiteY3" fmla="*/ 65709 h 270478"/>
                  <a:gd name="connsiteX4" fmla="*/ 56584 w 288412"/>
                  <a:gd name="connsiteY4" fmla="*/ 26615 h 270478"/>
                  <a:gd name="connsiteX5" fmla="*/ 105381 w 288412"/>
                  <a:gd name="connsiteY5" fmla="*/ 5231 h 270478"/>
                  <a:gd name="connsiteX6" fmla="*/ 209382 w 288412"/>
                  <a:gd name="connsiteY6" fmla="*/ 13426 h 270478"/>
                  <a:gd name="connsiteX7" fmla="*/ 253751 w 288412"/>
                  <a:gd name="connsiteY7" fmla="*/ 45550 h 270478"/>
                  <a:gd name="connsiteX8" fmla="*/ 281447 w 288412"/>
                  <a:gd name="connsiteY8" fmla="*/ 94064 h 270478"/>
                  <a:gd name="connsiteX9" fmla="*/ 271085 w 288412"/>
                  <a:gd name="connsiteY9" fmla="*/ 204753 h 270478"/>
                  <a:gd name="connsiteX10" fmla="*/ 233403 w 288412"/>
                  <a:gd name="connsiteY10" fmla="*/ 247239 h 270478"/>
                  <a:gd name="connsiteX11" fmla="*/ 181968 w 288412"/>
                  <a:gd name="connsiteY11" fmla="*/ 268623 h 270478"/>
                  <a:gd name="connsiteX12" fmla="*/ 79852 w 288412"/>
                  <a:gd name="connsiteY12" fmla="*/ 249123 h 270478"/>
                  <a:gd name="connsiteX13" fmla="*/ 81359 w 288412"/>
                  <a:gd name="connsiteY13" fmla="*/ 246391 h 270478"/>
                  <a:gd name="connsiteX14" fmla="*/ 129215 w 288412"/>
                  <a:gd name="connsiteY14" fmla="*/ 258732 h 270478"/>
                  <a:gd name="connsiteX15" fmla="*/ 176128 w 288412"/>
                  <a:gd name="connsiteY15" fmla="*/ 248558 h 270478"/>
                  <a:gd name="connsiteX16" fmla="*/ 214280 w 288412"/>
                  <a:gd name="connsiteY16" fmla="*/ 223405 h 270478"/>
                  <a:gd name="connsiteX17" fmla="*/ 241599 w 288412"/>
                  <a:gd name="connsiteY17" fmla="*/ 188550 h 270478"/>
                  <a:gd name="connsiteX18" fmla="*/ 252903 w 288412"/>
                  <a:gd name="connsiteY18" fmla="*/ 102354 h 270478"/>
                  <a:gd name="connsiteX19" fmla="*/ 201092 w 288412"/>
                  <a:gd name="connsiteY19" fmla="*/ 28499 h 270478"/>
                  <a:gd name="connsiteX20" fmla="*/ 108207 w 288412"/>
                  <a:gd name="connsiteY20" fmla="*/ 14934 h 270478"/>
                  <a:gd name="connsiteX21" fmla="*/ 67417 w 288412"/>
                  <a:gd name="connsiteY21" fmla="*/ 40086 h 270478"/>
                  <a:gd name="connsiteX22" fmla="*/ 40946 w 288412"/>
                  <a:gd name="connsiteY22" fmla="*/ 78238 h 270478"/>
                  <a:gd name="connsiteX23" fmla="*/ 28229 w 288412"/>
                  <a:gd name="connsiteY23" fmla="*/ 167543 h 270478"/>
                  <a:gd name="connsiteX24" fmla="*/ 44997 w 288412"/>
                  <a:gd name="connsiteY24" fmla="*/ 212666 h 270478"/>
                  <a:gd name="connsiteX25" fmla="*/ 81359 w 288412"/>
                  <a:gd name="connsiteY25" fmla="*/ 246391 h 270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88412" h="270478">
                    <a:moveTo>
                      <a:pt x="79852" y="249123"/>
                    </a:moveTo>
                    <a:cubicBezTo>
                      <a:pt x="50272" y="232449"/>
                      <a:pt x="23424" y="207485"/>
                      <a:pt x="9011" y="173289"/>
                    </a:cubicBezTo>
                    <a:cubicBezTo>
                      <a:pt x="2040" y="156333"/>
                      <a:pt x="-1257" y="137398"/>
                      <a:pt x="439" y="118651"/>
                    </a:cubicBezTo>
                    <a:cubicBezTo>
                      <a:pt x="1946" y="99905"/>
                      <a:pt x="8257" y="81535"/>
                      <a:pt x="18055" y="65709"/>
                    </a:cubicBezTo>
                    <a:cubicBezTo>
                      <a:pt x="27946" y="49883"/>
                      <a:pt x="41417" y="36506"/>
                      <a:pt x="56584" y="26615"/>
                    </a:cubicBezTo>
                    <a:cubicBezTo>
                      <a:pt x="71751" y="16629"/>
                      <a:pt x="88330" y="9470"/>
                      <a:pt x="105381" y="5231"/>
                    </a:cubicBezTo>
                    <a:cubicBezTo>
                      <a:pt x="139388" y="-3624"/>
                      <a:pt x="176222" y="-1458"/>
                      <a:pt x="209382" y="13426"/>
                    </a:cubicBezTo>
                    <a:cubicBezTo>
                      <a:pt x="225773" y="20963"/>
                      <a:pt x="241316" y="31608"/>
                      <a:pt x="253751" y="45550"/>
                    </a:cubicBezTo>
                    <a:cubicBezTo>
                      <a:pt x="266280" y="59397"/>
                      <a:pt x="275606" y="76166"/>
                      <a:pt x="281447" y="94064"/>
                    </a:cubicBezTo>
                    <a:cubicBezTo>
                      <a:pt x="293317" y="129862"/>
                      <a:pt x="290114" y="171405"/>
                      <a:pt x="271085" y="204753"/>
                    </a:cubicBezTo>
                    <a:cubicBezTo>
                      <a:pt x="261664" y="221333"/>
                      <a:pt x="248759" y="236029"/>
                      <a:pt x="233403" y="247239"/>
                    </a:cubicBezTo>
                    <a:cubicBezTo>
                      <a:pt x="218048" y="258449"/>
                      <a:pt x="200055" y="265514"/>
                      <a:pt x="181968" y="268623"/>
                    </a:cubicBezTo>
                    <a:cubicBezTo>
                      <a:pt x="145229" y="274652"/>
                      <a:pt x="109620" y="265420"/>
                      <a:pt x="79852" y="249123"/>
                    </a:cubicBezTo>
                    <a:close/>
                    <a:moveTo>
                      <a:pt x="81359" y="246391"/>
                    </a:moveTo>
                    <a:cubicBezTo>
                      <a:pt x="96055" y="254398"/>
                      <a:pt x="112729" y="258732"/>
                      <a:pt x="129215" y="258732"/>
                    </a:cubicBezTo>
                    <a:cubicBezTo>
                      <a:pt x="145700" y="259014"/>
                      <a:pt x="161809" y="254964"/>
                      <a:pt x="176128" y="248558"/>
                    </a:cubicBezTo>
                    <a:cubicBezTo>
                      <a:pt x="190541" y="242246"/>
                      <a:pt x="203258" y="233391"/>
                      <a:pt x="214280" y="223405"/>
                    </a:cubicBezTo>
                    <a:cubicBezTo>
                      <a:pt x="225396" y="213420"/>
                      <a:pt x="234628" y="201645"/>
                      <a:pt x="241599" y="188550"/>
                    </a:cubicBezTo>
                    <a:cubicBezTo>
                      <a:pt x="255353" y="162550"/>
                      <a:pt x="260251" y="131652"/>
                      <a:pt x="252903" y="102354"/>
                    </a:cubicBezTo>
                    <a:cubicBezTo>
                      <a:pt x="245367" y="73340"/>
                      <a:pt x="227469" y="46492"/>
                      <a:pt x="201092" y="28499"/>
                    </a:cubicBezTo>
                    <a:cubicBezTo>
                      <a:pt x="174903" y="10412"/>
                      <a:pt x="139294" y="4665"/>
                      <a:pt x="108207" y="14934"/>
                    </a:cubicBezTo>
                    <a:cubicBezTo>
                      <a:pt x="92758" y="20115"/>
                      <a:pt x="78627" y="28876"/>
                      <a:pt x="67417" y="40086"/>
                    </a:cubicBezTo>
                    <a:cubicBezTo>
                      <a:pt x="56113" y="51296"/>
                      <a:pt x="47446" y="64485"/>
                      <a:pt x="40946" y="78238"/>
                    </a:cubicBezTo>
                    <a:cubicBezTo>
                      <a:pt x="28229" y="106028"/>
                      <a:pt x="23707" y="136267"/>
                      <a:pt x="28229" y="167543"/>
                    </a:cubicBezTo>
                    <a:cubicBezTo>
                      <a:pt x="30678" y="183086"/>
                      <a:pt x="35953" y="198818"/>
                      <a:pt x="44997" y="212666"/>
                    </a:cubicBezTo>
                    <a:cubicBezTo>
                      <a:pt x="53946" y="226608"/>
                      <a:pt x="66664" y="238384"/>
                      <a:pt x="81359" y="246391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6" name="任意多边形 125" descr="500629a8-090b-491e-b17a-0e4b3a0efa98"/>
              <p:cNvSpPr/>
              <p:nvPr/>
            </p:nvSpPr>
            <p:spPr>
              <a:xfrm>
                <a:off x="6189155" y="280846"/>
                <a:ext cx="497027" cy="490429"/>
              </a:xfrm>
              <a:custGeom>
                <a:avLst/>
                <a:gdLst>
                  <a:gd name="connsiteX0" fmla="*/ 91618 w 348963"/>
                  <a:gd name="connsiteY0" fmla="*/ 322015 h 344331"/>
                  <a:gd name="connsiteX1" fmla="*/ 7683 w 348963"/>
                  <a:gd name="connsiteY1" fmla="*/ 220370 h 344331"/>
                  <a:gd name="connsiteX2" fmla="*/ 21531 w 348963"/>
                  <a:gd name="connsiteY2" fmla="*/ 88203 h 344331"/>
                  <a:gd name="connsiteX3" fmla="*/ 65901 w 348963"/>
                  <a:gd name="connsiteY3" fmla="*/ 37050 h 344331"/>
                  <a:gd name="connsiteX4" fmla="*/ 126003 w 348963"/>
                  <a:gd name="connsiteY4" fmla="*/ 6717 h 344331"/>
                  <a:gd name="connsiteX5" fmla="*/ 257416 w 348963"/>
                  <a:gd name="connsiteY5" fmla="*/ 20470 h 344331"/>
                  <a:gd name="connsiteX6" fmla="*/ 341728 w 348963"/>
                  <a:gd name="connsiteY6" fmla="*/ 123340 h 344331"/>
                  <a:gd name="connsiteX7" fmla="*/ 348040 w 348963"/>
                  <a:gd name="connsiteY7" fmla="*/ 191261 h 344331"/>
                  <a:gd name="connsiteX8" fmla="*/ 327409 w 348963"/>
                  <a:gd name="connsiteY8" fmla="*/ 256355 h 344331"/>
                  <a:gd name="connsiteX9" fmla="*/ 222561 w 348963"/>
                  <a:gd name="connsiteY9" fmla="*/ 338689 h 344331"/>
                  <a:gd name="connsiteX10" fmla="*/ 91618 w 348963"/>
                  <a:gd name="connsiteY10" fmla="*/ 322015 h 344331"/>
                  <a:gd name="connsiteX11" fmla="*/ 91995 w 348963"/>
                  <a:gd name="connsiteY11" fmla="*/ 321356 h 344331"/>
                  <a:gd name="connsiteX12" fmla="*/ 155488 w 348963"/>
                  <a:gd name="connsiteY12" fmla="*/ 340667 h 344331"/>
                  <a:gd name="connsiteX13" fmla="*/ 221054 w 348963"/>
                  <a:gd name="connsiteY13" fmla="*/ 333508 h 344331"/>
                  <a:gd name="connsiteX14" fmla="*/ 320250 w 348963"/>
                  <a:gd name="connsiteY14" fmla="*/ 252305 h 344331"/>
                  <a:gd name="connsiteX15" fmla="*/ 334569 w 348963"/>
                  <a:gd name="connsiteY15" fmla="*/ 125319 h 344331"/>
                  <a:gd name="connsiteX16" fmla="*/ 255344 w 348963"/>
                  <a:gd name="connsiteY16" fmla="*/ 24144 h 344331"/>
                  <a:gd name="connsiteX17" fmla="*/ 126851 w 348963"/>
                  <a:gd name="connsiteY17" fmla="*/ 9260 h 344331"/>
                  <a:gd name="connsiteX18" fmla="*/ 27278 w 348963"/>
                  <a:gd name="connsiteY18" fmla="*/ 91311 h 344331"/>
                  <a:gd name="connsiteX19" fmla="*/ 12488 w 348963"/>
                  <a:gd name="connsiteY19" fmla="*/ 218957 h 344331"/>
                  <a:gd name="connsiteX20" fmla="*/ 41691 w 348963"/>
                  <a:gd name="connsiteY20" fmla="*/ 278116 h 344331"/>
                  <a:gd name="connsiteX21" fmla="*/ 91995 w 348963"/>
                  <a:gd name="connsiteY21" fmla="*/ 321356 h 344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48963" h="344331">
                    <a:moveTo>
                      <a:pt x="91618" y="322015"/>
                    </a:moveTo>
                    <a:cubicBezTo>
                      <a:pt x="52241" y="300631"/>
                      <a:pt x="21249" y="263703"/>
                      <a:pt x="7683" y="220370"/>
                    </a:cubicBezTo>
                    <a:cubicBezTo>
                      <a:pt x="-6259" y="177036"/>
                      <a:pt x="-983" y="127862"/>
                      <a:pt x="21531" y="88203"/>
                    </a:cubicBezTo>
                    <a:cubicBezTo>
                      <a:pt x="32741" y="68420"/>
                      <a:pt x="48002" y="50898"/>
                      <a:pt x="65901" y="37050"/>
                    </a:cubicBezTo>
                    <a:cubicBezTo>
                      <a:pt x="83800" y="23202"/>
                      <a:pt x="104336" y="12934"/>
                      <a:pt x="126003" y="6717"/>
                    </a:cubicBezTo>
                    <a:cubicBezTo>
                      <a:pt x="169336" y="-5624"/>
                      <a:pt x="217286" y="-914"/>
                      <a:pt x="257416" y="20470"/>
                    </a:cubicBezTo>
                    <a:cubicBezTo>
                      <a:pt x="297453" y="41666"/>
                      <a:pt x="328917" y="79347"/>
                      <a:pt x="341728" y="123340"/>
                    </a:cubicBezTo>
                    <a:cubicBezTo>
                      <a:pt x="348228" y="145195"/>
                      <a:pt x="350395" y="168464"/>
                      <a:pt x="348040" y="191261"/>
                    </a:cubicBezTo>
                    <a:cubicBezTo>
                      <a:pt x="345685" y="214058"/>
                      <a:pt x="338431" y="236290"/>
                      <a:pt x="327409" y="256355"/>
                    </a:cubicBezTo>
                    <a:cubicBezTo>
                      <a:pt x="305460" y="296674"/>
                      <a:pt x="266648" y="327196"/>
                      <a:pt x="222561" y="338689"/>
                    </a:cubicBezTo>
                    <a:cubicBezTo>
                      <a:pt x="178568" y="350182"/>
                      <a:pt x="130713" y="343870"/>
                      <a:pt x="91618" y="322015"/>
                    </a:cubicBezTo>
                    <a:close/>
                    <a:moveTo>
                      <a:pt x="91995" y="321356"/>
                    </a:moveTo>
                    <a:cubicBezTo>
                      <a:pt x="111684" y="331812"/>
                      <a:pt x="133350" y="338689"/>
                      <a:pt x="155488" y="340667"/>
                    </a:cubicBezTo>
                    <a:cubicBezTo>
                      <a:pt x="177626" y="342646"/>
                      <a:pt x="200046" y="340196"/>
                      <a:pt x="221054" y="333508"/>
                    </a:cubicBezTo>
                    <a:cubicBezTo>
                      <a:pt x="263163" y="320225"/>
                      <a:pt x="299243" y="290645"/>
                      <a:pt x="320250" y="252305"/>
                    </a:cubicBezTo>
                    <a:cubicBezTo>
                      <a:pt x="341163" y="213964"/>
                      <a:pt x="346627" y="167522"/>
                      <a:pt x="334569" y="125319"/>
                    </a:cubicBezTo>
                    <a:cubicBezTo>
                      <a:pt x="322699" y="83210"/>
                      <a:pt x="293967" y="45811"/>
                      <a:pt x="255344" y="24144"/>
                    </a:cubicBezTo>
                    <a:cubicBezTo>
                      <a:pt x="217003" y="2101"/>
                      <a:pt x="169336" y="-3740"/>
                      <a:pt x="126851" y="9260"/>
                    </a:cubicBezTo>
                    <a:cubicBezTo>
                      <a:pt x="84082" y="21695"/>
                      <a:pt x="47814" y="52594"/>
                      <a:pt x="27278" y="91311"/>
                    </a:cubicBezTo>
                    <a:cubicBezTo>
                      <a:pt x="6364" y="129935"/>
                      <a:pt x="995" y="176377"/>
                      <a:pt x="12488" y="218957"/>
                    </a:cubicBezTo>
                    <a:cubicBezTo>
                      <a:pt x="18140" y="240247"/>
                      <a:pt x="28125" y="260500"/>
                      <a:pt x="41691" y="278116"/>
                    </a:cubicBezTo>
                    <a:cubicBezTo>
                      <a:pt x="55162" y="295827"/>
                      <a:pt x="72589" y="310334"/>
                      <a:pt x="91995" y="321356"/>
                    </a:cubicBezTo>
                    <a:close/>
                  </a:path>
                </a:pathLst>
              </a:custGeom>
              <a:solidFill>
                <a:srgbClr val="333333"/>
              </a:solidFill>
              <a:ln w="94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3" name="组合 12" descr="e7e2af93-fec0-41c1-9247-2c6fe0fe3cc1"/>
            <p:cNvGrpSpPr/>
            <p:nvPr/>
          </p:nvGrpSpPr>
          <p:grpSpPr>
            <a:xfrm flipH="1">
              <a:off x="207536" y="6278454"/>
              <a:ext cx="393128" cy="446642"/>
              <a:chOff x="3343140" y="4592143"/>
              <a:chExt cx="203356" cy="231038"/>
            </a:xfrm>
          </p:grpSpPr>
          <p:grpSp>
            <p:nvGrpSpPr>
              <p:cNvPr id="23" name="组合 22" descr="fec4c147-ebde-481a-a6f9-9841e432994d"/>
              <p:cNvGrpSpPr/>
              <p:nvPr/>
            </p:nvGrpSpPr>
            <p:grpSpPr>
              <a:xfrm>
                <a:off x="3343140" y="4592143"/>
                <a:ext cx="203356" cy="231038"/>
                <a:chOff x="3343140" y="4592143"/>
                <a:chExt cx="203356" cy="231038"/>
              </a:xfrm>
            </p:grpSpPr>
            <p:sp>
              <p:nvSpPr>
                <p:cNvPr id="25" name="任意多边形 24" descr="0a03531e-c4b8-430e-9bad-4c21e89def47"/>
                <p:cNvSpPr/>
                <p:nvPr/>
              </p:nvSpPr>
              <p:spPr>
                <a:xfrm>
                  <a:off x="3346509" y="4597739"/>
                  <a:ext cx="193746" cy="218457"/>
                </a:xfrm>
                <a:custGeom>
                  <a:avLst/>
                  <a:gdLst>
                    <a:gd name="connsiteX0" fmla="*/ 186980 w 193746"/>
                    <a:gd name="connsiteY0" fmla="*/ 49412 h 218457"/>
                    <a:gd name="connsiteX1" fmla="*/ 99159 w 193746"/>
                    <a:gd name="connsiteY1" fmla="*/ 1120 h 218457"/>
                    <a:gd name="connsiteX2" fmla="*/ 90110 w 193746"/>
                    <a:gd name="connsiteY2" fmla="*/ 1311 h 218457"/>
                    <a:gd name="connsiteX3" fmla="*/ 4385 w 193746"/>
                    <a:gd name="connsiteY3" fmla="*/ 53222 h 218457"/>
                    <a:gd name="connsiteX4" fmla="*/ 4 w 193746"/>
                    <a:gd name="connsiteY4" fmla="*/ 61128 h 218457"/>
                    <a:gd name="connsiteX5" fmla="*/ 2099 w 193746"/>
                    <a:gd name="connsiteY5" fmla="*/ 161331 h 218457"/>
                    <a:gd name="connsiteX6" fmla="*/ 6767 w 193746"/>
                    <a:gd name="connsiteY6" fmla="*/ 169046 h 218457"/>
                    <a:gd name="connsiteX7" fmla="*/ 94587 w 193746"/>
                    <a:gd name="connsiteY7" fmla="*/ 217338 h 218457"/>
                    <a:gd name="connsiteX8" fmla="*/ 103636 w 193746"/>
                    <a:gd name="connsiteY8" fmla="*/ 217147 h 218457"/>
                    <a:gd name="connsiteX9" fmla="*/ 189361 w 193746"/>
                    <a:gd name="connsiteY9" fmla="*/ 165236 h 218457"/>
                    <a:gd name="connsiteX10" fmla="*/ 193742 w 193746"/>
                    <a:gd name="connsiteY10" fmla="*/ 157330 h 218457"/>
                    <a:gd name="connsiteX11" fmla="*/ 191647 w 193746"/>
                    <a:gd name="connsiteY11" fmla="*/ 57127 h 218457"/>
                    <a:gd name="connsiteX12" fmla="*/ 186980 w 193746"/>
                    <a:gd name="connsiteY12" fmla="*/ 49412 h 218457"/>
                    <a:gd name="connsiteX13" fmla="*/ 69536 w 193746"/>
                    <a:gd name="connsiteY13" fmla="*/ 158950 h 218457"/>
                    <a:gd name="connsiteX14" fmla="*/ 47153 w 193746"/>
                    <a:gd name="connsiteY14" fmla="*/ 81987 h 218457"/>
                    <a:gd name="connsiteX15" fmla="*/ 124115 w 193746"/>
                    <a:gd name="connsiteY15" fmla="*/ 59604 h 218457"/>
                    <a:gd name="connsiteX16" fmla="*/ 146498 w 193746"/>
                    <a:gd name="connsiteY16" fmla="*/ 136566 h 218457"/>
                    <a:gd name="connsiteX17" fmla="*/ 69536 w 193746"/>
                    <a:gd name="connsiteY17" fmla="*/ 158950 h 2184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93746" h="218457">
                      <a:moveTo>
                        <a:pt x="186980" y="49412"/>
                      </a:moveTo>
                      <a:lnTo>
                        <a:pt x="99159" y="1120"/>
                      </a:lnTo>
                      <a:cubicBezTo>
                        <a:pt x="96302" y="-404"/>
                        <a:pt x="92873" y="-404"/>
                        <a:pt x="90110" y="1311"/>
                      </a:cubicBezTo>
                      <a:lnTo>
                        <a:pt x="4385" y="53222"/>
                      </a:lnTo>
                      <a:cubicBezTo>
                        <a:pt x="1623" y="54936"/>
                        <a:pt x="-91" y="57889"/>
                        <a:pt x="4" y="61128"/>
                      </a:cubicBezTo>
                      <a:lnTo>
                        <a:pt x="2099" y="161331"/>
                      </a:lnTo>
                      <a:cubicBezTo>
                        <a:pt x="2195" y="164569"/>
                        <a:pt x="4004" y="167522"/>
                        <a:pt x="6767" y="169046"/>
                      </a:cubicBezTo>
                      <a:lnTo>
                        <a:pt x="94587" y="217338"/>
                      </a:lnTo>
                      <a:cubicBezTo>
                        <a:pt x="97445" y="218862"/>
                        <a:pt x="100874" y="218862"/>
                        <a:pt x="103636" y="217147"/>
                      </a:cubicBezTo>
                      <a:lnTo>
                        <a:pt x="189361" y="165236"/>
                      </a:lnTo>
                      <a:cubicBezTo>
                        <a:pt x="192123" y="163521"/>
                        <a:pt x="193838" y="160569"/>
                        <a:pt x="193742" y="157330"/>
                      </a:cubicBezTo>
                      <a:lnTo>
                        <a:pt x="191647" y="57127"/>
                      </a:lnTo>
                      <a:cubicBezTo>
                        <a:pt x="191552" y="53889"/>
                        <a:pt x="189837" y="50936"/>
                        <a:pt x="186980" y="49412"/>
                      </a:cubicBezTo>
                      <a:close/>
                      <a:moveTo>
                        <a:pt x="69536" y="158950"/>
                      </a:moveTo>
                      <a:cubicBezTo>
                        <a:pt x="42104" y="143900"/>
                        <a:pt x="32103" y="109419"/>
                        <a:pt x="47153" y="81987"/>
                      </a:cubicBezTo>
                      <a:cubicBezTo>
                        <a:pt x="62202" y="54555"/>
                        <a:pt x="96683" y="44554"/>
                        <a:pt x="124115" y="59604"/>
                      </a:cubicBezTo>
                      <a:cubicBezTo>
                        <a:pt x="151547" y="74653"/>
                        <a:pt x="161548" y="109134"/>
                        <a:pt x="146498" y="136566"/>
                      </a:cubicBezTo>
                      <a:cubicBezTo>
                        <a:pt x="131449" y="163998"/>
                        <a:pt x="96968" y="173999"/>
                        <a:pt x="69536" y="15895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6" name="组合 25" descr="bd22d855-9469-41a3-ab4d-8d2f1e64f0bb"/>
                <p:cNvGrpSpPr/>
                <p:nvPr/>
              </p:nvGrpSpPr>
              <p:grpSpPr>
                <a:xfrm>
                  <a:off x="3343140" y="4592143"/>
                  <a:ext cx="203356" cy="231038"/>
                  <a:chOff x="3343140" y="4592143"/>
                  <a:chExt cx="203356" cy="231038"/>
                </a:xfrm>
                <a:solidFill>
                  <a:srgbClr val="333333"/>
                </a:solidFill>
              </p:grpSpPr>
              <p:sp>
                <p:nvSpPr>
                  <p:cNvPr id="27" name="任意多边形 26" descr="5b3a5e76-95e6-457b-a8e8-be4bad96f075"/>
                  <p:cNvSpPr/>
                  <p:nvPr/>
                </p:nvSpPr>
                <p:spPr>
                  <a:xfrm>
                    <a:off x="3343140" y="4592143"/>
                    <a:ext cx="203356" cy="231038"/>
                  </a:xfrm>
                  <a:custGeom>
                    <a:avLst/>
                    <a:gdLst>
                      <a:gd name="connsiteX0" fmla="*/ 189967 w 203356"/>
                      <a:gd name="connsiteY0" fmla="*/ 55580 h 231038"/>
                      <a:gd name="connsiteX1" fmla="*/ 116053 w 203356"/>
                      <a:gd name="connsiteY1" fmla="*/ 19099 h 231038"/>
                      <a:gd name="connsiteX2" fmla="*/ 106719 w 203356"/>
                      <a:gd name="connsiteY2" fmla="*/ 14717 h 231038"/>
                      <a:gd name="connsiteX3" fmla="*/ 102052 w 203356"/>
                      <a:gd name="connsiteY3" fmla="*/ 12527 h 231038"/>
                      <a:gd name="connsiteX4" fmla="*/ 99766 w 203356"/>
                      <a:gd name="connsiteY4" fmla="*/ 11384 h 231038"/>
                      <a:gd name="connsiteX5" fmla="*/ 98718 w 203356"/>
                      <a:gd name="connsiteY5" fmla="*/ 11098 h 231038"/>
                      <a:gd name="connsiteX6" fmla="*/ 93384 w 203356"/>
                      <a:gd name="connsiteY6" fmla="*/ 13670 h 231038"/>
                      <a:gd name="connsiteX7" fmla="*/ 84716 w 203356"/>
                      <a:gd name="connsiteY7" fmla="*/ 19194 h 231038"/>
                      <a:gd name="connsiteX8" fmla="*/ 49378 w 203356"/>
                      <a:gd name="connsiteY8" fmla="*/ 40244 h 231038"/>
                      <a:gd name="connsiteX9" fmla="*/ 13183 w 203356"/>
                      <a:gd name="connsiteY9" fmla="*/ 59961 h 231038"/>
                      <a:gd name="connsiteX10" fmla="*/ 8992 w 203356"/>
                      <a:gd name="connsiteY10" fmla="*/ 62247 h 231038"/>
                      <a:gd name="connsiteX11" fmla="*/ 6897 w 203356"/>
                      <a:gd name="connsiteY11" fmla="*/ 64628 h 231038"/>
                      <a:gd name="connsiteX12" fmla="*/ 6135 w 203356"/>
                      <a:gd name="connsiteY12" fmla="*/ 73582 h 231038"/>
                      <a:gd name="connsiteX13" fmla="*/ 5944 w 203356"/>
                      <a:gd name="connsiteY13" fmla="*/ 94156 h 231038"/>
                      <a:gd name="connsiteX14" fmla="*/ 6897 w 203356"/>
                      <a:gd name="connsiteY14" fmla="*/ 135304 h 231038"/>
                      <a:gd name="connsiteX15" fmla="*/ 7945 w 203356"/>
                      <a:gd name="connsiteY15" fmla="*/ 155878 h 231038"/>
                      <a:gd name="connsiteX16" fmla="*/ 8611 w 203356"/>
                      <a:gd name="connsiteY16" fmla="*/ 166165 h 231038"/>
                      <a:gd name="connsiteX17" fmla="*/ 11755 w 203356"/>
                      <a:gd name="connsiteY17" fmla="*/ 171499 h 231038"/>
                      <a:gd name="connsiteX18" fmla="*/ 85192 w 203356"/>
                      <a:gd name="connsiteY18" fmla="*/ 208742 h 231038"/>
                      <a:gd name="connsiteX19" fmla="*/ 94336 w 203356"/>
                      <a:gd name="connsiteY19" fmla="*/ 213504 h 231038"/>
                      <a:gd name="connsiteX20" fmla="*/ 98908 w 203356"/>
                      <a:gd name="connsiteY20" fmla="*/ 215885 h 231038"/>
                      <a:gd name="connsiteX21" fmla="*/ 101099 w 203356"/>
                      <a:gd name="connsiteY21" fmla="*/ 217028 h 231038"/>
                      <a:gd name="connsiteX22" fmla="*/ 101671 w 203356"/>
                      <a:gd name="connsiteY22" fmla="*/ 217219 h 231038"/>
                      <a:gd name="connsiteX23" fmla="*/ 114815 w 203356"/>
                      <a:gd name="connsiteY23" fmla="*/ 209503 h 231038"/>
                      <a:gd name="connsiteX24" fmla="*/ 149962 w 203356"/>
                      <a:gd name="connsiteY24" fmla="*/ 188072 h 231038"/>
                      <a:gd name="connsiteX25" fmla="*/ 185491 w 203356"/>
                      <a:gd name="connsiteY25" fmla="*/ 167403 h 231038"/>
                      <a:gd name="connsiteX26" fmla="*/ 189396 w 203356"/>
                      <a:gd name="connsiteY26" fmla="*/ 165212 h 231038"/>
                      <a:gd name="connsiteX27" fmla="*/ 190444 w 203356"/>
                      <a:gd name="connsiteY27" fmla="*/ 164069 h 231038"/>
                      <a:gd name="connsiteX28" fmla="*/ 191015 w 203356"/>
                      <a:gd name="connsiteY28" fmla="*/ 156164 h 231038"/>
                      <a:gd name="connsiteX29" fmla="*/ 191872 w 203356"/>
                      <a:gd name="connsiteY29" fmla="*/ 135590 h 231038"/>
                      <a:gd name="connsiteX30" fmla="*/ 193587 w 203356"/>
                      <a:gd name="connsiteY30" fmla="*/ 94346 h 231038"/>
                      <a:gd name="connsiteX31" fmla="*/ 194063 w 203356"/>
                      <a:gd name="connsiteY31" fmla="*/ 73772 h 231038"/>
                      <a:gd name="connsiteX32" fmla="*/ 189967 w 203356"/>
                      <a:gd name="connsiteY32" fmla="*/ 55580 h 231038"/>
                      <a:gd name="connsiteX33" fmla="*/ 190634 w 203356"/>
                      <a:gd name="connsiteY33" fmla="*/ 54341 h 231038"/>
                      <a:gd name="connsiteX34" fmla="*/ 195873 w 203356"/>
                      <a:gd name="connsiteY34" fmla="*/ 63485 h 231038"/>
                      <a:gd name="connsiteX35" fmla="*/ 196254 w 203356"/>
                      <a:gd name="connsiteY35" fmla="*/ 73772 h 231038"/>
                      <a:gd name="connsiteX36" fmla="*/ 197587 w 203356"/>
                      <a:gd name="connsiteY36" fmla="*/ 94346 h 231038"/>
                      <a:gd name="connsiteX37" fmla="*/ 201112 w 203356"/>
                      <a:gd name="connsiteY37" fmla="*/ 135399 h 231038"/>
                      <a:gd name="connsiteX38" fmla="*/ 202826 w 203356"/>
                      <a:gd name="connsiteY38" fmla="*/ 155973 h 231038"/>
                      <a:gd name="connsiteX39" fmla="*/ 203207 w 203356"/>
                      <a:gd name="connsiteY39" fmla="*/ 161117 h 231038"/>
                      <a:gd name="connsiteX40" fmla="*/ 202540 w 203356"/>
                      <a:gd name="connsiteY40" fmla="*/ 168546 h 231038"/>
                      <a:gd name="connsiteX41" fmla="*/ 197492 w 203356"/>
                      <a:gd name="connsiteY41" fmla="*/ 175595 h 231038"/>
                      <a:gd name="connsiteX42" fmla="*/ 194825 w 203356"/>
                      <a:gd name="connsiteY42" fmla="*/ 177404 h 231038"/>
                      <a:gd name="connsiteX43" fmla="*/ 192634 w 203356"/>
                      <a:gd name="connsiteY43" fmla="*/ 178833 h 231038"/>
                      <a:gd name="connsiteX44" fmla="*/ 157773 w 203356"/>
                      <a:gd name="connsiteY44" fmla="*/ 200741 h 231038"/>
                      <a:gd name="connsiteX45" fmla="*/ 122530 w 203356"/>
                      <a:gd name="connsiteY45" fmla="*/ 221886 h 231038"/>
                      <a:gd name="connsiteX46" fmla="*/ 113672 w 203356"/>
                      <a:gd name="connsiteY46" fmla="*/ 227030 h 231038"/>
                      <a:gd name="connsiteX47" fmla="*/ 107957 w 203356"/>
                      <a:gd name="connsiteY47" fmla="*/ 230078 h 231038"/>
                      <a:gd name="connsiteX48" fmla="*/ 99004 w 203356"/>
                      <a:gd name="connsiteY48" fmla="*/ 230649 h 231038"/>
                      <a:gd name="connsiteX49" fmla="*/ 94813 w 203356"/>
                      <a:gd name="connsiteY49" fmla="*/ 229030 h 231038"/>
                      <a:gd name="connsiteX50" fmla="*/ 92527 w 203356"/>
                      <a:gd name="connsiteY50" fmla="*/ 227696 h 231038"/>
                      <a:gd name="connsiteX51" fmla="*/ 88050 w 203356"/>
                      <a:gd name="connsiteY51" fmla="*/ 225125 h 231038"/>
                      <a:gd name="connsiteX52" fmla="*/ 79096 w 203356"/>
                      <a:gd name="connsiteY52" fmla="*/ 219981 h 231038"/>
                      <a:gd name="connsiteX53" fmla="*/ 8230 w 203356"/>
                      <a:gd name="connsiteY53" fmla="*/ 177976 h 231038"/>
                      <a:gd name="connsiteX54" fmla="*/ 1944 w 203356"/>
                      <a:gd name="connsiteY54" fmla="*/ 166165 h 231038"/>
                      <a:gd name="connsiteX55" fmla="*/ 2134 w 203356"/>
                      <a:gd name="connsiteY55" fmla="*/ 155878 h 231038"/>
                      <a:gd name="connsiteX56" fmla="*/ 2325 w 203356"/>
                      <a:gd name="connsiteY56" fmla="*/ 135304 h 231038"/>
                      <a:gd name="connsiteX57" fmla="*/ 1563 w 203356"/>
                      <a:gd name="connsiteY57" fmla="*/ 94156 h 231038"/>
                      <a:gd name="connsiteX58" fmla="*/ 515 w 203356"/>
                      <a:gd name="connsiteY58" fmla="*/ 73582 h 231038"/>
                      <a:gd name="connsiteX59" fmla="*/ 134 w 203356"/>
                      <a:gd name="connsiteY59" fmla="*/ 68438 h 231038"/>
                      <a:gd name="connsiteX60" fmla="*/ 610 w 203356"/>
                      <a:gd name="connsiteY60" fmla="*/ 62152 h 231038"/>
                      <a:gd name="connsiteX61" fmla="*/ 4611 w 203356"/>
                      <a:gd name="connsiteY61" fmla="*/ 56342 h 231038"/>
                      <a:gd name="connsiteX62" fmla="*/ 9183 w 203356"/>
                      <a:gd name="connsiteY62" fmla="*/ 53198 h 231038"/>
                      <a:gd name="connsiteX63" fmla="*/ 43378 w 203356"/>
                      <a:gd name="connsiteY63" fmla="*/ 30243 h 231038"/>
                      <a:gd name="connsiteX64" fmla="*/ 78430 w 203356"/>
                      <a:gd name="connsiteY64" fmla="*/ 8621 h 231038"/>
                      <a:gd name="connsiteX65" fmla="*/ 87383 w 203356"/>
                      <a:gd name="connsiteY65" fmla="*/ 3668 h 231038"/>
                      <a:gd name="connsiteX66" fmla="*/ 92908 w 203356"/>
                      <a:gd name="connsiteY66" fmla="*/ 811 h 231038"/>
                      <a:gd name="connsiteX67" fmla="*/ 101099 w 203356"/>
                      <a:gd name="connsiteY67" fmla="*/ 430 h 231038"/>
                      <a:gd name="connsiteX68" fmla="*/ 104909 w 203356"/>
                      <a:gd name="connsiteY68" fmla="*/ 1954 h 231038"/>
                      <a:gd name="connsiteX69" fmla="*/ 107195 w 203356"/>
                      <a:gd name="connsiteY69" fmla="*/ 3287 h 231038"/>
                      <a:gd name="connsiteX70" fmla="*/ 111577 w 203356"/>
                      <a:gd name="connsiteY70" fmla="*/ 6050 h 231038"/>
                      <a:gd name="connsiteX71" fmla="*/ 120244 w 203356"/>
                      <a:gd name="connsiteY71" fmla="*/ 11574 h 231038"/>
                      <a:gd name="connsiteX72" fmla="*/ 190634 w 203356"/>
                      <a:gd name="connsiteY72" fmla="*/ 54341 h 2310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</a:cxnLst>
                    <a:rect l="l" t="t" r="r" b="b"/>
                    <a:pathLst>
                      <a:path w="203356" h="231038">
                        <a:moveTo>
                          <a:pt x="189967" y="55580"/>
                        </a:moveTo>
                        <a:cubicBezTo>
                          <a:pt x="166060" y="42149"/>
                          <a:pt x="140914" y="30910"/>
                          <a:pt x="116053" y="19099"/>
                        </a:cubicBezTo>
                        <a:lnTo>
                          <a:pt x="106719" y="14717"/>
                        </a:lnTo>
                        <a:lnTo>
                          <a:pt x="102052" y="12527"/>
                        </a:lnTo>
                        <a:lnTo>
                          <a:pt x="99766" y="11384"/>
                        </a:lnTo>
                        <a:cubicBezTo>
                          <a:pt x="99480" y="11288"/>
                          <a:pt x="99099" y="11193"/>
                          <a:pt x="98718" y="11098"/>
                        </a:cubicBezTo>
                        <a:cubicBezTo>
                          <a:pt x="97099" y="11003"/>
                          <a:pt x="97003" y="11288"/>
                          <a:pt x="93384" y="13670"/>
                        </a:cubicBezTo>
                        <a:lnTo>
                          <a:pt x="84716" y="19194"/>
                        </a:lnTo>
                        <a:cubicBezTo>
                          <a:pt x="73096" y="26528"/>
                          <a:pt x="61285" y="33482"/>
                          <a:pt x="49378" y="40244"/>
                        </a:cubicBezTo>
                        <a:lnTo>
                          <a:pt x="13183" y="59961"/>
                        </a:lnTo>
                        <a:lnTo>
                          <a:pt x="8992" y="62247"/>
                        </a:lnTo>
                        <a:cubicBezTo>
                          <a:pt x="8135" y="62819"/>
                          <a:pt x="7373" y="63581"/>
                          <a:pt x="6897" y="64628"/>
                        </a:cubicBezTo>
                        <a:cubicBezTo>
                          <a:pt x="6040" y="66152"/>
                          <a:pt x="6421" y="70343"/>
                          <a:pt x="6135" y="73582"/>
                        </a:cubicBezTo>
                        <a:lnTo>
                          <a:pt x="5944" y="94156"/>
                        </a:lnTo>
                        <a:cubicBezTo>
                          <a:pt x="6040" y="107872"/>
                          <a:pt x="6325" y="121588"/>
                          <a:pt x="6897" y="135304"/>
                        </a:cubicBezTo>
                        <a:cubicBezTo>
                          <a:pt x="7183" y="142162"/>
                          <a:pt x="7468" y="149020"/>
                          <a:pt x="7945" y="155878"/>
                        </a:cubicBezTo>
                        <a:lnTo>
                          <a:pt x="8611" y="166165"/>
                        </a:lnTo>
                        <a:cubicBezTo>
                          <a:pt x="8611" y="168927"/>
                          <a:pt x="9945" y="170546"/>
                          <a:pt x="11755" y="171499"/>
                        </a:cubicBezTo>
                        <a:cubicBezTo>
                          <a:pt x="36424" y="183596"/>
                          <a:pt x="60999" y="195883"/>
                          <a:pt x="85192" y="208742"/>
                        </a:cubicBezTo>
                        <a:lnTo>
                          <a:pt x="94336" y="213504"/>
                        </a:lnTo>
                        <a:lnTo>
                          <a:pt x="98908" y="215885"/>
                        </a:lnTo>
                        <a:lnTo>
                          <a:pt x="101099" y="217028"/>
                        </a:lnTo>
                        <a:cubicBezTo>
                          <a:pt x="101290" y="217124"/>
                          <a:pt x="101480" y="217219"/>
                          <a:pt x="101671" y="217219"/>
                        </a:cubicBezTo>
                        <a:cubicBezTo>
                          <a:pt x="101480" y="218552"/>
                          <a:pt x="109481" y="212647"/>
                          <a:pt x="114815" y="209503"/>
                        </a:cubicBezTo>
                        <a:cubicBezTo>
                          <a:pt x="126436" y="202169"/>
                          <a:pt x="138151" y="195121"/>
                          <a:pt x="149962" y="188072"/>
                        </a:cubicBezTo>
                        <a:cubicBezTo>
                          <a:pt x="161869" y="181215"/>
                          <a:pt x="173584" y="174071"/>
                          <a:pt x="185491" y="167403"/>
                        </a:cubicBezTo>
                        <a:lnTo>
                          <a:pt x="189396" y="165212"/>
                        </a:lnTo>
                        <a:cubicBezTo>
                          <a:pt x="189777" y="164927"/>
                          <a:pt x="190158" y="164546"/>
                          <a:pt x="190444" y="164069"/>
                        </a:cubicBezTo>
                        <a:cubicBezTo>
                          <a:pt x="190920" y="164165"/>
                          <a:pt x="190825" y="159307"/>
                          <a:pt x="191015" y="156164"/>
                        </a:cubicBezTo>
                        <a:lnTo>
                          <a:pt x="191872" y="135590"/>
                        </a:lnTo>
                        <a:lnTo>
                          <a:pt x="193587" y="94346"/>
                        </a:lnTo>
                        <a:cubicBezTo>
                          <a:pt x="193968" y="87488"/>
                          <a:pt x="193873" y="80630"/>
                          <a:pt x="194063" y="73772"/>
                        </a:cubicBezTo>
                        <a:cubicBezTo>
                          <a:pt x="193682" y="67295"/>
                          <a:pt x="196254" y="59009"/>
                          <a:pt x="189967" y="55580"/>
                        </a:cubicBezTo>
                        <a:close/>
                        <a:moveTo>
                          <a:pt x="190634" y="54341"/>
                        </a:moveTo>
                        <a:cubicBezTo>
                          <a:pt x="193968" y="56056"/>
                          <a:pt x="196063" y="59866"/>
                          <a:pt x="195873" y="63485"/>
                        </a:cubicBezTo>
                        <a:lnTo>
                          <a:pt x="196254" y="73772"/>
                        </a:lnTo>
                        <a:cubicBezTo>
                          <a:pt x="196730" y="80630"/>
                          <a:pt x="196921" y="87488"/>
                          <a:pt x="197587" y="94346"/>
                        </a:cubicBezTo>
                        <a:lnTo>
                          <a:pt x="201112" y="135399"/>
                        </a:lnTo>
                        <a:lnTo>
                          <a:pt x="202826" y="155973"/>
                        </a:lnTo>
                        <a:lnTo>
                          <a:pt x="203207" y="161117"/>
                        </a:lnTo>
                        <a:cubicBezTo>
                          <a:pt x="203398" y="162260"/>
                          <a:pt x="203588" y="165879"/>
                          <a:pt x="202540" y="168546"/>
                        </a:cubicBezTo>
                        <a:cubicBezTo>
                          <a:pt x="201588" y="171308"/>
                          <a:pt x="199778" y="173785"/>
                          <a:pt x="197492" y="175595"/>
                        </a:cubicBezTo>
                        <a:cubicBezTo>
                          <a:pt x="196063" y="176642"/>
                          <a:pt x="195587" y="176928"/>
                          <a:pt x="194825" y="177404"/>
                        </a:cubicBezTo>
                        <a:lnTo>
                          <a:pt x="192634" y="178833"/>
                        </a:lnTo>
                        <a:cubicBezTo>
                          <a:pt x="181109" y="186358"/>
                          <a:pt x="169393" y="193407"/>
                          <a:pt x="157773" y="200741"/>
                        </a:cubicBezTo>
                        <a:cubicBezTo>
                          <a:pt x="146057" y="207884"/>
                          <a:pt x="134341" y="215028"/>
                          <a:pt x="122530" y="221886"/>
                        </a:cubicBezTo>
                        <a:lnTo>
                          <a:pt x="113672" y="227030"/>
                        </a:lnTo>
                        <a:cubicBezTo>
                          <a:pt x="112053" y="227887"/>
                          <a:pt x="111291" y="228649"/>
                          <a:pt x="107957" y="230078"/>
                        </a:cubicBezTo>
                        <a:cubicBezTo>
                          <a:pt x="105100" y="231125"/>
                          <a:pt x="101956" y="231316"/>
                          <a:pt x="99004" y="230649"/>
                        </a:cubicBezTo>
                        <a:cubicBezTo>
                          <a:pt x="97575" y="230363"/>
                          <a:pt x="96146" y="229792"/>
                          <a:pt x="94813" y="229030"/>
                        </a:cubicBezTo>
                        <a:lnTo>
                          <a:pt x="92527" y="227696"/>
                        </a:lnTo>
                        <a:lnTo>
                          <a:pt x="88050" y="225125"/>
                        </a:lnTo>
                        <a:lnTo>
                          <a:pt x="79096" y="219981"/>
                        </a:lnTo>
                        <a:cubicBezTo>
                          <a:pt x="55284" y="206456"/>
                          <a:pt x="31662" y="192359"/>
                          <a:pt x="8230" y="177976"/>
                        </a:cubicBezTo>
                        <a:cubicBezTo>
                          <a:pt x="3944" y="175690"/>
                          <a:pt x="1563" y="170261"/>
                          <a:pt x="1944" y="166165"/>
                        </a:cubicBezTo>
                        <a:lnTo>
                          <a:pt x="2134" y="155878"/>
                        </a:lnTo>
                        <a:cubicBezTo>
                          <a:pt x="2325" y="149020"/>
                          <a:pt x="2325" y="142162"/>
                          <a:pt x="2325" y="135304"/>
                        </a:cubicBezTo>
                        <a:cubicBezTo>
                          <a:pt x="2325" y="121588"/>
                          <a:pt x="2039" y="107872"/>
                          <a:pt x="1563" y="94156"/>
                        </a:cubicBezTo>
                        <a:lnTo>
                          <a:pt x="515" y="73582"/>
                        </a:lnTo>
                        <a:lnTo>
                          <a:pt x="134" y="68438"/>
                        </a:lnTo>
                        <a:cubicBezTo>
                          <a:pt x="-56" y="67010"/>
                          <a:pt x="-152" y="64343"/>
                          <a:pt x="610" y="62152"/>
                        </a:cubicBezTo>
                        <a:cubicBezTo>
                          <a:pt x="1372" y="59961"/>
                          <a:pt x="2706" y="57866"/>
                          <a:pt x="4611" y="56342"/>
                        </a:cubicBezTo>
                        <a:cubicBezTo>
                          <a:pt x="6611" y="54913"/>
                          <a:pt x="7564" y="54246"/>
                          <a:pt x="9183" y="53198"/>
                        </a:cubicBezTo>
                        <a:lnTo>
                          <a:pt x="43378" y="30243"/>
                        </a:lnTo>
                        <a:cubicBezTo>
                          <a:pt x="54903" y="22814"/>
                          <a:pt x="66523" y="15479"/>
                          <a:pt x="78430" y="8621"/>
                        </a:cubicBezTo>
                        <a:lnTo>
                          <a:pt x="87383" y="3668"/>
                        </a:lnTo>
                        <a:cubicBezTo>
                          <a:pt x="89002" y="2811"/>
                          <a:pt x="89860" y="2049"/>
                          <a:pt x="92908" y="811"/>
                        </a:cubicBezTo>
                        <a:cubicBezTo>
                          <a:pt x="95575" y="-142"/>
                          <a:pt x="98432" y="-237"/>
                          <a:pt x="101099" y="430"/>
                        </a:cubicBezTo>
                        <a:cubicBezTo>
                          <a:pt x="102433" y="716"/>
                          <a:pt x="103766" y="1287"/>
                          <a:pt x="104909" y="1954"/>
                        </a:cubicBezTo>
                        <a:lnTo>
                          <a:pt x="107195" y="3287"/>
                        </a:lnTo>
                        <a:lnTo>
                          <a:pt x="111577" y="6050"/>
                        </a:lnTo>
                        <a:lnTo>
                          <a:pt x="120244" y="11574"/>
                        </a:lnTo>
                        <a:cubicBezTo>
                          <a:pt x="143581" y="26147"/>
                          <a:pt x="166536" y="41387"/>
                          <a:pt x="190634" y="54341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8" name="任意多边形 27" descr="04f59e72-8049-477d-9516-d411f111b1bf"/>
                  <p:cNvSpPr/>
                  <p:nvPr/>
                </p:nvSpPr>
                <p:spPr>
                  <a:xfrm>
                    <a:off x="3380854" y="4648219"/>
                    <a:ext cx="126135" cy="118396"/>
                  </a:xfrm>
                  <a:custGeom>
                    <a:avLst/>
                    <a:gdLst>
                      <a:gd name="connsiteX0" fmla="*/ 34906 w 126135"/>
                      <a:gd name="connsiteY0" fmla="*/ 109041 h 118396"/>
                      <a:gd name="connsiteX1" fmla="*/ 3949 w 126135"/>
                      <a:gd name="connsiteY1" fmla="*/ 75799 h 118396"/>
                      <a:gd name="connsiteX2" fmla="*/ 7855 w 126135"/>
                      <a:gd name="connsiteY2" fmla="*/ 28745 h 118396"/>
                      <a:gd name="connsiteX3" fmla="*/ 46050 w 126135"/>
                      <a:gd name="connsiteY3" fmla="*/ 2266 h 118396"/>
                      <a:gd name="connsiteX4" fmla="*/ 91579 w 126135"/>
                      <a:gd name="connsiteY4" fmla="*/ 5885 h 118396"/>
                      <a:gd name="connsiteX5" fmla="*/ 123107 w 126135"/>
                      <a:gd name="connsiteY5" fmla="*/ 41223 h 118396"/>
                      <a:gd name="connsiteX6" fmla="*/ 118535 w 126135"/>
                      <a:gd name="connsiteY6" fmla="*/ 89706 h 118396"/>
                      <a:gd name="connsiteX7" fmla="*/ 79483 w 126135"/>
                      <a:gd name="connsiteY7" fmla="*/ 117614 h 118396"/>
                      <a:gd name="connsiteX8" fmla="*/ 34906 w 126135"/>
                      <a:gd name="connsiteY8" fmla="*/ 109041 h 118396"/>
                      <a:gd name="connsiteX9" fmla="*/ 35572 w 126135"/>
                      <a:gd name="connsiteY9" fmla="*/ 107803 h 118396"/>
                      <a:gd name="connsiteX10" fmla="*/ 77101 w 126135"/>
                      <a:gd name="connsiteY10" fmla="*/ 108756 h 118396"/>
                      <a:gd name="connsiteX11" fmla="*/ 105772 w 126135"/>
                      <a:gd name="connsiteY11" fmla="*/ 82466 h 118396"/>
                      <a:gd name="connsiteX12" fmla="*/ 110725 w 126135"/>
                      <a:gd name="connsiteY12" fmla="*/ 44748 h 118396"/>
                      <a:gd name="connsiteX13" fmla="*/ 88055 w 126135"/>
                      <a:gd name="connsiteY13" fmla="*/ 12458 h 118396"/>
                      <a:gd name="connsiteX14" fmla="*/ 47383 w 126135"/>
                      <a:gd name="connsiteY14" fmla="*/ 6552 h 118396"/>
                      <a:gd name="connsiteX15" fmla="*/ 17951 w 126135"/>
                      <a:gd name="connsiteY15" fmla="*/ 34270 h 118396"/>
                      <a:gd name="connsiteX16" fmla="*/ 12331 w 126135"/>
                      <a:gd name="connsiteY16" fmla="*/ 73418 h 118396"/>
                      <a:gd name="connsiteX17" fmla="*/ 35572 w 126135"/>
                      <a:gd name="connsiteY17" fmla="*/ 107803 h 1183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126135" h="118396">
                        <a:moveTo>
                          <a:pt x="34906" y="109041"/>
                        </a:moveTo>
                        <a:cubicBezTo>
                          <a:pt x="21952" y="101707"/>
                          <a:pt x="10141" y="90849"/>
                          <a:pt x="3949" y="75799"/>
                        </a:cubicBezTo>
                        <a:cubicBezTo>
                          <a:pt x="-2528" y="61035"/>
                          <a:pt x="-908" y="42557"/>
                          <a:pt x="7855" y="28745"/>
                        </a:cubicBezTo>
                        <a:cubicBezTo>
                          <a:pt x="16713" y="14744"/>
                          <a:pt x="31286" y="5981"/>
                          <a:pt x="46050" y="2266"/>
                        </a:cubicBezTo>
                        <a:cubicBezTo>
                          <a:pt x="60909" y="-1544"/>
                          <a:pt x="77101" y="-687"/>
                          <a:pt x="91579" y="5885"/>
                        </a:cubicBezTo>
                        <a:cubicBezTo>
                          <a:pt x="106153" y="12267"/>
                          <a:pt x="118249" y="25316"/>
                          <a:pt x="123107" y="41223"/>
                        </a:cubicBezTo>
                        <a:cubicBezTo>
                          <a:pt x="128251" y="56940"/>
                          <a:pt x="126917" y="75037"/>
                          <a:pt x="118535" y="89706"/>
                        </a:cubicBezTo>
                        <a:cubicBezTo>
                          <a:pt x="110344" y="104279"/>
                          <a:pt x="95580" y="115233"/>
                          <a:pt x="79483" y="117614"/>
                        </a:cubicBezTo>
                        <a:cubicBezTo>
                          <a:pt x="63576" y="120185"/>
                          <a:pt x="47955" y="116185"/>
                          <a:pt x="34906" y="109041"/>
                        </a:cubicBezTo>
                        <a:close/>
                        <a:moveTo>
                          <a:pt x="35572" y="107803"/>
                        </a:moveTo>
                        <a:cubicBezTo>
                          <a:pt x="48526" y="115042"/>
                          <a:pt x="64624" y="114470"/>
                          <a:pt x="77101" y="108756"/>
                        </a:cubicBezTo>
                        <a:cubicBezTo>
                          <a:pt x="89579" y="102945"/>
                          <a:pt x="99771" y="93992"/>
                          <a:pt x="105772" y="82466"/>
                        </a:cubicBezTo>
                        <a:cubicBezTo>
                          <a:pt x="111868" y="71132"/>
                          <a:pt x="113963" y="57511"/>
                          <a:pt x="110725" y="44748"/>
                        </a:cubicBezTo>
                        <a:cubicBezTo>
                          <a:pt x="107391" y="32079"/>
                          <a:pt x="99580" y="20268"/>
                          <a:pt x="88055" y="12458"/>
                        </a:cubicBezTo>
                        <a:cubicBezTo>
                          <a:pt x="76530" y="4647"/>
                          <a:pt x="61004" y="1980"/>
                          <a:pt x="47383" y="6552"/>
                        </a:cubicBezTo>
                        <a:cubicBezTo>
                          <a:pt x="33667" y="11029"/>
                          <a:pt x="23380" y="22173"/>
                          <a:pt x="17951" y="34270"/>
                        </a:cubicBezTo>
                        <a:cubicBezTo>
                          <a:pt x="12331" y="46367"/>
                          <a:pt x="10426" y="59702"/>
                          <a:pt x="12331" y="73418"/>
                        </a:cubicBezTo>
                        <a:cubicBezTo>
                          <a:pt x="14236" y="86943"/>
                          <a:pt x="22428" y="100945"/>
                          <a:pt x="35572" y="107803"/>
                        </a:cubicBezTo>
                        <a:close/>
                      </a:path>
                    </a:pathLst>
                  </a:custGeom>
                  <a:solidFill>
                    <a:srgbClr val="33333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24" name="任意多边形 23" descr="d8b3ba7d-f541-4690-a80b-2d2bbe53ab44"/>
              <p:cNvSpPr/>
              <p:nvPr/>
            </p:nvSpPr>
            <p:spPr>
              <a:xfrm>
                <a:off x="3367158" y="4631667"/>
                <a:ext cx="152720" cy="150788"/>
              </a:xfrm>
              <a:custGeom>
                <a:avLst/>
                <a:gdLst>
                  <a:gd name="connsiteX0" fmla="*/ 40124 w 152720"/>
                  <a:gd name="connsiteY0" fmla="*/ 141024 h 150788"/>
                  <a:gd name="connsiteX1" fmla="*/ 3358 w 152720"/>
                  <a:gd name="connsiteY1" fmla="*/ 96542 h 150788"/>
                  <a:gd name="connsiteX2" fmla="*/ 9549 w 152720"/>
                  <a:gd name="connsiteY2" fmla="*/ 38725 h 150788"/>
                  <a:gd name="connsiteX3" fmla="*/ 55174 w 152720"/>
                  <a:gd name="connsiteY3" fmla="*/ 2911 h 150788"/>
                  <a:gd name="connsiteX4" fmla="*/ 112705 w 152720"/>
                  <a:gd name="connsiteY4" fmla="*/ 9007 h 150788"/>
                  <a:gd name="connsiteX5" fmla="*/ 149567 w 152720"/>
                  <a:gd name="connsiteY5" fmla="*/ 54060 h 150788"/>
                  <a:gd name="connsiteX6" fmla="*/ 143280 w 152720"/>
                  <a:gd name="connsiteY6" fmla="*/ 112258 h 150788"/>
                  <a:gd name="connsiteX7" fmla="*/ 97370 w 152720"/>
                  <a:gd name="connsiteY7" fmla="*/ 148263 h 150788"/>
                  <a:gd name="connsiteX8" fmla="*/ 40124 w 152720"/>
                  <a:gd name="connsiteY8" fmla="*/ 141024 h 150788"/>
                  <a:gd name="connsiteX9" fmla="*/ 40315 w 152720"/>
                  <a:gd name="connsiteY9" fmla="*/ 140738 h 150788"/>
                  <a:gd name="connsiteX10" fmla="*/ 96798 w 152720"/>
                  <a:gd name="connsiteY10" fmla="*/ 146167 h 150788"/>
                  <a:gd name="connsiteX11" fmla="*/ 140232 w 152720"/>
                  <a:gd name="connsiteY11" fmla="*/ 110544 h 150788"/>
                  <a:gd name="connsiteX12" fmla="*/ 146519 w 152720"/>
                  <a:gd name="connsiteY12" fmla="*/ 55013 h 150788"/>
                  <a:gd name="connsiteX13" fmla="*/ 111848 w 152720"/>
                  <a:gd name="connsiteY13" fmla="*/ 10722 h 150788"/>
                  <a:gd name="connsiteX14" fmla="*/ 55650 w 152720"/>
                  <a:gd name="connsiteY14" fmla="*/ 4245 h 150788"/>
                  <a:gd name="connsiteX15" fmla="*/ 11930 w 152720"/>
                  <a:gd name="connsiteY15" fmla="*/ 40059 h 150788"/>
                  <a:gd name="connsiteX16" fmla="*/ 5549 w 152720"/>
                  <a:gd name="connsiteY16" fmla="*/ 95970 h 150788"/>
                  <a:gd name="connsiteX17" fmla="*/ 40315 w 152720"/>
                  <a:gd name="connsiteY17" fmla="*/ 140738 h 1507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2720" h="150788">
                    <a:moveTo>
                      <a:pt x="40124" y="141024"/>
                    </a:moveTo>
                    <a:cubicBezTo>
                      <a:pt x="22884" y="131689"/>
                      <a:pt x="9359" y="115497"/>
                      <a:pt x="3358" y="96542"/>
                    </a:cubicBezTo>
                    <a:cubicBezTo>
                      <a:pt x="-2738" y="77587"/>
                      <a:pt x="-452" y="56061"/>
                      <a:pt x="9549" y="38725"/>
                    </a:cubicBezTo>
                    <a:cubicBezTo>
                      <a:pt x="19265" y="21294"/>
                      <a:pt x="36124" y="8150"/>
                      <a:pt x="55174" y="2911"/>
                    </a:cubicBezTo>
                    <a:cubicBezTo>
                      <a:pt x="74129" y="-2328"/>
                      <a:pt x="95179" y="-613"/>
                      <a:pt x="112705" y="9007"/>
                    </a:cubicBezTo>
                    <a:cubicBezTo>
                      <a:pt x="130231" y="18246"/>
                      <a:pt x="143947" y="34820"/>
                      <a:pt x="149567" y="54060"/>
                    </a:cubicBezTo>
                    <a:cubicBezTo>
                      <a:pt x="155377" y="73206"/>
                      <a:pt x="153091" y="94732"/>
                      <a:pt x="143280" y="112258"/>
                    </a:cubicBezTo>
                    <a:cubicBezTo>
                      <a:pt x="133755" y="129975"/>
                      <a:pt x="116610" y="143119"/>
                      <a:pt x="97370" y="148263"/>
                    </a:cubicBezTo>
                    <a:cubicBezTo>
                      <a:pt x="78224" y="153406"/>
                      <a:pt x="57269" y="150549"/>
                      <a:pt x="40124" y="141024"/>
                    </a:cubicBezTo>
                    <a:close/>
                    <a:moveTo>
                      <a:pt x="40315" y="140738"/>
                    </a:moveTo>
                    <a:cubicBezTo>
                      <a:pt x="57460" y="150168"/>
                      <a:pt x="78415" y="151977"/>
                      <a:pt x="96798" y="146167"/>
                    </a:cubicBezTo>
                    <a:cubicBezTo>
                      <a:pt x="115277" y="140452"/>
                      <a:pt x="130993" y="127308"/>
                      <a:pt x="140232" y="110544"/>
                    </a:cubicBezTo>
                    <a:cubicBezTo>
                      <a:pt x="149376" y="93780"/>
                      <a:pt x="151757" y="73396"/>
                      <a:pt x="146519" y="55013"/>
                    </a:cubicBezTo>
                    <a:cubicBezTo>
                      <a:pt x="141280" y="36535"/>
                      <a:pt x="128707" y="20247"/>
                      <a:pt x="111848" y="10722"/>
                    </a:cubicBezTo>
                    <a:cubicBezTo>
                      <a:pt x="94988" y="1292"/>
                      <a:pt x="74224" y="-1565"/>
                      <a:pt x="55650" y="4245"/>
                    </a:cubicBezTo>
                    <a:cubicBezTo>
                      <a:pt x="36981" y="9864"/>
                      <a:pt x="20979" y="23009"/>
                      <a:pt x="11930" y="40059"/>
                    </a:cubicBezTo>
                    <a:cubicBezTo>
                      <a:pt x="2882" y="57109"/>
                      <a:pt x="596" y="77302"/>
                      <a:pt x="5549" y="95970"/>
                    </a:cubicBezTo>
                    <a:cubicBezTo>
                      <a:pt x="10311" y="114639"/>
                      <a:pt x="23075" y="131308"/>
                      <a:pt x="40315" y="140738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" name="标题 4" descr="aabfce98-4d79-4ce4-a404-001475266e48"/>
          <p:cNvSpPr>
            <a:spLocks noGrp="1"/>
          </p:cNvSpPr>
          <p:nvPr>
            <p:ph type="title" hasCustomPrompt="1"/>
          </p:nvPr>
        </p:nvSpPr>
        <p:spPr>
          <a:xfrm>
            <a:off x="660401" y="1144050"/>
            <a:ext cx="5447891" cy="2679496"/>
          </a:xfrm>
          <a:prstGeom prst="rect">
            <a:avLst/>
          </a:prstGeom>
        </p:spPr>
        <p:txBody>
          <a:bodyPr wrap="square" anchor="ctr" anchorCtr="0">
            <a:normAutofit/>
          </a:bodyPr>
          <a:lstStyle>
            <a:lvl1pPr algn="ctr">
              <a:lnSpc>
                <a:spcPct val="100000"/>
              </a:lnSpc>
              <a:defRPr sz="5400">
                <a:ln w="19050">
                  <a:noFill/>
                </a:ln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4" name="文本占位符 3" descr="2de1f195-cda6-45bf-8004-9eae0264431f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857100"/>
            <a:ext cx="3756847" cy="276999"/>
          </a:xfrm>
          <a:prstGeom prst="rect">
            <a:avLst/>
          </a:prstGeom>
        </p:spPr>
        <p:txBody>
          <a:bodyPr wrap="square" lIns="90000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zh-CN" altLang="en-US" dirty="0"/>
              <a:t>Presenter name</a:t>
            </a:r>
            <a:endParaRPr lang="en-US" dirty="0"/>
          </a:p>
        </p:txBody>
      </p:sp>
      <p:sp>
        <p:nvSpPr>
          <p:cNvPr id="7" name="文本占位符 6" descr="89e2e7b8-c66a-488f-b10d-08b7edca1599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580101"/>
            <a:ext cx="3756847" cy="276999"/>
          </a:xfrm>
          <a:prstGeom prst="rect">
            <a:avLst/>
          </a:prstGeom>
        </p:spPr>
        <p:txBody>
          <a:bodyPr wrap="none">
            <a:normAutofit/>
          </a:bodyPr>
          <a:lstStyle>
            <a:lvl1pPr marL="0" indent="0" algn="l">
              <a:lnSpc>
                <a:spcPct val="100000"/>
              </a:lnSpc>
              <a:buNone/>
              <a:defRPr sz="1200"/>
            </a:lvl1pPr>
          </a:lstStyle>
          <a:p>
            <a:pPr lvl="0"/>
            <a:r>
              <a:rPr lang="en-US"/>
              <a:t>20XX.XX.XX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4664791" y="432563"/>
            <a:ext cx="7527209" cy="596137"/>
            <a:chOff x="4560241" y="432563"/>
            <a:chExt cx="7527209" cy="596137"/>
          </a:xfrm>
        </p:grpSpPr>
        <p:sp>
          <p:nvSpPr>
            <p:cNvPr id="8" name="对角圆角矩形 7"/>
            <p:cNvSpPr/>
            <p:nvPr/>
          </p:nvSpPr>
          <p:spPr>
            <a:xfrm>
              <a:off x="4560241" y="432563"/>
              <a:ext cx="7527209" cy="596137"/>
            </a:xfrm>
            <a:prstGeom prst="round2DiagRect">
              <a:avLst>
                <a:gd name="adj1" fmla="val 0"/>
                <a:gd name="adj2" fmla="val 50000"/>
              </a:avLst>
            </a:prstGeom>
            <a:gradFill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96000">
                  <a:schemeClr val="accent1">
                    <a:alpha val="5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11421164" y="559177"/>
              <a:ext cx="356036" cy="356036"/>
              <a:chOff x="7944314" y="1322805"/>
              <a:chExt cx="356036" cy="356036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7944314" y="1322805"/>
                <a:ext cx="356036" cy="356036"/>
              </a:xfrm>
              <a:prstGeom prst="ellipse">
                <a:avLst/>
              </a:prstGeom>
              <a:solidFill>
                <a:srgbClr val="EDF6F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等腰三角形 11"/>
              <p:cNvSpPr/>
              <p:nvPr/>
            </p:nvSpPr>
            <p:spPr>
              <a:xfrm rot="5400000">
                <a:off x="8068839" y="1448550"/>
                <a:ext cx="121272" cy="104548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zh-CN" altLang="en-US" dirty="0"/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Click to add text</a:t>
            </a:r>
            <a:endParaRPr lang="en-US" dirty="0"/>
          </a:p>
          <a:p>
            <a:pPr lvl="1"/>
            <a:r>
              <a:rPr lang="zh-CN" altLang="en-US" dirty="0"/>
              <a:t>Second level</a:t>
            </a:r>
            <a:endParaRPr lang="en-US" dirty="0"/>
          </a:p>
          <a:p>
            <a:pPr lvl="2"/>
            <a:r>
              <a:rPr lang="zh-CN" altLang="en-US" dirty="0"/>
              <a:t>Third level</a:t>
            </a:r>
            <a:endParaRPr lang="en-US" dirty="0"/>
          </a:p>
          <a:p>
            <a:pPr lvl="3"/>
            <a:r>
              <a:rPr lang="zh-CN" altLang="en-US" dirty="0"/>
              <a:t>Fourth level</a:t>
            </a:r>
            <a:endParaRPr lang="en-US" dirty="0"/>
          </a:p>
          <a:p>
            <a:pPr lvl="4"/>
            <a:r>
              <a:rPr lang="zh-CN" altLang="en-US" dirty="0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5.xml"/><Relationship Id="rId15" Type="http://schemas.openxmlformats.org/officeDocument/2006/relationships/image" Target="../media/image4.jpeg"/><Relationship Id="rId14" Type="http://schemas.openxmlformats.org/officeDocument/2006/relationships/image" Target="../media/image3.jpeg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0478c272-8242-420b-97be-3a11a8978740"/>
          <p:cNvSpPr>
            <a:spLocks noGrp="1"/>
          </p:cNvSpPr>
          <p:nvPr>
            <p:ph type="ctr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5400" b="1" i="0" u="none">
                <a:solidFill>
                  <a:srgbClr val="FFFFFF"/>
                </a:solidFill>
                <a:ea typeface="微软雅黑" panose="020B0503020204020204" charset="-122"/>
              </a:rPr>
              <a:t>齿轮传动与Fusion 360建模入门</a:t>
            </a:r>
            <a:endParaRPr lang="en-US" sz="54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9" name="副标题 8" descr="e5c471c1-1a54-4a66-91df-b9041a34c208"/>
          <p:cNvSpPr>
            <a:spLocks noGrp="1"/>
          </p:cNvSpPr>
          <p:nvPr>
            <p:ph type="subTitle" sz="quarter" idx="1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r>
              <a:rPr lang="en-US" sz="2000" b="0" i="0" u="none">
                <a:solidFill>
                  <a:srgbClr val="FFFFFF"/>
                </a:solidFill>
                <a:ea typeface="微软雅黑" panose="020B0503020204020204" charset="-122"/>
              </a:rPr>
              <a:t>开启机械结构设计之旅</a:t>
            </a:r>
            <a:endParaRPr lang="en-US" sz="20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4" name="文本占位符 3" descr="41fe186a-2a3e-4304-b3b4-379717431cef"/>
          <p:cNvSpPr>
            <a:spLocks noGrp="1"/>
          </p:cNvSpPr>
          <p:nvPr>
            <p:ph type="body" sz="quarter" idx="13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US" sz="1200" b="0" i="0" u="none">
              <a:solidFill>
                <a:srgbClr val="FFFFFF"/>
              </a:solidFill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US" sz="1200" b="0" i="0" u="none">
              <a:solidFill>
                <a:srgbClr val="FFFFFF"/>
              </a:solidFill>
              <a:ea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US" sz="12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7" name="文本占位符 6" descr="4b4292f0-4571-482b-9117-4a6ac82eecac"/>
          <p:cNvSpPr>
            <a:spLocks noGrp="1"/>
          </p:cNvSpPr>
          <p:nvPr>
            <p:ph type="body" sz="quarter" idx="14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US" sz="1200" b="0" i="0" u="none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US" sz="1200" b="0" i="0" u="none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US" sz="1200" b="0" i="0" u="none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1000"/>
              </a:spcBef>
            </a:pPr>
            <a:endParaRPr lang="en-US" sz="1200" b="0" i="0" u="none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f3f0832-5463-4a2e-8a52-eef781e99330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目录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grpSp>
        <p:nvGrpSpPr>
          <p:cNvPr id="24" name="adf61607-de47-499a-972c-1af8fe4725b1.source.6.zh-Hans.pptx" descr="ea81a177-723e-4e72-8a6b-0120e99dafc1"/>
          <p:cNvGrpSpPr/>
          <p:nvPr/>
        </p:nvGrpSpPr>
        <p:grpSpPr>
          <a:xfrm>
            <a:off x="660399" y="1130300"/>
            <a:ext cx="10871201" cy="5003800"/>
            <a:chOff x="660399" y="1130300"/>
            <a:chExt cx="10871201" cy="5003800"/>
          </a:xfrm>
        </p:grpSpPr>
        <p:grpSp>
          <p:nvGrpSpPr>
            <p:cNvPr id="11" name="组合 10" descr="9d15c768-7978-406e-a34c-191fba5f4b36"/>
            <p:cNvGrpSpPr/>
            <p:nvPr/>
          </p:nvGrpSpPr>
          <p:grpSpPr>
            <a:xfrm>
              <a:off x="660400" y="2229440"/>
              <a:ext cx="10871200" cy="3904660"/>
              <a:chOff x="660400" y="2229440"/>
              <a:chExt cx="10871200" cy="3904660"/>
            </a:xfrm>
          </p:grpSpPr>
          <p:grpSp>
            <p:nvGrpSpPr>
              <p:cNvPr id="5" name="组合 4" descr="d458e494-c8de-4533-b45c-d81357fd37fe"/>
              <p:cNvGrpSpPr/>
              <p:nvPr/>
            </p:nvGrpSpPr>
            <p:grpSpPr>
              <a:xfrm>
                <a:off x="660400" y="2229440"/>
                <a:ext cx="3373718" cy="1913965"/>
                <a:chOff x="660400" y="2229440"/>
                <a:chExt cx="3373718" cy="1913965"/>
              </a:xfrm>
            </p:grpSpPr>
            <p:sp>
              <p:nvSpPr>
                <p:cNvPr id="22" name="Bullet1" descr="cca6fe69-0fa3-4801-a48e-5ac97cac66f0"/>
                <p:cNvSpPr/>
                <p:nvPr/>
              </p:nvSpPr>
              <p:spPr>
                <a:xfrm>
                  <a:off x="660400" y="2499440"/>
                  <a:ext cx="3373718" cy="1643965"/>
                </a:xfrm>
                <a:prstGeom prst="snip2DiagRect">
                  <a:avLst/>
                </a:prstGeom>
                <a:solidFill>
                  <a:schemeClr val="accent1">
                    <a:alpha val="15000"/>
                  </a:schemeClr>
                </a:solidFill>
                <a:ln w="9525" cap="flat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ctr"/>
                  <a:r>
                    <a:rPr lang="en-US" sz="1800" b="1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齿轮基础知识</a:t>
                  </a:r>
                  <a:endPara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23" name="Number1" descr="d70bff23-5163-44b4-b9a6-7edb78afe11d"/>
                <p:cNvSpPr txBox="1"/>
                <p:nvPr/>
              </p:nvSpPr>
              <p:spPr>
                <a:xfrm>
                  <a:off x="2077259" y="2229440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50000">
                      <a:schemeClr val="accent1"/>
                    </a:gs>
                  </a:gsLst>
                  <a:lin ang="2700000" scaled="0"/>
                </a:gra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b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lang="en-US" sz="18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01</a:t>
                  </a:r>
                  <a:endParaRPr lang="en-US" sz="18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6" name="组合 5" descr="5beb3a2c-adf9-4048-96df-33f6f88e4cfb"/>
              <p:cNvGrpSpPr/>
              <p:nvPr/>
            </p:nvGrpSpPr>
            <p:grpSpPr>
              <a:xfrm>
                <a:off x="4409141" y="2229440"/>
                <a:ext cx="3373718" cy="1913965"/>
                <a:chOff x="4409141" y="2229440"/>
                <a:chExt cx="3373718" cy="1913965"/>
              </a:xfrm>
            </p:grpSpPr>
            <p:sp>
              <p:nvSpPr>
                <p:cNvPr id="20" name="Bullet2" descr="c27feb5d-7ca5-40ac-ae55-62d946fff56e"/>
                <p:cNvSpPr/>
                <p:nvPr/>
              </p:nvSpPr>
              <p:spPr>
                <a:xfrm>
                  <a:off x="4409141" y="2499440"/>
                  <a:ext cx="3373718" cy="1643965"/>
                </a:xfrm>
                <a:prstGeom prst="snip2DiagRect">
                  <a:avLst/>
                </a:prstGeom>
                <a:solidFill>
                  <a:schemeClr val="accent2">
                    <a:alpha val="15000"/>
                  </a:schemeClr>
                </a:solidFill>
                <a:ln w="9525" cap="flat">
                  <a:solidFill>
                    <a:schemeClr val="accent1"/>
                  </a:solidFill>
                  <a:prstDash val="solid"/>
                  <a:miter/>
                </a:ln>
              </p:spPr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ctr"/>
                  <a:r>
                    <a:rPr lang="en-US" sz="1800" b="1" i="0" u="none">
                      <a:solidFill>
                        <a:srgbClr val="2F2F2F"/>
                      </a:solidFill>
                      <a:latin typeface="Arial" panose="020B0604020202020204"/>
                    </a:rPr>
                    <a:t>Fusion 360基础操作</a:t>
                  </a:r>
                  <a:endParaRPr lang="en-US" sz="1800" b="1" i="0" u="none">
                    <a:solidFill>
                      <a:srgbClr val="2F2F2F"/>
                    </a:solidFill>
                    <a:latin typeface="Arial" panose="020B0604020202020204"/>
                  </a:endParaRPr>
                </a:p>
              </p:txBody>
            </p:sp>
            <p:sp>
              <p:nvSpPr>
                <p:cNvPr id="21" name="Number2" descr="2a4affd8-808a-4850-bae1-c4dffa5ea9f3"/>
                <p:cNvSpPr txBox="1"/>
                <p:nvPr/>
              </p:nvSpPr>
              <p:spPr>
                <a:xfrm>
                  <a:off x="5826000" y="2229440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50000">
                      <a:schemeClr val="accent2"/>
                    </a:gs>
                  </a:gsLst>
                  <a:lin ang="2700000" scaled="0"/>
                </a:gra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b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lang="en-US" sz="18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02</a:t>
                  </a:r>
                  <a:endParaRPr lang="en-US" sz="18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7" name="组合 6" descr="7c31c5c3-e30d-4218-8188-18ca057ee67f"/>
              <p:cNvGrpSpPr/>
              <p:nvPr/>
            </p:nvGrpSpPr>
            <p:grpSpPr>
              <a:xfrm>
                <a:off x="8157882" y="2229440"/>
                <a:ext cx="3373718" cy="1913965"/>
                <a:chOff x="8157882" y="2229440"/>
                <a:chExt cx="3373718" cy="1913965"/>
              </a:xfrm>
            </p:grpSpPr>
            <p:sp>
              <p:nvSpPr>
                <p:cNvPr id="18" name="Bullet3" descr="adfe7296-1a61-46ef-a2e6-72625dfd0bab"/>
                <p:cNvSpPr/>
                <p:nvPr/>
              </p:nvSpPr>
              <p:spPr>
                <a:xfrm>
                  <a:off x="8157882" y="2499440"/>
                  <a:ext cx="3373718" cy="1643965"/>
                </a:xfrm>
                <a:prstGeom prst="snip2DiagRect">
                  <a:avLst/>
                </a:prstGeom>
                <a:solidFill>
                  <a:schemeClr val="accent3">
                    <a:alpha val="15000"/>
                  </a:schemeClr>
                </a:solidFill>
                <a:ln w="9525" cap="flat">
                  <a:solidFill>
                    <a:schemeClr val="accent3"/>
                  </a:solidFill>
                  <a:prstDash val="solid"/>
                  <a:miter/>
                </a:ln>
              </p:spPr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ctr"/>
                  <a:r>
                    <a:rPr lang="en-US" sz="1800" b="1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门开合齿轮机构设计</a:t>
                  </a:r>
                  <a:endPara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19" name="Number3" descr="d7850556-61af-470a-8d32-3d5c99b07029"/>
                <p:cNvSpPr txBox="1"/>
                <p:nvPr/>
              </p:nvSpPr>
              <p:spPr>
                <a:xfrm>
                  <a:off x="9574741" y="2229440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50000">
                      <a:schemeClr val="accent3"/>
                    </a:gs>
                  </a:gsLst>
                  <a:lin ang="2700000" scaled="0"/>
                </a:gra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b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lang="en-US" sz="18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03</a:t>
                  </a:r>
                  <a:endParaRPr lang="en-US" sz="18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8" name="组合 7" descr="4b274efa-43ab-4d44-a190-92dc74def24a"/>
              <p:cNvGrpSpPr/>
              <p:nvPr/>
            </p:nvGrpSpPr>
            <p:grpSpPr>
              <a:xfrm>
                <a:off x="660400" y="4220135"/>
                <a:ext cx="3373718" cy="1913965"/>
                <a:chOff x="660400" y="4220135"/>
                <a:chExt cx="3373718" cy="1913965"/>
              </a:xfrm>
            </p:grpSpPr>
            <p:sp>
              <p:nvSpPr>
                <p:cNvPr id="16" name="Bullet4" descr="d9ec9aec-c086-4fe2-be84-3fdd8af9fa6b"/>
                <p:cNvSpPr/>
                <p:nvPr/>
              </p:nvSpPr>
              <p:spPr>
                <a:xfrm>
                  <a:off x="660400" y="4490135"/>
                  <a:ext cx="3373718" cy="1643965"/>
                </a:xfrm>
                <a:prstGeom prst="snip2DiagRect">
                  <a:avLst/>
                </a:prstGeom>
                <a:solidFill>
                  <a:schemeClr val="accent4">
                    <a:alpha val="15000"/>
                  </a:schemeClr>
                </a:solidFill>
                <a:ln w="9525" cap="flat">
                  <a:solidFill>
                    <a:schemeClr val="accent4"/>
                  </a:solidFill>
                  <a:prstDash val="solid"/>
                  <a:miter/>
                </a:ln>
              </p:spPr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ctr"/>
                  <a:r>
                    <a:rPr lang="en-US" sz="1800" b="1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运动仿真</a:t>
                  </a:r>
                  <a:endPara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17" name="Number4" descr="fc87671f-bc69-4ec5-9060-870727ff8a26"/>
                <p:cNvSpPr txBox="1"/>
                <p:nvPr/>
              </p:nvSpPr>
              <p:spPr>
                <a:xfrm>
                  <a:off x="2077259" y="4220135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4">
                        <a:lumMod val="60000"/>
                        <a:lumOff val="40000"/>
                      </a:schemeClr>
                    </a:gs>
                    <a:gs pos="50000">
                      <a:schemeClr val="accent4"/>
                    </a:gs>
                  </a:gsLst>
                  <a:lin ang="2700000" scaled="0"/>
                </a:gra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b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lang="en-US" sz="18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04</a:t>
                  </a:r>
                  <a:endParaRPr lang="en-US" sz="18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9" name="组合 8" descr="065e81c8-2b64-4ed3-8ced-baeb194d23a0"/>
              <p:cNvGrpSpPr/>
              <p:nvPr/>
            </p:nvGrpSpPr>
            <p:grpSpPr>
              <a:xfrm>
                <a:off x="4409141" y="4220135"/>
                <a:ext cx="3373718" cy="1913965"/>
                <a:chOff x="4409141" y="4220135"/>
                <a:chExt cx="3373718" cy="1913965"/>
              </a:xfrm>
            </p:grpSpPr>
            <p:sp>
              <p:nvSpPr>
                <p:cNvPr id="14" name="Bullet5" descr="ed17ba1f-5b50-42de-9b9b-bd2ec7d4eb30"/>
                <p:cNvSpPr/>
                <p:nvPr/>
              </p:nvSpPr>
              <p:spPr>
                <a:xfrm>
                  <a:off x="4409141" y="4490135"/>
                  <a:ext cx="3373718" cy="1643965"/>
                </a:xfrm>
                <a:prstGeom prst="snip2DiagRect">
                  <a:avLst/>
                </a:prstGeom>
                <a:solidFill>
                  <a:schemeClr val="accent5">
                    <a:alpha val="15000"/>
                  </a:schemeClr>
                </a:solidFill>
                <a:ln w="9525" cap="flat">
                  <a:solidFill>
                    <a:schemeClr val="accent5"/>
                  </a:solidFill>
                  <a:prstDash val="solid"/>
                  <a:miter/>
                </a:ln>
              </p:spPr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ctr"/>
                  <a:r>
                    <a:rPr lang="en-US" sz="1800" b="1" i="0" u="none">
                      <a:solidFill>
                        <a:srgbClr val="2F2F2F"/>
                      </a:solidFill>
                      <a:latin typeface="微软雅黑" panose="020B0503020204020204" charset="-122"/>
                    </a:rPr>
                    <a:t>3D打印准备</a:t>
                  </a:r>
                  <a:endParaRPr lang="en-US" sz="1800" b="1" i="0" u="none">
                    <a:solidFill>
                      <a:srgbClr val="2F2F2F"/>
                    </a:solidFill>
                    <a:latin typeface="微软雅黑" panose="020B0503020204020204" charset="-122"/>
                  </a:endParaRPr>
                </a:p>
              </p:txBody>
            </p:sp>
            <p:sp>
              <p:nvSpPr>
                <p:cNvPr id="15" name="Number5" descr="59a7f1d4-8a99-48eb-a789-fca93ee80829"/>
                <p:cNvSpPr txBox="1"/>
                <p:nvPr/>
              </p:nvSpPr>
              <p:spPr>
                <a:xfrm>
                  <a:off x="5826000" y="4220135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5">
                        <a:lumMod val="60000"/>
                        <a:lumOff val="40000"/>
                      </a:schemeClr>
                    </a:gs>
                    <a:gs pos="50000">
                      <a:schemeClr val="accent5"/>
                    </a:gs>
                  </a:gsLst>
                  <a:lin ang="2700000" scaled="0"/>
                </a:gra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b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lang="en-US" sz="18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05</a:t>
                  </a:r>
                  <a:endParaRPr lang="en-US" sz="18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10" name="组合 9" descr="6ca65c74-30e2-4e49-8898-257f0d89e408"/>
              <p:cNvGrpSpPr/>
              <p:nvPr/>
            </p:nvGrpSpPr>
            <p:grpSpPr>
              <a:xfrm>
                <a:off x="8157882" y="4220135"/>
                <a:ext cx="3373718" cy="1913965"/>
                <a:chOff x="8157882" y="4220135"/>
                <a:chExt cx="3373718" cy="1913965"/>
              </a:xfrm>
            </p:grpSpPr>
            <p:sp>
              <p:nvSpPr>
                <p:cNvPr id="12" name="Bullet6" descr="c6242f8c-9b88-4875-87fc-4a8c2c05944c"/>
                <p:cNvSpPr/>
                <p:nvPr/>
              </p:nvSpPr>
              <p:spPr>
                <a:xfrm>
                  <a:off x="8157882" y="4490135"/>
                  <a:ext cx="3373718" cy="1643965"/>
                </a:xfrm>
                <a:prstGeom prst="snip2DiagRect">
                  <a:avLst/>
                </a:prstGeom>
                <a:solidFill>
                  <a:schemeClr val="accent6">
                    <a:alpha val="15000"/>
                  </a:schemeClr>
                </a:solidFill>
                <a:ln w="9525" cap="flat">
                  <a:solidFill>
                    <a:schemeClr val="accent6"/>
                  </a:solidFill>
                  <a:prstDash val="solid"/>
                  <a:miter/>
                </a:ln>
              </p:spPr>
              <p:txBody>
                <a:bodyPr wrap="square" lIns="91440" tIns="45720" rIns="91440" bIns="45720" rtlCol="0" anchor="ctr" anchorCtr="0">
                  <a:normAutofit/>
                </a:bodyPr>
                <a:lstStyle/>
                <a:p>
                  <a:pPr algn="ctr"/>
                  <a:r>
                    <a:rPr lang="en-US" sz="1800" b="1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课堂实践活动</a:t>
                  </a:r>
                  <a:endPara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13" name="Number6" descr="4c55283b-9f6f-4b3f-b2b2-ec79c786ee5a"/>
                <p:cNvSpPr txBox="1"/>
                <p:nvPr/>
              </p:nvSpPr>
              <p:spPr>
                <a:xfrm>
                  <a:off x="9574741" y="4220135"/>
                  <a:ext cx="540000" cy="5400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6">
                        <a:lumMod val="60000"/>
                        <a:lumOff val="40000"/>
                      </a:schemeClr>
                    </a:gs>
                    <a:gs pos="50000">
                      <a:schemeClr val="accent6"/>
                    </a:gs>
                  </a:gsLst>
                  <a:lin ang="2700000" scaled="0"/>
                </a:gradFill>
              </p:spPr>
              <p:txBody>
                <a:bodyPr wrap="none" lIns="108000" tIns="108000" rIns="108000" bIns="108000" rtlCol="0" anchor="ctr" anchorCtr="0">
                  <a:noAutofit/>
                </a:bodyPr>
                <a:lstStyle>
                  <a:defPPr>
                    <a:defRPr lang="zh-CN"/>
                  </a:defPPr>
                  <a:lvl1pPr algn="ctr">
                    <a:defRPr kumimoji="1" b="1">
                      <a:solidFill>
                        <a:srgbClr val="FFFFFF"/>
                      </a:solidFill>
                    </a:defRPr>
                  </a:lvl1pPr>
                </a:lstStyle>
                <a:p>
                  <a:pPr algn="ctr"/>
                  <a:r>
                    <a:rPr lang="en-US" sz="18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06</a:t>
                  </a:r>
                  <a:endParaRPr lang="en-US" sz="18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</p:grpSp>
        <p:sp>
          <p:nvSpPr>
            <p:cNvPr id="3" name="Title" descr="e66c99c9-8bef-40b1-9d35-5e868132888c"/>
            <p:cNvSpPr/>
            <p:nvPr/>
          </p:nvSpPr>
          <p:spPr>
            <a:xfrm>
              <a:off x="660399" y="1130300"/>
              <a:ext cx="5540924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algn="l"/>
              <a:endParaRPr lang="en-US" sz="2400" b="1" i="0" u="none">
                <a:solidFill>
                  <a:srgbClr val="2F2F2F"/>
                </a:solidFill>
                <a:latin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996c1bd6-ee8b-4bdb-afb3-6257a38c0d9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>
                <a:solidFill>
                  <a:srgbClr val="FFFFFF"/>
                </a:solidFill>
                <a:ea typeface="微软雅黑" panose="020B0503020204020204" charset="-122"/>
              </a:rPr>
              <a:t>齿轮基础知识</a:t>
            </a:r>
            <a:endParaRPr lang="en-US" sz="32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25" name="文本占位符 24" descr="44baebfc-3f01-4325-9d05-b477b54ad857"/>
          <p:cNvSpPr>
            <a:spLocks noGrp="1"/>
          </p:cNvSpPr>
          <p:nvPr>
            <p:ph type="body" sz="quarter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2000" b="0" i="0" u="none">
                <a:solidFill>
                  <a:srgbClr val="FFFFFF"/>
                </a:solidFill>
                <a:ea typeface="微软雅黑" panose="020B0503020204020204" charset="-122"/>
              </a:rPr>
              <a:t>了解齿轮的基本概念和常见类型</a:t>
            </a:r>
            <a:endParaRPr lang="en-US" sz="20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f3f0832-5463-4a2e-8a52-eef781e99330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齿轮定义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grpSp>
        <p:nvGrpSpPr>
          <p:cNvPr id="43" name="0ed1754b-4077-4e8e-adb3-51bd0c33cd63.source.3.zh-Hans.pptx" descr="6bd687db-dedf-4d09-9a6a-12477ef78616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grpSp>
          <p:nvGrpSpPr>
            <p:cNvPr id="35" name="组合 34" descr="53f33fce-6c66-439b-ad38-978a95821db0"/>
            <p:cNvGrpSpPr/>
            <p:nvPr/>
          </p:nvGrpSpPr>
          <p:grpSpPr>
            <a:xfrm>
              <a:off x="6980556" y="2390064"/>
              <a:ext cx="3961764" cy="3428159"/>
              <a:chOff x="6980556" y="2390064"/>
              <a:chExt cx="3961764" cy="3428159"/>
            </a:xfrm>
          </p:grpSpPr>
          <p:sp>
            <p:nvSpPr>
              <p:cNvPr id="3" name="ï$ḷíḍè" descr="8d902803-9d21-42a3-bc39-069e3001fa3f"/>
              <p:cNvSpPr/>
              <p:nvPr/>
            </p:nvSpPr>
            <p:spPr bwMode="auto">
              <a:xfrm>
                <a:off x="7066133" y="2536049"/>
                <a:ext cx="3730200" cy="3196595"/>
              </a:xfrm>
              <a:custGeom>
                <a:avLst/>
                <a:gdLst>
                  <a:gd name="T0" fmla="*/ 741 w 741"/>
                  <a:gd name="T1" fmla="*/ 635 h 635"/>
                  <a:gd name="T2" fmla="*/ 0 w 741"/>
                  <a:gd name="T3" fmla="*/ 635 h 635"/>
                  <a:gd name="T4" fmla="*/ 0 w 741"/>
                  <a:gd name="T5" fmla="*/ 0 h 635"/>
                  <a:gd name="T6" fmla="*/ 26 w 741"/>
                  <a:gd name="T7" fmla="*/ 0 h 635"/>
                  <a:gd name="T8" fmla="*/ 26 w 741"/>
                  <a:gd name="T9" fmla="*/ 609 h 635"/>
                  <a:gd name="T10" fmla="*/ 741 w 741"/>
                  <a:gd name="T11" fmla="*/ 609 h 635"/>
                  <a:gd name="T12" fmla="*/ 741 w 741"/>
                  <a:gd name="T13" fmla="*/ 635 h 6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41" h="635">
                    <a:moveTo>
                      <a:pt x="741" y="635"/>
                    </a:moveTo>
                    <a:lnTo>
                      <a:pt x="0" y="635"/>
                    </a:lnTo>
                    <a:lnTo>
                      <a:pt x="0" y="0"/>
                    </a:lnTo>
                    <a:lnTo>
                      <a:pt x="26" y="0"/>
                    </a:lnTo>
                    <a:lnTo>
                      <a:pt x="26" y="609"/>
                    </a:lnTo>
                    <a:lnTo>
                      <a:pt x="741" y="609"/>
                    </a:lnTo>
                    <a:lnTo>
                      <a:pt x="741" y="635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4" name="íSḷiḍè" descr="cbaba85e-387d-4cf6-9b3c-eb7a43446036"/>
              <p:cNvSpPr/>
              <p:nvPr/>
            </p:nvSpPr>
            <p:spPr bwMode="auto">
              <a:xfrm>
                <a:off x="6980556" y="2390064"/>
                <a:ext cx="297008" cy="297008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5" name="íś1idè" descr="ba75eabf-54a9-4f63-8fc2-ddba21d8d748"/>
              <p:cNvSpPr/>
              <p:nvPr/>
            </p:nvSpPr>
            <p:spPr bwMode="auto">
              <a:xfrm>
                <a:off x="10635244" y="5521215"/>
                <a:ext cx="307076" cy="297008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6" name="ïšľïďe" descr="0ee58773-1423-437d-878d-b9b1829fffdf"/>
              <p:cNvSpPr/>
              <p:nvPr/>
            </p:nvSpPr>
            <p:spPr bwMode="auto">
              <a:xfrm>
                <a:off x="7353072" y="2707205"/>
                <a:ext cx="2758635" cy="332244"/>
              </a:xfrm>
              <a:custGeom>
                <a:avLst/>
                <a:gdLst>
                  <a:gd name="T0" fmla="*/ 414 w 414"/>
                  <a:gd name="T1" fmla="*/ 25 h 50"/>
                  <a:gd name="T2" fmla="*/ 390 w 414"/>
                  <a:gd name="T3" fmla="*/ 50 h 50"/>
                  <a:gd name="T4" fmla="*/ 25 w 414"/>
                  <a:gd name="T5" fmla="*/ 50 h 50"/>
                  <a:gd name="T6" fmla="*/ 0 w 414"/>
                  <a:gd name="T7" fmla="*/ 25 h 50"/>
                  <a:gd name="T8" fmla="*/ 0 w 414"/>
                  <a:gd name="T9" fmla="*/ 25 h 50"/>
                  <a:gd name="T10" fmla="*/ 25 w 414"/>
                  <a:gd name="T11" fmla="*/ 0 h 50"/>
                  <a:gd name="T12" fmla="*/ 390 w 414"/>
                  <a:gd name="T13" fmla="*/ 0 h 50"/>
                  <a:gd name="T14" fmla="*/ 414 w 414"/>
                  <a:gd name="T15" fmla="*/ 25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4" h="50">
                    <a:moveTo>
                      <a:pt x="414" y="25"/>
                    </a:moveTo>
                    <a:cubicBezTo>
                      <a:pt x="414" y="39"/>
                      <a:pt x="403" y="50"/>
                      <a:pt x="390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11" y="50"/>
                      <a:pt x="0" y="39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11"/>
                      <a:pt x="11" y="0"/>
                      <a:pt x="25" y="0"/>
                    </a:cubicBezTo>
                    <a:cubicBezTo>
                      <a:pt x="390" y="0"/>
                      <a:pt x="390" y="0"/>
                      <a:pt x="390" y="0"/>
                    </a:cubicBezTo>
                    <a:cubicBezTo>
                      <a:pt x="403" y="0"/>
                      <a:pt x="414" y="11"/>
                      <a:pt x="414" y="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7" name="îṣlíḓê" descr="8812f658-5dd6-4206-9149-6349d841428b"/>
              <p:cNvSpPr/>
              <p:nvPr/>
            </p:nvSpPr>
            <p:spPr bwMode="auto">
              <a:xfrm>
                <a:off x="9809667" y="2702172"/>
                <a:ext cx="342312" cy="347348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8" name="îšḷîdé" descr="e974c630-3f89-45cb-a3bb-2cc4f34830e2"/>
              <p:cNvSpPr/>
              <p:nvPr/>
            </p:nvSpPr>
            <p:spPr bwMode="auto">
              <a:xfrm>
                <a:off x="9754292" y="2646797"/>
                <a:ext cx="448028" cy="453060"/>
              </a:xfrm>
              <a:custGeom>
                <a:avLst/>
                <a:gdLst>
                  <a:gd name="T0" fmla="*/ 34 w 67"/>
                  <a:gd name="T1" fmla="*/ 68 h 68"/>
                  <a:gd name="T2" fmla="*/ 0 w 67"/>
                  <a:gd name="T3" fmla="*/ 34 h 68"/>
                  <a:gd name="T4" fmla="*/ 34 w 67"/>
                  <a:gd name="T5" fmla="*/ 0 h 68"/>
                  <a:gd name="T6" fmla="*/ 67 w 67"/>
                  <a:gd name="T7" fmla="*/ 34 h 68"/>
                  <a:gd name="T8" fmla="*/ 34 w 67"/>
                  <a:gd name="T9" fmla="*/ 68 h 68"/>
                  <a:gd name="T10" fmla="*/ 34 w 67"/>
                  <a:gd name="T11" fmla="*/ 16 h 68"/>
                  <a:gd name="T12" fmla="*/ 16 w 67"/>
                  <a:gd name="T13" fmla="*/ 34 h 68"/>
                  <a:gd name="T14" fmla="*/ 34 w 67"/>
                  <a:gd name="T15" fmla="*/ 52 h 68"/>
                  <a:gd name="T16" fmla="*/ 51 w 67"/>
                  <a:gd name="T17" fmla="*/ 34 h 68"/>
                  <a:gd name="T18" fmla="*/ 34 w 67"/>
                  <a:gd name="T19" fmla="*/ 16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7" h="68">
                    <a:moveTo>
                      <a:pt x="34" y="68"/>
                    </a:moveTo>
                    <a:cubicBezTo>
                      <a:pt x="15" y="68"/>
                      <a:pt x="0" y="52"/>
                      <a:pt x="0" y="34"/>
                    </a:cubicBezTo>
                    <a:cubicBezTo>
                      <a:pt x="0" y="15"/>
                      <a:pt x="15" y="0"/>
                      <a:pt x="34" y="0"/>
                    </a:cubicBezTo>
                    <a:cubicBezTo>
                      <a:pt x="52" y="0"/>
                      <a:pt x="67" y="15"/>
                      <a:pt x="67" y="34"/>
                    </a:cubicBezTo>
                    <a:cubicBezTo>
                      <a:pt x="67" y="52"/>
                      <a:pt x="52" y="68"/>
                      <a:pt x="34" y="68"/>
                    </a:cubicBezTo>
                    <a:close/>
                    <a:moveTo>
                      <a:pt x="34" y="16"/>
                    </a:moveTo>
                    <a:cubicBezTo>
                      <a:pt x="24" y="16"/>
                      <a:pt x="16" y="24"/>
                      <a:pt x="16" y="34"/>
                    </a:cubicBezTo>
                    <a:cubicBezTo>
                      <a:pt x="16" y="44"/>
                      <a:pt x="24" y="52"/>
                      <a:pt x="34" y="52"/>
                    </a:cubicBezTo>
                    <a:cubicBezTo>
                      <a:pt x="43" y="52"/>
                      <a:pt x="51" y="44"/>
                      <a:pt x="51" y="34"/>
                    </a:cubicBezTo>
                    <a:cubicBezTo>
                      <a:pt x="51" y="24"/>
                      <a:pt x="43" y="16"/>
                      <a:pt x="34" y="1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9" name="iŝ1iḓé" descr="a7250238-62ee-4c40-ac8a-a38fcb03cfe7"/>
              <p:cNvSpPr/>
              <p:nvPr/>
            </p:nvSpPr>
            <p:spPr bwMode="auto">
              <a:xfrm>
                <a:off x="7353072" y="3467341"/>
                <a:ext cx="2270338" cy="332244"/>
              </a:xfrm>
              <a:custGeom>
                <a:avLst/>
                <a:gdLst>
                  <a:gd name="T0" fmla="*/ 341 w 341"/>
                  <a:gd name="T1" fmla="*/ 25 h 50"/>
                  <a:gd name="T2" fmla="*/ 316 w 341"/>
                  <a:gd name="T3" fmla="*/ 50 h 50"/>
                  <a:gd name="T4" fmla="*/ 25 w 341"/>
                  <a:gd name="T5" fmla="*/ 50 h 50"/>
                  <a:gd name="T6" fmla="*/ 0 w 341"/>
                  <a:gd name="T7" fmla="*/ 25 h 50"/>
                  <a:gd name="T8" fmla="*/ 0 w 341"/>
                  <a:gd name="T9" fmla="*/ 25 h 50"/>
                  <a:gd name="T10" fmla="*/ 25 w 341"/>
                  <a:gd name="T11" fmla="*/ 0 h 50"/>
                  <a:gd name="T12" fmla="*/ 316 w 341"/>
                  <a:gd name="T13" fmla="*/ 0 h 50"/>
                  <a:gd name="T14" fmla="*/ 341 w 341"/>
                  <a:gd name="T15" fmla="*/ 25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41" h="50">
                    <a:moveTo>
                      <a:pt x="341" y="25"/>
                    </a:moveTo>
                    <a:cubicBezTo>
                      <a:pt x="341" y="39"/>
                      <a:pt x="330" y="50"/>
                      <a:pt x="316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11" y="50"/>
                      <a:pt x="0" y="39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11"/>
                      <a:pt x="11" y="0"/>
                      <a:pt x="25" y="0"/>
                    </a:cubicBezTo>
                    <a:cubicBezTo>
                      <a:pt x="316" y="0"/>
                      <a:pt x="316" y="0"/>
                      <a:pt x="316" y="0"/>
                    </a:cubicBezTo>
                    <a:cubicBezTo>
                      <a:pt x="330" y="0"/>
                      <a:pt x="341" y="11"/>
                      <a:pt x="341" y="25"/>
                    </a:cubicBez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0" name="ïšlîďe" descr="1384dcab-6526-4c87-93e1-ac89982e9b98"/>
              <p:cNvSpPr/>
              <p:nvPr/>
            </p:nvSpPr>
            <p:spPr bwMode="auto">
              <a:xfrm>
                <a:off x="9371707" y="3452237"/>
                <a:ext cx="337280" cy="347348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1" name="iślîďè" descr="7032aa0c-993a-4e1f-89a3-af2103b673ad"/>
              <p:cNvSpPr/>
              <p:nvPr/>
            </p:nvSpPr>
            <p:spPr bwMode="auto">
              <a:xfrm>
                <a:off x="9316335" y="3401897"/>
                <a:ext cx="448028" cy="453060"/>
              </a:xfrm>
              <a:custGeom>
                <a:avLst/>
                <a:gdLst>
                  <a:gd name="T0" fmla="*/ 33 w 67"/>
                  <a:gd name="T1" fmla="*/ 68 h 68"/>
                  <a:gd name="T2" fmla="*/ 0 w 67"/>
                  <a:gd name="T3" fmla="*/ 34 h 68"/>
                  <a:gd name="T4" fmla="*/ 33 w 67"/>
                  <a:gd name="T5" fmla="*/ 0 h 68"/>
                  <a:gd name="T6" fmla="*/ 67 w 67"/>
                  <a:gd name="T7" fmla="*/ 34 h 68"/>
                  <a:gd name="T8" fmla="*/ 33 w 67"/>
                  <a:gd name="T9" fmla="*/ 68 h 68"/>
                  <a:gd name="T10" fmla="*/ 33 w 67"/>
                  <a:gd name="T11" fmla="*/ 16 h 68"/>
                  <a:gd name="T12" fmla="*/ 16 w 67"/>
                  <a:gd name="T13" fmla="*/ 34 h 68"/>
                  <a:gd name="T14" fmla="*/ 33 w 67"/>
                  <a:gd name="T15" fmla="*/ 52 h 68"/>
                  <a:gd name="T16" fmla="*/ 51 w 67"/>
                  <a:gd name="T17" fmla="*/ 34 h 68"/>
                  <a:gd name="T18" fmla="*/ 33 w 67"/>
                  <a:gd name="T19" fmla="*/ 16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7" h="68">
                    <a:moveTo>
                      <a:pt x="33" y="68"/>
                    </a:moveTo>
                    <a:cubicBezTo>
                      <a:pt x="15" y="68"/>
                      <a:pt x="0" y="53"/>
                      <a:pt x="0" y="34"/>
                    </a:cubicBezTo>
                    <a:cubicBezTo>
                      <a:pt x="0" y="15"/>
                      <a:pt x="15" y="0"/>
                      <a:pt x="33" y="0"/>
                    </a:cubicBezTo>
                    <a:cubicBezTo>
                      <a:pt x="52" y="0"/>
                      <a:pt x="67" y="15"/>
                      <a:pt x="67" y="34"/>
                    </a:cubicBezTo>
                    <a:cubicBezTo>
                      <a:pt x="67" y="53"/>
                      <a:pt x="52" y="68"/>
                      <a:pt x="33" y="68"/>
                    </a:cubicBezTo>
                    <a:close/>
                    <a:moveTo>
                      <a:pt x="33" y="16"/>
                    </a:moveTo>
                    <a:cubicBezTo>
                      <a:pt x="24" y="16"/>
                      <a:pt x="16" y="24"/>
                      <a:pt x="16" y="34"/>
                    </a:cubicBezTo>
                    <a:cubicBezTo>
                      <a:pt x="16" y="44"/>
                      <a:pt x="24" y="52"/>
                      <a:pt x="33" y="52"/>
                    </a:cubicBezTo>
                    <a:cubicBezTo>
                      <a:pt x="43" y="52"/>
                      <a:pt x="51" y="44"/>
                      <a:pt x="51" y="34"/>
                    </a:cubicBezTo>
                    <a:cubicBezTo>
                      <a:pt x="51" y="24"/>
                      <a:pt x="43" y="16"/>
                      <a:pt x="33" y="16"/>
                    </a:cubicBez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2" name="iṣľîḋê" descr="68dd9a89-4c87-429f-ae7a-defee20fa5d5"/>
              <p:cNvSpPr/>
              <p:nvPr/>
            </p:nvSpPr>
            <p:spPr bwMode="auto">
              <a:xfrm>
                <a:off x="7353072" y="4227474"/>
                <a:ext cx="1656189" cy="332244"/>
              </a:xfrm>
              <a:custGeom>
                <a:avLst/>
                <a:gdLst>
                  <a:gd name="T0" fmla="*/ 249 w 249"/>
                  <a:gd name="T1" fmla="*/ 25 h 50"/>
                  <a:gd name="T2" fmla="*/ 224 w 249"/>
                  <a:gd name="T3" fmla="*/ 50 h 50"/>
                  <a:gd name="T4" fmla="*/ 25 w 249"/>
                  <a:gd name="T5" fmla="*/ 50 h 50"/>
                  <a:gd name="T6" fmla="*/ 0 w 249"/>
                  <a:gd name="T7" fmla="*/ 25 h 50"/>
                  <a:gd name="T8" fmla="*/ 0 w 249"/>
                  <a:gd name="T9" fmla="*/ 25 h 50"/>
                  <a:gd name="T10" fmla="*/ 25 w 249"/>
                  <a:gd name="T11" fmla="*/ 0 h 50"/>
                  <a:gd name="T12" fmla="*/ 224 w 249"/>
                  <a:gd name="T13" fmla="*/ 0 h 50"/>
                  <a:gd name="T14" fmla="*/ 249 w 249"/>
                  <a:gd name="T15" fmla="*/ 25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49" h="50">
                    <a:moveTo>
                      <a:pt x="249" y="25"/>
                    </a:moveTo>
                    <a:cubicBezTo>
                      <a:pt x="249" y="38"/>
                      <a:pt x="238" y="50"/>
                      <a:pt x="224" y="50"/>
                    </a:cubicBezTo>
                    <a:cubicBezTo>
                      <a:pt x="25" y="50"/>
                      <a:pt x="25" y="50"/>
                      <a:pt x="25" y="50"/>
                    </a:cubicBezTo>
                    <a:cubicBezTo>
                      <a:pt x="11" y="50"/>
                      <a:pt x="0" y="38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11"/>
                      <a:pt x="11" y="0"/>
                      <a:pt x="25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238" y="0"/>
                      <a:pt x="249" y="11"/>
                      <a:pt x="249" y="2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3" name="ïsḷïḍê" descr="6d72e88c-0f2b-4e5f-a1cc-52732abb0c86"/>
              <p:cNvSpPr/>
              <p:nvPr/>
            </p:nvSpPr>
            <p:spPr bwMode="auto">
              <a:xfrm>
                <a:off x="8732390" y="4222442"/>
                <a:ext cx="342312" cy="337280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4" name="íṩļïḑe" descr="2adb486b-2568-4f32-90b8-882acdfcc878"/>
              <p:cNvSpPr/>
              <p:nvPr/>
            </p:nvSpPr>
            <p:spPr bwMode="auto">
              <a:xfrm>
                <a:off x="8677014" y="4167066"/>
                <a:ext cx="453061" cy="448028"/>
              </a:xfrm>
              <a:custGeom>
                <a:avLst/>
                <a:gdLst>
                  <a:gd name="T0" fmla="*/ 34 w 68"/>
                  <a:gd name="T1" fmla="*/ 67 h 67"/>
                  <a:gd name="T2" fmla="*/ 0 w 68"/>
                  <a:gd name="T3" fmla="*/ 34 h 67"/>
                  <a:gd name="T4" fmla="*/ 34 w 68"/>
                  <a:gd name="T5" fmla="*/ 0 h 67"/>
                  <a:gd name="T6" fmla="*/ 68 w 68"/>
                  <a:gd name="T7" fmla="*/ 34 h 67"/>
                  <a:gd name="T8" fmla="*/ 34 w 68"/>
                  <a:gd name="T9" fmla="*/ 67 h 67"/>
                  <a:gd name="T10" fmla="*/ 34 w 68"/>
                  <a:gd name="T11" fmla="*/ 16 h 67"/>
                  <a:gd name="T12" fmla="*/ 16 w 68"/>
                  <a:gd name="T13" fmla="*/ 34 h 67"/>
                  <a:gd name="T14" fmla="*/ 34 w 68"/>
                  <a:gd name="T15" fmla="*/ 51 h 67"/>
                  <a:gd name="T16" fmla="*/ 52 w 68"/>
                  <a:gd name="T17" fmla="*/ 34 h 67"/>
                  <a:gd name="T18" fmla="*/ 34 w 68"/>
                  <a:gd name="T19" fmla="*/ 16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8" h="67">
                    <a:moveTo>
                      <a:pt x="34" y="67"/>
                    </a:moveTo>
                    <a:cubicBezTo>
                      <a:pt x="15" y="67"/>
                      <a:pt x="0" y="52"/>
                      <a:pt x="0" y="34"/>
                    </a:cubicBezTo>
                    <a:cubicBezTo>
                      <a:pt x="0" y="15"/>
                      <a:pt x="15" y="0"/>
                      <a:pt x="34" y="0"/>
                    </a:cubicBezTo>
                    <a:cubicBezTo>
                      <a:pt x="53" y="0"/>
                      <a:pt x="68" y="15"/>
                      <a:pt x="68" y="34"/>
                    </a:cubicBezTo>
                    <a:cubicBezTo>
                      <a:pt x="68" y="52"/>
                      <a:pt x="53" y="67"/>
                      <a:pt x="34" y="67"/>
                    </a:cubicBezTo>
                    <a:close/>
                    <a:moveTo>
                      <a:pt x="34" y="16"/>
                    </a:moveTo>
                    <a:cubicBezTo>
                      <a:pt x="24" y="16"/>
                      <a:pt x="16" y="24"/>
                      <a:pt x="16" y="34"/>
                    </a:cubicBezTo>
                    <a:cubicBezTo>
                      <a:pt x="16" y="43"/>
                      <a:pt x="24" y="51"/>
                      <a:pt x="34" y="51"/>
                    </a:cubicBezTo>
                    <a:cubicBezTo>
                      <a:pt x="44" y="51"/>
                      <a:pt x="52" y="43"/>
                      <a:pt x="52" y="34"/>
                    </a:cubicBezTo>
                    <a:cubicBezTo>
                      <a:pt x="52" y="24"/>
                      <a:pt x="44" y="16"/>
                      <a:pt x="34" y="1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5" name="îŝḷîḋe" descr="4d784381-ad70-439d-a204-e0670836c6d9"/>
              <p:cNvSpPr/>
              <p:nvPr/>
            </p:nvSpPr>
            <p:spPr bwMode="auto">
              <a:xfrm>
                <a:off x="7353072" y="4987611"/>
                <a:ext cx="3211696" cy="327212"/>
              </a:xfrm>
              <a:custGeom>
                <a:avLst/>
                <a:gdLst>
                  <a:gd name="T0" fmla="*/ 482 w 482"/>
                  <a:gd name="T1" fmla="*/ 25 h 49"/>
                  <a:gd name="T2" fmla="*/ 457 w 482"/>
                  <a:gd name="T3" fmla="*/ 49 h 49"/>
                  <a:gd name="T4" fmla="*/ 25 w 482"/>
                  <a:gd name="T5" fmla="*/ 49 h 49"/>
                  <a:gd name="T6" fmla="*/ 0 w 482"/>
                  <a:gd name="T7" fmla="*/ 25 h 49"/>
                  <a:gd name="T8" fmla="*/ 0 w 482"/>
                  <a:gd name="T9" fmla="*/ 25 h 49"/>
                  <a:gd name="T10" fmla="*/ 25 w 482"/>
                  <a:gd name="T11" fmla="*/ 0 h 49"/>
                  <a:gd name="T12" fmla="*/ 457 w 482"/>
                  <a:gd name="T13" fmla="*/ 0 h 49"/>
                  <a:gd name="T14" fmla="*/ 482 w 482"/>
                  <a:gd name="T15" fmla="*/ 25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2" h="49">
                    <a:moveTo>
                      <a:pt x="482" y="25"/>
                    </a:moveTo>
                    <a:cubicBezTo>
                      <a:pt x="482" y="38"/>
                      <a:pt x="471" y="49"/>
                      <a:pt x="457" y="49"/>
                    </a:cubicBezTo>
                    <a:cubicBezTo>
                      <a:pt x="25" y="49"/>
                      <a:pt x="25" y="49"/>
                      <a:pt x="25" y="49"/>
                    </a:cubicBezTo>
                    <a:cubicBezTo>
                      <a:pt x="11" y="49"/>
                      <a:pt x="0" y="38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11"/>
                      <a:pt x="11" y="0"/>
                      <a:pt x="25" y="0"/>
                    </a:cubicBezTo>
                    <a:cubicBezTo>
                      <a:pt x="457" y="0"/>
                      <a:pt x="457" y="0"/>
                      <a:pt x="457" y="0"/>
                    </a:cubicBezTo>
                    <a:cubicBezTo>
                      <a:pt x="471" y="0"/>
                      <a:pt x="482" y="11"/>
                      <a:pt x="482" y="25"/>
                    </a:cubicBez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6" name="iṡḻíḋê" descr="1df4442b-7a31-493e-a681-1aa3cf7e5fc3"/>
              <p:cNvSpPr/>
              <p:nvPr/>
            </p:nvSpPr>
            <p:spPr bwMode="auto">
              <a:xfrm>
                <a:off x="10257692" y="4982575"/>
                <a:ext cx="347348" cy="337280"/>
              </a:xfrm>
              <a:prstGeom prst="ellipse">
                <a:avLst/>
              </a:prstGeom>
              <a:solidFill>
                <a:srgbClr val="F2F2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 anchorCtr="0"/>
              <a:lstStyle/>
              <a:p>
                <a:pPr algn="ctr"/>
              </a:p>
            </p:txBody>
          </p:sp>
          <p:sp>
            <p:nvSpPr>
              <p:cNvPr id="17" name="îṩ1ïḍê" descr="13bdf585-f9b4-4335-8d0d-54234c652df6"/>
              <p:cNvSpPr/>
              <p:nvPr/>
            </p:nvSpPr>
            <p:spPr bwMode="auto">
              <a:xfrm>
                <a:off x="10202320" y="4927203"/>
                <a:ext cx="453061" cy="448028"/>
              </a:xfrm>
              <a:custGeom>
                <a:avLst/>
                <a:gdLst>
                  <a:gd name="T0" fmla="*/ 34 w 68"/>
                  <a:gd name="T1" fmla="*/ 67 h 67"/>
                  <a:gd name="T2" fmla="*/ 0 w 68"/>
                  <a:gd name="T3" fmla="*/ 34 h 67"/>
                  <a:gd name="T4" fmla="*/ 34 w 68"/>
                  <a:gd name="T5" fmla="*/ 0 h 67"/>
                  <a:gd name="T6" fmla="*/ 68 w 68"/>
                  <a:gd name="T7" fmla="*/ 34 h 67"/>
                  <a:gd name="T8" fmla="*/ 34 w 68"/>
                  <a:gd name="T9" fmla="*/ 67 h 67"/>
                  <a:gd name="T10" fmla="*/ 34 w 68"/>
                  <a:gd name="T11" fmla="*/ 16 h 67"/>
                  <a:gd name="T12" fmla="*/ 16 w 68"/>
                  <a:gd name="T13" fmla="*/ 34 h 67"/>
                  <a:gd name="T14" fmla="*/ 34 w 68"/>
                  <a:gd name="T15" fmla="*/ 51 h 67"/>
                  <a:gd name="T16" fmla="*/ 52 w 68"/>
                  <a:gd name="T17" fmla="*/ 34 h 67"/>
                  <a:gd name="T18" fmla="*/ 34 w 68"/>
                  <a:gd name="T19" fmla="*/ 16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8" h="67">
                    <a:moveTo>
                      <a:pt x="34" y="67"/>
                    </a:moveTo>
                    <a:cubicBezTo>
                      <a:pt x="15" y="67"/>
                      <a:pt x="0" y="52"/>
                      <a:pt x="0" y="34"/>
                    </a:cubicBezTo>
                    <a:cubicBezTo>
                      <a:pt x="0" y="15"/>
                      <a:pt x="15" y="0"/>
                      <a:pt x="34" y="0"/>
                    </a:cubicBezTo>
                    <a:cubicBezTo>
                      <a:pt x="52" y="0"/>
                      <a:pt x="68" y="15"/>
                      <a:pt x="68" y="34"/>
                    </a:cubicBezTo>
                    <a:cubicBezTo>
                      <a:pt x="68" y="52"/>
                      <a:pt x="52" y="67"/>
                      <a:pt x="34" y="67"/>
                    </a:cubicBezTo>
                    <a:close/>
                    <a:moveTo>
                      <a:pt x="34" y="16"/>
                    </a:moveTo>
                    <a:cubicBezTo>
                      <a:pt x="24" y="16"/>
                      <a:pt x="16" y="24"/>
                      <a:pt x="16" y="34"/>
                    </a:cubicBezTo>
                    <a:cubicBezTo>
                      <a:pt x="16" y="43"/>
                      <a:pt x="24" y="51"/>
                      <a:pt x="34" y="51"/>
                    </a:cubicBezTo>
                    <a:cubicBezTo>
                      <a:pt x="44" y="51"/>
                      <a:pt x="52" y="43"/>
                      <a:pt x="52" y="34"/>
                    </a:cubicBezTo>
                    <a:cubicBezTo>
                      <a:pt x="52" y="24"/>
                      <a:pt x="44" y="16"/>
                      <a:pt x="34" y="16"/>
                    </a:cubicBez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anchor="ctr" anchorCtr="0"/>
              <a:lstStyle/>
              <a:p>
                <a:pPr algn="ctr"/>
              </a:p>
            </p:txBody>
          </p:sp>
        </p:grpSp>
        <p:grpSp>
          <p:nvGrpSpPr>
            <p:cNvPr id="42" name="组合 41" descr="d628b516-c0fd-4d03-91bd-3ba9a6beb833"/>
            <p:cNvGrpSpPr/>
            <p:nvPr/>
          </p:nvGrpSpPr>
          <p:grpSpPr>
            <a:xfrm>
              <a:off x="852046" y="2039094"/>
              <a:ext cx="4658954" cy="4095006"/>
              <a:chOff x="852046" y="2039094"/>
              <a:chExt cx="4658954" cy="4095006"/>
            </a:xfrm>
          </p:grpSpPr>
          <p:grpSp>
            <p:nvGrpSpPr>
              <p:cNvPr id="39" name="组合 38" descr="4b2690f5-a6dd-438a-9dd6-013290f1a3cd"/>
              <p:cNvGrpSpPr/>
              <p:nvPr/>
            </p:nvGrpSpPr>
            <p:grpSpPr>
              <a:xfrm>
                <a:off x="852046" y="2039094"/>
                <a:ext cx="4658954" cy="1076790"/>
                <a:chOff x="852046" y="2039094"/>
                <a:chExt cx="4658954" cy="1076790"/>
              </a:xfrm>
            </p:grpSpPr>
            <p:grpSp>
              <p:nvGrpSpPr>
                <p:cNvPr id="36" name="组合 35" descr="e573c1e4-d755-4887-87c0-01df8e3e9709"/>
                <p:cNvGrpSpPr/>
                <p:nvPr/>
              </p:nvGrpSpPr>
              <p:grpSpPr>
                <a:xfrm>
                  <a:off x="1667508" y="2039094"/>
                  <a:ext cx="3843492" cy="1076790"/>
                  <a:chOff x="1667508" y="2039094"/>
                  <a:chExt cx="3843492" cy="1076790"/>
                </a:xfrm>
              </p:grpSpPr>
              <p:sp>
                <p:nvSpPr>
                  <p:cNvPr id="18" name="Text1" descr="3c16cde8-538d-4532-a473-6f1f11aacac9"/>
                  <p:cNvSpPr txBox="1"/>
                  <p:nvPr/>
                </p:nvSpPr>
                <p:spPr>
                  <a:xfrm>
                    <a:off x="1667509" y="2583901"/>
                    <a:ext cx="3843491" cy="53198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0000" tIns="46800" rIns="90000" bIns="46800" anchor="t" anchorCtr="0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2F2F2F"/>
                        </a:solidFill>
                        <a:ea typeface="微软雅黑" panose="020B0503020204020204" charset="-122"/>
                      </a:rPr>
                      <a:t>边缘有齿的轮子，是机械传动重要元件，用于传递运动和力量。</a:t>
                    </a:r>
                    <a:endParaRPr 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19" name="Bullet1" descr="624143c6-67eb-41b1-847a-4990ecc205f6"/>
                  <p:cNvSpPr txBox="1"/>
                  <p:nvPr/>
                </p:nvSpPr>
                <p:spPr>
                  <a:xfrm>
                    <a:off x="1667508" y="2039094"/>
                    <a:ext cx="3843492" cy="53198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0000" tIns="46800" rIns="90000" bIns="46800" anchor="b" anchorCtr="0">
                    <a:normAutofit/>
                  </a:bodyPr>
                  <a:lstStyle/>
                  <a:p>
                    <a:pPr algn="l"/>
                    <a:r>
                      <a:rPr lang="en-US" sz="1800" b="1" i="0" u="none">
                        <a:solidFill>
                          <a:srgbClr val="2F2F2F"/>
                        </a:solidFill>
                        <a:ea typeface="微软雅黑" panose="020B0503020204020204" charset="-122"/>
                      </a:rPr>
                      <a:t>齿轮概念</a:t>
                    </a:r>
                    <a:endParaRPr lang="en-US" sz="1800" b="1" i="0" u="none">
                      <a:solidFill>
                        <a:srgbClr val="2F2F2F"/>
                      </a:solidFill>
                      <a:ea typeface="微软雅黑" panose="020B0503020204020204" charset="-122"/>
                    </a:endParaRPr>
                  </a:p>
                </p:txBody>
              </p:sp>
            </p:grpSp>
            <p:sp>
              <p:nvSpPr>
                <p:cNvPr id="31" name="Number1" descr="95aacd69-d66c-485f-9211-4fed31611994"/>
                <p:cNvSpPr/>
                <p:nvPr/>
              </p:nvSpPr>
              <p:spPr>
                <a:xfrm>
                  <a:off x="852046" y="2281024"/>
                  <a:ext cx="736375" cy="736375"/>
                </a:xfrm>
                <a:prstGeom prst="ellipse">
                  <a:avLst/>
                </a:prstGeom>
                <a:solidFill>
                  <a:schemeClr val="accent1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0000" tIns="46800" rIns="90000" bIns="46800" anchor="ctr" anchorCtr="0"/>
                <a:lstStyle/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01</a:t>
                  </a:r>
                  <a:endParaRPr lang="en-US" sz="24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40" name="组合 39" descr="46163248-1608-4f75-81a8-2a1200d64261"/>
              <p:cNvGrpSpPr/>
              <p:nvPr/>
            </p:nvGrpSpPr>
            <p:grpSpPr>
              <a:xfrm>
                <a:off x="852046" y="3550349"/>
                <a:ext cx="4658954" cy="1076790"/>
                <a:chOff x="852046" y="3550349"/>
                <a:chExt cx="4658954" cy="1076790"/>
              </a:xfrm>
            </p:grpSpPr>
            <p:grpSp>
              <p:nvGrpSpPr>
                <p:cNvPr id="37" name="组合 36" descr="c026147e-f0ad-452c-9197-6deda09db8d0"/>
                <p:cNvGrpSpPr/>
                <p:nvPr/>
              </p:nvGrpSpPr>
              <p:grpSpPr>
                <a:xfrm>
                  <a:off x="1667508" y="3550349"/>
                  <a:ext cx="3843492" cy="1076790"/>
                  <a:chOff x="1667508" y="3550349"/>
                  <a:chExt cx="3843492" cy="1076790"/>
                </a:xfrm>
              </p:grpSpPr>
              <p:sp>
                <p:nvSpPr>
                  <p:cNvPr id="21" name="Text2" descr="60100bf4-dcd0-4845-8140-d219b9cd88e8"/>
                  <p:cNvSpPr txBox="1"/>
                  <p:nvPr/>
                </p:nvSpPr>
                <p:spPr>
                  <a:xfrm>
                    <a:off x="1667509" y="4095156"/>
                    <a:ext cx="3843491" cy="53198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0000" tIns="46800" rIns="90000" bIns="46800" anchor="t" anchorCtr="0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2F2F2F"/>
                        </a:solidFill>
                        <a:ea typeface="微软雅黑" panose="020B0503020204020204" charset="-122"/>
                      </a:rPr>
                      <a:t>齿轮上的“小牙齿”，通过互相咬合实现齿轮间的传动。</a:t>
                    </a:r>
                    <a:endParaRPr 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22" name="Bullet2" descr="bec407d8-3118-4371-b27c-c773f2099698"/>
                  <p:cNvSpPr txBox="1"/>
                  <p:nvPr/>
                </p:nvSpPr>
                <p:spPr>
                  <a:xfrm>
                    <a:off x="1667508" y="3550349"/>
                    <a:ext cx="3843492" cy="53198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0000" tIns="46800" rIns="90000" bIns="46800" anchor="b" anchorCtr="0">
                    <a:normAutofit/>
                  </a:bodyPr>
                  <a:lstStyle/>
                  <a:p>
                    <a:pPr algn="l"/>
                    <a:r>
                      <a:rPr lang="en-US" sz="1800" b="1" i="0" u="none">
                        <a:solidFill>
                          <a:srgbClr val="2F2F2F"/>
                        </a:solidFill>
                        <a:ea typeface="微软雅黑" panose="020B0503020204020204" charset="-122"/>
                      </a:rPr>
                      <a:t>齿的作用</a:t>
                    </a:r>
                    <a:endParaRPr lang="en-US" sz="1800" b="1" i="0" u="none">
                      <a:solidFill>
                        <a:srgbClr val="2F2F2F"/>
                      </a:solidFill>
                      <a:ea typeface="微软雅黑" panose="020B0503020204020204" charset="-122"/>
                    </a:endParaRPr>
                  </a:p>
                </p:txBody>
              </p:sp>
            </p:grpSp>
            <p:sp>
              <p:nvSpPr>
                <p:cNvPr id="29" name="Number2" descr="f2854ff7-cc83-4cc9-bbf0-77469375e9ac"/>
                <p:cNvSpPr/>
                <p:nvPr/>
              </p:nvSpPr>
              <p:spPr>
                <a:xfrm>
                  <a:off x="852046" y="3792279"/>
                  <a:ext cx="736375" cy="736375"/>
                </a:xfrm>
                <a:prstGeom prst="ellipse">
                  <a:avLst/>
                </a:prstGeom>
                <a:solidFill>
                  <a:schemeClr val="accent3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0000" tIns="46800" rIns="90000" bIns="46800" anchor="ctr" anchorCtr="0"/>
                <a:lstStyle/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02</a:t>
                  </a:r>
                  <a:endParaRPr lang="en-US" sz="24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41" name="组合 40" descr="c136371c-0103-41bd-9187-98b77d7c775a"/>
              <p:cNvGrpSpPr/>
              <p:nvPr/>
            </p:nvGrpSpPr>
            <p:grpSpPr>
              <a:xfrm>
                <a:off x="852046" y="5057310"/>
                <a:ext cx="4658954" cy="1076790"/>
                <a:chOff x="852046" y="5057310"/>
                <a:chExt cx="4658954" cy="1076790"/>
              </a:xfrm>
            </p:grpSpPr>
            <p:grpSp>
              <p:nvGrpSpPr>
                <p:cNvPr id="38" name="组合 37" descr="0cd2b01a-6034-407a-a8d3-3e827ceb3065"/>
                <p:cNvGrpSpPr/>
                <p:nvPr/>
              </p:nvGrpSpPr>
              <p:grpSpPr>
                <a:xfrm>
                  <a:off x="1667508" y="5057310"/>
                  <a:ext cx="3843492" cy="1076790"/>
                  <a:chOff x="1667508" y="5057310"/>
                  <a:chExt cx="3843492" cy="1076790"/>
                </a:xfrm>
              </p:grpSpPr>
              <p:sp>
                <p:nvSpPr>
                  <p:cNvPr id="24" name="Text3" descr="b3beb3d5-8689-46ea-b77b-3230dbfa8cb9"/>
                  <p:cNvSpPr txBox="1"/>
                  <p:nvPr/>
                </p:nvSpPr>
                <p:spPr>
                  <a:xfrm>
                    <a:off x="1667509" y="5602117"/>
                    <a:ext cx="3843491" cy="53198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0000" tIns="46800" rIns="90000" bIns="46800" anchor="t" anchorCtr="0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</a:pPr>
                    <a:r>
                      <a:rPr lang="en-US" sz="1200" b="0" i="0" u="none">
                        <a:solidFill>
                          <a:srgbClr val="2F2F2F"/>
                        </a:solidFill>
                        <a:ea typeface="微软雅黑" panose="020B0503020204020204" charset="-122"/>
                      </a:rPr>
                      <a:t>一个齿轮转动时，会拉着另一个齿轮一起转，传递运动和力。</a:t>
                    </a:r>
                    <a:endParaRPr 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25" name="Bullet3" descr="fd45751d-1ca6-4566-b6fd-2c4af824fa3a"/>
                  <p:cNvSpPr txBox="1"/>
                  <p:nvPr/>
                </p:nvSpPr>
                <p:spPr>
                  <a:xfrm>
                    <a:off x="1667508" y="5057310"/>
                    <a:ext cx="3843492" cy="53198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0000" tIns="46800" rIns="90000" bIns="46800" anchor="b" anchorCtr="0">
                    <a:normAutofit/>
                  </a:bodyPr>
                  <a:lstStyle/>
                  <a:p>
                    <a:pPr algn="l"/>
                    <a:r>
                      <a:rPr lang="en-US" sz="1800" b="1" i="0" u="none">
                        <a:solidFill>
                          <a:srgbClr val="2F2F2F"/>
                        </a:solidFill>
                        <a:ea typeface="微软雅黑" panose="020B0503020204020204" charset="-122"/>
                      </a:rPr>
                      <a:t>传动原理</a:t>
                    </a:r>
                    <a:endParaRPr lang="en-US" sz="1800" b="1" i="0" u="none">
                      <a:solidFill>
                        <a:srgbClr val="2F2F2F"/>
                      </a:solidFill>
                      <a:ea typeface="微软雅黑" panose="020B0503020204020204" charset="-122"/>
                    </a:endParaRPr>
                  </a:p>
                </p:txBody>
              </p:sp>
            </p:grpSp>
            <p:sp>
              <p:nvSpPr>
                <p:cNvPr id="27" name="Number3" descr="e2f15f4d-6980-43fb-837b-23f77cf44e25"/>
                <p:cNvSpPr/>
                <p:nvPr/>
              </p:nvSpPr>
              <p:spPr>
                <a:xfrm>
                  <a:off x="852046" y="5299240"/>
                  <a:ext cx="736375" cy="736375"/>
                </a:xfrm>
                <a:prstGeom prst="ellipse">
                  <a:avLst/>
                </a:prstGeom>
                <a:solidFill>
                  <a:schemeClr val="accent1"/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0000" tIns="46800" rIns="90000" bIns="46800" anchor="ctr" anchorCtr="0"/>
                <a:lstStyle/>
                <a:p>
                  <a:pPr algn="ctr"/>
                  <a:r>
                    <a:rPr lang="en-US" sz="24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03</a:t>
                  </a:r>
                  <a:endParaRPr lang="en-US" sz="24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</p:grpSp>
        <p:sp>
          <p:nvSpPr>
            <p:cNvPr id="33" name="Title" descr="2e171a51-4aa4-4789-a8ab-fc0c155cf14e"/>
            <p:cNvSpPr/>
            <p:nvPr/>
          </p:nvSpPr>
          <p:spPr>
            <a:xfrm>
              <a:off x="660400" y="1130300"/>
              <a:ext cx="10858500" cy="833966"/>
            </a:xfrm>
            <a:prstGeom prst="rect">
              <a:avLst/>
            </a:prstGeom>
          </p:spPr>
          <p:txBody>
            <a:bodyPr wrap="square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认识齿轮的组成与传动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f3f0832-5463-4a2e-8a52-eef781e99330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常见齿轮类型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grpSp>
        <p:nvGrpSpPr>
          <p:cNvPr id="32" name="5d529af2-5332-42f8-80df-57a1784a11d8.source.4.zh-Hans.pptx" descr="83c4b259-08ce-4d7a-86ec-0c14586b11bc"/>
          <p:cNvGrpSpPr/>
          <p:nvPr/>
        </p:nvGrpSpPr>
        <p:grpSpPr>
          <a:xfrm>
            <a:off x="726502" y="1127214"/>
            <a:ext cx="10792397" cy="5010399"/>
            <a:chOff x="726502" y="1127214"/>
            <a:chExt cx="10792397" cy="5010399"/>
          </a:xfrm>
        </p:grpSpPr>
        <p:grpSp>
          <p:nvGrpSpPr>
            <p:cNvPr id="22" name="组合 21" descr="3afd52c5-daa2-4fe8-97e4-e4974b038f37"/>
            <p:cNvGrpSpPr/>
            <p:nvPr/>
          </p:nvGrpSpPr>
          <p:grpSpPr>
            <a:xfrm>
              <a:off x="5587537" y="1127214"/>
              <a:ext cx="5931362" cy="1192813"/>
              <a:chOff x="5587537" y="1127214"/>
              <a:chExt cx="5931362" cy="1192813"/>
            </a:xfrm>
          </p:grpSpPr>
          <p:sp>
            <p:nvSpPr>
              <p:cNvPr id="24" name="ComponentBackground1" descr="4a65a99f-c5ec-4060-afd9-14a5e184d493"/>
              <p:cNvSpPr/>
              <p:nvPr/>
            </p:nvSpPr>
            <p:spPr>
              <a:xfrm>
                <a:off x="6898594" y="1127214"/>
                <a:ext cx="4620305" cy="1176724"/>
              </a:xfrm>
              <a:prstGeom prst="roundRect">
                <a:avLst>
                  <a:gd name="adj" fmla="val 40000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25" name="Number1" descr="e299cebe-5b11-4c6f-b043-eb7febd432ec"/>
              <p:cNvSpPr/>
              <p:nvPr/>
            </p:nvSpPr>
            <p:spPr>
              <a:xfrm flipH="1">
                <a:off x="5587537" y="1127214"/>
                <a:ext cx="1344539" cy="1192813"/>
              </a:xfrm>
              <a:prstGeom prst="round2DiagRect">
                <a:avLst>
                  <a:gd name="adj1" fmla="val 40000"/>
                  <a:gd name="adj2" fmla="val 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3200" b="0" i="0" u="none">
                    <a:solidFill>
                      <a:srgbClr val="FFFFFF"/>
                    </a:solidFill>
                    <a:latin typeface="Arial" panose="020B0604020202020204"/>
                  </a:rPr>
                  <a:t>01</a:t>
                </a:r>
                <a:endParaRPr lang="en-US" sz="3200" b="0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6" name="Text1" descr="5ac64135-1f54-404b-8b43-f42853a542c0"/>
              <p:cNvSpPr/>
              <p:nvPr/>
            </p:nvSpPr>
            <p:spPr bwMode="auto">
              <a:xfrm>
                <a:off x="7315200" y="1662614"/>
                <a:ext cx="3819526" cy="642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齿直且平行轴线，像两个自行车齿轮并排转动，用于钟表、简单玩具。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7" name="Bullet1" descr="69c5ae10-c183-4a26-98e5-94e343cecf6e"/>
              <p:cNvSpPr txBox="1"/>
              <p:nvPr/>
            </p:nvSpPr>
            <p:spPr bwMode="auto">
              <a:xfrm>
                <a:off x="7315200" y="1306830"/>
                <a:ext cx="3819526" cy="355784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直齿轮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21" name="组合 20" descr="2e46844b-915c-4f5d-bc8e-7432d4b9a447"/>
            <p:cNvGrpSpPr/>
            <p:nvPr/>
          </p:nvGrpSpPr>
          <p:grpSpPr>
            <a:xfrm>
              <a:off x="3668031" y="2400870"/>
              <a:ext cx="5931362" cy="1192813"/>
              <a:chOff x="3668031" y="2400870"/>
              <a:chExt cx="5931362" cy="1192813"/>
            </a:xfrm>
          </p:grpSpPr>
          <p:sp>
            <p:nvSpPr>
              <p:cNvPr id="10" name="ComponentBackground2" descr="2cb8822a-873a-4238-8786-7ead65a33aad"/>
              <p:cNvSpPr/>
              <p:nvPr/>
            </p:nvSpPr>
            <p:spPr>
              <a:xfrm>
                <a:off x="5012570" y="2405106"/>
                <a:ext cx="4586823" cy="1176724"/>
              </a:xfrm>
              <a:prstGeom prst="roundRect">
                <a:avLst>
                  <a:gd name="adj" fmla="val 40000"/>
                </a:avLst>
              </a:prstGeom>
              <a:solidFill>
                <a:schemeClr val="tx2">
                  <a:alpha val="1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11" name="Number2" descr="adefcb63-eb70-401d-b0f9-0b9d454fdd6e"/>
              <p:cNvSpPr/>
              <p:nvPr/>
            </p:nvSpPr>
            <p:spPr>
              <a:xfrm flipH="1">
                <a:off x="3668031" y="2400870"/>
                <a:ext cx="1344539" cy="1192813"/>
              </a:xfrm>
              <a:prstGeom prst="round2DiagRect">
                <a:avLst>
                  <a:gd name="adj1" fmla="val 40000"/>
                  <a:gd name="adj2" fmla="val 0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3200" b="0" i="0" u="none">
                    <a:solidFill>
                      <a:srgbClr val="2F2F2F"/>
                    </a:solidFill>
                    <a:latin typeface="Arial" panose="020B0604020202020204"/>
                  </a:rPr>
                  <a:t>02</a:t>
                </a:r>
                <a:endParaRPr lang="en-US" sz="3200" b="0" i="0" u="none">
                  <a:solidFill>
                    <a:srgbClr val="2F2F2F"/>
                  </a:solidFill>
                  <a:latin typeface="Arial" panose="020B0604020202020204"/>
                </a:endParaRPr>
              </a:p>
            </p:txBody>
          </p:sp>
          <p:sp>
            <p:nvSpPr>
              <p:cNvPr id="8" name="Text2" descr="1cf36b77-31c4-47e7-a7d9-24e22cdb87be"/>
              <p:cNvSpPr/>
              <p:nvPr/>
            </p:nvSpPr>
            <p:spPr bwMode="auto">
              <a:xfrm>
                <a:off x="5396218" y="2937331"/>
                <a:ext cx="3819526" cy="642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形状似圆锥，能把转动方向改变90度，应用在汽车差速器、钻床。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9" name="Bullet2" descr="90f4e5fc-a16f-4964-8fd4-837f77fa4e97"/>
              <p:cNvSpPr txBox="1"/>
              <p:nvPr/>
            </p:nvSpPr>
            <p:spPr bwMode="auto">
              <a:xfrm>
                <a:off x="5396218" y="2581547"/>
                <a:ext cx="3819526" cy="355784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锥齿轮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30" name="组合 29" descr="d3ea684b-b34a-4d0c-ac61-60e70b8f49df"/>
            <p:cNvGrpSpPr/>
            <p:nvPr/>
          </p:nvGrpSpPr>
          <p:grpSpPr>
            <a:xfrm>
              <a:off x="5587537" y="3682997"/>
              <a:ext cx="5931362" cy="1192813"/>
              <a:chOff x="5587537" y="3682997"/>
              <a:chExt cx="5931362" cy="1192813"/>
            </a:xfrm>
          </p:grpSpPr>
          <p:sp>
            <p:nvSpPr>
              <p:cNvPr id="27" name="ComponentBackground3" descr="f5de5340-19f4-4daf-96f1-4d0f896865b8"/>
              <p:cNvSpPr/>
              <p:nvPr/>
            </p:nvSpPr>
            <p:spPr>
              <a:xfrm>
                <a:off x="6898594" y="3682998"/>
                <a:ext cx="4620305" cy="1176724"/>
              </a:xfrm>
              <a:prstGeom prst="roundRect">
                <a:avLst>
                  <a:gd name="adj" fmla="val 40000"/>
                </a:avLst>
              </a:prstGeom>
              <a:solidFill>
                <a:schemeClr val="accent1">
                  <a:alpha val="1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28" name="Number3" descr="168a6985-f868-4928-bdf7-47e1deee3c10"/>
              <p:cNvSpPr/>
              <p:nvPr/>
            </p:nvSpPr>
            <p:spPr>
              <a:xfrm flipH="1">
                <a:off x="5587537" y="3682997"/>
                <a:ext cx="1344539" cy="1192813"/>
              </a:xfrm>
              <a:prstGeom prst="round2DiagRect">
                <a:avLst>
                  <a:gd name="adj1" fmla="val 40000"/>
                  <a:gd name="adj2" fmla="val 0"/>
                </a:avLst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3200" b="0" i="0" u="none">
                    <a:solidFill>
                      <a:srgbClr val="FFFFFF"/>
                    </a:solidFill>
                    <a:latin typeface="Arial" panose="020B0604020202020204"/>
                  </a:rPr>
                  <a:t>03</a:t>
                </a:r>
                <a:endParaRPr lang="en-US" sz="3200" b="0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2" name="Text3" descr="ae439b66-4cfe-4991-8d53-8d20c37b21ce"/>
              <p:cNvSpPr/>
              <p:nvPr/>
            </p:nvSpPr>
            <p:spPr bwMode="auto">
              <a:xfrm>
                <a:off x="7315200" y="4224562"/>
                <a:ext cx="3819526" cy="642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蜗杆像螺丝，蜗轮是特殊齿轮，传动比大，能减速，有自锁功能。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8" name="Bullet3" descr="779561d2-38d4-4d36-8d97-37f510cf6d5d"/>
              <p:cNvSpPr txBox="1"/>
              <p:nvPr/>
            </p:nvSpPr>
            <p:spPr bwMode="auto">
              <a:xfrm>
                <a:off x="7315200" y="3868778"/>
                <a:ext cx="3819526" cy="355784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蜗轮蜗杆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31" name="组合 30" descr="98926a34-9194-449a-a9da-27c14227a476"/>
            <p:cNvGrpSpPr/>
            <p:nvPr/>
          </p:nvGrpSpPr>
          <p:grpSpPr>
            <a:xfrm>
              <a:off x="3701512" y="4944800"/>
              <a:ext cx="5931362" cy="1192813"/>
              <a:chOff x="3701512" y="4944800"/>
              <a:chExt cx="5931362" cy="1192813"/>
            </a:xfrm>
          </p:grpSpPr>
          <p:sp>
            <p:nvSpPr>
              <p:cNvPr id="15" name="ComponentBackground4" descr="54ba207d-1706-4ab9-9510-d1e55e94313f"/>
              <p:cNvSpPr/>
              <p:nvPr/>
            </p:nvSpPr>
            <p:spPr>
              <a:xfrm>
                <a:off x="5046051" y="4960889"/>
                <a:ext cx="4586823" cy="1176724"/>
              </a:xfrm>
              <a:prstGeom prst="roundRect">
                <a:avLst>
                  <a:gd name="adj" fmla="val 40000"/>
                </a:avLst>
              </a:prstGeom>
              <a:solidFill>
                <a:schemeClr val="tx2">
                  <a:alpha val="1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16" name="Number4" descr="b7f88bd3-4497-45f2-b87e-2ead5d849221"/>
              <p:cNvSpPr/>
              <p:nvPr/>
            </p:nvSpPr>
            <p:spPr>
              <a:xfrm flipH="1">
                <a:off x="3701512" y="4944800"/>
                <a:ext cx="1344539" cy="1192813"/>
              </a:xfrm>
              <a:prstGeom prst="round2DiagRect">
                <a:avLst>
                  <a:gd name="adj1" fmla="val 40000"/>
                  <a:gd name="adj2" fmla="val 0"/>
                </a:avLst>
              </a:prstGeom>
              <a:solidFill>
                <a:schemeClr val="tx2">
                  <a:alpha val="1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3200" b="0" i="0" u="none">
                    <a:solidFill>
                      <a:srgbClr val="2F2F2F"/>
                    </a:solidFill>
                    <a:latin typeface="Arial" panose="020B0604020202020204"/>
                  </a:rPr>
                  <a:t>04</a:t>
                </a:r>
                <a:endParaRPr lang="en-US" sz="3200" b="0" i="0" u="none">
                  <a:solidFill>
                    <a:srgbClr val="2F2F2F"/>
                  </a:solidFill>
                  <a:latin typeface="Arial" panose="020B0604020202020204"/>
                </a:endParaRPr>
              </a:p>
            </p:txBody>
          </p:sp>
          <p:sp>
            <p:nvSpPr>
              <p:cNvPr id="19" name="Text4" descr="52325770-de67-4143-bdf0-97129900e661"/>
              <p:cNvSpPr/>
              <p:nvPr/>
            </p:nvSpPr>
            <p:spPr bwMode="auto">
              <a:xfrm>
                <a:off x="5429699" y="5491484"/>
                <a:ext cx="3819526" cy="642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齿轮转动使齿条直线移动，将旋转运动变为直线运动，用于汽车方向盘等。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0" name="Bullet4" descr="ecac59ed-3478-4c19-917d-6ceb83071356"/>
              <p:cNvSpPr txBox="1"/>
              <p:nvPr/>
            </p:nvSpPr>
            <p:spPr bwMode="auto">
              <a:xfrm>
                <a:off x="5429699" y="5135700"/>
                <a:ext cx="3819526" cy="355784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齿条齿轮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sp>
          <p:nvSpPr>
            <p:cNvPr id="3" name="Title" descr="2a5149be-505d-45fd-a864-f931a89231ee"/>
            <p:cNvSpPr txBox="1"/>
            <p:nvPr/>
          </p:nvSpPr>
          <p:spPr>
            <a:xfrm>
              <a:off x="726502" y="2474294"/>
              <a:ext cx="2490424" cy="2315813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掌握不同类型齿轮的特点与应用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f3f0832-5463-4a2e-8a52-eef781e99330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常见齿轮类型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grpSp>
        <p:nvGrpSpPr>
          <p:cNvPr id="3" name="25e16afb-c290-4fd3-afe4-a04e30332202.source.8.zh-Hans.pptx" descr="a705ed77-4e09-44c1-a5b8-0bba3bb7e95e"/>
          <p:cNvGrpSpPr/>
          <p:nvPr>
            <p:custDataLst>
              <p:tags r:id="rId1"/>
            </p:custDataLst>
          </p:nvPr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10" name="Title" descr="da8c0047-a629-4979-9c32-7e2d756de5dc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latin typeface="微软雅黑" panose="020B0503020204020204" charset="-122"/>
                </a:rPr>
                <a:t> 掌握不同类型齿轮的特点与应用</a:t>
              </a:r>
              <a:endParaRPr lang="en-US" sz="2400" b="1" i="0" u="none">
                <a:solidFill>
                  <a:srgbClr val="2F2F2F"/>
                </a:solidFill>
                <a:latin typeface="微软雅黑" panose="020B0503020204020204" charset="-122"/>
              </a:endParaRPr>
            </a:p>
          </p:txBody>
        </p:sp>
        <p:grpSp>
          <p:nvGrpSpPr>
            <p:cNvPr id="12" name="组合 11" descr="f1ddeeb8-2f20-4a8d-98b8-e12cc0b91821"/>
            <p:cNvGrpSpPr/>
            <p:nvPr/>
          </p:nvGrpSpPr>
          <p:grpSpPr>
            <a:xfrm>
              <a:off x="660400" y="1954681"/>
              <a:ext cx="2416607" cy="2033925"/>
              <a:chOff x="660400" y="1954681"/>
              <a:chExt cx="2416607" cy="2033925"/>
            </a:xfrm>
          </p:grpSpPr>
          <p:sp>
            <p:nvSpPr>
              <p:cNvPr id="34" name="Text1" descr="e4ddbfa4-8151-4916-ad7f-540e529c24d6"/>
              <p:cNvSpPr/>
              <p:nvPr>
                <p:custDataLst>
                  <p:tags r:id="rId2"/>
                </p:custDataLst>
              </p:nvPr>
            </p:nvSpPr>
            <p:spPr>
              <a:xfrm>
                <a:off x="660400" y="2538899"/>
                <a:ext cx="2416607" cy="1449707"/>
              </a:xfrm>
              <a:prstGeom prst="roundRect">
                <a:avLst>
                  <a:gd name="adj" fmla="val 12667"/>
                </a:avLst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2F2F2F"/>
                    </a:solidFill>
                    <a:latin typeface="微软雅黑" panose="020B0503020204020204" charset="-122"/>
                  </a:rPr>
                  <a:t> 齿直且平行轴线，像两个自行车齿轮并排转动，用于钟表、简单玩具。</a:t>
                </a:r>
                <a:endParaRPr lang="en-US" sz="1200" b="0" i="0" u="none" strike="noStrike">
                  <a:solidFill>
                    <a:srgbClr val="2F2F2F"/>
                  </a:solidFill>
                  <a:latin typeface="微软雅黑" panose="020B0503020204020204" charset="-122"/>
                </a:endParaRPr>
              </a:p>
            </p:txBody>
          </p:sp>
          <p:sp>
            <p:nvSpPr>
              <p:cNvPr id="26" name="Bullet1" descr="c6b91e2b-fbaf-464a-8265-02656bfb8806"/>
              <p:cNvSpPr/>
              <p:nvPr>
                <p:custDataLst>
                  <p:tags r:id="rId3"/>
                </p:custDataLst>
              </p:nvPr>
            </p:nvSpPr>
            <p:spPr>
              <a:xfrm>
                <a:off x="660400" y="1954681"/>
                <a:ext cx="2416607" cy="487898"/>
              </a:xfrm>
              <a:prstGeom prst="roundRect">
                <a:avLst>
                  <a:gd name="adj" fmla="val 29161"/>
                </a:avLst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latin typeface="微软雅黑" panose="020B0503020204020204" charset="-122"/>
                  </a:rPr>
                  <a:t> 直齿轮</a:t>
                </a:r>
                <a:endParaRPr lang="en-US" sz="1800" b="1" i="0" u="none">
                  <a:solidFill>
                    <a:srgbClr val="2F2F2F"/>
                  </a:solidFill>
                  <a:latin typeface="微软雅黑" panose="020B0503020204020204" charset="-122"/>
                </a:endParaRPr>
              </a:p>
            </p:txBody>
          </p:sp>
        </p:grpSp>
        <p:grpSp>
          <p:nvGrpSpPr>
            <p:cNvPr id="13" name="组合 12" descr="4c3524fe-40af-444d-ae34-9725cd391e85"/>
            <p:cNvGrpSpPr/>
            <p:nvPr/>
          </p:nvGrpSpPr>
          <p:grpSpPr>
            <a:xfrm>
              <a:off x="3470384" y="1954681"/>
              <a:ext cx="2416607" cy="2033925"/>
              <a:chOff x="3470384" y="1954681"/>
              <a:chExt cx="2416607" cy="2033925"/>
            </a:xfrm>
          </p:grpSpPr>
          <p:sp>
            <p:nvSpPr>
              <p:cNvPr id="28" name="Bullet2" descr="740a28f6-4b11-4cf4-baa0-dd7139c1cecd"/>
              <p:cNvSpPr/>
              <p:nvPr>
                <p:custDataLst>
                  <p:tags r:id="rId4"/>
                </p:custDataLst>
              </p:nvPr>
            </p:nvSpPr>
            <p:spPr>
              <a:xfrm>
                <a:off x="3470384" y="1954681"/>
                <a:ext cx="2416607" cy="487898"/>
              </a:xfrm>
              <a:prstGeom prst="roundRect">
                <a:avLst>
                  <a:gd name="adj" fmla="val 29161"/>
                </a:avLst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latin typeface="微软雅黑" panose="020B0503020204020204" charset="-122"/>
                  </a:rPr>
                  <a:t> 锥齿轮</a:t>
                </a:r>
                <a:endParaRPr lang="en-US" sz="1800" b="1" i="0" u="none">
                  <a:solidFill>
                    <a:srgbClr val="2F2F2F"/>
                  </a:solidFill>
                  <a:latin typeface="微软雅黑" panose="020B0503020204020204" charset="-122"/>
                </a:endParaRPr>
              </a:p>
            </p:txBody>
          </p:sp>
          <p:sp>
            <p:nvSpPr>
              <p:cNvPr id="35" name="Text2" descr="b08a1727-fbdb-45eb-9fcc-c3c529484817"/>
              <p:cNvSpPr/>
              <p:nvPr>
                <p:custDataLst>
                  <p:tags r:id="rId5"/>
                </p:custDataLst>
              </p:nvPr>
            </p:nvSpPr>
            <p:spPr>
              <a:xfrm>
                <a:off x="3470384" y="2538899"/>
                <a:ext cx="2416607" cy="1449707"/>
              </a:xfrm>
              <a:prstGeom prst="roundRect">
                <a:avLst>
                  <a:gd name="adj" fmla="val 12667"/>
                </a:avLst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2F2F2F"/>
                    </a:solidFill>
                    <a:latin typeface="微软雅黑" panose="020B0503020204020204" charset="-122"/>
                  </a:rPr>
                  <a:t> 形状似圆锥，能把转动方向改变90度，应用在汽车差速器、钻床。</a:t>
                </a:r>
                <a:endParaRPr lang="en-US" sz="1200" b="0" i="0" u="none" strike="noStrike">
                  <a:solidFill>
                    <a:srgbClr val="2F2F2F"/>
                  </a:solidFill>
                  <a:latin typeface="微软雅黑" panose="020B0503020204020204" charset="-122"/>
                </a:endParaRPr>
              </a:p>
            </p:txBody>
          </p:sp>
        </p:grpSp>
        <p:grpSp>
          <p:nvGrpSpPr>
            <p:cNvPr id="14" name="组合 13" descr="ea20b1f7-3ea3-464c-a795-0c677d97067e"/>
            <p:cNvGrpSpPr/>
            <p:nvPr/>
          </p:nvGrpSpPr>
          <p:grpSpPr>
            <a:xfrm>
              <a:off x="6280368" y="1954681"/>
              <a:ext cx="2416607" cy="2033925"/>
              <a:chOff x="6280368" y="1954681"/>
              <a:chExt cx="2416607" cy="2033925"/>
            </a:xfrm>
          </p:grpSpPr>
          <p:sp>
            <p:nvSpPr>
              <p:cNvPr id="29" name="Bullet3" descr="4d726a3e-1be1-441f-a3ed-566434bc0b7f"/>
              <p:cNvSpPr/>
              <p:nvPr>
                <p:custDataLst>
                  <p:tags r:id="rId6"/>
                </p:custDataLst>
              </p:nvPr>
            </p:nvSpPr>
            <p:spPr>
              <a:xfrm>
                <a:off x="6280368" y="1954681"/>
                <a:ext cx="2416607" cy="487898"/>
              </a:xfrm>
              <a:prstGeom prst="roundRect">
                <a:avLst>
                  <a:gd name="adj" fmla="val 29161"/>
                </a:avLst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latin typeface="微软雅黑" panose="020B0503020204020204" charset="-122"/>
                  </a:rPr>
                  <a:t> 蜗轮蜗杆</a:t>
                </a:r>
                <a:endParaRPr lang="en-US" sz="1800" b="1" i="0" u="none">
                  <a:solidFill>
                    <a:srgbClr val="2F2F2F"/>
                  </a:solidFill>
                  <a:latin typeface="微软雅黑" panose="020B0503020204020204" charset="-122"/>
                </a:endParaRPr>
              </a:p>
            </p:txBody>
          </p:sp>
          <p:sp>
            <p:nvSpPr>
              <p:cNvPr id="37" name="Text3" descr="5ae92094-2bf4-44f8-a3e0-ba71f6b526f5"/>
              <p:cNvSpPr/>
              <p:nvPr>
                <p:custDataLst>
                  <p:tags r:id="rId7"/>
                </p:custDataLst>
              </p:nvPr>
            </p:nvSpPr>
            <p:spPr>
              <a:xfrm>
                <a:off x="6280368" y="2538899"/>
                <a:ext cx="2416607" cy="1449707"/>
              </a:xfrm>
              <a:prstGeom prst="roundRect">
                <a:avLst>
                  <a:gd name="adj" fmla="val 12667"/>
                </a:avLst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2F2F2F"/>
                    </a:solidFill>
                    <a:latin typeface="微软雅黑" panose="020B0503020204020204" charset="-122"/>
                  </a:rPr>
                  <a:t> 蜗杆像螺丝，蜗轮是特殊齿轮，传动比大，能减速，有自锁功能。</a:t>
                </a:r>
                <a:endParaRPr lang="en-US" sz="1200" b="0" i="0" u="none" strike="noStrike">
                  <a:solidFill>
                    <a:srgbClr val="2F2F2F"/>
                  </a:solidFill>
                  <a:latin typeface="微软雅黑" panose="020B0503020204020204" charset="-122"/>
                </a:endParaRPr>
              </a:p>
            </p:txBody>
          </p:sp>
        </p:grpSp>
        <p:grpSp>
          <p:nvGrpSpPr>
            <p:cNvPr id="15" name="组合 14" descr="e5b6d15e-b3a0-4251-a8e4-7eba267fba86"/>
            <p:cNvGrpSpPr/>
            <p:nvPr/>
          </p:nvGrpSpPr>
          <p:grpSpPr>
            <a:xfrm>
              <a:off x="9090353" y="1954681"/>
              <a:ext cx="2416607" cy="2033925"/>
              <a:chOff x="9090353" y="1954681"/>
              <a:chExt cx="2416607" cy="2033925"/>
            </a:xfrm>
          </p:grpSpPr>
          <p:sp>
            <p:nvSpPr>
              <p:cNvPr id="33" name="Bullet4" descr="23457472-7d2a-4252-8711-c5b32022405f"/>
              <p:cNvSpPr/>
              <p:nvPr>
                <p:custDataLst>
                  <p:tags r:id="rId8"/>
                </p:custDataLst>
              </p:nvPr>
            </p:nvSpPr>
            <p:spPr>
              <a:xfrm>
                <a:off x="9090353" y="1954681"/>
                <a:ext cx="2416607" cy="487898"/>
              </a:xfrm>
              <a:prstGeom prst="roundRect">
                <a:avLst>
                  <a:gd name="adj" fmla="val 29161"/>
                </a:avLst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latin typeface="微软雅黑" panose="020B0503020204020204" charset="-122"/>
                  </a:rPr>
                  <a:t> 齿条齿轮</a:t>
                </a:r>
                <a:endParaRPr lang="en-US" sz="1800" b="1" i="0" u="none">
                  <a:solidFill>
                    <a:srgbClr val="2F2F2F"/>
                  </a:solidFill>
                  <a:latin typeface="微软雅黑" panose="020B0503020204020204" charset="-122"/>
                </a:endParaRPr>
              </a:p>
            </p:txBody>
          </p:sp>
          <p:sp>
            <p:nvSpPr>
              <p:cNvPr id="39" name="Text4" descr="b8655dfe-fc22-4592-ac76-5b03a1ca5dae"/>
              <p:cNvSpPr/>
              <p:nvPr>
                <p:custDataLst>
                  <p:tags r:id="rId9"/>
                </p:custDataLst>
              </p:nvPr>
            </p:nvSpPr>
            <p:spPr>
              <a:xfrm>
                <a:off x="9090353" y="2538899"/>
                <a:ext cx="2416607" cy="1449707"/>
              </a:xfrm>
              <a:prstGeom prst="roundRect">
                <a:avLst>
                  <a:gd name="adj" fmla="val 12667"/>
                </a:avLst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0" i="0" u="none" strike="noStrike">
                    <a:solidFill>
                      <a:srgbClr val="2F2F2F"/>
                    </a:solidFill>
                    <a:latin typeface="微软雅黑" panose="020B0503020204020204" charset="-122"/>
                  </a:rPr>
                  <a:t> 齿轮转动使齿条直线移动，将旋转运动变为直线运动，用于汽车方向盘等。</a:t>
                </a:r>
                <a:endParaRPr lang="en-US" sz="1200" b="0" i="0" u="none" strike="noStrike">
                  <a:solidFill>
                    <a:srgbClr val="2F2F2F"/>
                  </a:solidFill>
                  <a:latin typeface="微软雅黑" panose="020B0503020204020204" charset="-122"/>
                </a:endParaRPr>
              </a:p>
            </p:txBody>
          </p:sp>
        </p:grpSp>
        <p:grpSp>
          <p:nvGrpSpPr>
            <p:cNvPr id="16" name="组合 15" descr="d38d9c6b-436b-4227-9739-3231cf0d269c"/>
            <p:cNvGrpSpPr/>
            <p:nvPr/>
          </p:nvGrpSpPr>
          <p:grpSpPr>
            <a:xfrm>
              <a:off x="660400" y="4100175"/>
              <a:ext cx="2416607" cy="2033925"/>
              <a:chOff x="660400" y="4100175"/>
              <a:chExt cx="2416607" cy="2033925"/>
            </a:xfrm>
          </p:grpSpPr>
          <p:sp>
            <p:nvSpPr>
              <p:cNvPr id="41" name="Text5" descr="c818322a-d1cb-4068-8200-f918578ff8e2"/>
              <p:cNvSpPr/>
              <p:nvPr>
                <p:custDataLst>
                  <p:tags r:id="rId10"/>
                </p:custDataLst>
              </p:nvPr>
            </p:nvSpPr>
            <p:spPr>
              <a:xfrm>
                <a:off x="660400" y="4684393"/>
                <a:ext cx="2416607" cy="1449707"/>
              </a:xfrm>
              <a:prstGeom prst="roundRect">
                <a:avLst>
                  <a:gd name="adj" fmla="val 12667"/>
                </a:avLst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200" b="0" i="0" u="none" strike="noStrike">
                  <a:solidFill>
                    <a:srgbClr val="2F2F2F"/>
                  </a:solidFill>
                  <a:latin typeface="微软雅黑" panose="020B0503020204020204" charset="-122"/>
                </a:endParaRPr>
              </a:p>
            </p:txBody>
          </p:sp>
          <p:sp>
            <p:nvSpPr>
              <p:cNvPr id="42" name="Bullet5" descr="4686b7af-8c00-40dd-bd6f-65a3bc468506"/>
              <p:cNvSpPr/>
              <p:nvPr>
                <p:custDataLst>
                  <p:tags r:id="rId11"/>
                </p:custDataLst>
              </p:nvPr>
            </p:nvSpPr>
            <p:spPr>
              <a:xfrm>
                <a:off x="660400" y="4100175"/>
                <a:ext cx="2416607" cy="487898"/>
              </a:xfrm>
              <a:prstGeom prst="roundRect">
                <a:avLst>
                  <a:gd name="adj" fmla="val 29161"/>
                </a:avLst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b" anchorCtr="0" forceAA="0" compatLnSpc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latin typeface="微软雅黑" panose="020B0503020204020204" charset="-122"/>
                  </a:rPr>
                  <a:t> 直齿轮图片</a:t>
                </a:r>
                <a:endParaRPr lang="en-US" sz="1800" b="1" i="0" u="none">
                  <a:solidFill>
                    <a:srgbClr val="2F2F2F"/>
                  </a:solidFill>
                  <a:latin typeface="微软雅黑" panose="020B0503020204020204" charset="-122"/>
                </a:endParaRPr>
              </a:p>
            </p:txBody>
          </p:sp>
        </p:grpSp>
      </p:grpSp>
      <p:pic>
        <p:nvPicPr>
          <p:cNvPr id="4" name="图片 3" descr="直齿轮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7340" y="3857625"/>
            <a:ext cx="2769870" cy="2863215"/>
          </a:xfrm>
          <a:prstGeom prst="rect">
            <a:avLst/>
          </a:prstGeom>
        </p:spPr>
      </p:pic>
      <p:pic>
        <p:nvPicPr>
          <p:cNvPr id="5" name="图片 4" descr="锥齿轮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89275" y="3978910"/>
            <a:ext cx="3190875" cy="2741930"/>
          </a:xfrm>
          <a:prstGeom prst="rect">
            <a:avLst/>
          </a:prstGeom>
        </p:spPr>
      </p:pic>
      <p:pic>
        <p:nvPicPr>
          <p:cNvPr id="7" name="图片 6" descr="齿轮齿条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97670" y="4168140"/>
            <a:ext cx="3516630" cy="2235200"/>
          </a:xfrm>
          <a:prstGeom prst="rect">
            <a:avLst/>
          </a:prstGeom>
        </p:spPr>
      </p:pic>
      <p:pic>
        <p:nvPicPr>
          <p:cNvPr id="8" name="图片 7" descr="蜗杆涡轮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28385" y="4128770"/>
            <a:ext cx="3168015" cy="24174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f3f0832-5463-4a2e-8a52-eef781e99330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齿轮传动比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grpSp>
        <p:nvGrpSpPr>
          <p:cNvPr id="10" name="463eabaa-579c-47da-a082-8a53f94ffe8c.source.3.zh-Hans.pptx" descr="b9670a06-8d4a-44e2-85b6-a723b8a6d412"/>
          <p:cNvGrpSpPr/>
          <p:nvPr/>
        </p:nvGrpSpPr>
        <p:grpSpPr>
          <a:xfrm>
            <a:off x="660400" y="1554045"/>
            <a:ext cx="10858500" cy="4196201"/>
            <a:chOff x="660400" y="1554045"/>
            <a:chExt cx="10858500" cy="4196201"/>
          </a:xfrm>
        </p:grpSpPr>
        <p:sp>
          <p:nvSpPr>
            <p:cNvPr id="98" name="ïṥ1iďé" descr="ceb8f9c8-e732-4f5d-ab39-6db0837d8fe2"/>
            <p:cNvSpPr/>
            <p:nvPr/>
          </p:nvSpPr>
          <p:spPr>
            <a:xfrm>
              <a:off x="3292564" y="2711253"/>
              <a:ext cx="5608190" cy="214503"/>
            </a:xfrm>
            <a:custGeom>
              <a:avLst/>
              <a:gdLst>
                <a:gd name="connsiteX0" fmla="*/ 5711911 w 5711910"/>
                <a:gd name="connsiteY0" fmla="*/ 214313 h 214503"/>
                <a:gd name="connsiteX1" fmla="*/ 5479143 w 5711910"/>
                <a:gd name="connsiteY1" fmla="*/ 0 h 214503"/>
                <a:gd name="connsiteX2" fmla="*/ 232768 w 5711910"/>
                <a:gd name="connsiteY2" fmla="*/ 190 h 214503"/>
                <a:gd name="connsiteX3" fmla="*/ 0 w 5711910"/>
                <a:gd name="connsiteY3" fmla="*/ 214503 h 214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1910" h="214503">
                  <a:moveTo>
                    <a:pt x="5711911" y="214313"/>
                  </a:moveTo>
                  <a:cubicBezTo>
                    <a:pt x="5711911" y="95917"/>
                    <a:pt x="5607734" y="0"/>
                    <a:pt x="5479143" y="0"/>
                  </a:cubicBezTo>
                  <a:lnTo>
                    <a:pt x="232768" y="190"/>
                  </a:lnTo>
                  <a:cubicBezTo>
                    <a:pt x="104176" y="190"/>
                    <a:pt x="0" y="96107"/>
                    <a:pt x="0" y="214503"/>
                  </a:cubicBezTo>
                </a:path>
              </a:pathLst>
            </a:custGeom>
            <a:noFill/>
            <a:ln w="12700" cap="flat">
              <a:solidFill>
                <a:schemeClr val="tx2">
                  <a:alpha val="50000"/>
                </a:schemeClr>
              </a:solidFill>
              <a:prstDash val="solid"/>
              <a:miter/>
            </a:ln>
          </p:spPr>
          <p:txBody>
            <a:bodyPr rtlCol="0" anchor="ctr" anchorCtr="0"/>
            <a:lstStyle/>
            <a:p>
              <a:pPr algn="l"/>
            </a:p>
          </p:txBody>
        </p:sp>
        <p:sp>
          <p:nvSpPr>
            <p:cNvPr id="99" name="iSľïḍè" descr="50f41b64-7d47-40e9-994d-8a6222eaf363"/>
            <p:cNvSpPr/>
            <p:nvPr/>
          </p:nvSpPr>
          <p:spPr>
            <a:xfrm>
              <a:off x="3292564" y="2924518"/>
              <a:ext cx="10157" cy="415671"/>
            </a:xfrm>
            <a:custGeom>
              <a:avLst/>
              <a:gdLst>
                <a:gd name="connsiteX0" fmla="*/ 0 w 10345"/>
                <a:gd name="connsiteY0" fmla="*/ 0 h 415671"/>
                <a:gd name="connsiteX1" fmla="*/ 0 w 10345"/>
                <a:gd name="connsiteY1" fmla="*/ 415671 h 415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45" h="415671">
                  <a:moveTo>
                    <a:pt x="0" y="0"/>
                  </a:moveTo>
                  <a:lnTo>
                    <a:pt x="0" y="415671"/>
                  </a:lnTo>
                </a:path>
              </a:pathLst>
            </a:custGeom>
            <a:ln w="3175" cap="flat">
              <a:solidFill>
                <a:schemeClr val="bg1">
                  <a:lumMod val="85000"/>
                </a:schemeClr>
              </a:solidFill>
              <a:prstDash val="solid"/>
              <a:miter/>
            </a:ln>
          </p:spPr>
          <p:txBody>
            <a:bodyPr rtlCol="0" anchor="ctr" anchorCtr="0"/>
            <a:lstStyle/>
            <a:p>
              <a:pPr algn="l"/>
            </a:p>
          </p:txBody>
        </p:sp>
        <p:sp>
          <p:nvSpPr>
            <p:cNvPr id="100" name="íṧ1íďê" descr="ac7db1fc-19ff-4853-8abf-c1c84d931779"/>
            <p:cNvSpPr/>
            <p:nvPr/>
          </p:nvSpPr>
          <p:spPr>
            <a:xfrm>
              <a:off x="8900756" y="2926232"/>
              <a:ext cx="10157" cy="413956"/>
            </a:xfrm>
            <a:custGeom>
              <a:avLst/>
              <a:gdLst>
                <a:gd name="connsiteX0" fmla="*/ 0 w 10345"/>
                <a:gd name="connsiteY0" fmla="*/ 0 h 413956"/>
                <a:gd name="connsiteX1" fmla="*/ 0 w 10345"/>
                <a:gd name="connsiteY1" fmla="*/ 413957 h 413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45" h="413956">
                  <a:moveTo>
                    <a:pt x="0" y="0"/>
                  </a:moveTo>
                  <a:lnTo>
                    <a:pt x="0" y="413957"/>
                  </a:lnTo>
                </a:path>
              </a:pathLst>
            </a:custGeom>
            <a:ln w="3175" cap="flat">
              <a:solidFill>
                <a:schemeClr val="bg1">
                  <a:lumMod val="85000"/>
                </a:schemeClr>
              </a:solidFill>
              <a:prstDash val="solid"/>
              <a:miter/>
            </a:ln>
          </p:spPr>
          <p:txBody>
            <a:bodyPr rtlCol="0" anchor="ctr" anchorCtr="0"/>
            <a:lstStyle/>
            <a:p>
              <a:pPr algn="l"/>
            </a:p>
          </p:txBody>
        </p:sp>
        <p:cxnSp>
          <p:nvCxnSpPr>
            <p:cNvPr id="67" name="iṩ1iḑê" descr="47a21051-0913-4662-8b83-fe9c168ac204"/>
            <p:cNvCxnSpPr>
              <a:stCxn id="55" idx="0"/>
            </p:cNvCxnSpPr>
            <p:nvPr/>
          </p:nvCxnSpPr>
          <p:spPr>
            <a:xfrm flipV="1">
              <a:off x="6096000" y="2711253"/>
              <a:ext cx="0" cy="622530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 descr="e2adf3c1-3d75-4e15-809c-b783a9cd5b25"/>
            <p:cNvGrpSpPr/>
            <p:nvPr/>
          </p:nvGrpSpPr>
          <p:grpSpPr>
            <a:xfrm>
              <a:off x="2202902" y="3337518"/>
              <a:ext cx="2141191" cy="2410138"/>
              <a:chOff x="2202902" y="3337518"/>
              <a:chExt cx="2141191" cy="2410138"/>
            </a:xfrm>
          </p:grpSpPr>
          <p:sp>
            <p:nvSpPr>
              <p:cNvPr id="48" name="IconBackground1" descr="6b089afa-2211-42b7-8676-518a18a3ec43"/>
              <p:cNvSpPr/>
              <p:nvPr/>
            </p:nvSpPr>
            <p:spPr>
              <a:xfrm>
                <a:off x="3057283" y="3337518"/>
                <a:ext cx="444222" cy="444220"/>
              </a:xfrm>
              <a:prstGeom prst="ellipse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49" name="Icon1" descr="f34fba43-e3a8-4c44-9a5e-ddc9b94721f6"/>
              <p:cNvSpPr/>
              <p:nvPr/>
            </p:nvSpPr>
            <p:spPr>
              <a:xfrm>
                <a:off x="3165277" y="3449605"/>
                <a:ext cx="216443" cy="212577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408 h 523875"/>
                  <a:gd name="connsiteX30" fmla="*/ 11151 w 533400"/>
                  <a:gd name="connsiteY30" fmla="*/ 175405 h 523875"/>
                  <a:gd name="connsiteX31" fmla="*/ 56300 w 533400"/>
                  <a:gd name="connsiteY31" fmla="*/ 127018 h 523875"/>
                  <a:gd name="connsiteX32" fmla="*/ 8411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576" y="276846"/>
                      <a:pt x="372339" y="289610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1732"/>
                      <a:pt x="359576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552" y="524496"/>
                      <a:pt x="162789" y="511732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610"/>
                      <a:pt x="175552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5305"/>
                      <a:pt x="159741" y="151973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673" y="153021"/>
                      <a:pt x="390341" y="13701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501" y="114921"/>
                      <a:pt x="534264" y="127685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432"/>
                      <a:pt x="521501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512"/>
                      <a:pt x="375387" y="258844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455" y="257796"/>
                      <a:pt x="144787" y="273798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627" y="410196"/>
                      <a:pt x="864" y="397432"/>
                      <a:pt x="864" y="381621"/>
                    </a:cubicBezTo>
                    <a:lnTo>
                      <a:pt x="864" y="201408"/>
                    </a:lnTo>
                    <a:cubicBezTo>
                      <a:pt x="864" y="191788"/>
                      <a:pt x="4484" y="182454"/>
                      <a:pt x="11151" y="175405"/>
                    </a:cubicBezTo>
                    <a:lnTo>
                      <a:pt x="56300" y="127018"/>
                    </a:lnTo>
                    <a:cubicBezTo>
                      <a:pt x="63538" y="119303"/>
                      <a:pt x="73635" y="114921"/>
                      <a:pt x="8411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4921" y="172071"/>
                      <a:pt x="448539" y="178453"/>
                      <a:pt x="448539" y="186359"/>
                    </a:cubicBezTo>
                    <a:cubicBezTo>
                      <a:pt x="448539" y="194264"/>
                      <a:pt x="454921" y="200646"/>
                      <a:pt x="462827" y="200646"/>
                    </a:cubicBezTo>
                    <a:cubicBezTo>
                      <a:pt x="470732" y="200646"/>
                      <a:pt x="477114" y="194264"/>
                      <a:pt x="477114" y="186359"/>
                    </a:cubicBezTo>
                    <a:cubicBezTo>
                      <a:pt x="477114" y="178453"/>
                      <a:pt x="470732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576" y="621"/>
                      <a:pt x="372339" y="13385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207"/>
                      <a:pt x="359576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552" y="133971"/>
                      <a:pt x="162789" y="121207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385"/>
                      <a:pt x="175552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4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71" name="ComponentBackground1" descr="76ecbfef-6d3e-4fce-ab85-a53185074dc7"/>
              <p:cNvSpPr/>
              <p:nvPr/>
            </p:nvSpPr>
            <p:spPr>
              <a:xfrm>
                <a:off x="2202902" y="3902838"/>
                <a:ext cx="2141191" cy="1844818"/>
              </a:xfrm>
              <a:prstGeom prst="roundRect">
                <a:avLst>
                  <a:gd name="adj" fmla="val 11143"/>
                </a:avLst>
              </a:prstGeom>
              <a:solidFill>
                <a:schemeClr val="accent1">
                  <a:alpha val="1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73" name="Bullet1" descr="7ec5aae5-1afe-4ae3-a5b0-6354efabfe71"/>
              <p:cNvSpPr txBox="1"/>
              <p:nvPr/>
            </p:nvSpPr>
            <p:spPr>
              <a:xfrm>
                <a:off x="2265250" y="4016114"/>
                <a:ext cx="2016494" cy="369332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传动比计算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74" name="Text1" descr="6e20c303-a19f-402f-87fe-7016f3ec65c2"/>
              <p:cNvSpPr txBox="1"/>
              <p:nvPr/>
            </p:nvSpPr>
            <p:spPr>
              <a:xfrm>
                <a:off x="2265250" y="4382856"/>
                <a:ext cx="2016494" cy="1189968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传动比等于从动齿轮齿数除以主动齿轮齿数，如大40齿、小10齿，传动比4。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7" name="组合 6" descr="3435f408-0c32-498a-a0c4-9d51c33e8e96"/>
            <p:cNvGrpSpPr/>
            <p:nvPr/>
          </p:nvGrpSpPr>
          <p:grpSpPr>
            <a:xfrm>
              <a:off x="5025404" y="3333783"/>
              <a:ext cx="2141191" cy="2413873"/>
              <a:chOff x="5025404" y="3333783"/>
              <a:chExt cx="2141191" cy="2413873"/>
            </a:xfrm>
          </p:grpSpPr>
          <p:sp>
            <p:nvSpPr>
              <p:cNvPr id="75" name="ComponentBackground2" descr="e9b1b76f-d84a-46b9-aa32-9fe01e4e8ab0"/>
              <p:cNvSpPr/>
              <p:nvPr/>
            </p:nvSpPr>
            <p:spPr>
              <a:xfrm>
                <a:off x="5025404" y="3902838"/>
                <a:ext cx="2141191" cy="1844818"/>
              </a:xfrm>
              <a:prstGeom prst="roundRect">
                <a:avLst>
                  <a:gd name="adj" fmla="val 11143"/>
                </a:avLst>
              </a:prstGeom>
              <a:solidFill>
                <a:schemeClr val="tx2">
                  <a:alpha val="1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55" name="IconBackground2" descr="a4257179-4447-43cc-a75f-7186adfa8aac"/>
              <p:cNvSpPr/>
              <p:nvPr/>
            </p:nvSpPr>
            <p:spPr>
              <a:xfrm>
                <a:off x="5873889" y="3333783"/>
                <a:ext cx="444222" cy="444220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56" name="Icon2" descr="3ea408a2-8c2c-47fd-91ce-e4f872d37ab5"/>
              <p:cNvSpPr/>
              <p:nvPr/>
            </p:nvSpPr>
            <p:spPr bwMode="auto">
              <a:xfrm>
                <a:off x="6002235" y="3453113"/>
                <a:ext cx="187529" cy="205561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3827 w 495300"/>
                  <a:gd name="connsiteY2" fmla="*/ 484396 h 542925"/>
                  <a:gd name="connsiteX3" fmla="*/ 346973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567 w 495300"/>
                  <a:gd name="connsiteY8" fmla="*/ 524496 h 542925"/>
                  <a:gd name="connsiteX9" fmla="*/ 173713 w 495300"/>
                  <a:gd name="connsiteY9" fmla="*/ 484396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763 w 495300"/>
                  <a:gd name="connsiteY12" fmla="*/ 489539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777 w 495300"/>
                  <a:gd name="connsiteY15" fmla="*/ 489539 h 542925"/>
                  <a:gd name="connsiteX16" fmla="*/ 248770 w 495300"/>
                  <a:gd name="connsiteY16" fmla="*/ 495921 h 542925"/>
                  <a:gd name="connsiteX17" fmla="*/ 192763 w 495300"/>
                  <a:gd name="connsiteY17" fmla="*/ 489539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549" y="621"/>
                      <a:pt x="496420" y="111492"/>
                      <a:pt x="496420" y="248271"/>
                    </a:cubicBezTo>
                    <a:cubicBezTo>
                      <a:pt x="496420" y="358856"/>
                      <a:pt x="423935" y="452582"/>
                      <a:pt x="323827" y="484396"/>
                    </a:cubicBezTo>
                    <a:lnTo>
                      <a:pt x="346973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567" y="524496"/>
                    </a:lnTo>
                    <a:lnTo>
                      <a:pt x="173713" y="484396"/>
                    </a:lnTo>
                    <a:cubicBezTo>
                      <a:pt x="73605" y="452582"/>
                      <a:pt x="1120" y="358856"/>
                      <a:pt x="1120" y="248271"/>
                    </a:cubicBezTo>
                    <a:cubicBezTo>
                      <a:pt x="1120" y="111492"/>
                      <a:pt x="111991" y="621"/>
                      <a:pt x="248770" y="621"/>
                    </a:cubicBezTo>
                    <a:close/>
                    <a:moveTo>
                      <a:pt x="192763" y="489539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777" y="489539"/>
                    </a:lnTo>
                    <a:cubicBezTo>
                      <a:pt x="286775" y="493730"/>
                      <a:pt x="268010" y="495921"/>
                      <a:pt x="248770" y="495921"/>
                    </a:cubicBezTo>
                    <a:cubicBezTo>
                      <a:pt x="229530" y="495921"/>
                      <a:pt x="210765" y="493730"/>
                      <a:pt x="192763" y="489539"/>
                    </a:cubicBezTo>
                    <a:close/>
                    <a:moveTo>
                      <a:pt x="248770" y="143496"/>
                    </a:moveTo>
                    <a:cubicBezTo>
                      <a:pt x="190858" y="143496"/>
                      <a:pt x="143995" y="190359"/>
                      <a:pt x="143995" y="248271"/>
                    </a:cubicBezTo>
                    <a:cubicBezTo>
                      <a:pt x="143995" y="306183"/>
                      <a:pt x="190858" y="353046"/>
                      <a:pt x="248770" y="353046"/>
                    </a:cubicBezTo>
                    <a:cubicBezTo>
                      <a:pt x="306682" y="353046"/>
                      <a:pt x="353545" y="306183"/>
                      <a:pt x="353545" y="248271"/>
                    </a:cubicBezTo>
                    <a:cubicBezTo>
                      <a:pt x="353545" y="190359"/>
                      <a:pt x="306682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59927" y="114921"/>
                      <a:pt x="353545" y="121303"/>
                      <a:pt x="353545" y="129209"/>
                    </a:cubicBezTo>
                    <a:cubicBezTo>
                      <a:pt x="353545" y="137114"/>
                      <a:pt x="359927" y="143496"/>
                      <a:pt x="367833" y="143496"/>
                    </a:cubicBezTo>
                    <a:cubicBezTo>
                      <a:pt x="375738" y="143496"/>
                      <a:pt x="382120" y="137114"/>
                      <a:pt x="382120" y="129209"/>
                    </a:cubicBezTo>
                    <a:cubicBezTo>
                      <a:pt x="382120" y="121303"/>
                      <a:pt x="375738" y="114921"/>
                      <a:pt x="367833" y="1149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</a:p>
            </p:txBody>
          </p:sp>
          <p:sp>
            <p:nvSpPr>
              <p:cNvPr id="77" name="Bullet2" descr="4b10f4b1-39b7-4735-81ba-fc171a3f0607"/>
              <p:cNvSpPr txBox="1"/>
              <p:nvPr/>
            </p:nvSpPr>
            <p:spPr>
              <a:xfrm>
                <a:off x="5087752" y="4016114"/>
                <a:ext cx="2016494" cy="369332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例子分析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78" name="Text2" descr="33c3926b-6e09-4514-a77c-a38d719a06c4"/>
              <p:cNvSpPr txBox="1"/>
              <p:nvPr/>
            </p:nvSpPr>
            <p:spPr>
              <a:xfrm>
                <a:off x="5087752" y="4382856"/>
                <a:ext cx="2016494" cy="1189968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小齿轮转4圈，大齿轮才转1圈，体现传动比的实际应用。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" name="组合 5" descr="101c2dcf-7fc6-47c5-83f3-ee2f22676828"/>
            <p:cNvGrpSpPr/>
            <p:nvPr/>
          </p:nvGrpSpPr>
          <p:grpSpPr>
            <a:xfrm>
              <a:off x="7842013" y="3333783"/>
              <a:ext cx="2141191" cy="2416463"/>
              <a:chOff x="7842013" y="3333783"/>
              <a:chExt cx="2141191" cy="2416463"/>
            </a:xfrm>
          </p:grpSpPr>
          <p:sp>
            <p:nvSpPr>
              <p:cNvPr id="79" name="ComponentBackground3" descr="16e0f383-62b6-4733-8f33-731ffec24c1e"/>
              <p:cNvSpPr/>
              <p:nvPr/>
            </p:nvSpPr>
            <p:spPr>
              <a:xfrm>
                <a:off x="7842013" y="3905428"/>
                <a:ext cx="2141191" cy="1844818"/>
              </a:xfrm>
              <a:prstGeom prst="roundRect">
                <a:avLst>
                  <a:gd name="adj" fmla="val 11143"/>
                </a:avLst>
              </a:prstGeom>
              <a:solidFill>
                <a:schemeClr val="accent1">
                  <a:alpha val="1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81" name="Bullet3" descr="a9ba2d70-f613-400a-8027-f171127f86a7"/>
              <p:cNvSpPr txBox="1"/>
              <p:nvPr/>
            </p:nvSpPr>
            <p:spPr>
              <a:xfrm>
                <a:off x="7904361" y="4080259"/>
                <a:ext cx="2016494" cy="302597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 fontScale="85000" lnSpcReduction="10000"/>
              </a:bodyPr>
              <a:lstStyle/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力量变化规律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9" name="IconBackground3" descr="4e1488f8-434d-4391-ac2a-b80c7ab02287"/>
              <p:cNvSpPr/>
              <p:nvPr/>
            </p:nvSpPr>
            <p:spPr>
              <a:xfrm>
                <a:off x="8690496" y="3333783"/>
                <a:ext cx="444222" cy="444220"/>
              </a:xfrm>
              <a:prstGeom prst="ellipse">
                <a:avLst/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60" name="Icon3" descr="62a06acf-eec5-4816-9b24-c75f24411e8d"/>
              <p:cNvSpPr/>
              <p:nvPr/>
            </p:nvSpPr>
            <p:spPr bwMode="auto">
              <a:xfrm>
                <a:off x="8809827" y="3478808"/>
                <a:ext cx="205561" cy="154170"/>
              </a:xfrm>
              <a:custGeom>
                <a:avLst/>
                <a:gdLst>
                  <a:gd name="connsiteX0" fmla="*/ 505433 w 533400"/>
                  <a:gd name="connsiteY0" fmla="*/ 621 h 400050"/>
                  <a:gd name="connsiteX1" fmla="*/ 534008 w 533400"/>
                  <a:gd name="connsiteY1" fmla="*/ 29196 h 400050"/>
                  <a:gd name="connsiteX2" fmla="*/ 534008 w 533400"/>
                  <a:gd name="connsiteY2" fmla="*/ 372096 h 400050"/>
                  <a:gd name="connsiteX3" fmla="*/ 505433 w 533400"/>
                  <a:gd name="connsiteY3" fmla="*/ 400671 h 400050"/>
                  <a:gd name="connsiteX4" fmla="*/ 29183 w 533400"/>
                  <a:gd name="connsiteY4" fmla="*/ 400671 h 400050"/>
                  <a:gd name="connsiteX5" fmla="*/ 608 w 533400"/>
                  <a:gd name="connsiteY5" fmla="*/ 372096 h 400050"/>
                  <a:gd name="connsiteX6" fmla="*/ 608 w 533400"/>
                  <a:gd name="connsiteY6" fmla="*/ 29196 h 400050"/>
                  <a:gd name="connsiteX7" fmla="*/ 29183 w 533400"/>
                  <a:gd name="connsiteY7" fmla="*/ 621 h 400050"/>
                  <a:gd name="connsiteX8" fmla="*/ 505433 w 533400"/>
                  <a:gd name="connsiteY8" fmla="*/ 621 h 400050"/>
                  <a:gd name="connsiteX9" fmla="*/ 391419 w 533400"/>
                  <a:gd name="connsiteY9" fmla="*/ 198646 h 400050"/>
                  <a:gd name="connsiteX10" fmla="*/ 351414 w 533400"/>
                  <a:gd name="connsiteY10" fmla="*/ 204170 h 400050"/>
                  <a:gd name="connsiteX11" fmla="*/ 351414 w 533400"/>
                  <a:gd name="connsiteY11" fmla="*/ 204170 h 400050"/>
                  <a:gd name="connsiteX12" fmla="*/ 267118 w 533400"/>
                  <a:gd name="connsiteY12" fmla="*/ 315613 h 400050"/>
                  <a:gd name="connsiteX13" fmla="*/ 264641 w 533400"/>
                  <a:gd name="connsiteY13" fmla="*/ 318470 h 400050"/>
                  <a:gd name="connsiteX14" fmla="*/ 224255 w 533400"/>
                  <a:gd name="connsiteY14" fmla="*/ 318756 h 400050"/>
                  <a:gd name="connsiteX15" fmla="*/ 224255 w 533400"/>
                  <a:gd name="connsiteY15" fmla="*/ 318756 h 400050"/>
                  <a:gd name="connsiteX16" fmla="*/ 162152 w 533400"/>
                  <a:gd name="connsiteY16" fmla="*/ 257415 h 400050"/>
                  <a:gd name="connsiteX17" fmla="*/ 160247 w 533400"/>
                  <a:gd name="connsiteY17" fmla="*/ 255701 h 400050"/>
                  <a:gd name="connsiteX18" fmla="*/ 120052 w 533400"/>
                  <a:gd name="connsiteY18" fmla="*/ 259606 h 400050"/>
                  <a:gd name="connsiteX19" fmla="*/ 120052 w 533400"/>
                  <a:gd name="connsiteY19" fmla="*/ 259606 h 400050"/>
                  <a:gd name="connsiteX20" fmla="*/ 32517 w 533400"/>
                  <a:gd name="connsiteY20" fmla="*/ 366095 h 400050"/>
                  <a:gd name="connsiteX21" fmla="*/ 30326 w 533400"/>
                  <a:gd name="connsiteY21" fmla="*/ 372096 h 400050"/>
                  <a:gd name="connsiteX22" fmla="*/ 39851 w 533400"/>
                  <a:gd name="connsiteY22" fmla="*/ 381621 h 400050"/>
                  <a:gd name="connsiteX23" fmla="*/ 39851 w 533400"/>
                  <a:gd name="connsiteY23" fmla="*/ 381621 h 400050"/>
                  <a:gd name="connsiteX24" fmla="*/ 497242 w 533400"/>
                  <a:gd name="connsiteY24" fmla="*/ 381621 h 400050"/>
                  <a:gd name="connsiteX25" fmla="*/ 502480 w 533400"/>
                  <a:gd name="connsiteY25" fmla="*/ 380002 h 400050"/>
                  <a:gd name="connsiteX26" fmla="*/ 505147 w 533400"/>
                  <a:gd name="connsiteY26" fmla="*/ 366762 h 400050"/>
                  <a:gd name="connsiteX27" fmla="*/ 505147 w 533400"/>
                  <a:gd name="connsiteY27" fmla="*/ 366762 h 400050"/>
                  <a:gd name="connsiteX28" fmla="*/ 397991 w 533400"/>
                  <a:gd name="connsiteY28" fmla="*/ 205504 h 400050"/>
                  <a:gd name="connsiteX29" fmla="*/ 391419 w 533400"/>
                  <a:gd name="connsiteY29" fmla="*/ 198646 h 400050"/>
                  <a:gd name="connsiteX30" fmla="*/ 95858 w 533400"/>
                  <a:gd name="connsiteY30" fmla="*/ 57771 h 400050"/>
                  <a:gd name="connsiteX31" fmla="*/ 57758 w 533400"/>
                  <a:gd name="connsiteY31" fmla="*/ 95871 h 400050"/>
                  <a:gd name="connsiteX32" fmla="*/ 95858 w 533400"/>
                  <a:gd name="connsiteY32" fmla="*/ 133971 h 400050"/>
                  <a:gd name="connsiteX33" fmla="*/ 133958 w 533400"/>
                  <a:gd name="connsiteY33" fmla="*/ 95871 h 400050"/>
                  <a:gd name="connsiteX34" fmla="*/ 95858 w 533400"/>
                  <a:gd name="connsiteY34" fmla="*/ 57771 h 400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33400" h="400050">
                    <a:moveTo>
                      <a:pt x="505433" y="621"/>
                    </a:moveTo>
                    <a:cubicBezTo>
                      <a:pt x="521245" y="621"/>
                      <a:pt x="534008" y="13385"/>
                      <a:pt x="534008" y="29196"/>
                    </a:cubicBezTo>
                    <a:lnTo>
                      <a:pt x="534008" y="372096"/>
                    </a:lnTo>
                    <a:cubicBezTo>
                      <a:pt x="534008" y="387907"/>
                      <a:pt x="521245" y="400671"/>
                      <a:pt x="505433" y="400671"/>
                    </a:cubicBezTo>
                    <a:lnTo>
                      <a:pt x="29183" y="400671"/>
                    </a:lnTo>
                    <a:cubicBezTo>
                      <a:pt x="13371" y="400671"/>
                      <a:pt x="608" y="387907"/>
                      <a:pt x="608" y="372096"/>
                    </a:cubicBezTo>
                    <a:lnTo>
                      <a:pt x="608" y="29196"/>
                    </a:lnTo>
                    <a:cubicBezTo>
                      <a:pt x="608" y="13385"/>
                      <a:pt x="13371" y="621"/>
                      <a:pt x="29183" y="621"/>
                    </a:cubicBezTo>
                    <a:lnTo>
                      <a:pt x="505433" y="621"/>
                    </a:lnTo>
                    <a:close/>
                    <a:moveTo>
                      <a:pt x="391419" y="198646"/>
                    </a:moveTo>
                    <a:cubicBezTo>
                      <a:pt x="378846" y="189121"/>
                      <a:pt x="360939" y="191597"/>
                      <a:pt x="351414" y="204170"/>
                    </a:cubicBezTo>
                    <a:lnTo>
                      <a:pt x="351414" y="204170"/>
                    </a:lnTo>
                    <a:lnTo>
                      <a:pt x="267118" y="315613"/>
                    </a:lnTo>
                    <a:cubicBezTo>
                      <a:pt x="266355" y="316660"/>
                      <a:pt x="265498" y="317518"/>
                      <a:pt x="264641" y="318470"/>
                    </a:cubicBezTo>
                    <a:cubicBezTo>
                      <a:pt x="253592" y="329710"/>
                      <a:pt x="235495" y="329805"/>
                      <a:pt x="224255" y="318756"/>
                    </a:cubicBezTo>
                    <a:lnTo>
                      <a:pt x="224255" y="318756"/>
                    </a:lnTo>
                    <a:lnTo>
                      <a:pt x="162152" y="257415"/>
                    </a:lnTo>
                    <a:cubicBezTo>
                      <a:pt x="161485" y="256844"/>
                      <a:pt x="160914" y="256177"/>
                      <a:pt x="160247" y="255701"/>
                    </a:cubicBezTo>
                    <a:cubicBezTo>
                      <a:pt x="148055" y="245699"/>
                      <a:pt x="130053" y="247414"/>
                      <a:pt x="120052" y="259606"/>
                    </a:cubicBezTo>
                    <a:lnTo>
                      <a:pt x="120052" y="259606"/>
                    </a:lnTo>
                    <a:lnTo>
                      <a:pt x="32517" y="366095"/>
                    </a:lnTo>
                    <a:cubicBezTo>
                      <a:pt x="31088" y="367810"/>
                      <a:pt x="30326" y="369905"/>
                      <a:pt x="30326" y="372096"/>
                    </a:cubicBezTo>
                    <a:cubicBezTo>
                      <a:pt x="30326" y="377335"/>
                      <a:pt x="34612" y="381621"/>
                      <a:pt x="39851" y="381621"/>
                    </a:cubicBezTo>
                    <a:lnTo>
                      <a:pt x="39851" y="381621"/>
                    </a:lnTo>
                    <a:lnTo>
                      <a:pt x="497242" y="381621"/>
                    </a:lnTo>
                    <a:cubicBezTo>
                      <a:pt x="499146" y="381621"/>
                      <a:pt x="500956" y="381050"/>
                      <a:pt x="502480" y="380002"/>
                    </a:cubicBezTo>
                    <a:cubicBezTo>
                      <a:pt x="506862" y="377049"/>
                      <a:pt x="508005" y="371144"/>
                      <a:pt x="505147" y="366762"/>
                    </a:cubicBezTo>
                    <a:lnTo>
                      <a:pt x="505147" y="366762"/>
                    </a:lnTo>
                    <a:lnTo>
                      <a:pt x="397991" y="205504"/>
                    </a:lnTo>
                    <a:cubicBezTo>
                      <a:pt x="396181" y="202932"/>
                      <a:pt x="393990" y="200551"/>
                      <a:pt x="391419" y="198646"/>
                    </a:cubicBezTo>
                    <a:close/>
                    <a:moveTo>
                      <a:pt x="95858" y="57771"/>
                    </a:moveTo>
                    <a:cubicBezTo>
                      <a:pt x="74808" y="57771"/>
                      <a:pt x="57758" y="74821"/>
                      <a:pt x="57758" y="95871"/>
                    </a:cubicBezTo>
                    <a:cubicBezTo>
                      <a:pt x="57758" y="116921"/>
                      <a:pt x="74808" y="133971"/>
                      <a:pt x="95858" y="133971"/>
                    </a:cubicBezTo>
                    <a:cubicBezTo>
                      <a:pt x="116908" y="133971"/>
                      <a:pt x="133958" y="116921"/>
                      <a:pt x="133958" y="95871"/>
                    </a:cubicBezTo>
                    <a:cubicBezTo>
                      <a:pt x="133958" y="74821"/>
                      <a:pt x="116908" y="57771"/>
                      <a:pt x="95858" y="577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/>
              <a:lstStyle/>
              <a:p>
                <a:pPr algn="l"/>
              </a:p>
            </p:txBody>
          </p:sp>
          <p:sp>
            <p:nvSpPr>
              <p:cNvPr id="82" name="Text3" descr="123e62c1-b4cf-492a-84b1-5a845a7cbc51"/>
              <p:cNvSpPr txBox="1"/>
              <p:nvPr/>
            </p:nvSpPr>
            <p:spPr>
              <a:xfrm>
                <a:off x="7904361" y="4382856"/>
                <a:ext cx="2016494" cy="1192558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速度变慢力量变大，速度变快力量变小，如减速增力的蜗轮蜗杆。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sp>
          <p:nvSpPr>
            <p:cNvPr id="4" name="Title" descr="ea38c9bd-5797-4907-ace0-0b85c73662dc"/>
            <p:cNvSpPr txBox="1"/>
            <p:nvPr/>
          </p:nvSpPr>
          <p:spPr>
            <a:xfrm>
              <a:off x="660400" y="1554045"/>
              <a:ext cx="10858500" cy="765407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学会计算传动比及分析力量变化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996c1bd6-ee8b-4bdb-afb3-6257a38c0d9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>
                <a:solidFill>
                  <a:srgbClr val="FFFFFF"/>
                </a:solidFill>
                <a:latin typeface="Arial" panose="020B0604020202020204"/>
              </a:rPr>
              <a:t>Fusion 360基础操作</a:t>
            </a:r>
            <a:endParaRPr lang="en-US" sz="3200" b="1" i="0" u="none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5" name="文本占位符 24" descr="44baebfc-3f01-4325-9d05-b477b54ad857"/>
          <p:cNvSpPr>
            <a:spLocks noGrp="1"/>
          </p:cNvSpPr>
          <p:nvPr>
            <p:ph type="body" sz="quarter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2000" b="0" i="0" u="none">
                <a:solidFill>
                  <a:srgbClr val="FFFFFF"/>
                </a:solidFill>
                <a:ea typeface="微软雅黑" panose="020B0503020204020204" charset="-122"/>
              </a:rPr>
              <a:t>熟悉Fusion 360界面与齿轮创建方法</a:t>
            </a:r>
            <a:endParaRPr lang="en-US" sz="20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f3f0832-5463-4a2e-8a52-eef781e99330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界面认识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grpSp>
        <p:nvGrpSpPr>
          <p:cNvPr id="43" name="c6fb659b-0e62-4a8b-8753-073146898ab0.source.4.zh-Hans.pptx" descr="f2a20a9b-627f-49ff-bd3f-b335a27deb6a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ShapeRectangle 15" descr="d90e030a-f79a-4367-bcf8-d4c3c424d93e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grpSp>
          <p:nvGrpSpPr>
            <p:cNvPr id="35" name="组合 34" descr="db481cc4-e359-4091-8b5a-6c62b5bdee16"/>
            <p:cNvGrpSpPr/>
            <p:nvPr/>
          </p:nvGrpSpPr>
          <p:grpSpPr>
            <a:xfrm>
              <a:off x="7077062" y="1435262"/>
              <a:ext cx="1994739" cy="1873530"/>
              <a:chOff x="6873244" y="3114311"/>
              <a:chExt cx="1994739" cy="1873530"/>
            </a:xfrm>
          </p:grpSpPr>
          <p:sp>
            <p:nvSpPr>
              <p:cNvPr id="39" name="Text1" descr="68253b75-6369-4d00-a8aa-620bba3b55df"/>
              <p:cNvSpPr/>
              <p:nvPr/>
            </p:nvSpPr>
            <p:spPr>
              <a:xfrm flipH="1">
                <a:off x="6873244" y="3805498"/>
                <a:ext cx="1994737" cy="1182343"/>
              </a:xfrm>
              <a:prstGeom prst="rect">
                <a:avLst/>
              </a:prstGeom>
            </p:spPr>
            <p:txBody>
              <a:bodyPr wrap="square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包括工具栏、视图立方、浏览器、时间轴等，各区域功能不同。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0" name="Bullet1" descr="aacfa055-5a6b-4f4a-a58c-8e15ead641a9"/>
              <p:cNvSpPr txBox="1"/>
              <p:nvPr/>
            </p:nvSpPr>
            <p:spPr>
              <a:xfrm flipH="1">
                <a:off x="6873247" y="3114311"/>
                <a:ext cx="1994736" cy="691188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normAutofit/>
              </a:bodyPr>
              <a:lstStyle>
                <a:defPPr>
                  <a:defRPr lang="zh-CN"/>
                </a:defPPr>
                <a:lvl1pPr algn="ctr" defTabSz="914400">
                  <a:defRPr sz="1400" b="1">
                    <a:solidFill>
                      <a:schemeClr val="tx1">
                        <a:lumMod val="90000"/>
                        <a:lumOff val="10000"/>
                      </a:schemeClr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主要区域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26" name="组合 25" descr="781e75e1-fd6e-4560-9330-3eb2de8fed0b"/>
            <p:cNvGrpSpPr/>
            <p:nvPr/>
          </p:nvGrpSpPr>
          <p:grpSpPr>
            <a:xfrm>
              <a:off x="660400" y="1576329"/>
              <a:ext cx="5898462" cy="4152058"/>
              <a:chOff x="958505" y="1512829"/>
              <a:chExt cx="5898462" cy="4152058"/>
            </a:xfrm>
          </p:grpSpPr>
          <p:sp>
            <p:nvSpPr>
              <p:cNvPr id="27" name="Freeform 27" descr="cfc39534-890e-4d8d-a076-3275a27b2087"/>
              <p:cNvSpPr/>
              <p:nvPr/>
            </p:nvSpPr>
            <p:spPr>
              <a:xfrm flipV="1">
                <a:off x="958505" y="1512829"/>
                <a:ext cx="4365929" cy="4152058"/>
              </a:xfrm>
              <a:custGeom>
                <a:avLst/>
                <a:gdLst>
                  <a:gd name="connsiteX0" fmla="*/ 2076029 w 4365929"/>
                  <a:gd name="connsiteY0" fmla="*/ 4152058 h 4152058"/>
                  <a:gd name="connsiteX1" fmla="*/ 2096090 w 4365929"/>
                  <a:gd name="connsiteY1" fmla="*/ 4151045 h 4152058"/>
                  <a:gd name="connsiteX2" fmla="*/ 4044338 w 4365929"/>
                  <a:gd name="connsiteY2" fmla="*/ 4151045 h 4152058"/>
                  <a:gd name="connsiteX3" fmla="*/ 4365929 w 4365929"/>
                  <a:gd name="connsiteY3" fmla="*/ 3829454 h 4152058"/>
                  <a:gd name="connsiteX4" fmla="*/ 4044338 w 4365929"/>
                  <a:gd name="connsiteY4" fmla="*/ 3507863 h 4152058"/>
                  <a:gd name="connsiteX5" fmla="*/ 3576850 w 4365929"/>
                  <a:gd name="connsiteY5" fmla="*/ 3507863 h 4152058"/>
                  <a:gd name="connsiteX6" fmla="*/ 3677994 w 4365929"/>
                  <a:gd name="connsiteY6" fmla="*/ 3396576 h 4152058"/>
                  <a:gd name="connsiteX7" fmla="*/ 4152058 w 4365929"/>
                  <a:gd name="connsiteY7" fmla="*/ 2076029 h 4152058"/>
                  <a:gd name="connsiteX8" fmla="*/ 2076029 w 4365929"/>
                  <a:gd name="connsiteY8" fmla="*/ 0 h 4152058"/>
                  <a:gd name="connsiteX9" fmla="*/ 0 w 4365929"/>
                  <a:gd name="connsiteY9" fmla="*/ 2076029 h 4152058"/>
                  <a:gd name="connsiteX10" fmla="*/ 1863767 w 4365929"/>
                  <a:gd name="connsiteY10" fmla="*/ 4141340 h 4152058"/>
                  <a:gd name="connsiteX11" fmla="*/ 1920951 w 4365929"/>
                  <a:gd name="connsiteY11" fmla="*/ 4144227 h 4152058"/>
                  <a:gd name="connsiteX12" fmla="*/ 1921866 w 4365929"/>
                  <a:gd name="connsiteY12" fmla="*/ 4144511 h 4152058"/>
                  <a:gd name="connsiteX13" fmla="*/ 1986678 w 4365929"/>
                  <a:gd name="connsiteY13" fmla="*/ 4151045 h 4152058"/>
                  <a:gd name="connsiteX14" fmla="*/ 2055968 w 4365929"/>
                  <a:gd name="connsiteY14" fmla="*/ 4151045 h 4152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365929" h="4152058">
                    <a:moveTo>
                      <a:pt x="2076029" y="4152058"/>
                    </a:moveTo>
                    <a:lnTo>
                      <a:pt x="2096090" y="4151045"/>
                    </a:lnTo>
                    <a:lnTo>
                      <a:pt x="4044338" y="4151045"/>
                    </a:lnTo>
                    <a:cubicBezTo>
                      <a:pt x="4221948" y="4151045"/>
                      <a:pt x="4365929" y="4007064"/>
                      <a:pt x="4365929" y="3829454"/>
                    </a:cubicBezTo>
                    <a:cubicBezTo>
                      <a:pt x="4365929" y="3651844"/>
                      <a:pt x="4221948" y="3507863"/>
                      <a:pt x="4044338" y="3507863"/>
                    </a:cubicBezTo>
                    <a:lnTo>
                      <a:pt x="3576850" y="3507863"/>
                    </a:lnTo>
                    <a:lnTo>
                      <a:pt x="3677994" y="3396576"/>
                    </a:lnTo>
                    <a:cubicBezTo>
                      <a:pt x="3974152" y="3037716"/>
                      <a:pt x="4152058" y="2577649"/>
                      <a:pt x="4152058" y="2076029"/>
                    </a:cubicBezTo>
                    <a:cubicBezTo>
                      <a:pt x="4152058" y="929470"/>
                      <a:pt x="3222588" y="0"/>
                      <a:pt x="2076029" y="0"/>
                    </a:cubicBezTo>
                    <a:cubicBezTo>
                      <a:pt x="929470" y="0"/>
                      <a:pt x="0" y="929470"/>
                      <a:pt x="0" y="2076029"/>
                    </a:cubicBezTo>
                    <a:cubicBezTo>
                      <a:pt x="0" y="3150928"/>
                      <a:pt x="816917" y="4035026"/>
                      <a:pt x="1863767" y="4141340"/>
                    </a:cubicBezTo>
                    <a:lnTo>
                      <a:pt x="1920951" y="4144227"/>
                    </a:lnTo>
                    <a:lnTo>
                      <a:pt x="1921866" y="4144511"/>
                    </a:lnTo>
                    <a:cubicBezTo>
                      <a:pt x="1942801" y="4148795"/>
                      <a:pt x="1964477" y="4151045"/>
                      <a:pt x="1986678" y="4151045"/>
                    </a:cubicBezTo>
                    <a:lnTo>
                      <a:pt x="2055968" y="415104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Autofit/>
              </a:bodyPr>
              <a:lstStyle/>
              <a:p>
                <a:pPr algn="ctr"/>
              </a:p>
            </p:txBody>
          </p:sp>
          <p:sp>
            <p:nvSpPr>
              <p:cNvPr id="28" name="Freeform 28" descr="c4e06a3e-2592-47b4-bf39-be9e66b364a0"/>
              <p:cNvSpPr/>
              <p:nvPr/>
            </p:nvSpPr>
            <p:spPr>
              <a:xfrm>
                <a:off x="1415249" y="1904914"/>
                <a:ext cx="3997794" cy="3367888"/>
              </a:xfrm>
              <a:custGeom>
                <a:avLst/>
                <a:gdLst>
                  <a:gd name="connsiteX0" fmla="*/ 1683060 w 3997794"/>
                  <a:gd name="connsiteY0" fmla="*/ 0 h 3367888"/>
                  <a:gd name="connsiteX1" fmla="*/ 3366120 w 3997794"/>
                  <a:gd name="connsiteY1" fmla="*/ 1683060 h 3367888"/>
                  <a:gd name="connsiteX2" fmla="*/ 3078680 w 3997794"/>
                  <a:gd name="connsiteY2" fmla="*/ 2624074 h 3367888"/>
                  <a:gd name="connsiteX3" fmla="*/ 3003429 w 3997794"/>
                  <a:gd name="connsiteY3" fmla="*/ 2724706 h 3367888"/>
                  <a:gd name="connsiteX4" fmla="*/ 3676203 w 3997794"/>
                  <a:gd name="connsiteY4" fmla="*/ 2724706 h 3367888"/>
                  <a:gd name="connsiteX5" fmla="*/ 3997794 w 3997794"/>
                  <a:gd name="connsiteY5" fmla="*/ 3046297 h 3367888"/>
                  <a:gd name="connsiteX6" fmla="*/ 3676203 w 3997794"/>
                  <a:gd name="connsiteY6" fmla="*/ 3367888 h 3367888"/>
                  <a:gd name="connsiteX7" fmla="*/ 1618543 w 3997794"/>
                  <a:gd name="connsiteY7" fmla="*/ 3367888 h 3367888"/>
                  <a:gd name="connsiteX8" fmla="*/ 1553731 w 3997794"/>
                  <a:gd name="connsiteY8" fmla="*/ 3361355 h 3367888"/>
                  <a:gd name="connsiteX9" fmla="*/ 1546941 w 3997794"/>
                  <a:gd name="connsiteY9" fmla="*/ 3359247 h 3367888"/>
                  <a:gd name="connsiteX10" fmla="*/ 1510977 w 3997794"/>
                  <a:gd name="connsiteY10" fmla="*/ 3357431 h 3367888"/>
                  <a:gd name="connsiteX11" fmla="*/ 0 w 3997794"/>
                  <a:gd name="connsiteY11" fmla="*/ 1683060 h 3367888"/>
                  <a:gd name="connsiteX12" fmla="*/ 1683060 w 3997794"/>
                  <a:gd name="connsiteY12" fmla="*/ 0 h 3367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97794" h="3367888">
                    <a:moveTo>
                      <a:pt x="1683060" y="0"/>
                    </a:moveTo>
                    <a:cubicBezTo>
                      <a:pt x="2612588" y="0"/>
                      <a:pt x="3366120" y="753532"/>
                      <a:pt x="3366120" y="1683060"/>
                    </a:cubicBezTo>
                    <a:cubicBezTo>
                      <a:pt x="3366120" y="2031633"/>
                      <a:pt x="3260155" y="2355456"/>
                      <a:pt x="3078680" y="2624074"/>
                    </a:cubicBezTo>
                    <a:lnTo>
                      <a:pt x="3003429" y="2724706"/>
                    </a:lnTo>
                    <a:lnTo>
                      <a:pt x="3676203" y="2724706"/>
                    </a:lnTo>
                    <a:cubicBezTo>
                      <a:pt x="3853813" y="2724706"/>
                      <a:pt x="3997794" y="2868687"/>
                      <a:pt x="3997794" y="3046297"/>
                    </a:cubicBezTo>
                    <a:cubicBezTo>
                      <a:pt x="3997794" y="3223907"/>
                      <a:pt x="3853813" y="3367888"/>
                      <a:pt x="3676203" y="3367888"/>
                    </a:cubicBezTo>
                    <a:lnTo>
                      <a:pt x="1618543" y="3367888"/>
                    </a:lnTo>
                    <a:cubicBezTo>
                      <a:pt x="1596342" y="3367888"/>
                      <a:pt x="1574666" y="3365639"/>
                      <a:pt x="1553731" y="3361355"/>
                    </a:cubicBezTo>
                    <a:lnTo>
                      <a:pt x="1546941" y="3359247"/>
                    </a:lnTo>
                    <a:lnTo>
                      <a:pt x="1510977" y="3357431"/>
                    </a:lnTo>
                    <a:cubicBezTo>
                      <a:pt x="662284" y="3271241"/>
                      <a:pt x="0" y="2554492"/>
                      <a:pt x="0" y="1683060"/>
                    </a:cubicBezTo>
                    <a:cubicBezTo>
                      <a:pt x="0" y="753532"/>
                      <a:pt x="753532" y="0"/>
                      <a:pt x="168306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Autofit/>
              </a:bodyPr>
              <a:lstStyle/>
              <a:p>
                <a:pPr algn="ctr"/>
              </a:p>
            </p:txBody>
          </p:sp>
          <p:sp>
            <p:nvSpPr>
              <p:cNvPr id="29" name="椭圆 28" descr="c5118d4b-4a61-4be3-957e-8cd64f96b8ce"/>
              <p:cNvSpPr/>
              <p:nvPr/>
            </p:nvSpPr>
            <p:spPr>
              <a:xfrm>
                <a:off x="1874959" y="2405096"/>
                <a:ext cx="2423396" cy="242339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30" name="ShapeRoundedRectangle 30" descr="dbe3d4af-9b58-4905-9c9e-0c3169f73ae1"/>
              <p:cNvSpPr/>
              <p:nvPr/>
            </p:nvSpPr>
            <p:spPr>
              <a:xfrm>
                <a:off x="3791902" y="3295203"/>
                <a:ext cx="3065065" cy="643182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31" name="Title" descr="087aa87a-eb40-433e-bc07-34ba727aa4d2"/>
              <p:cNvSpPr txBox="1"/>
              <p:nvPr/>
            </p:nvSpPr>
            <p:spPr>
              <a:xfrm flipH="1">
                <a:off x="2307000" y="2924296"/>
                <a:ext cx="1779334" cy="1384995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 fontScale="92500" lnSpcReduction="10000"/>
              </a:bodyPr>
              <a:lstStyle>
                <a:defPPr>
                  <a:defRPr lang="zh-CN"/>
                </a:defPPr>
                <a:lvl1pPr algn="ctr" defTabSz="914400">
                  <a:defRPr sz="1400" b="1">
                    <a:solidFill>
                      <a:schemeClr val="tx1">
                        <a:lumMod val="90000"/>
                        <a:lumOff val="10000"/>
                      </a:schemeClr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24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了解Fusion 360的主要区域与基础操作</a:t>
                </a:r>
                <a:endParaRPr lang="en-US" sz="24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grpSp>
            <p:nvGrpSpPr>
              <p:cNvPr id="32" name="组合 31" descr="47e29cdf-55cb-40a6-a611-d8c5137fa87e"/>
              <p:cNvGrpSpPr/>
              <p:nvPr/>
            </p:nvGrpSpPr>
            <p:grpSpPr>
              <a:xfrm>
                <a:off x="4799222" y="1640967"/>
                <a:ext cx="410200" cy="410198"/>
                <a:chOff x="4471992" y="2235779"/>
                <a:chExt cx="410200" cy="410198"/>
              </a:xfrm>
            </p:grpSpPr>
            <p:sp>
              <p:nvSpPr>
                <p:cNvPr id="42" name="ShapeOval 42" descr="9a045b16-9346-417c-a11d-fb25f41a4f51"/>
                <p:cNvSpPr/>
                <p:nvPr/>
              </p:nvSpPr>
              <p:spPr>
                <a:xfrm>
                  <a:off x="4471992" y="2235779"/>
                  <a:ext cx="410200" cy="410198"/>
                </a:xfrm>
                <a:prstGeom prst="ellipse">
                  <a:avLst/>
                </a:prstGeom>
                <a:solidFill>
                  <a:schemeClr val="accent1"/>
                </a:solidFill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77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</a:p>
              </p:txBody>
            </p:sp>
            <p:sp>
              <p:nvSpPr>
                <p:cNvPr id="46" name="IconMisc1" descr="673cb3eb-8083-4d9e-a040-95e8e23538cc"/>
                <p:cNvSpPr/>
                <p:nvPr/>
              </p:nvSpPr>
              <p:spPr>
                <a:xfrm>
                  <a:off x="4595899" y="2358227"/>
                  <a:ext cx="162386" cy="178001"/>
                </a:xfrm>
                <a:custGeom>
                  <a:avLst/>
                  <a:gdLst>
                    <a:gd name="connsiteX0" fmla="*/ 248770 w 495300"/>
                    <a:gd name="connsiteY0" fmla="*/ 621 h 542925"/>
                    <a:gd name="connsiteX1" fmla="*/ 496420 w 495300"/>
                    <a:gd name="connsiteY1" fmla="*/ 248271 h 542925"/>
                    <a:gd name="connsiteX2" fmla="*/ 323827 w 495300"/>
                    <a:gd name="connsiteY2" fmla="*/ 484396 h 542925"/>
                    <a:gd name="connsiteX3" fmla="*/ 346973 w 495300"/>
                    <a:gd name="connsiteY3" fmla="*/ 524496 h 542925"/>
                    <a:gd name="connsiteX4" fmla="*/ 420220 w 495300"/>
                    <a:gd name="connsiteY4" fmla="*/ 524496 h 542925"/>
                    <a:gd name="connsiteX5" fmla="*/ 420220 w 495300"/>
                    <a:gd name="connsiteY5" fmla="*/ 543546 h 542925"/>
                    <a:gd name="connsiteX6" fmla="*/ 77320 w 495300"/>
                    <a:gd name="connsiteY6" fmla="*/ 543546 h 542925"/>
                    <a:gd name="connsiteX7" fmla="*/ 77320 w 495300"/>
                    <a:gd name="connsiteY7" fmla="*/ 524496 h 542925"/>
                    <a:gd name="connsiteX8" fmla="*/ 150567 w 495300"/>
                    <a:gd name="connsiteY8" fmla="*/ 524496 h 542925"/>
                    <a:gd name="connsiteX9" fmla="*/ 173713 w 495300"/>
                    <a:gd name="connsiteY9" fmla="*/ 484396 h 542925"/>
                    <a:gd name="connsiteX10" fmla="*/ 1120 w 495300"/>
                    <a:gd name="connsiteY10" fmla="*/ 248271 h 542925"/>
                    <a:gd name="connsiteX11" fmla="*/ 248770 w 495300"/>
                    <a:gd name="connsiteY11" fmla="*/ 621 h 542925"/>
                    <a:gd name="connsiteX12" fmla="*/ 192763 w 495300"/>
                    <a:gd name="connsiteY12" fmla="*/ 489539 h 542925"/>
                    <a:gd name="connsiteX13" fmla="*/ 172570 w 495300"/>
                    <a:gd name="connsiteY13" fmla="*/ 524496 h 542925"/>
                    <a:gd name="connsiteX14" fmla="*/ 324970 w 495300"/>
                    <a:gd name="connsiteY14" fmla="*/ 524496 h 542925"/>
                    <a:gd name="connsiteX15" fmla="*/ 304777 w 495300"/>
                    <a:gd name="connsiteY15" fmla="*/ 489539 h 542925"/>
                    <a:gd name="connsiteX16" fmla="*/ 248770 w 495300"/>
                    <a:gd name="connsiteY16" fmla="*/ 495921 h 542925"/>
                    <a:gd name="connsiteX17" fmla="*/ 192763 w 495300"/>
                    <a:gd name="connsiteY17" fmla="*/ 489539 h 542925"/>
                    <a:gd name="connsiteX18" fmla="*/ 248770 w 495300"/>
                    <a:gd name="connsiteY18" fmla="*/ 143496 h 542925"/>
                    <a:gd name="connsiteX19" fmla="*/ 143995 w 495300"/>
                    <a:gd name="connsiteY19" fmla="*/ 248271 h 542925"/>
                    <a:gd name="connsiteX20" fmla="*/ 248770 w 495300"/>
                    <a:gd name="connsiteY20" fmla="*/ 353046 h 542925"/>
                    <a:gd name="connsiteX21" fmla="*/ 353545 w 495300"/>
                    <a:gd name="connsiteY21" fmla="*/ 248271 h 542925"/>
                    <a:gd name="connsiteX22" fmla="*/ 248770 w 495300"/>
                    <a:gd name="connsiteY22" fmla="*/ 143496 h 542925"/>
                    <a:gd name="connsiteX23" fmla="*/ 367833 w 495300"/>
                    <a:gd name="connsiteY23" fmla="*/ 114921 h 542925"/>
                    <a:gd name="connsiteX24" fmla="*/ 353545 w 495300"/>
                    <a:gd name="connsiteY24" fmla="*/ 129209 h 542925"/>
                    <a:gd name="connsiteX25" fmla="*/ 367833 w 495300"/>
                    <a:gd name="connsiteY25" fmla="*/ 143496 h 542925"/>
                    <a:gd name="connsiteX26" fmla="*/ 382120 w 495300"/>
                    <a:gd name="connsiteY26" fmla="*/ 129209 h 542925"/>
                    <a:gd name="connsiteX27" fmla="*/ 367833 w 495300"/>
                    <a:gd name="connsiteY27" fmla="*/ 114921 h 5429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495300" h="542925">
                      <a:moveTo>
                        <a:pt x="248770" y="621"/>
                      </a:moveTo>
                      <a:cubicBezTo>
                        <a:pt x="385549" y="621"/>
                        <a:pt x="496420" y="111492"/>
                        <a:pt x="496420" y="248271"/>
                      </a:cubicBezTo>
                      <a:cubicBezTo>
                        <a:pt x="496420" y="358856"/>
                        <a:pt x="423935" y="452582"/>
                        <a:pt x="323827" y="484396"/>
                      </a:cubicBezTo>
                      <a:lnTo>
                        <a:pt x="346973" y="524496"/>
                      </a:lnTo>
                      <a:lnTo>
                        <a:pt x="420220" y="524496"/>
                      </a:lnTo>
                      <a:lnTo>
                        <a:pt x="420220" y="543546"/>
                      </a:lnTo>
                      <a:lnTo>
                        <a:pt x="77320" y="543546"/>
                      </a:lnTo>
                      <a:lnTo>
                        <a:pt x="77320" y="524496"/>
                      </a:lnTo>
                      <a:lnTo>
                        <a:pt x="150567" y="524496"/>
                      </a:lnTo>
                      <a:lnTo>
                        <a:pt x="173713" y="484396"/>
                      </a:lnTo>
                      <a:cubicBezTo>
                        <a:pt x="73605" y="452582"/>
                        <a:pt x="1120" y="358856"/>
                        <a:pt x="1120" y="248271"/>
                      </a:cubicBezTo>
                      <a:cubicBezTo>
                        <a:pt x="1120" y="111492"/>
                        <a:pt x="111991" y="621"/>
                        <a:pt x="248770" y="621"/>
                      </a:cubicBezTo>
                      <a:close/>
                      <a:moveTo>
                        <a:pt x="192763" y="489539"/>
                      </a:moveTo>
                      <a:lnTo>
                        <a:pt x="172570" y="524496"/>
                      </a:lnTo>
                      <a:lnTo>
                        <a:pt x="324970" y="524496"/>
                      </a:lnTo>
                      <a:lnTo>
                        <a:pt x="304777" y="489539"/>
                      </a:lnTo>
                      <a:cubicBezTo>
                        <a:pt x="286775" y="493730"/>
                        <a:pt x="268010" y="495921"/>
                        <a:pt x="248770" y="495921"/>
                      </a:cubicBezTo>
                      <a:cubicBezTo>
                        <a:pt x="229530" y="495921"/>
                        <a:pt x="210765" y="493730"/>
                        <a:pt x="192763" y="489539"/>
                      </a:cubicBezTo>
                      <a:close/>
                      <a:moveTo>
                        <a:pt x="248770" y="143496"/>
                      </a:moveTo>
                      <a:cubicBezTo>
                        <a:pt x="190858" y="143496"/>
                        <a:pt x="143995" y="190359"/>
                        <a:pt x="143995" y="248271"/>
                      </a:cubicBezTo>
                      <a:cubicBezTo>
                        <a:pt x="143995" y="306183"/>
                        <a:pt x="190858" y="353046"/>
                        <a:pt x="248770" y="353046"/>
                      </a:cubicBezTo>
                      <a:cubicBezTo>
                        <a:pt x="306682" y="353046"/>
                        <a:pt x="353545" y="306183"/>
                        <a:pt x="353545" y="248271"/>
                      </a:cubicBezTo>
                      <a:cubicBezTo>
                        <a:pt x="353545" y="190359"/>
                        <a:pt x="306682" y="143496"/>
                        <a:pt x="248770" y="143496"/>
                      </a:cubicBezTo>
                      <a:close/>
                      <a:moveTo>
                        <a:pt x="367833" y="114921"/>
                      </a:moveTo>
                      <a:cubicBezTo>
                        <a:pt x="359927" y="114921"/>
                        <a:pt x="353545" y="121303"/>
                        <a:pt x="353545" y="129209"/>
                      </a:cubicBezTo>
                      <a:cubicBezTo>
                        <a:pt x="353545" y="137114"/>
                        <a:pt x="359927" y="143496"/>
                        <a:pt x="367833" y="143496"/>
                      </a:cubicBezTo>
                      <a:cubicBezTo>
                        <a:pt x="375738" y="143496"/>
                        <a:pt x="382120" y="137114"/>
                        <a:pt x="382120" y="129209"/>
                      </a:cubicBezTo>
                      <a:cubicBezTo>
                        <a:pt x="382120" y="121303"/>
                        <a:pt x="375738" y="114921"/>
                        <a:pt x="367833" y="11492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3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</a:p>
              </p:txBody>
            </p:sp>
          </p:grpSp>
          <p:grpSp>
            <p:nvGrpSpPr>
              <p:cNvPr id="33" name="组合 32" descr="29568f98-7e38-4ff8-8612-f271ec4dc185"/>
              <p:cNvGrpSpPr/>
              <p:nvPr/>
            </p:nvGrpSpPr>
            <p:grpSpPr>
              <a:xfrm>
                <a:off x="6350571" y="3411694"/>
                <a:ext cx="410200" cy="410198"/>
                <a:chOff x="3526795" y="2235779"/>
                <a:chExt cx="410200" cy="410198"/>
              </a:xfrm>
            </p:grpSpPr>
            <p:sp>
              <p:nvSpPr>
                <p:cNvPr id="38" name="ShapeOval 38" descr="595ff5d9-0403-4200-beb3-bff94957acfa"/>
                <p:cNvSpPr/>
                <p:nvPr/>
              </p:nvSpPr>
              <p:spPr>
                <a:xfrm>
                  <a:off x="3526795" y="2235779"/>
                  <a:ext cx="410200" cy="410198"/>
                </a:xfrm>
                <a:prstGeom prst="ellipse">
                  <a:avLst/>
                </a:prstGeom>
                <a:solidFill>
                  <a:schemeClr val="accent1"/>
                </a:solidFill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77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</a:p>
              </p:txBody>
            </p:sp>
            <p:sp>
              <p:nvSpPr>
                <p:cNvPr id="41" name="IconMisc2" descr="d29cd866-44b9-401a-8352-5d2fb825da12"/>
                <p:cNvSpPr/>
                <p:nvPr/>
              </p:nvSpPr>
              <p:spPr>
                <a:xfrm>
                  <a:off x="3642895" y="2374128"/>
                  <a:ext cx="178001" cy="133500"/>
                </a:xfrm>
                <a:custGeom>
                  <a:avLst/>
                  <a:gdLst>
                    <a:gd name="connsiteX0" fmla="*/ 505433 w 533400"/>
                    <a:gd name="connsiteY0" fmla="*/ 621 h 400050"/>
                    <a:gd name="connsiteX1" fmla="*/ 534008 w 533400"/>
                    <a:gd name="connsiteY1" fmla="*/ 29196 h 400050"/>
                    <a:gd name="connsiteX2" fmla="*/ 534008 w 533400"/>
                    <a:gd name="connsiteY2" fmla="*/ 372096 h 400050"/>
                    <a:gd name="connsiteX3" fmla="*/ 505433 w 533400"/>
                    <a:gd name="connsiteY3" fmla="*/ 400671 h 400050"/>
                    <a:gd name="connsiteX4" fmla="*/ 29183 w 533400"/>
                    <a:gd name="connsiteY4" fmla="*/ 400671 h 400050"/>
                    <a:gd name="connsiteX5" fmla="*/ 608 w 533400"/>
                    <a:gd name="connsiteY5" fmla="*/ 372096 h 400050"/>
                    <a:gd name="connsiteX6" fmla="*/ 608 w 533400"/>
                    <a:gd name="connsiteY6" fmla="*/ 29196 h 400050"/>
                    <a:gd name="connsiteX7" fmla="*/ 29183 w 533400"/>
                    <a:gd name="connsiteY7" fmla="*/ 621 h 400050"/>
                    <a:gd name="connsiteX8" fmla="*/ 505433 w 533400"/>
                    <a:gd name="connsiteY8" fmla="*/ 621 h 400050"/>
                    <a:gd name="connsiteX9" fmla="*/ 391419 w 533400"/>
                    <a:gd name="connsiteY9" fmla="*/ 198646 h 400050"/>
                    <a:gd name="connsiteX10" fmla="*/ 351414 w 533400"/>
                    <a:gd name="connsiteY10" fmla="*/ 204170 h 400050"/>
                    <a:gd name="connsiteX11" fmla="*/ 351414 w 533400"/>
                    <a:gd name="connsiteY11" fmla="*/ 204170 h 400050"/>
                    <a:gd name="connsiteX12" fmla="*/ 267118 w 533400"/>
                    <a:gd name="connsiteY12" fmla="*/ 315613 h 400050"/>
                    <a:gd name="connsiteX13" fmla="*/ 264641 w 533400"/>
                    <a:gd name="connsiteY13" fmla="*/ 318470 h 400050"/>
                    <a:gd name="connsiteX14" fmla="*/ 224255 w 533400"/>
                    <a:gd name="connsiteY14" fmla="*/ 318756 h 400050"/>
                    <a:gd name="connsiteX15" fmla="*/ 224255 w 533400"/>
                    <a:gd name="connsiteY15" fmla="*/ 318756 h 400050"/>
                    <a:gd name="connsiteX16" fmla="*/ 162152 w 533400"/>
                    <a:gd name="connsiteY16" fmla="*/ 257415 h 400050"/>
                    <a:gd name="connsiteX17" fmla="*/ 160247 w 533400"/>
                    <a:gd name="connsiteY17" fmla="*/ 255701 h 400050"/>
                    <a:gd name="connsiteX18" fmla="*/ 120052 w 533400"/>
                    <a:gd name="connsiteY18" fmla="*/ 259606 h 400050"/>
                    <a:gd name="connsiteX19" fmla="*/ 120052 w 533400"/>
                    <a:gd name="connsiteY19" fmla="*/ 259606 h 400050"/>
                    <a:gd name="connsiteX20" fmla="*/ 32517 w 533400"/>
                    <a:gd name="connsiteY20" fmla="*/ 366095 h 400050"/>
                    <a:gd name="connsiteX21" fmla="*/ 30326 w 533400"/>
                    <a:gd name="connsiteY21" fmla="*/ 372096 h 400050"/>
                    <a:gd name="connsiteX22" fmla="*/ 39851 w 533400"/>
                    <a:gd name="connsiteY22" fmla="*/ 381621 h 400050"/>
                    <a:gd name="connsiteX23" fmla="*/ 39851 w 533400"/>
                    <a:gd name="connsiteY23" fmla="*/ 381621 h 400050"/>
                    <a:gd name="connsiteX24" fmla="*/ 497242 w 533400"/>
                    <a:gd name="connsiteY24" fmla="*/ 381621 h 400050"/>
                    <a:gd name="connsiteX25" fmla="*/ 502480 w 533400"/>
                    <a:gd name="connsiteY25" fmla="*/ 380002 h 400050"/>
                    <a:gd name="connsiteX26" fmla="*/ 505147 w 533400"/>
                    <a:gd name="connsiteY26" fmla="*/ 366762 h 400050"/>
                    <a:gd name="connsiteX27" fmla="*/ 505147 w 533400"/>
                    <a:gd name="connsiteY27" fmla="*/ 366762 h 400050"/>
                    <a:gd name="connsiteX28" fmla="*/ 397991 w 533400"/>
                    <a:gd name="connsiteY28" fmla="*/ 205504 h 400050"/>
                    <a:gd name="connsiteX29" fmla="*/ 391419 w 533400"/>
                    <a:gd name="connsiteY29" fmla="*/ 198646 h 400050"/>
                    <a:gd name="connsiteX30" fmla="*/ 95858 w 533400"/>
                    <a:gd name="connsiteY30" fmla="*/ 57771 h 400050"/>
                    <a:gd name="connsiteX31" fmla="*/ 57758 w 533400"/>
                    <a:gd name="connsiteY31" fmla="*/ 95871 h 400050"/>
                    <a:gd name="connsiteX32" fmla="*/ 95858 w 533400"/>
                    <a:gd name="connsiteY32" fmla="*/ 133971 h 400050"/>
                    <a:gd name="connsiteX33" fmla="*/ 133958 w 533400"/>
                    <a:gd name="connsiteY33" fmla="*/ 95871 h 400050"/>
                    <a:gd name="connsiteX34" fmla="*/ 95858 w 533400"/>
                    <a:gd name="connsiteY34" fmla="*/ 57771 h 4000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</a:cxnLst>
                  <a:rect l="l" t="t" r="r" b="b"/>
                  <a:pathLst>
                    <a:path w="533400" h="400050">
                      <a:moveTo>
                        <a:pt x="505433" y="621"/>
                      </a:moveTo>
                      <a:cubicBezTo>
                        <a:pt x="521245" y="621"/>
                        <a:pt x="534008" y="13385"/>
                        <a:pt x="534008" y="29196"/>
                      </a:cubicBezTo>
                      <a:lnTo>
                        <a:pt x="534008" y="372096"/>
                      </a:lnTo>
                      <a:cubicBezTo>
                        <a:pt x="534008" y="387907"/>
                        <a:pt x="521245" y="400671"/>
                        <a:pt x="505433" y="400671"/>
                      </a:cubicBezTo>
                      <a:lnTo>
                        <a:pt x="29183" y="400671"/>
                      </a:lnTo>
                      <a:cubicBezTo>
                        <a:pt x="13371" y="400671"/>
                        <a:pt x="608" y="387907"/>
                        <a:pt x="608" y="372096"/>
                      </a:cubicBezTo>
                      <a:lnTo>
                        <a:pt x="608" y="29196"/>
                      </a:lnTo>
                      <a:cubicBezTo>
                        <a:pt x="608" y="13385"/>
                        <a:pt x="13371" y="621"/>
                        <a:pt x="29183" y="621"/>
                      </a:cubicBezTo>
                      <a:lnTo>
                        <a:pt x="505433" y="621"/>
                      </a:lnTo>
                      <a:close/>
                      <a:moveTo>
                        <a:pt x="391419" y="198646"/>
                      </a:moveTo>
                      <a:cubicBezTo>
                        <a:pt x="378846" y="189121"/>
                        <a:pt x="360939" y="191597"/>
                        <a:pt x="351414" y="204170"/>
                      </a:cubicBezTo>
                      <a:lnTo>
                        <a:pt x="351414" y="204170"/>
                      </a:lnTo>
                      <a:lnTo>
                        <a:pt x="267118" y="315613"/>
                      </a:lnTo>
                      <a:cubicBezTo>
                        <a:pt x="266355" y="316660"/>
                        <a:pt x="265498" y="317518"/>
                        <a:pt x="264641" y="318470"/>
                      </a:cubicBezTo>
                      <a:cubicBezTo>
                        <a:pt x="253592" y="329710"/>
                        <a:pt x="235495" y="329805"/>
                        <a:pt x="224255" y="318756"/>
                      </a:cubicBezTo>
                      <a:lnTo>
                        <a:pt x="224255" y="318756"/>
                      </a:lnTo>
                      <a:lnTo>
                        <a:pt x="162152" y="257415"/>
                      </a:lnTo>
                      <a:cubicBezTo>
                        <a:pt x="161485" y="256844"/>
                        <a:pt x="160914" y="256177"/>
                        <a:pt x="160247" y="255701"/>
                      </a:cubicBezTo>
                      <a:cubicBezTo>
                        <a:pt x="148055" y="245699"/>
                        <a:pt x="130053" y="247414"/>
                        <a:pt x="120052" y="259606"/>
                      </a:cubicBezTo>
                      <a:lnTo>
                        <a:pt x="120052" y="259606"/>
                      </a:lnTo>
                      <a:lnTo>
                        <a:pt x="32517" y="366095"/>
                      </a:lnTo>
                      <a:cubicBezTo>
                        <a:pt x="31088" y="367810"/>
                        <a:pt x="30326" y="369905"/>
                        <a:pt x="30326" y="372096"/>
                      </a:cubicBezTo>
                      <a:cubicBezTo>
                        <a:pt x="30326" y="377335"/>
                        <a:pt x="34612" y="381621"/>
                        <a:pt x="39851" y="381621"/>
                      </a:cubicBezTo>
                      <a:lnTo>
                        <a:pt x="39851" y="381621"/>
                      </a:lnTo>
                      <a:lnTo>
                        <a:pt x="497242" y="381621"/>
                      </a:lnTo>
                      <a:cubicBezTo>
                        <a:pt x="499146" y="381621"/>
                        <a:pt x="500956" y="381050"/>
                        <a:pt x="502480" y="380002"/>
                      </a:cubicBezTo>
                      <a:cubicBezTo>
                        <a:pt x="506862" y="377049"/>
                        <a:pt x="508005" y="371144"/>
                        <a:pt x="505147" y="366762"/>
                      </a:cubicBezTo>
                      <a:lnTo>
                        <a:pt x="505147" y="366762"/>
                      </a:lnTo>
                      <a:lnTo>
                        <a:pt x="397991" y="205504"/>
                      </a:lnTo>
                      <a:cubicBezTo>
                        <a:pt x="396181" y="202932"/>
                        <a:pt x="393990" y="200551"/>
                        <a:pt x="391419" y="198646"/>
                      </a:cubicBezTo>
                      <a:close/>
                      <a:moveTo>
                        <a:pt x="95858" y="57771"/>
                      </a:moveTo>
                      <a:cubicBezTo>
                        <a:pt x="74808" y="57771"/>
                        <a:pt x="57758" y="74821"/>
                        <a:pt x="57758" y="95871"/>
                      </a:cubicBezTo>
                      <a:cubicBezTo>
                        <a:pt x="57758" y="116921"/>
                        <a:pt x="74808" y="133971"/>
                        <a:pt x="95858" y="133971"/>
                      </a:cubicBezTo>
                      <a:cubicBezTo>
                        <a:pt x="116908" y="133971"/>
                        <a:pt x="133958" y="116921"/>
                        <a:pt x="133958" y="95871"/>
                      </a:cubicBezTo>
                      <a:cubicBezTo>
                        <a:pt x="133958" y="74821"/>
                        <a:pt x="116908" y="57771"/>
                        <a:pt x="95858" y="5777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</a:p>
              </p:txBody>
            </p:sp>
          </p:grpSp>
          <p:grpSp>
            <p:nvGrpSpPr>
              <p:cNvPr id="34" name="组合 33" descr="e7b6103b-13c5-405d-9551-5388232e0534"/>
              <p:cNvGrpSpPr/>
              <p:nvPr/>
            </p:nvGrpSpPr>
            <p:grpSpPr>
              <a:xfrm>
                <a:off x="4880415" y="4735102"/>
                <a:ext cx="410200" cy="410198"/>
                <a:chOff x="5417189" y="2235779"/>
                <a:chExt cx="410200" cy="410198"/>
              </a:xfrm>
            </p:grpSpPr>
            <p:sp>
              <p:nvSpPr>
                <p:cNvPr id="36" name="ShapeOval 36" descr="5858a8eb-6594-474a-9d11-9ad38abb5151"/>
                <p:cNvSpPr/>
                <p:nvPr/>
              </p:nvSpPr>
              <p:spPr>
                <a:xfrm>
                  <a:off x="5417189" y="2235779"/>
                  <a:ext cx="410200" cy="410198"/>
                </a:xfrm>
                <a:prstGeom prst="ellipse">
                  <a:avLst/>
                </a:prstGeom>
                <a:solidFill>
                  <a:srgbClr val="FFFFFF"/>
                </a:solidFill>
                <a:ln w="57150" cap="rnd">
                  <a:noFill/>
                  <a:prstDash val="solid"/>
                  <a:round/>
                </a:ln>
                <a:effectLst>
                  <a:outerShdw blurRad="76200" dist="50800" dir="5400000" algn="ctr" rotWithShape="0">
                    <a:schemeClr val="bg1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77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</a:p>
              </p:txBody>
            </p:sp>
            <p:sp>
              <p:nvSpPr>
                <p:cNvPr id="37" name="IconMisc3" descr="9d2e665d-3895-44b0-8789-a734811eb1ea"/>
                <p:cNvSpPr/>
                <p:nvPr/>
              </p:nvSpPr>
              <p:spPr>
                <a:xfrm>
                  <a:off x="5533289" y="2369958"/>
                  <a:ext cx="178001" cy="148188"/>
                </a:xfrm>
                <a:custGeom>
                  <a:avLst/>
                  <a:gdLst>
                    <a:gd name="connsiteX0" fmla="*/ 483573 w 526297"/>
                    <a:gd name="connsiteY0" fmla="*/ 133971 h 438150"/>
                    <a:gd name="connsiteX1" fmla="*/ 527674 w 526297"/>
                    <a:gd name="connsiteY1" fmla="*/ 178072 h 438150"/>
                    <a:gd name="connsiteX2" fmla="*/ 527579 w 526297"/>
                    <a:gd name="connsiteY2" fmla="*/ 181501 h 438150"/>
                    <a:gd name="connsiteX3" fmla="*/ 514244 w 526297"/>
                    <a:gd name="connsiteY3" fmla="*/ 355237 h 438150"/>
                    <a:gd name="connsiteX4" fmla="*/ 485764 w 526297"/>
                    <a:gd name="connsiteY4" fmla="*/ 381621 h 438150"/>
                    <a:gd name="connsiteX5" fmla="*/ 454998 w 526297"/>
                    <a:gd name="connsiteY5" fmla="*/ 381621 h 438150"/>
                    <a:gd name="connsiteX6" fmla="*/ 454998 w 526297"/>
                    <a:gd name="connsiteY6" fmla="*/ 438771 h 438150"/>
                    <a:gd name="connsiteX7" fmla="*/ 435948 w 526297"/>
                    <a:gd name="connsiteY7" fmla="*/ 438771 h 438150"/>
                    <a:gd name="connsiteX8" fmla="*/ 435948 w 526297"/>
                    <a:gd name="connsiteY8" fmla="*/ 381621 h 438150"/>
                    <a:gd name="connsiteX9" fmla="*/ 93048 w 526297"/>
                    <a:gd name="connsiteY9" fmla="*/ 381621 h 438150"/>
                    <a:gd name="connsiteX10" fmla="*/ 93048 w 526297"/>
                    <a:gd name="connsiteY10" fmla="*/ 438771 h 438150"/>
                    <a:gd name="connsiteX11" fmla="*/ 73998 w 526297"/>
                    <a:gd name="connsiteY11" fmla="*/ 438771 h 438150"/>
                    <a:gd name="connsiteX12" fmla="*/ 73998 w 526297"/>
                    <a:gd name="connsiteY12" fmla="*/ 381621 h 438150"/>
                    <a:gd name="connsiteX13" fmla="*/ 43328 w 526297"/>
                    <a:gd name="connsiteY13" fmla="*/ 381621 h 438150"/>
                    <a:gd name="connsiteX14" fmla="*/ 14848 w 526297"/>
                    <a:gd name="connsiteY14" fmla="*/ 355237 h 438150"/>
                    <a:gd name="connsiteX15" fmla="*/ 1513 w 526297"/>
                    <a:gd name="connsiteY15" fmla="*/ 181501 h 438150"/>
                    <a:gd name="connsiteX16" fmla="*/ 42089 w 526297"/>
                    <a:gd name="connsiteY16" fmla="*/ 134162 h 438150"/>
                    <a:gd name="connsiteX17" fmla="*/ 45518 w 526297"/>
                    <a:gd name="connsiteY17" fmla="*/ 134066 h 438150"/>
                    <a:gd name="connsiteX18" fmla="*/ 101906 w 526297"/>
                    <a:gd name="connsiteY18" fmla="*/ 180834 h 438150"/>
                    <a:gd name="connsiteX19" fmla="*/ 121623 w 526297"/>
                    <a:gd name="connsiteY19" fmla="*/ 286371 h 438150"/>
                    <a:gd name="connsiteX20" fmla="*/ 407373 w 526297"/>
                    <a:gd name="connsiteY20" fmla="*/ 286371 h 438150"/>
                    <a:gd name="connsiteX21" fmla="*/ 427185 w 526297"/>
                    <a:gd name="connsiteY21" fmla="*/ 180739 h 438150"/>
                    <a:gd name="connsiteX22" fmla="*/ 483573 w 526297"/>
                    <a:gd name="connsiteY22" fmla="*/ 133971 h 438150"/>
                    <a:gd name="connsiteX23" fmla="*/ 416898 w 526297"/>
                    <a:gd name="connsiteY23" fmla="*/ 621 h 438150"/>
                    <a:gd name="connsiteX24" fmla="*/ 483573 w 526297"/>
                    <a:gd name="connsiteY24" fmla="*/ 67296 h 438150"/>
                    <a:gd name="connsiteX25" fmla="*/ 483573 w 526297"/>
                    <a:gd name="connsiteY25" fmla="*/ 115397 h 438150"/>
                    <a:gd name="connsiteX26" fmla="*/ 476429 w 526297"/>
                    <a:gd name="connsiteY26" fmla="*/ 114921 h 438150"/>
                    <a:gd name="connsiteX27" fmla="*/ 412040 w 526297"/>
                    <a:gd name="connsiteY27" fmla="*/ 166451 h 438150"/>
                    <a:gd name="connsiteX28" fmla="*/ 411564 w 526297"/>
                    <a:gd name="connsiteY28" fmla="*/ 168737 h 438150"/>
                    <a:gd name="connsiteX29" fmla="*/ 393086 w 526297"/>
                    <a:gd name="connsiteY29" fmla="*/ 267321 h 438150"/>
                    <a:gd name="connsiteX30" fmla="*/ 135911 w 526297"/>
                    <a:gd name="connsiteY30" fmla="*/ 267321 h 438150"/>
                    <a:gd name="connsiteX31" fmla="*/ 117432 w 526297"/>
                    <a:gd name="connsiteY31" fmla="*/ 168737 h 438150"/>
                    <a:gd name="connsiteX32" fmla="*/ 52567 w 526297"/>
                    <a:gd name="connsiteY32" fmla="*/ 114921 h 438150"/>
                    <a:gd name="connsiteX33" fmla="*/ 54948 w 526297"/>
                    <a:gd name="connsiteY33" fmla="*/ 67296 h 438150"/>
                    <a:gd name="connsiteX34" fmla="*/ 121623 w 526297"/>
                    <a:gd name="connsiteY34" fmla="*/ 621 h 438150"/>
                    <a:gd name="connsiteX35" fmla="*/ 416898 w 526297"/>
                    <a:gd name="connsiteY35" fmla="*/ 621 h 43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526297" h="438150">
                      <a:moveTo>
                        <a:pt x="483573" y="133971"/>
                      </a:moveTo>
                      <a:cubicBezTo>
                        <a:pt x="507957" y="133971"/>
                        <a:pt x="527674" y="153688"/>
                        <a:pt x="527674" y="178072"/>
                      </a:cubicBezTo>
                      <a:cubicBezTo>
                        <a:pt x="527674" y="179215"/>
                        <a:pt x="527674" y="180358"/>
                        <a:pt x="527579" y="181501"/>
                      </a:cubicBezTo>
                      <a:lnTo>
                        <a:pt x="514244" y="355237"/>
                      </a:lnTo>
                      <a:cubicBezTo>
                        <a:pt x="513101" y="370096"/>
                        <a:pt x="500718" y="381621"/>
                        <a:pt x="485764" y="381621"/>
                      </a:cubicBezTo>
                      <a:lnTo>
                        <a:pt x="454998" y="381621"/>
                      </a:lnTo>
                      <a:lnTo>
                        <a:pt x="454998" y="438771"/>
                      </a:lnTo>
                      <a:lnTo>
                        <a:pt x="435948" y="438771"/>
                      </a:lnTo>
                      <a:lnTo>
                        <a:pt x="435948" y="381621"/>
                      </a:lnTo>
                      <a:lnTo>
                        <a:pt x="93048" y="381621"/>
                      </a:lnTo>
                      <a:lnTo>
                        <a:pt x="93048" y="438771"/>
                      </a:lnTo>
                      <a:lnTo>
                        <a:pt x="73998" y="438771"/>
                      </a:lnTo>
                      <a:lnTo>
                        <a:pt x="73998" y="381621"/>
                      </a:lnTo>
                      <a:lnTo>
                        <a:pt x="43328" y="381621"/>
                      </a:lnTo>
                      <a:cubicBezTo>
                        <a:pt x="28373" y="381621"/>
                        <a:pt x="15991" y="370096"/>
                        <a:pt x="14848" y="355237"/>
                      </a:cubicBezTo>
                      <a:lnTo>
                        <a:pt x="1513" y="181501"/>
                      </a:lnTo>
                      <a:cubicBezTo>
                        <a:pt x="-392" y="157212"/>
                        <a:pt x="17801" y="135971"/>
                        <a:pt x="42089" y="134162"/>
                      </a:cubicBezTo>
                      <a:cubicBezTo>
                        <a:pt x="43232" y="134066"/>
                        <a:pt x="44375" y="134066"/>
                        <a:pt x="45518" y="134066"/>
                      </a:cubicBezTo>
                      <a:cubicBezTo>
                        <a:pt x="73141" y="134066"/>
                        <a:pt x="96858" y="153688"/>
                        <a:pt x="101906" y="180834"/>
                      </a:cubicBezTo>
                      <a:lnTo>
                        <a:pt x="121623" y="286371"/>
                      </a:lnTo>
                      <a:lnTo>
                        <a:pt x="407373" y="286371"/>
                      </a:lnTo>
                      <a:lnTo>
                        <a:pt x="427185" y="180739"/>
                      </a:lnTo>
                      <a:cubicBezTo>
                        <a:pt x="432233" y="153592"/>
                        <a:pt x="455951" y="133971"/>
                        <a:pt x="483573" y="133971"/>
                      </a:cubicBezTo>
                      <a:close/>
                      <a:moveTo>
                        <a:pt x="416898" y="621"/>
                      </a:moveTo>
                      <a:cubicBezTo>
                        <a:pt x="453760" y="621"/>
                        <a:pt x="483573" y="30434"/>
                        <a:pt x="483573" y="67296"/>
                      </a:cubicBezTo>
                      <a:lnTo>
                        <a:pt x="483573" y="115397"/>
                      </a:lnTo>
                      <a:cubicBezTo>
                        <a:pt x="481192" y="115112"/>
                        <a:pt x="478811" y="114921"/>
                        <a:pt x="476429" y="114921"/>
                      </a:cubicBezTo>
                      <a:cubicBezTo>
                        <a:pt x="445473" y="114921"/>
                        <a:pt x="418803" y="136448"/>
                        <a:pt x="412040" y="166451"/>
                      </a:cubicBezTo>
                      <a:lnTo>
                        <a:pt x="411564" y="168737"/>
                      </a:lnTo>
                      <a:lnTo>
                        <a:pt x="393086" y="267321"/>
                      </a:lnTo>
                      <a:lnTo>
                        <a:pt x="135911" y="267321"/>
                      </a:lnTo>
                      <a:lnTo>
                        <a:pt x="117432" y="168737"/>
                      </a:lnTo>
                      <a:cubicBezTo>
                        <a:pt x="111622" y="137495"/>
                        <a:pt x="84285" y="114921"/>
                        <a:pt x="52567" y="114921"/>
                      </a:cubicBezTo>
                      <a:lnTo>
                        <a:pt x="54948" y="67296"/>
                      </a:lnTo>
                      <a:cubicBezTo>
                        <a:pt x="54948" y="30434"/>
                        <a:pt x="84761" y="621"/>
                        <a:pt x="121623" y="621"/>
                      </a:cubicBezTo>
                      <a:lnTo>
                        <a:pt x="416898" y="62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</a:p>
              </p:txBody>
            </p:sp>
          </p:grpSp>
        </p:grpSp>
        <p:grpSp>
          <p:nvGrpSpPr>
            <p:cNvPr id="47" name="组合 46" descr="a0ece749-16fe-4278-a719-7d36e49155d0"/>
            <p:cNvGrpSpPr/>
            <p:nvPr/>
          </p:nvGrpSpPr>
          <p:grpSpPr>
            <a:xfrm>
              <a:off x="9394750" y="1435262"/>
              <a:ext cx="1994739" cy="1873530"/>
              <a:chOff x="6873244" y="3114311"/>
              <a:chExt cx="1994739" cy="1873530"/>
            </a:xfrm>
          </p:grpSpPr>
          <p:sp>
            <p:nvSpPr>
              <p:cNvPr id="48" name="Text2" descr="54fe820d-3f96-4b9e-81a4-1b93a3b332f3"/>
              <p:cNvSpPr/>
              <p:nvPr/>
            </p:nvSpPr>
            <p:spPr>
              <a:xfrm flipH="1">
                <a:off x="6873244" y="3805498"/>
                <a:ext cx="1994737" cy="1182343"/>
              </a:xfrm>
              <a:prstGeom prst="rect">
                <a:avLst/>
              </a:prstGeom>
            </p:spPr>
            <p:txBody>
              <a:bodyPr wrap="square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有各种工具按钮，方便用户进行建模、设计等操作。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0" name="Bullet2" descr="0ed8b34b-8152-403a-8ee5-a2bdc1e193be"/>
              <p:cNvSpPr txBox="1"/>
              <p:nvPr/>
            </p:nvSpPr>
            <p:spPr>
              <a:xfrm flipH="1">
                <a:off x="6873247" y="3114311"/>
                <a:ext cx="1994736" cy="691188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normAutofit/>
              </a:bodyPr>
              <a:lstStyle>
                <a:defPPr>
                  <a:defRPr lang="zh-CN"/>
                </a:defPPr>
                <a:lvl1pPr algn="ctr" defTabSz="914400">
                  <a:defRPr sz="1400" b="1">
                    <a:solidFill>
                      <a:schemeClr val="tx1">
                        <a:lumMod val="90000"/>
                        <a:lumOff val="10000"/>
                      </a:schemeClr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工具栏功能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51" name="组合 50" descr="9646d8cd-a468-40f8-a1ee-5e2aa1e60da3"/>
            <p:cNvGrpSpPr/>
            <p:nvPr/>
          </p:nvGrpSpPr>
          <p:grpSpPr>
            <a:xfrm>
              <a:off x="7077062" y="3641899"/>
              <a:ext cx="1994739" cy="1873530"/>
              <a:chOff x="6873244" y="3114311"/>
              <a:chExt cx="1994739" cy="1873530"/>
            </a:xfrm>
          </p:grpSpPr>
          <p:sp>
            <p:nvSpPr>
              <p:cNvPr id="52" name="Text3" descr="2511a779-5325-4255-9670-8ba42450e2f4"/>
              <p:cNvSpPr/>
              <p:nvPr/>
            </p:nvSpPr>
            <p:spPr>
              <a:xfrm flipH="1">
                <a:off x="6873244" y="3805498"/>
                <a:ext cx="1994737" cy="1182343"/>
              </a:xfrm>
              <a:prstGeom prst="rect">
                <a:avLst/>
              </a:prstGeom>
            </p:spPr>
            <p:txBody>
              <a:bodyPr wrap="square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可调整观察角度，让用户从不同方向查看模型。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5" name="Bullet3" descr="d58ef02f-bea1-487c-9ac0-34f8cd9228d1"/>
              <p:cNvSpPr txBox="1"/>
              <p:nvPr/>
            </p:nvSpPr>
            <p:spPr>
              <a:xfrm flipH="1">
                <a:off x="6873247" y="3114311"/>
                <a:ext cx="1994736" cy="691188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normAutofit/>
              </a:bodyPr>
              <a:lstStyle>
                <a:defPPr>
                  <a:defRPr lang="zh-CN"/>
                </a:defPPr>
                <a:lvl1pPr algn="ctr" defTabSz="914400">
                  <a:defRPr sz="1400" b="1">
                    <a:solidFill>
                      <a:schemeClr val="tx1">
                        <a:lumMod val="90000"/>
                        <a:lumOff val="10000"/>
                      </a:schemeClr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视图立方作用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56" name="组合 55" descr="25facaaa-698b-42c9-a4a0-684f89a90a8a"/>
            <p:cNvGrpSpPr/>
            <p:nvPr/>
          </p:nvGrpSpPr>
          <p:grpSpPr>
            <a:xfrm>
              <a:off x="9394750" y="3641899"/>
              <a:ext cx="1994739" cy="1873530"/>
              <a:chOff x="6873244" y="3114311"/>
              <a:chExt cx="1994739" cy="1873530"/>
            </a:xfrm>
          </p:grpSpPr>
          <p:sp>
            <p:nvSpPr>
              <p:cNvPr id="57" name="Text4" descr="ec108357-55da-473a-921b-4eb666dbe63a"/>
              <p:cNvSpPr/>
              <p:nvPr/>
            </p:nvSpPr>
            <p:spPr>
              <a:xfrm flipH="1">
                <a:off x="6873244" y="3805498"/>
                <a:ext cx="1994737" cy="1182343"/>
              </a:xfrm>
              <a:prstGeom prst="rect">
                <a:avLst/>
              </a:prstGeom>
            </p:spPr>
            <p:txBody>
              <a:bodyPr wrap="square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如旋转视图、平移视图、缩放视图，掌握快捷键提高操作效率。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8" name="Bullet4" descr="7f022f28-b85d-4d51-91ec-316bfb729b4f"/>
              <p:cNvSpPr txBox="1"/>
              <p:nvPr/>
            </p:nvSpPr>
            <p:spPr>
              <a:xfrm flipH="1">
                <a:off x="6873247" y="3114311"/>
                <a:ext cx="1994736" cy="691188"/>
              </a:xfrm>
              <a:prstGeom prst="rect">
                <a:avLst/>
              </a:prstGeom>
              <a:noFill/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  <a:normAutofit/>
              </a:bodyPr>
              <a:lstStyle>
                <a:defPPr>
                  <a:defRPr lang="zh-CN"/>
                </a:defPPr>
                <a:lvl1pPr algn="ctr" defTabSz="914400">
                  <a:defRPr sz="1400" b="1">
                    <a:solidFill>
                      <a:schemeClr val="tx1">
                        <a:lumMod val="90000"/>
                        <a:lumOff val="10000"/>
                      </a:schemeClr>
                    </a:solidFill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基础操作练习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f3f0832-5463-4a2e-8a52-eef781e99330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创建直齿轮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grpSp>
        <p:nvGrpSpPr>
          <p:cNvPr id="43" name="340032ed-c9ba-499e-9282-43a3603c0f61.source.3.zh-Hans.pptx" descr="042f7d13-b7d4-4d7f-a23e-7ad3f69aa9dc"/>
          <p:cNvGrpSpPr/>
          <p:nvPr/>
        </p:nvGrpSpPr>
        <p:grpSpPr>
          <a:xfrm>
            <a:off x="656108" y="1130300"/>
            <a:ext cx="10862792" cy="5003800"/>
            <a:chOff x="656108" y="1130300"/>
            <a:chExt cx="10862792" cy="5003800"/>
          </a:xfrm>
        </p:grpSpPr>
        <p:sp>
          <p:nvSpPr>
            <p:cNvPr id="3" name="PictureMisc1" descr="ca822fc4-ee0b-43e6-82dc-2a6849dddb8e"/>
            <p:cNvSpPr/>
            <p:nvPr/>
          </p:nvSpPr>
          <p:spPr>
            <a:xfrm>
              <a:off x="656108" y="1130300"/>
              <a:ext cx="2260882" cy="5003800"/>
            </a:xfrm>
            <a:prstGeom prst="roundRect">
              <a:avLst>
                <a:gd name="adj" fmla="val 5343"/>
              </a:avLst>
            </a:prstGeom>
            <a:blipFill rotWithShape="1">
              <a:blip r:embed="rId1"/>
              <a:stretch>
                <a:fillRect l="-144488" r="-142874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</a:p>
          </p:txBody>
        </p:sp>
        <p:sp>
          <p:nvSpPr>
            <p:cNvPr id="4" name="Title" descr="d07111a2-4954-48d3-b2d0-d80f88099955"/>
            <p:cNvSpPr txBox="1"/>
            <p:nvPr/>
          </p:nvSpPr>
          <p:spPr>
            <a:xfrm>
              <a:off x="660400" y="2665600"/>
              <a:ext cx="2256589" cy="1933200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</p:spPr>
          <p:txBody>
            <a:bodyPr wrap="square" rtlCol="0" anchor="ctr" anchorCtr="0">
              <a:normAutofit/>
            </a:bodyPr>
            <a:lstStyle>
              <a:defPPr>
                <a:defRPr lang="en-US"/>
              </a:defPPr>
              <a:lvl1pPr>
                <a:defRPr sz="2400" b="1">
                  <a:solidFill>
                    <a:srgbClr val="000000"/>
                  </a:solidFill>
                </a:defRPr>
              </a:lvl1pPr>
            </a:lstStyle>
            <a:p>
              <a:pPr algn="l"/>
              <a:r>
                <a:rPr lang="en-US" sz="2400" b="1" i="0" u="none">
                  <a:solidFill>
                    <a:srgbClr val="000000"/>
                  </a:solidFill>
                  <a:ea typeface="微软雅黑" panose="020B0503020204020204" charset="-122"/>
                </a:rPr>
                <a:t>掌握直齿轮的两种创建方法</a:t>
              </a:r>
              <a:endParaRPr lang="en-US" sz="2400" b="1" i="0" u="none">
                <a:solidFill>
                  <a:srgbClr val="000000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39" name="组合 38" descr="1411a279-a0e2-430f-a923-cb4e56990763"/>
            <p:cNvGrpSpPr/>
            <p:nvPr/>
          </p:nvGrpSpPr>
          <p:grpSpPr>
            <a:xfrm>
              <a:off x="3299556" y="1130300"/>
              <a:ext cx="8219344" cy="2796286"/>
              <a:chOff x="3299556" y="1130300"/>
              <a:chExt cx="8219344" cy="2796286"/>
            </a:xfrm>
          </p:grpSpPr>
          <p:sp>
            <p:nvSpPr>
              <p:cNvPr id="20" name="IconBackground" descr="3e386d51-454b-4a00-b718-2d50b863176c"/>
              <p:cNvSpPr/>
              <p:nvPr/>
            </p:nvSpPr>
            <p:spPr>
              <a:xfrm>
                <a:off x="3299556" y="3337814"/>
                <a:ext cx="588772" cy="588772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21" name="IconMisc" descr="dbf18591-8252-45f5-be0b-fe7562b05a10"/>
              <p:cNvSpPr/>
              <p:nvPr/>
            </p:nvSpPr>
            <p:spPr>
              <a:xfrm>
                <a:off x="3424073" y="3455374"/>
                <a:ext cx="339739" cy="353653"/>
              </a:xfrm>
              <a:custGeom>
                <a:avLst/>
                <a:gdLst>
                  <a:gd name="T0" fmla="*/ 6303 w 10375"/>
                  <a:gd name="T1" fmla="*/ 6456 h 10799"/>
                  <a:gd name="T2" fmla="*/ 5187 w 10375"/>
                  <a:gd name="T3" fmla="*/ 8946 h 10799"/>
                  <a:gd name="T4" fmla="*/ 5748 w 10375"/>
                  <a:gd name="T5" fmla="*/ 10799 h 10799"/>
                  <a:gd name="T6" fmla="*/ 370 w 10375"/>
                  <a:gd name="T7" fmla="*/ 10799 h 10799"/>
                  <a:gd name="T8" fmla="*/ 0 w 10375"/>
                  <a:gd name="T9" fmla="*/ 10429 h 10799"/>
                  <a:gd name="T10" fmla="*/ 0 w 10375"/>
                  <a:gd name="T11" fmla="*/ 9318 h 10799"/>
                  <a:gd name="T12" fmla="*/ 5187 w 10375"/>
                  <a:gd name="T13" fmla="*/ 6353 h 10799"/>
                  <a:gd name="T14" fmla="*/ 6303 w 10375"/>
                  <a:gd name="T15" fmla="*/ 6456 h 10799"/>
                  <a:gd name="T16" fmla="*/ 5187 w 10375"/>
                  <a:gd name="T17" fmla="*/ 5611 h 10799"/>
                  <a:gd name="T18" fmla="*/ 2593 w 10375"/>
                  <a:gd name="T19" fmla="*/ 3019 h 10799"/>
                  <a:gd name="T20" fmla="*/ 2593 w 10375"/>
                  <a:gd name="T21" fmla="*/ 3017 h 10799"/>
                  <a:gd name="T22" fmla="*/ 4361 w 10375"/>
                  <a:gd name="T23" fmla="*/ 551 h 10799"/>
                  <a:gd name="T24" fmla="*/ 7781 w 10375"/>
                  <a:gd name="T25" fmla="*/ 3017 h 10799"/>
                  <a:gd name="T26" fmla="*/ 5187 w 10375"/>
                  <a:gd name="T27" fmla="*/ 5611 h 10799"/>
                  <a:gd name="T28" fmla="*/ 9830 w 10375"/>
                  <a:gd name="T29" fmla="*/ 8021 h 10799"/>
                  <a:gd name="T30" fmla="*/ 10375 w 10375"/>
                  <a:gd name="T31" fmla="*/ 8566 h 10799"/>
                  <a:gd name="T32" fmla="*/ 10375 w 10375"/>
                  <a:gd name="T33" fmla="*/ 8589 h 10799"/>
                  <a:gd name="T34" fmla="*/ 9830 w 10375"/>
                  <a:gd name="T35" fmla="*/ 9134 h 10799"/>
                  <a:gd name="T36" fmla="*/ 8707 w 10375"/>
                  <a:gd name="T37" fmla="*/ 9134 h 10799"/>
                  <a:gd name="T38" fmla="*/ 8707 w 10375"/>
                  <a:gd name="T39" fmla="*/ 10252 h 10799"/>
                  <a:gd name="T40" fmla="*/ 8162 w 10375"/>
                  <a:gd name="T41" fmla="*/ 10798 h 10799"/>
                  <a:gd name="T42" fmla="*/ 8143 w 10375"/>
                  <a:gd name="T43" fmla="*/ 10798 h 10799"/>
                  <a:gd name="T44" fmla="*/ 7596 w 10375"/>
                  <a:gd name="T45" fmla="*/ 10252 h 10799"/>
                  <a:gd name="T46" fmla="*/ 7596 w 10375"/>
                  <a:gd name="T47" fmla="*/ 9134 h 10799"/>
                  <a:gd name="T48" fmla="*/ 6478 w 10375"/>
                  <a:gd name="T49" fmla="*/ 9134 h 10799"/>
                  <a:gd name="T50" fmla="*/ 5928 w 10375"/>
                  <a:gd name="T51" fmla="*/ 8586 h 10799"/>
                  <a:gd name="T52" fmla="*/ 5928 w 10375"/>
                  <a:gd name="T53" fmla="*/ 8568 h 10799"/>
                  <a:gd name="T54" fmla="*/ 6478 w 10375"/>
                  <a:gd name="T55" fmla="*/ 8023 h 10799"/>
                  <a:gd name="T56" fmla="*/ 7596 w 10375"/>
                  <a:gd name="T57" fmla="*/ 8023 h 10799"/>
                  <a:gd name="T58" fmla="*/ 7596 w 10375"/>
                  <a:gd name="T59" fmla="*/ 6897 h 10799"/>
                  <a:gd name="T60" fmla="*/ 8146 w 10375"/>
                  <a:gd name="T61" fmla="*/ 6352 h 10799"/>
                  <a:gd name="T62" fmla="*/ 8163 w 10375"/>
                  <a:gd name="T63" fmla="*/ 6352 h 10799"/>
                  <a:gd name="T64" fmla="*/ 8708 w 10375"/>
                  <a:gd name="T65" fmla="*/ 6897 h 10799"/>
                  <a:gd name="T66" fmla="*/ 8708 w 10375"/>
                  <a:gd name="T67" fmla="*/ 8023 h 10799"/>
                  <a:gd name="T68" fmla="*/ 9830 w 10375"/>
                  <a:gd name="T69" fmla="*/ 8023 h 10799"/>
                  <a:gd name="T70" fmla="*/ 9830 w 10375"/>
                  <a:gd name="T71" fmla="*/ 8021 h 107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375" h="10799">
                    <a:moveTo>
                      <a:pt x="6303" y="6456"/>
                    </a:moveTo>
                    <a:cubicBezTo>
                      <a:pt x="5592" y="7089"/>
                      <a:pt x="5186" y="7995"/>
                      <a:pt x="5187" y="8946"/>
                    </a:cubicBezTo>
                    <a:cubicBezTo>
                      <a:pt x="5187" y="9631"/>
                      <a:pt x="5393" y="10269"/>
                      <a:pt x="5748" y="10799"/>
                    </a:cubicBezTo>
                    <a:lnTo>
                      <a:pt x="370" y="10799"/>
                    </a:lnTo>
                    <a:cubicBezTo>
                      <a:pt x="164" y="10799"/>
                      <a:pt x="0" y="10633"/>
                      <a:pt x="0" y="10429"/>
                    </a:cubicBezTo>
                    <a:lnTo>
                      <a:pt x="0" y="9318"/>
                    </a:lnTo>
                    <a:cubicBezTo>
                      <a:pt x="0" y="7345"/>
                      <a:pt x="3456" y="6353"/>
                      <a:pt x="5187" y="6353"/>
                    </a:cubicBezTo>
                    <a:cubicBezTo>
                      <a:pt x="5511" y="6353"/>
                      <a:pt x="5893" y="6386"/>
                      <a:pt x="6303" y="6456"/>
                    </a:cubicBezTo>
                    <a:close/>
                    <a:moveTo>
                      <a:pt x="5187" y="5611"/>
                    </a:moveTo>
                    <a:cubicBezTo>
                      <a:pt x="3755" y="5611"/>
                      <a:pt x="2593" y="4451"/>
                      <a:pt x="2593" y="3019"/>
                    </a:cubicBezTo>
                    <a:lnTo>
                      <a:pt x="2593" y="3017"/>
                    </a:lnTo>
                    <a:cubicBezTo>
                      <a:pt x="2593" y="1901"/>
                      <a:pt x="3295" y="880"/>
                      <a:pt x="4361" y="551"/>
                    </a:cubicBezTo>
                    <a:cubicBezTo>
                      <a:pt x="6146" y="0"/>
                      <a:pt x="7781" y="1316"/>
                      <a:pt x="7781" y="3017"/>
                    </a:cubicBezTo>
                    <a:cubicBezTo>
                      <a:pt x="7781" y="4450"/>
                      <a:pt x="6621" y="5611"/>
                      <a:pt x="5187" y="5611"/>
                    </a:cubicBezTo>
                    <a:close/>
                    <a:moveTo>
                      <a:pt x="9830" y="8021"/>
                    </a:moveTo>
                    <a:cubicBezTo>
                      <a:pt x="10130" y="8021"/>
                      <a:pt x="10375" y="8266"/>
                      <a:pt x="10375" y="8566"/>
                    </a:cubicBezTo>
                    <a:lnTo>
                      <a:pt x="10375" y="8589"/>
                    </a:lnTo>
                    <a:cubicBezTo>
                      <a:pt x="10375" y="8889"/>
                      <a:pt x="10130" y="9134"/>
                      <a:pt x="9830" y="9134"/>
                    </a:cubicBezTo>
                    <a:lnTo>
                      <a:pt x="8707" y="9134"/>
                    </a:lnTo>
                    <a:lnTo>
                      <a:pt x="8707" y="10252"/>
                    </a:lnTo>
                    <a:cubicBezTo>
                      <a:pt x="8707" y="10552"/>
                      <a:pt x="8462" y="10798"/>
                      <a:pt x="8162" y="10798"/>
                    </a:cubicBezTo>
                    <a:lnTo>
                      <a:pt x="8143" y="10798"/>
                    </a:lnTo>
                    <a:cubicBezTo>
                      <a:pt x="7843" y="10798"/>
                      <a:pt x="7597" y="10552"/>
                      <a:pt x="7596" y="10252"/>
                    </a:cubicBezTo>
                    <a:lnTo>
                      <a:pt x="7596" y="9134"/>
                    </a:lnTo>
                    <a:lnTo>
                      <a:pt x="6478" y="9134"/>
                    </a:lnTo>
                    <a:cubicBezTo>
                      <a:pt x="6176" y="9135"/>
                      <a:pt x="5930" y="8890"/>
                      <a:pt x="5928" y="8586"/>
                    </a:cubicBezTo>
                    <a:lnTo>
                      <a:pt x="5928" y="8568"/>
                    </a:lnTo>
                    <a:cubicBezTo>
                      <a:pt x="5933" y="8266"/>
                      <a:pt x="6177" y="8025"/>
                      <a:pt x="6478" y="8023"/>
                    </a:cubicBezTo>
                    <a:lnTo>
                      <a:pt x="7596" y="8023"/>
                    </a:lnTo>
                    <a:lnTo>
                      <a:pt x="7596" y="6897"/>
                    </a:lnTo>
                    <a:cubicBezTo>
                      <a:pt x="7596" y="6596"/>
                      <a:pt x="7841" y="6352"/>
                      <a:pt x="8146" y="6352"/>
                    </a:cubicBezTo>
                    <a:lnTo>
                      <a:pt x="8163" y="6352"/>
                    </a:lnTo>
                    <a:cubicBezTo>
                      <a:pt x="8465" y="6352"/>
                      <a:pt x="8708" y="6596"/>
                      <a:pt x="8708" y="6897"/>
                    </a:cubicBezTo>
                    <a:lnTo>
                      <a:pt x="8708" y="8023"/>
                    </a:lnTo>
                    <a:lnTo>
                      <a:pt x="9830" y="8023"/>
                    </a:lnTo>
                    <a:lnTo>
                      <a:pt x="9830" y="802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</a:p>
            </p:txBody>
          </p:sp>
          <p:sp>
            <p:nvSpPr>
              <p:cNvPr id="22" name="Bullet1" descr="d60c0ed3-e152-43c3-925f-49d3ac6e30ff"/>
              <p:cNvSpPr/>
              <p:nvPr/>
            </p:nvSpPr>
            <p:spPr>
              <a:xfrm>
                <a:off x="4315968" y="1130300"/>
                <a:ext cx="3101593" cy="1508176"/>
              </a:xfrm>
              <a:prstGeom prst="roundRect">
                <a:avLst>
                  <a:gd name="adj" fmla="val 8000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方法一：齿轮生成器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3" name="Text1" descr="d93ade80-a5bf-43ea-9aef-918a4f9f663c"/>
              <p:cNvSpPr/>
              <p:nvPr/>
            </p:nvSpPr>
            <p:spPr>
              <a:xfrm>
                <a:off x="7417562" y="1130300"/>
                <a:ext cx="4101338" cy="1508176"/>
              </a:xfrm>
              <a:prstGeom prst="roundRect">
                <a:avLst>
                  <a:gd name="adj" fmla="val 4800"/>
                </a:avLst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在设计工作空间，插入MFG零件中的Spur Gear，设置参数生成齿轮。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cxnSp>
            <p:nvCxnSpPr>
              <p:cNvPr id="34" name="Line1" descr="c215bca4-a37f-4268-a18e-44816215e9d6"/>
              <p:cNvCxnSpPr>
                <a:stCxn id="22" idx="1"/>
                <a:endCxn id="20" idx="3"/>
              </p:cNvCxnSpPr>
              <p:nvPr/>
            </p:nvCxnSpPr>
            <p:spPr>
              <a:xfrm rot="10800000" flipV="1">
                <a:off x="3888328" y="1884388"/>
                <a:ext cx="427640" cy="1747812"/>
              </a:xfrm>
              <a:prstGeom prst="bentConnector3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组合 39" descr="a7a2d108-51dd-4568-94cc-a9579e2d5443"/>
            <p:cNvGrpSpPr/>
            <p:nvPr/>
          </p:nvGrpSpPr>
          <p:grpSpPr>
            <a:xfrm>
              <a:off x="3888328" y="2878112"/>
              <a:ext cx="7630572" cy="1508176"/>
              <a:chOff x="3888328" y="2878112"/>
              <a:chExt cx="7630572" cy="1508176"/>
            </a:xfrm>
          </p:grpSpPr>
          <p:sp>
            <p:nvSpPr>
              <p:cNvPr id="17" name="Bullet2" descr="fd896afa-c9b4-464c-aef6-642e97876417"/>
              <p:cNvSpPr/>
              <p:nvPr/>
            </p:nvSpPr>
            <p:spPr>
              <a:xfrm>
                <a:off x="4315968" y="2878112"/>
                <a:ext cx="3101593" cy="1508176"/>
              </a:xfrm>
              <a:prstGeom prst="roundRect">
                <a:avLst>
                  <a:gd name="adj" fmla="val 8000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方法二：手动绘制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8" name="Text2" descr="46ba1aa8-6bdf-4177-82e2-676332f5de69"/>
              <p:cNvSpPr/>
              <p:nvPr/>
            </p:nvSpPr>
            <p:spPr>
              <a:xfrm>
                <a:off x="7417562" y="2878112"/>
                <a:ext cx="4101338" cy="1508176"/>
              </a:xfrm>
              <a:prstGeom prst="roundRect">
                <a:avLst>
                  <a:gd name="adj" fmla="val 4800"/>
                </a:avLst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先创建草图，绘制基圆和齿形，再阵列齿形，最后拉伸成3D。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cxnSp>
            <p:nvCxnSpPr>
              <p:cNvPr id="38" name="Line2" descr="ade9900c-69aa-4284-b69f-44905bd4071e"/>
              <p:cNvCxnSpPr>
                <a:stCxn id="17" idx="1"/>
                <a:endCxn id="20" idx="3"/>
              </p:cNvCxnSpPr>
              <p:nvPr/>
            </p:nvCxnSpPr>
            <p:spPr>
              <a:xfrm flipH="1">
                <a:off x="3888328" y="3632200"/>
                <a:ext cx="427640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组合 40" descr="0d5ac18a-fa07-4bd2-aa08-a47dc4949b94"/>
            <p:cNvGrpSpPr/>
            <p:nvPr/>
          </p:nvGrpSpPr>
          <p:grpSpPr>
            <a:xfrm>
              <a:off x="3888329" y="3632200"/>
              <a:ext cx="7630570" cy="2501900"/>
              <a:chOff x="3888329" y="3632200"/>
              <a:chExt cx="7630570" cy="2501900"/>
            </a:xfrm>
          </p:grpSpPr>
          <p:sp>
            <p:nvSpPr>
              <p:cNvPr id="26" name="Bullet3" descr="3d5242ae-4e3e-43f4-9117-4300721247ca"/>
              <p:cNvSpPr/>
              <p:nvPr/>
            </p:nvSpPr>
            <p:spPr>
              <a:xfrm>
                <a:off x="4315967" y="4625924"/>
                <a:ext cx="3101593" cy="1508176"/>
              </a:xfrm>
              <a:prstGeom prst="roundRect">
                <a:avLst>
                  <a:gd name="adj" fmla="val 8000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参数设置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7" name="Text3" descr="6db4b0ba-c7bc-40f2-8268-b53b848fe228"/>
              <p:cNvSpPr/>
              <p:nvPr/>
            </p:nvSpPr>
            <p:spPr>
              <a:xfrm>
                <a:off x="7417561" y="4625924"/>
                <a:ext cx="4101338" cy="1508176"/>
              </a:xfrm>
              <a:prstGeom prst="roundRect">
                <a:avLst>
                  <a:gd name="adj" fmla="val 4800"/>
                </a:avLst>
              </a:prstGeom>
              <a:noFill/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包括模数、齿数、厚度等，如模数1、齿数20、厚度5mm。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cxnSp>
            <p:nvCxnSpPr>
              <p:cNvPr id="36" name="Line3" descr="820a20ae-c728-47be-8d7d-35ed22ce8e03"/>
              <p:cNvCxnSpPr>
                <a:stCxn id="26" idx="1"/>
                <a:endCxn id="20" idx="3"/>
              </p:cNvCxnSpPr>
              <p:nvPr/>
            </p:nvCxnSpPr>
            <p:spPr>
              <a:xfrm rot="10800000">
                <a:off x="3888329" y="3632200"/>
                <a:ext cx="427639" cy="1747812"/>
              </a:xfrm>
              <a:prstGeom prst="bentConnector3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f3f0832-5463-4a2e-8a52-eef781e99330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创建配对齿轮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grpSp>
        <p:nvGrpSpPr>
          <p:cNvPr id="14" name="18008879-0ffe-4158-9adc-ca0717472701.source.3.zh-Hans.pptx" descr="cc99e5d4-f491-4f82-be4f-b1519ce07f38"/>
          <p:cNvGrpSpPr/>
          <p:nvPr/>
        </p:nvGrpSpPr>
        <p:grpSpPr>
          <a:xfrm>
            <a:off x="673100" y="1130300"/>
            <a:ext cx="10845800" cy="4389923"/>
            <a:chOff x="673100" y="1130300"/>
            <a:chExt cx="10845800" cy="4389923"/>
          </a:xfrm>
        </p:grpSpPr>
        <p:grpSp>
          <p:nvGrpSpPr>
            <p:cNvPr id="11" name="组合 10" descr="72219566-e911-41ad-a1d5-50355ff95702"/>
            <p:cNvGrpSpPr/>
            <p:nvPr/>
          </p:nvGrpSpPr>
          <p:grpSpPr>
            <a:xfrm>
              <a:off x="732021" y="2863955"/>
              <a:ext cx="2656268" cy="2656268"/>
              <a:chOff x="732021" y="2863955"/>
              <a:chExt cx="2656268" cy="2656268"/>
            </a:xfrm>
          </p:grpSpPr>
          <p:sp>
            <p:nvSpPr>
              <p:cNvPr id="3" name="ComponentBackground1" descr="c849c34b-e993-49da-a3b3-b0bf92323903"/>
              <p:cNvSpPr/>
              <p:nvPr/>
            </p:nvSpPr>
            <p:spPr>
              <a:xfrm>
                <a:off x="732021" y="2863955"/>
                <a:ext cx="2656268" cy="2656268"/>
              </a:xfrm>
              <a:prstGeom prst="ellipse">
                <a:avLst/>
              </a:prstGeom>
              <a:solidFill>
                <a:schemeClr val="accent2">
                  <a:alpha val="15000"/>
                </a:schemeClr>
              </a:soli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15" name="Icon1" descr="027449d8-3f1b-4f3f-897d-6438a98850db"/>
              <p:cNvSpPr/>
              <p:nvPr/>
            </p:nvSpPr>
            <p:spPr>
              <a:xfrm>
                <a:off x="1908583" y="3437995"/>
                <a:ext cx="323806" cy="269572"/>
              </a:xfrm>
              <a:custGeom>
                <a:avLst/>
                <a:gdLst>
                  <a:gd name="connsiteX0" fmla="*/ 483573 w 526297"/>
                  <a:gd name="connsiteY0" fmla="*/ 133971 h 438150"/>
                  <a:gd name="connsiteX1" fmla="*/ 527674 w 526297"/>
                  <a:gd name="connsiteY1" fmla="*/ 178072 h 438150"/>
                  <a:gd name="connsiteX2" fmla="*/ 527579 w 526297"/>
                  <a:gd name="connsiteY2" fmla="*/ 181501 h 438150"/>
                  <a:gd name="connsiteX3" fmla="*/ 514244 w 526297"/>
                  <a:gd name="connsiteY3" fmla="*/ 355237 h 438150"/>
                  <a:gd name="connsiteX4" fmla="*/ 485764 w 526297"/>
                  <a:gd name="connsiteY4" fmla="*/ 381621 h 438150"/>
                  <a:gd name="connsiteX5" fmla="*/ 454998 w 526297"/>
                  <a:gd name="connsiteY5" fmla="*/ 381621 h 438150"/>
                  <a:gd name="connsiteX6" fmla="*/ 454998 w 526297"/>
                  <a:gd name="connsiteY6" fmla="*/ 438771 h 438150"/>
                  <a:gd name="connsiteX7" fmla="*/ 435948 w 526297"/>
                  <a:gd name="connsiteY7" fmla="*/ 438771 h 438150"/>
                  <a:gd name="connsiteX8" fmla="*/ 435948 w 526297"/>
                  <a:gd name="connsiteY8" fmla="*/ 381621 h 438150"/>
                  <a:gd name="connsiteX9" fmla="*/ 93048 w 526297"/>
                  <a:gd name="connsiteY9" fmla="*/ 381621 h 438150"/>
                  <a:gd name="connsiteX10" fmla="*/ 93048 w 526297"/>
                  <a:gd name="connsiteY10" fmla="*/ 438771 h 438150"/>
                  <a:gd name="connsiteX11" fmla="*/ 73998 w 526297"/>
                  <a:gd name="connsiteY11" fmla="*/ 438771 h 438150"/>
                  <a:gd name="connsiteX12" fmla="*/ 73998 w 526297"/>
                  <a:gd name="connsiteY12" fmla="*/ 381621 h 438150"/>
                  <a:gd name="connsiteX13" fmla="*/ 43328 w 526297"/>
                  <a:gd name="connsiteY13" fmla="*/ 381621 h 438150"/>
                  <a:gd name="connsiteX14" fmla="*/ 14848 w 526297"/>
                  <a:gd name="connsiteY14" fmla="*/ 355237 h 438150"/>
                  <a:gd name="connsiteX15" fmla="*/ 1513 w 526297"/>
                  <a:gd name="connsiteY15" fmla="*/ 181501 h 438150"/>
                  <a:gd name="connsiteX16" fmla="*/ 42089 w 526297"/>
                  <a:gd name="connsiteY16" fmla="*/ 134162 h 438150"/>
                  <a:gd name="connsiteX17" fmla="*/ 45518 w 526297"/>
                  <a:gd name="connsiteY17" fmla="*/ 134066 h 438150"/>
                  <a:gd name="connsiteX18" fmla="*/ 101906 w 526297"/>
                  <a:gd name="connsiteY18" fmla="*/ 180834 h 438150"/>
                  <a:gd name="connsiteX19" fmla="*/ 121623 w 526297"/>
                  <a:gd name="connsiteY19" fmla="*/ 286371 h 438150"/>
                  <a:gd name="connsiteX20" fmla="*/ 407373 w 526297"/>
                  <a:gd name="connsiteY20" fmla="*/ 286371 h 438150"/>
                  <a:gd name="connsiteX21" fmla="*/ 427185 w 526297"/>
                  <a:gd name="connsiteY21" fmla="*/ 180739 h 438150"/>
                  <a:gd name="connsiteX22" fmla="*/ 483573 w 526297"/>
                  <a:gd name="connsiteY22" fmla="*/ 133971 h 438150"/>
                  <a:gd name="connsiteX23" fmla="*/ 416898 w 526297"/>
                  <a:gd name="connsiteY23" fmla="*/ 621 h 438150"/>
                  <a:gd name="connsiteX24" fmla="*/ 483573 w 526297"/>
                  <a:gd name="connsiteY24" fmla="*/ 67296 h 438150"/>
                  <a:gd name="connsiteX25" fmla="*/ 483573 w 526297"/>
                  <a:gd name="connsiteY25" fmla="*/ 115397 h 438150"/>
                  <a:gd name="connsiteX26" fmla="*/ 476429 w 526297"/>
                  <a:gd name="connsiteY26" fmla="*/ 114921 h 438150"/>
                  <a:gd name="connsiteX27" fmla="*/ 412040 w 526297"/>
                  <a:gd name="connsiteY27" fmla="*/ 166451 h 438150"/>
                  <a:gd name="connsiteX28" fmla="*/ 411564 w 526297"/>
                  <a:gd name="connsiteY28" fmla="*/ 168737 h 438150"/>
                  <a:gd name="connsiteX29" fmla="*/ 393086 w 526297"/>
                  <a:gd name="connsiteY29" fmla="*/ 267321 h 438150"/>
                  <a:gd name="connsiteX30" fmla="*/ 135911 w 526297"/>
                  <a:gd name="connsiteY30" fmla="*/ 267321 h 438150"/>
                  <a:gd name="connsiteX31" fmla="*/ 117432 w 526297"/>
                  <a:gd name="connsiteY31" fmla="*/ 168737 h 438150"/>
                  <a:gd name="connsiteX32" fmla="*/ 52567 w 526297"/>
                  <a:gd name="connsiteY32" fmla="*/ 114921 h 438150"/>
                  <a:gd name="connsiteX33" fmla="*/ 54948 w 526297"/>
                  <a:gd name="connsiteY33" fmla="*/ 67296 h 438150"/>
                  <a:gd name="connsiteX34" fmla="*/ 121623 w 526297"/>
                  <a:gd name="connsiteY34" fmla="*/ 621 h 438150"/>
                  <a:gd name="connsiteX35" fmla="*/ 416898 w 526297"/>
                  <a:gd name="connsiteY35" fmla="*/ 621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26297" h="438150">
                    <a:moveTo>
                      <a:pt x="483573" y="133971"/>
                    </a:moveTo>
                    <a:cubicBezTo>
                      <a:pt x="507957" y="133971"/>
                      <a:pt x="527674" y="153688"/>
                      <a:pt x="527674" y="178072"/>
                    </a:cubicBezTo>
                    <a:cubicBezTo>
                      <a:pt x="527674" y="179215"/>
                      <a:pt x="527674" y="180358"/>
                      <a:pt x="527579" y="181501"/>
                    </a:cubicBezTo>
                    <a:lnTo>
                      <a:pt x="514244" y="355237"/>
                    </a:lnTo>
                    <a:cubicBezTo>
                      <a:pt x="513101" y="370096"/>
                      <a:pt x="500718" y="381621"/>
                      <a:pt x="485764" y="381621"/>
                    </a:cubicBezTo>
                    <a:lnTo>
                      <a:pt x="454998" y="381621"/>
                    </a:lnTo>
                    <a:lnTo>
                      <a:pt x="454998" y="438771"/>
                    </a:lnTo>
                    <a:lnTo>
                      <a:pt x="435948" y="438771"/>
                    </a:lnTo>
                    <a:lnTo>
                      <a:pt x="435948" y="381621"/>
                    </a:lnTo>
                    <a:lnTo>
                      <a:pt x="93048" y="381621"/>
                    </a:lnTo>
                    <a:lnTo>
                      <a:pt x="93048" y="438771"/>
                    </a:lnTo>
                    <a:lnTo>
                      <a:pt x="73998" y="438771"/>
                    </a:lnTo>
                    <a:lnTo>
                      <a:pt x="73998" y="381621"/>
                    </a:lnTo>
                    <a:lnTo>
                      <a:pt x="43328" y="381621"/>
                    </a:lnTo>
                    <a:cubicBezTo>
                      <a:pt x="28373" y="381621"/>
                      <a:pt x="15991" y="370096"/>
                      <a:pt x="14848" y="355237"/>
                    </a:cubicBezTo>
                    <a:lnTo>
                      <a:pt x="1513" y="181501"/>
                    </a:lnTo>
                    <a:cubicBezTo>
                      <a:pt x="-392" y="157212"/>
                      <a:pt x="17801" y="135971"/>
                      <a:pt x="42089" y="134162"/>
                    </a:cubicBezTo>
                    <a:cubicBezTo>
                      <a:pt x="43232" y="134066"/>
                      <a:pt x="44375" y="134066"/>
                      <a:pt x="45518" y="134066"/>
                    </a:cubicBezTo>
                    <a:cubicBezTo>
                      <a:pt x="73141" y="134066"/>
                      <a:pt x="96858" y="153688"/>
                      <a:pt x="101906" y="180834"/>
                    </a:cubicBezTo>
                    <a:lnTo>
                      <a:pt x="121623" y="286371"/>
                    </a:lnTo>
                    <a:lnTo>
                      <a:pt x="407373" y="286371"/>
                    </a:lnTo>
                    <a:lnTo>
                      <a:pt x="427185" y="180739"/>
                    </a:lnTo>
                    <a:cubicBezTo>
                      <a:pt x="432233" y="153592"/>
                      <a:pt x="455951" y="133971"/>
                      <a:pt x="483573" y="133971"/>
                    </a:cubicBezTo>
                    <a:close/>
                    <a:moveTo>
                      <a:pt x="416898" y="621"/>
                    </a:moveTo>
                    <a:cubicBezTo>
                      <a:pt x="453760" y="621"/>
                      <a:pt x="483573" y="30434"/>
                      <a:pt x="483573" y="67296"/>
                    </a:cubicBezTo>
                    <a:lnTo>
                      <a:pt x="483573" y="115397"/>
                    </a:lnTo>
                    <a:cubicBezTo>
                      <a:pt x="481192" y="115112"/>
                      <a:pt x="478811" y="114921"/>
                      <a:pt x="476429" y="114921"/>
                    </a:cubicBezTo>
                    <a:cubicBezTo>
                      <a:pt x="445473" y="114921"/>
                      <a:pt x="418803" y="136448"/>
                      <a:pt x="412040" y="166451"/>
                    </a:cubicBezTo>
                    <a:lnTo>
                      <a:pt x="411564" y="168737"/>
                    </a:lnTo>
                    <a:lnTo>
                      <a:pt x="393086" y="267321"/>
                    </a:lnTo>
                    <a:lnTo>
                      <a:pt x="135911" y="267321"/>
                    </a:lnTo>
                    <a:lnTo>
                      <a:pt x="117432" y="168737"/>
                    </a:lnTo>
                    <a:cubicBezTo>
                      <a:pt x="111622" y="137495"/>
                      <a:pt x="84285" y="114921"/>
                      <a:pt x="52567" y="114921"/>
                    </a:cubicBezTo>
                    <a:lnTo>
                      <a:pt x="54948" y="67296"/>
                    </a:lnTo>
                    <a:cubicBezTo>
                      <a:pt x="54948" y="30434"/>
                      <a:pt x="84761" y="621"/>
                      <a:pt x="121623" y="621"/>
                    </a:cubicBezTo>
                    <a:lnTo>
                      <a:pt x="416898" y="621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6" name="Bullet1" descr="287d2a30-573a-4c03-90ee-70a7483661fd"/>
              <p:cNvSpPr txBox="1"/>
              <p:nvPr/>
            </p:nvSpPr>
            <p:spPr>
              <a:xfrm>
                <a:off x="1042670" y="3858096"/>
                <a:ext cx="2034968" cy="360786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 lnSpcReduction="10000"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rgbClr val="FFFFFF"/>
                    </a:solidFill>
                  </a:defRPr>
                </a:lvl1pPr>
              </a:lstStyle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重复步骤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7" name="Text1" descr="6da94534-336d-40f6-a12c-55abfe78bd79"/>
              <p:cNvSpPr txBox="1"/>
              <p:nvPr/>
            </p:nvSpPr>
            <p:spPr>
              <a:xfrm>
                <a:off x="1042671" y="4218882"/>
                <a:ext cx="2034968" cy="1013517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ts val="1500"/>
                  </a:lnSpc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重复创建直齿轮的方法，改变相关参数。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2" name="组合 11" descr="8370b71b-8ac5-4add-8105-4ec877ea14ff"/>
            <p:cNvGrpSpPr/>
            <p:nvPr/>
          </p:nvGrpSpPr>
          <p:grpSpPr>
            <a:xfrm>
              <a:off x="4638469" y="2863955"/>
              <a:ext cx="2656268" cy="2656268"/>
              <a:chOff x="4638469" y="2863955"/>
              <a:chExt cx="2656268" cy="2656268"/>
            </a:xfrm>
          </p:grpSpPr>
          <p:sp>
            <p:nvSpPr>
              <p:cNvPr id="20" name="Bullet2" descr="9a7d9316-dcf7-4b23-9a8e-b2d8ef08b1f0"/>
              <p:cNvSpPr txBox="1"/>
              <p:nvPr/>
            </p:nvSpPr>
            <p:spPr>
              <a:xfrm>
                <a:off x="4949118" y="3858096"/>
                <a:ext cx="2034968" cy="360786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 lnSpcReduction="10000"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rgbClr val="FFFFFF"/>
                    </a:solidFill>
                  </a:defRPr>
                </a:lvl1pPr>
              </a:lstStyle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改变齿数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1" name="Text2" descr="3c8b6a18-19fd-4bc4-b05f-4afe271fa295"/>
              <p:cNvSpPr txBox="1"/>
              <p:nvPr/>
            </p:nvSpPr>
            <p:spPr>
              <a:xfrm>
                <a:off x="4949119" y="4218882"/>
                <a:ext cx="2034968" cy="1013517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ts val="1500"/>
                  </a:lnSpc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将齿数改为40齿，直径相应变为40mm。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8" name="ComponentBackground2" descr="4b175e00-4aa8-4a4d-b3d9-3a1bac359ca9"/>
              <p:cNvSpPr/>
              <p:nvPr/>
            </p:nvSpPr>
            <p:spPr>
              <a:xfrm>
                <a:off x="4638469" y="2863955"/>
                <a:ext cx="2656268" cy="2656268"/>
              </a:xfrm>
              <a:prstGeom prst="ellipse">
                <a:avLst/>
              </a:prstGeom>
              <a:solidFill>
                <a:schemeClr val="accent3">
                  <a:alpha val="15000"/>
                </a:schemeClr>
              </a:soli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5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27" name="Icon2" descr="2b4019c9-7526-46ac-aa11-b09c951d2f48"/>
              <p:cNvSpPr/>
              <p:nvPr/>
            </p:nvSpPr>
            <p:spPr>
              <a:xfrm>
                <a:off x="5805505" y="3437994"/>
                <a:ext cx="313375" cy="307777"/>
              </a:xfrm>
              <a:custGeom>
                <a:avLst/>
                <a:gdLst>
                  <a:gd name="connsiteX0" fmla="*/ 343764 w 533400"/>
                  <a:gd name="connsiteY0" fmla="*/ 276846 h 523875"/>
                  <a:gd name="connsiteX1" fmla="*/ 372339 w 533400"/>
                  <a:gd name="connsiteY1" fmla="*/ 305421 h 523875"/>
                  <a:gd name="connsiteX2" fmla="*/ 372339 w 533400"/>
                  <a:gd name="connsiteY2" fmla="*/ 495921 h 523875"/>
                  <a:gd name="connsiteX3" fmla="*/ 343764 w 533400"/>
                  <a:gd name="connsiteY3" fmla="*/ 524496 h 523875"/>
                  <a:gd name="connsiteX4" fmla="*/ 191364 w 533400"/>
                  <a:gd name="connsiteY4" fmla="*/ 524496 h 523875"/>
                  <a:gd name="connsiteX5" fmla="*/ 162789 w 533400"/>
                  <a:gd name="connsiteY5" fmla="*/ 495921 h 523875"/>
                  <a:gd name="connsiteX6" fmla="*/ 162789 w 533400"/>
                  <a:gd name="connsiteY6" fmla="*/ 305421 h 523875"/>
                  <a:gd name="connsiteX7" fmla="*/ 191364 w 533400"/>
                  <a:gd name="connsiteY7" fmla="*/ 276846 h 523875"/>
                  <a:gd name="connsiteX8" fmla="*/ 343764 w 533400"/>
                  <a:gd name="connsiteY8" fmla="*/ 276846 h 523875"/>
                  <a:gd name="connsiteX9" fmla="*/ 143739 w 533400"/>
                  <a:gd name="connsiteY9" fmla="*/ 114921 h 523875"/>
                  <a:gd name="connsiteX10" fmla="*/ 179934 w 533400"/>
                  <a:gd name="connsiteY10" fmla="*/ 153021 h 523875"/>
                  <a:gd name="connsiteX11" fmla="*/ 181839 w 533400"/>
                  <a:gd name="connsiteY11" fmla="*/ 153021 h 523875"/>
                  <a:gd name="connsiteX12" fmla="*/ 353289 w 533400"/>
                  <a:gd name="connsiteY12" fmla="*/ 153021 h 523875"/>
                  <a:gd name="connsiteX13" fmla="*/ 391389 w 533400"/>
                  <a:gd name="connsiteY13" fmla="*/ 116826 h 523875"/>
                  <a:gd name="connsiteX14" fmla="*/ 391389 w 533400"/>
                  <a:gd name="connsiteY14" fmla="*/ 114921 h 523875"/>
                  <a:gd name="connsiteX15" fmla="*/ 505689 w 533400"/>
                  <a:gd name="connsiteY15" fmla="*/ 114921 h 523875"/>
                  <a:gd name="connsiteX16" fmla="*/ 534264 w 533400"/>
                  <a:gd name="connsiteY16" fmla="*/ 143496 h 523875"/>
                  <a:gd name="connsiteX17" fmla="*/ 534264 w 533400"/>
                  <a:gd name="connsiteY17" fmla="*/ 381621 h 523875"/>
                  <a:gd name="connsiteX18" fmla="*/ 505689 w 533400"/>
                  <a:gd name="connsiteY18" fmla="*/ 410196 h 523875"/>
                  <a:gd name="connsiteX19" fmla="*/ 391389 w 533400"/>
                  <a:gd name="connsiteY19" fmla="*/ 410196 h 523875"/>
                  <a:gd name="connsiteX20" fmla="*/ 391389 w 533400"/>
                  <a:gd name="connsiteY20" fmla="*/ 295896 h 523875"/>
                  <a:gd name="connsiteX21" fmla="*/ 355194 w 533400"/>
                  <a:gd name="connsiteY21" fmla="*/ 257796 h 523875"/>
                  <a:gd name="connsiteX22" fmla="*/ 353289 w 533400"/>
                  <a:gd name="connsiteY22" fmla="*/ 257796 h 523875"/>
                  <a:gd name="connsiteX23" fmla="*/ 181839 w 533400"/>
                  <a:gd name="connsiteY23" fmla="*/ 257796 h 523875"/>
                  <a:gd name="connsiteX24" fmla="*/ 143739 w 533400"/>
                  <a:gd name="connsiteY24" fmla="*/ 293991 h 523875"/>
                  <a:gd name="connsiteX25" fmla="*/ 143739 w 533400"/>
                  <a:gd name="connsiteY25" fmla="*/ 295896 h 523875"/>
                  <a:gd name="connsiteX26" fmla="*/ 143739 w 533400"/>
                  <a:gd name="connsiteY26" fmla="*/ 410196 h 523875"/>
                  <a:gd name="connsiteX27" fmla="*/ 29439 w 533400"/>
                  <a:gd name="connsiteY27" fmla="*/ 410196 h 523875"/>
                  <a:gd name="connsiteX28" fmla="*/ 864 w 533400"/>
                  <a:gd name="connsiteY28" fmla="*/ 381621 h 523875"/>
                  <a:gd name="connsiteX29" fmla="*/ 864 w 533400"/>
                  <a:gd name="connsiteY29" fmla="*/ 201408 h 523875"/>
                  <a:gd name="connsiteX30" fmla="*/ 11151 w 533400"/>
                  <a:gd name="connsiteY30" fmla="*/ 175405 h 523875"/>
                  <a:gd name="connsiteX31" fmla="*/ 56300 w 533400"/>
                  <a:gd name="connsiteY31" fmla="*/ 127018 h 523875"/>
                  <a:gd name="connsiteX32" fmla="*/ 84112 w 533400"/>
                  <a:gd name="connsiteY32" fmla="*/ 114921 h 523875"/>
                  <a:gd name="connsiteX33" fmla="*/ 143739 w 533400"/>
                  <a:gd name="connsiteY33" fmla="*/ 114921 h 523875"/>
                  <a:gd name="connsiteX34" fmla="*/ 462827 w 533400"/>
                  <a:gd name="connsiteY34" fmla="*/ 172071 h 523875"/>
                  <a:gd name="connsiteX35" fmla="*/ 448539 w 533400"/>
                  <a:gd name="connsiteY35" fmla="*/ 186359 h 523875"/>
                  <a:gd name="connsiteX36" fmla="*/ 462827 w 533400"/>
                  <a:gd name="connsiteY36" fmla="*/ 200646 h 523875"/>
                  <a:gd name="connsiteX37" fmla="*/ 477114 w 533400"/>
                  <a:gd name="connsiteY37" fmla="*/ 186359 h 523875"/>
                  <a:gd name="connsiteX38" fmla="*/ 462827 w 533400"/>
                  <a:gd name="connsiteY38" fmla="*/ 172071 h 523875"/>
                  <a:gd name="connsiteX39" fmla="*/ 343764 w 533400"/>
                  <a:gd name="connsiteY39" fmla="*/ 621 h 523875"/>
                  <a:gd name="connsiteX40" fmla="*/ 372339 w 533400"/>
                  <a:gd name="connsiteY40" fmla="*/ 29196 h 523875"/>
                  <a:gd name="connsiteX41" fmla="*/ 372339 w 533400"/>
                  <a:gd name="connsiteY41" fmla="*/ 105396 h 523875"/>
                  <a:gd name="connsiteX42" fmla="*/ 343764 w 533400"/>
                  <a:gd name="connsiteY42" fmla="*/ 133971 h 523875"/>
                  <a:gd name="connsiteX43" fmla="*/ 191364 w 533400"/>
                  <a:gd name="connsiteY43" fmla="*/ 133971 h 523875"/>
                  <a:gd name="connsiteX44" fmla="*/ 162789 w 533400"/>
                  <a:gd name="connsiteY44" fmla="*/ 105396 h 523875"/>
                  <a:gd name="connsiteX45" fmla="*/ 162789 w 533400"/>
                  <a:gd name="connsiteY45" fmla="*/ 29196 h 523875"/>
                  <a:gd name="connsiteX46" fmla="*/ 191364 w 533400"/>
                  <a:gd name="connsiteY46" fmla="*/ 621 h 523875"/>
                  <a:gd name="connsiteX47" fmla="*/ 343764 w 533400"/>
                  <a:gd name="connsiteY47" fmla="*/ 621 h 52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33400" h="523875">
                    <a:moveTo>
                      <a:pt x="343764" y="276846"/>
                    </a:moveTo>
                    <a:cubicBezTo>
                      <a:pt x="359576" y="276846"/>
                      <a:pt x="372339" y="289610"/>
                      <a:pt x="372339" y="305421"/>
                    </a:cubicBezTo>
                    <a:lnTo>
                      <a:pt x="372339" y="495921"/>
                    </a:lnTo>
                    <a:cubicBezTo>
                      <a:pt x="372339" y="511732"/>
                      <a:pt x="359576" y="524496"/>
                      <a:pt x="343764" y="524496"/>
                    </a:cubicBezTo>
                    <a:lnTo>
                      <a:pt x="191364" y="524496"/>
                    </a:lnTo>
                    <a:cubicBezTo>
                      <a:pt x="175552" y="524496"/>
                      <a:pt x="162789" y="511732"/>
                      <a:pt x="162789" y="495921"/>
                    </a:cubicBezTo>
                    <a:lnTo>
                      <a:pt x="162789" y="305421"/>
                    </a:lnTo>
                    <a:cubicBezTo>
                      <a:pt x="162789" y="289610"/>
                      <a:pt x="175552" y="276846"/>
                      <a:pt x="191364" y="276846"/>
                    </a:cubicBezTo>
                    <a:lnTo>
                      <a:pt x="343764" y="276846"/>
                    </a:lnTo>
                    <a:close/>
                    <a:moveTo>
                      <a:pt x="143739" y="114921"/>
                    </a:moveTo>
                    <a:cubicBezTo>
                      <a:pt x="143739" y="135305"/>
                      <a:pt x="159741" y="151973"/>
                      <a:pt x="179934" y="153021"/>
                    </a:cubicBezTo>
                    <a:lnTo>
                      <a:pt x="181839" y="153021"/>
                    </a:lnTo>
                    <a:lnTo>
                      <a:pt x="353289" y="153021"/>
                    </a:lnTo>
                    <a:cubicBezTo>
                      <a:pt x="373673" y="153021"/>
                      <a:pt x="390341" y="137019"/>
                      <a:pt x="391389" y="116826"/>
                    </a:cubicBezTo>
                    <a:lnTo>
                      <a:pt x="391389" y="114921"/>
                    </a:lnTo>
                    <a:lnTo>
                      <a:pt x="505689" y="114921"/>
                    </a:lnTo>
                    <a:cubicBezTo>
                      <a:pt x="521501" y="114921"/>
                      <a:pt x="534264" y="127685"/>
                      <a:pt x="534264" y="143496"/>
                    </a:cubicBezTo>
                    <a:lnTo>
                      <a:pt x="534264" y="381621"/>
                    </a:lnTo>
                    <a:cubicBezTo>
                      <a:pt x="534264" y="397432"/>
                      <a:pt x="521501" y="410196"/>
                      <a:pt x="505689" y="410196"/>
                    </a:cubicBezTo>
                    <a:lnTo>
                      <a:pt x="391389" y="410196"/>
                    </a:lnTo>
                    <a:lnTo>
                      <a:pt x="391389" y="295896"/>
                    </a:lnTo>
                    <a:cubicBezTo>
                      <a:pt x="391389" y="275512"/>
                      <a:pt x="375387" y="258844"/>
                      <a:pt x="355194" y="257796"/>
                    </a:cubicBezTo>
                    <a:lnTo>
                      <a:pt x="353289" y="257796"/>
                    </a:lnTo>
                    <a:lnTo>
                      <a:pt x="181839" y="257796"/>
                    </a:lnTo>
                    <a:cubicBezTo>
                      <a:pt x="161455" y="257796"/>
                      <a:pt x="144787" y="273798"/>
                      <a:pt x="143739" y="293991"/>
                    </a:cubicBezTo>
                    <a:lnTo>
                      <a:pt x="143739" y="295896"/>
                    </a:lnTo>
                    <a:lnTo>
                      <a:pt x="143739" y="410196"/>
                    </a:lnTo>
                    <a:lnTo>
                      <a:pt x="29439" y="410196"/>
                    </a:lnTo>
                    <a:cubicBezTo>
                      <a:pt x="13627" y="410196"/>
                      <a:pt x="864" y="397432"/>
                      <a:pt x="864" y="381621"/>
                    </a:cubicBezTo>
                    <a:lnTo>
                      <a:pt x="864" y="201408"/>
                    </a:lnTo>
                    <a:cubicBezTo>
                      <a:pt x="864" y="191788"/>
                      <a:pt x="4484" y="182454"/>
                      <a:pt x="11151" y="175405"/>
                    </a:cubicBezTo>
                    <a:lnTo>
                      <a:pt x="56300" y="127018"/>
                    </a:lnTo>
                    <a:cubicBezTo>
                      <a:pt x="63538" y="119303"/>
                      <a:pt x="73635" y="114921"/>
                      <a:pt x="84112" y="114921"/>
                    </a:cubicBezTo>
                    <a:lnTo>
                      <a:pt x="143739" y="114921"/>
                    </a:lnTo>
                    <a:close/>
                    <a:moveTo>
                      <a:pt x="462827" y="172071"/>
                    </a:moveTo>
                    <a:cubicBezTo>
                      <a:pt x="454921" y="172071"/>
                      <a:pt x="448539" y="178453"/>
                      <a:pt x="448539" y="186359"/>
                    </a:cubicBezTo>
                    <a:cubicBezTo>
                      <a:pt x="448539" y="194264"/>
                      <a:pt x="454921" y="200646"/>
                      <a:pt x="462827" y="200646"/>
                    </a:cubicBezTo>
                    <a:cubicBezTo>
                      <a:pt x="470732" y="200646"/>
                      <a:pt x="477114" y="194264"/>
                      <a:pt x="477114" y="186359"/>
                    </a:cubicBezTo>
                    <a:cubicBezTo>
                      <a:pt x="477114" y="178453"/>
                      <a:pt x="470732" y="172071"/>
                      <a:pt x="462827" y="172071"/>
                    </a:cubicBezTo>
                    <a:close/>
                    <a:moveTo>
                      <a:pt x="343764" y="621"/>
                    </a:moveTo>
                    <a:cubicBezTo>
                      <a:pt x="359576" y="621"/>
                      <a:pt x="372339" y="13385"/>
                      <a:pt x="372339" y="29196"/>
                    </a:cubicBezTo>
                    <a:lnTo>
                      <a:pt x="372339" y="105396"/>
                    </a:lnTo>
                    <a:cubicBezTo>
                      <a:pt x="372339" y="121207"/>
                      <a:pt x="359576" y="133971"/>
                      <a:pt x="343764" y="133971"/>
                    </a:cubicBezTo>
                    <a:lnTo>
                      <a:pt x="191364" y="133971"/>
                    </a:lnTo>
                    <a:cubicBezTo>
                      <a:pt x="175552" y="133971"/>
                      <a:pt x="162789" y="121207"/>
                      <a:pt x="162789" y="105396"/>
                    </a:cubicBezTo>
                    <a:lnTo>
                      <a:pt x="162789" y="29196"/>
                    </a:lnTo>
                    <a:cubicBezTo>
                      <a:pt x="162789" y="13385"/>
                      <a:pt x="175552" y="621"/>
                      <a:pt x="191364" y="621"/>
                    </a:cubicBezTo>
                    <a:lnTo>
                      <a:pt x="343764" y="621"/>
                    </a:lnTo>
                    <a:close/>
                  </a:path>
                </a:pathLst>
              </a:custGeom>
              <a:solidFill>
                <a:schemeClr val="accent3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</p:grpSp>
        <p:grpSp>
          <p:nvGrpSpPr>
            <p:cNvPr id="13" name="组合 12" descr="c331b275-ea5f-494c-bce1-772ffdb32917"/>
            <p:cNvGrpSpPr/>
            <p:nvPr/>
          </p:nvGrpSpPr>
          <p:grpSpPr>
            <a:xfrm>
              <a:off x="8481417" y="2863955"/>
              <a:ext cx="2656268" cy="2656268"/>
              <a:chOff x="8481417" y="2863955"/>
              <a:chExt cx="2656268" cy="2656268"/>
            </a:xfrm>
          </p:grpSpPr>
          <p:sp>
            <p:nvSpPr>
              <p:cNvPr id="24" name="Bullet3" descr="2cef5d50-d90b-42ca-85d5-9cd2a23bba32"/>
              <p:cNvSpPr txBox="1"/>
              <p:nvPr/>
            </p:nvSpPr>
            <p:spPr>
              <a:xfrm>
                <a:off x="8792066" y="3858096"/>
                <a:ext cx="2034968" cy="360786"/>
              </a:xfrm>
              <a:prstGeom prst="rect">
                <a:avLst/>
              </a:prstGeom>
              <a:noFill/>
            </p:spPr>
            <p:txBody>
              <a:bodyPr wrap="square" rtlCol="0" anchor="b" anchorCtr="1">
                <a:normAutofit lnSpcReduction="10000"/>
              </a:bodyPr>
              <a:lstStyle>
                <a:defPPr>
                  <a:defRPr lang="zh-CN"/>
                </a:defPPr>
                <a:lvl1pPr algn="ctr">
                  <a:defRPr sz="1400" b="1">
                    <a:solidFill>
                      <a:srgbClr val="FFFFFF"/>
                    </a:solidFill>
                  </a:defRPr>
                </a:lvl1pPr>
              </a:lstStyle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确保模数相同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5" name="Text3" descr="1331d5d5-0d6d-47ef-8fab-bdc0939b25c9"/>
              <p:cNvSpPr txBox="1"/>
              <p:nvPr/>
            </p:nvSpPr>
            <p:spPr>
              <a:xfrm>
                <a:off x="8792067" y="4218882"/>
                <a:ext cx="2034968" cy="1013517"/>
              </a:xfrm>
              <a:prstGeom prst="rect">
                <a:avLst/>
              </a:prstGeom>
              <a:noFill/>
            </p:spPr>
            <p:txBody>
              <a:bodyPr wrap="square" rtlCol="0" anchor="t" anchorCtr="1">
                <a:normAutofit/>
              </a:bodyPr>
              <a:lstStyle>
                <a:defPPr>
                  <a:defRPr lang="zh-CN"/>
                </a:defPPr>
                <a:lvl1pPr algn="ctr">
                  <a:lnSpc>
                    <a:spcPts val="1500"/>
                  </a:lnSpc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模数保持为1，以保证齿轮能正确啮合。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2" name="ComponentBackground3" descr="10b3cbaf-4d2e-413c-b8f5-7455967adb3b"/>
              <p:cNvSpPr/>
              <p:nvPr/>
            </p:nvSpPr>
            <p:spPr>
              <a:xfrm>
                <a:off x="8481417" y="2863955"/>
                <a:ext cx="2656268" cy="2656268"/>
              </a:xfrm>
              <a:prstGeom prst="ellipse">
                <a:avLst/>
              </a:prstGeom>
              <a:solidFill>
                <a:schemeClr val="accent1">
                  <a:alpha val="15000"/>
                </a:schemeClr>
              </a:soli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/>
              </a:p>
            </p:txBody>
          </p:sp>
          <p:sp>
            <p:nvSpPr>
              <p:cNvPr id="26" name="Icon3" descr="fd28cacb-741e-404a-9f38-0138dacf8c6f"/>
              <p:cNvSpPr/>
              <p:nvPr/>
            </p:nvSpPr>
            <p:spPr>
              <a:xfrm>
                <a:off x="9657979" y="3375272"/>
                <a:ext cx="303144" cy="332294"/>
              </a:xfrm>
              <a:custGeom>
                <a:avLst/>
                <a:gdLst>
                  <a:gd name="connsiteX0" fmla="*/ 248770 w 495300"/>
                  <a:gd name="connsiteY0" fmla="*/ 621 h 542925"/>
                  <a:gd name="connsiteX1" fmla="*/ 496420 w 495300"/>
                  <a:gd name="connsiteY1" fmla="*/ 248271 h 542925"/>
                  <a:gd name="connsiteX2" fmla="*/ 323827 w 495300"/>
                  <a:gd name="connsiteY2" fmla="*/ 484396 h 542925"/>
                  <a:gd name="connsiteX3" fmla="*/ 346973 w 495300"/>
                  <a:gd name="connsiteY3" fmla="*/ 524496 h 542925"/>
                  <a:gd name="connsiteX4" fmla="*/ 420220 w 495300"/>
                  <a:gd name="connsiteY4" fmla="*/ 524496 h 542925"/>
                  <a:gd name="connsiteX5" fmla="*/ 420220 w 495300"/>
                  <a:gd name="connsiteY5" fmla="*/ 543546 h 542925"/>
                  <a:gd name="connsiteX6" fmla="*/ 77320 w 495300"/>
                  <a:gd name="connsiteY6" fmla="*/ 543546 h 542925"/>
                  <a:gd name="connsiteX7" fmla="*/ 77320 w 495300"/>
                  <a:gd name="connsiteY7" fmla="*/ 524496 h 542925"/>
                  <a:gd name="connsiteX8" fmla="*/ 150567 w 495300"/>
                  <a:gd name="connsiteY8" fmla="*/ 524496 h 542925"/>
                  <a:gd name="connsiteX9" fmla="*/ 173713 w 495300"/>
                  <a:gd name="connsiteY9" fmla="*/ 484396 h 542925"/>
                  <a:gd name="connsiteX10" fmla="*/ 1120 w 495300"/>
                  <a:gd name="connsiteY10" fmla="*/ 248271 h 542925"/>
                  <a:gd name="connsiteX11" fmla="*/ 248770 w 495300"/>
                  <a:gd name="connsiteY11" fmla="*/ 621 h 542925"/>
                  <a:gd name="connsiteX12" fmla="*/ 192763 w 495300"/>
                  <a:gd name="connsiteY12" fmla="*/ 489539 h 542925"/>
                  <a:gd name="connsiteX13" fmla="*/ 172570 w 495300"/>
                  <a:gd name="connsiteY13" fmla="*/ 524496 h 542925"/>
                  <a:gd name="connsiteX14" fmla="*/ 324970 w 495300"/>
                  <a:gd name="connsiteY14" fmla="*/ 524496 h 542925"/>
                  <a:gd name="connsiteX15" fmla="*/ 304777 w 495300"/>
                  <a:gd name="connsiteY15" fmla="*/ 489539 h 542925"/>
                  <a:gd name="connsiteX16" fmla="*/ 248770 w 495300"/>
                  <a:gd name="connsiteY16" fmla="*/ 495921 h 542925"/>
                  <a:gd name="connsiteX17" fmla="*/ 192763 w 495300"/>
                  <a:gd name="connsiteY17" fmla="*/ 489539 h 542925"/>
                  <a:gd name="connsiteX18" fmla="*/ 248770 w 495300"/>
                  <a:gd name="connsiteY18" fmla="*/ 143496 h 542925"/>
                  <a:gd name="connsiteX19" fmla="*/ 143995 w 495300"/>
                  <a:gd name="connsiteY19" fmla="*/ 248271 h 542925"/>
                  <a:gd name="connsiteX20" fmla="*/ 248770 w 495300"/>
                  <a:gd name="connsiteY20" fmla="*/ 353046 h 542925"/>
                  <a:gd name="connsiteX21" fmla="*/ 353545 w 495300"/>
                  <a:gd name="connsiteY21" fmla="*/ 248271 h 542925"/>
                  <a:gd name="connsiteX22" fmla="*/ 248770 w 495300"/>
                  <a:gd name="connsiteY22" fmla="*/ 143496 h 542925"/>
                  <a:gd name="connsiteX23" fmla="*/ 367833 w 495300"/>
                  <a:gd name="connsiteY23" fmla="*/ 114921 h 542925"/>
                  <a:gd name="connsiteX24" fmla="*/ 353545 w 495300"/>
                  <a:gd name="connsiteY24" fmla="*/ 129209 h 542925"/>
                  <a:gd name="connsiteX25" fmla="*/ 367833 w 495300"/>
                  <a:gd name="connsiteY25" fmla="*/ 143496 h 542925"/>
                  <a:gd name="connsiteX26" fmla="*/ 382120 w 495300"/>
                  <a:gd name="connsiteY26" fmla="*/ 129209 h 542925"/>
                  <a:gd name="connsiteX27" fmla="*/ 367833 w 495300"/>
                  <a:gd name="connsiteY27" fmla="*/ 114921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95300" h="542925">
                    <a:moveTo>
                      <a:pt x="248770" y="621"/>
                    </a:moveTo>
                    <a:cubicBezTo>
                      <a:pt x="385549" y="621"/>
                      <a:pt x="496420" y="111492"/>
                      <a:pt x="496420" y="248271"/>
                    </a:cubicBezTo>
                    <a:cubicBezTo>
                      <a:pt x="496420" y="358856"/>
                      <a:pt x="423935" y="452582"/>
                      <a:pt x="323827" y="484396"/>
                    </a:cubicBezTo>
                    <a:lnTo>
                      <a:pt x="346973" y="524496"/>
                    </a:lnTo>
                    <a:lnTo>
                      <a:pt x="420220" y="524496"/>
                    </a:lnTo>
                    <a:lnTo>
                      <a:pt x="420220" y="543546"/>
                    </a:lnTo>
                    <a:lnTo>
                      <a:pt x="77320" y="543546"/>
                    </a:lnTo>
                    <a:lnTo>
                      <a:pt x="77320" y="524496"/>
                    </a:lnTo>
                    <a:lnTo>
                      <a:pt x="150567" y="524496"/>
                    </a:lnTo>
                    <a:lnTo>
                      <a:pt x="173713" y="484396"/>
                    </a:lnTo>
                    <a:cubicBezTo>
                      <a:pt x="73605" y="452582"/>
                      <a:pt x="1120" y="358856"/>
                      <a:pt x="1120" y="248271"/>
                    </a:cubicBezTo>
                    <a:cubicBezTo>
                      <a:pt x="1120" y="111492"/>
                      <a:pt x="111991" y="621"/>
                      <a:pt x="248770" y="621"/>
                    </a:cubicBezTo>
                    <a:close/>
                    <a:moveTo>
                      <a:pt x="192763" y="489539"/>
                    </a:moveTo>
                    <a:lnTo>
                      <a:pt x="172570" y="524496"/>
                    </a:lnTo>
                    <a:lnTo>
                      <a:pt x="324970" y="524496"/>
                    </a:lnTo>
                    <a:lnTo>
                      <a:pt x="304777" y="489539"/>
                    </a:lnTo>
                    <a:cubicBezTo>
                      <a:pt x="286775" y="493730"/>
                      <a:pt x="268010" y="495921"/>
                      <a:pt x="248770" y="495921"/>
                    </a:cubicBezTo>
                    <a:cubicBezTo>
                      <a:pt x="229530" y="495921"/>
                      <a:pt x="210765" y="493730"/>
                      <a:pt x="192763" y="489539"/>
                    </a:cubicBezTo>
                    <a:close/>
                    <a:moveTo>
                      <a:pt x="248770" y="143496"/>
                    </a:moveTo>
                    <a:cubicBezTo>
                      <a:pt x="190858" y="143496"/>
                      <a:pt x="143995" y="190359"/>
                      <a:pt x="143995" y="248271"/>
                    </a:cubicBezTo>
                    <a:cubicBezTo>
                      <a:pt x="143995" y="306183"/>
                      <a:pt x="190858" y="353046"/>
                      <a:pt x="248770" y="353046"/>
                    </a:cubicBezTo>
                    <a:cubicBezTo>
                      <a:pt x="306682" y="353046"/>
                      <a:pt x="353545" y="306183"/>
                      <a:pt x="353545" y="248271"/>
                    </a:cubicBezTo>
                    <a:cubicBezTo>
                      <a:pt x="353545" y="190359"/>
                      <a:pt x="306682" y="143496"/>
                      <a:pt x="248770" y="143496"/>
                    </a:cubicBezTo>
                    <a:close/>
                    <a:moveTo>
                      <a:pt x="367833" y="114921"/>
                    </a:moveTo>
                    <a:cubicBezTo>
                      <a:pt x="359927" y="114921"/>
                      <a:pt x="353545" y="121303"/>
                      <a:pt x="353545" y="129209"/>
                    </a:cubicBezTo>
                    <a:cubicBezTo>
                      <a:pt x="353545" y="137114"/>
                      <a:pt x="359927" y="143496"/>
                      <a:pt x="367833" y="143496"/>
                    </a:cubicBezTo>
                    <a:cubicBezTo>
                      <a:pt x="375738" y="143496"/>
                      <a:pt x="382120" y="137114"/>
                      <a:pt x="382120" y="129209"/>
                    </a:cubicBezTo>
                    <a:cubicBezTo>
                      <a:pt x="382120" y="121303"/>
                      <a:pt x="375738" y="114921"/>
                      <a:pt x="367833" y="11492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</p:grpSp>
        <p:sp>
          <p:nvSpPr>
            <p:cNvPr id="4" name="Title" descr="9618e2bf-5db6-49e6-9848-ee567adb85dd"/>
            <p:cNvSpPr txBox="1"/>
            <p:nvPr/>
          </p:nvSpPr>
          <p:spPr>
            <a:xfrm>
              <a:off x="673100" y="1130300"/>
              <a:ext cx="10845800" cy="1372869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学会创建与直齿轮配对的齿轮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996c1bd6-ee8b-4bdb-afb3-6257a38c0d9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>
                <a:solidFill>
                  <a:srgbClr val="FFFFFF"/>
                </a:solidFill>
                <a:ea typeface="微软雅黑" panose="020B0503020204020204" charset="-122"/>
              </a:rPr>
              <a:t>门开合齿轮机构设计</a:t>
            </a:r>
            <a:endParaRPr lang="en-US" sz="32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25" name="文本占位符 24" descr="44baebfc-3f01-4325-9d05-b477b54ad857"/>
          <p:cNvSpPr>
            <a:spLocks noGrp="1"/>
          </p:cNvSpPr>
          <p:nvPr>
            <p:ph type="body" sz="quarter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2000" b="0" i="0" u="none">
                <a:solidFill>
                  <a:srgbClr val="FFFFFF"/>
                </a:solidFill>
                <a:ea typeface="微软雅黑" panose="020B0503020204020204" charset="-122"/>
              </a:rPr>
              <a:t>设计门开合的齿轮传动机构</a:t>
            </a:r>
            <a:endParaRPr lang="en-US" sz="20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f3f0832-5463-4a2e-8a52-eef781e99330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设计思路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grpSp>
        <p:nvGrpSpPr>
          <p:cNvPr id="47" name="59087623-329e-417e-9525-b372efb6eff1.source.4.zh-Hans.pptx" descr="453db81d-8346-4f9a-9f4e-99da7c151284"/>
          <p:cNvGrpSpPr/>
          <p:nvPr/>
        </p:nvGrpSpPr>
        <p:grpSpPr>
          <a:xfrm>
            <a:off x="660399" y="1130300"/>
            <a:ext cx="10871202" cy="5003800"/>
            <a:chOff x="660399" y="1130300"/>
            <a:chExt cx="10871202" cy="5003800"/>
          </a:xfrm>
        </p:grpSpPr>
        <p:sp>
          <p:nvSpPr>
            <p:cNvPr id="49" name="Title" descr="0a0ce4a3-dd2c-4fc9-9879-369e562199d7"/>
            <p:cNvSpPr>
              <a:spLocks noChangeAspect="1"/>
            </p:cNvSpPr>
            <p:nvPr/>
          </p:nvSpPr>
          <p:spPr>
            <a:xfrm>
              <a:off x="673101" y="1130300"/>
              <a:ext cx="10858500" cy="7888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明确机构组成与传动原理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13" name="组合 12" descr="9d48335e-f9d4-4fc4-920c-b3cb52514b31"/>
            <p:cNvGrpSpPr/>
            <p:nvPr/>
          </p:nvGrpSpPr>
          <p:grpSpPr>
            <a:xfrm>
              <a:off x="3562761" y="2214376"/>
              <a:ext cx="5053778" cy="3919724"/>
              <a:chOff x="3562761" y="2214376"/>
              <a:chExt cx="5053778" cy="3919724"/>
            </a:xfrm>
          </p:grpSpPr>
          <p:sp>
            <p:nvSpPr>
              <p:cNvPr id="3" name="梯形 2" descr="8ef48c25-e223-43f1-a1f4-21c2b50a9389"/>
              <p:cNvSpPr/>
              <p:nvPr/>
            </p:nvSpPr>
            <p:spPr>
              <a:xfrm>
                <a:off x="3562761" y="5345274"/>
                <a:ext cx="5053778" cy="788826"/>
              </a:xfrm>
              <a:prstGeom prst="trapezoid">
                <a:avLst>
                  <a:gd name="adj" fmla="val 65230"/>
                </a:avLst>
              </a:prstGeom>
              <a:gradFill flip="none" rotWithShape="1">
                <a:gsLst>
                  <a:gs pos="23000">
                    <a:schemeClr val="accent2">
                      <a:lumMod val="40000"/>
                      <a:lumOff val="60000"/>
                    </a:schemeClr>
                  </a:gs>
                  <a:gs pos="100000">
                    <a:schemeClr val="accent2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sz="2400" b="1" i="0" u="none">
                    <a:solidFill>
                      <a:srgbClr val="FFFFFF"/>
                    </a:solidFill>
                    <a:latin typeface="Arial" panose="020B0604020202020204"/>
                  </a:rPr>
                  <a:t>04</a:t>
                </a:r>
                <a:endParaRPr lang="en-US" sz="24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9" name="等腰三角形 8" descr="2c1ebcd8-7989-4a21-9023-ae5dd0de4f5a"/>
              <p:cNvSpPr/>
              <p:nvPr/>
            </p:nvSpPr>
            <p:spPr>
              <a:xfrm>
                <a:off x="5568950" y="2214376"/>
                <a:ext cx="1041400" cy="788826"/>
              </a:xfrm>
              <a:prstGeom prst="triangle">
                <a:avLst/>
              </a:prstGeom>
              <a:gradFill flip="none" rotWithShape="1">
                <a:gsLst>
                  <a:gs pos="2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288000" rtlCol="0" anchor="ctr" anchorCtr="0">
                <a:noAutofit/>
              </a:bodyPr>
              <a:lstStyle/>
              <a:p>
                <a:pPr algn="ctr"/>
                <a:r>
                  <a:rPr lang="en-US" sz="2400" b="1" i="0" u="none">
                    <a:solidFill>
                      <a:srgbClr val="FFFFFF"/>
                    </a:solidFill>
                    <a:latin typeface="Arial" panose="020B0604020202020204"/>
                  </a:rPr>
                  <a:t>01</a:t>
                </a:r>
                <a:endParaRPr lang="en-US" sz="24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4" name="梯形 9" descr="43f63fb6-d4b7-4bef-82c4-48a9920f0ee5"/>
              <p:cNvSpPr/>
              <p:nvPr/>
            </p:nvSpPr>
            <p:spPr>
              <a:xfrm>
                <a:off x="4916488" y="3258009"/>
                <a:ext cx="2346326" cy="788826"/>
              </a:xfrm>
              <a:prstGeom prst="trapezoid">
                <a:avLst>
                  <a:gd name="adj" fmla="val 63664"/>
                </a:avLst>
              </a:prstGeom>
              <a:gradFill flip="none" rotWithShape="1">
                <a:gsLst>
                  <a:gs pos="23000">
                    <a:schemeClr val="accent2">
                      <a:lumMod val="40000"/>
                      <a:lumOff val="60000"/>
                    </a:schemeClr>
                  </a:gs>
                  <a:gs pos="100000">
                    <a:schemeClr val="accent2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50800" dir="5400000" algn="ctr" rotWithShape="0">
                  <a:schemeClr val="accent2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sz="2400" b="1" i="0" u="none">
                    <a:solidFill>
                      <a:srgbClr val="FFFFFF"/>
                    </a:solidFill>
                    <a:latin typeface="Arial" panose="020B0604020202020204"/>
                  </a:rPr>
                  <a:t>02</a:t>
                </a:r>
                <a:endParaRPr lang="en-US" sz="24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6" name="梯形 1" descr="4cb2bc21-6e33-42f0-8e3a-141797015e6b"/>
              <p:cNvSpPr/>
              <p:nvPr/>
            </p:nvSpPr>
            <p:spPr>
              <a:xfrm>
                <a:off x="4235450" y="4301642"/>
                <a:ext cx="3708400" cy="788826"/>
              </a:xfrm>
              <a:prstGeom prst="trapezoid">
                <a:avLst>
                  <a:gd name="adj" fmla="val 65230"/>
                </a:avLst>
              </a:prstGeom>
              <a:gradFill flip="none" rotWithShape="1">
                <a:gsLst>
                  <a:gs pos="2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/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50800" dir="5400000" algn="ctr" rotWithShape="0">
                  <a:schemeClr val="accent1"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sz="2400" b="1" i="0" u="none">
                    <a:solidFill>
                      <a:srgbClr val="FFFFFF"/>
                    </a:solidFill>
                    <a:latin typeface="Arial" panose="020B0604020202020204"/>
                  </a:rPr>
                  <a:t>03</a:t>
                </a:r>
                <a:endParaRPr lang="en-US" sz="24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27" name="组合 26" descr="4826a547-4954-4b77-ae74-3cfe65603ced"/>
            <p:cNvGrpSpPr>
              <a:grpSpLocks noChangeAspect="1"/>
            </p:cNvGrpSpPr>
            <p:nvPr/>
          </p:nvGrpSpPr>
          <p:grpSpPr>
            <a:xfrm>
              <a:off x="660400" y="2144296"/>
              <a:ext cx="4220158" cy="1346690"/>
              <a:chOff x="3217731" y="2223509"/>
              <a:chExt cx="5743839" cy="3470239"/>
            </a:xfrm>
          </p:grpSpPr>
          <p:sp>
            <p:nvSpPr>
              <p:cNvPr id="28" name="ComponentBackground1" descr="01dfd126-da6f-4e49-ba01-0af63d3fdde6"/>
              <p:cNvSpPr/>
              <p:nvPr/>
            </p:nvSpPr>
            <p:spPr>
              <a:xfrm>
                <a:off x="3217731" y="2910733"/>
                <a:ext cx="5743839" cy="2783015"/>
              </a:xfrm>
              <a:prstGeom prst="roundRect">
                <a:avLst>
                  <a:gd name="adj" fmla="val 17510"/>
                </a:avLst>
              </a:prstGeom>
              <a:gradFill flip="none" rotWithShape="1"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ln w="12700" cap="rnd">
                <a:gradFill>
                  <a:gsLst>
                    <a:gs pos="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prstDash val="solid"/>
                <a:round/>
              </a:ln>
              <a:effectLst>
                <a:outerShdw blurRad="127000" dist="50800" dir="5400000" algn="ctr" rotWithShape="0">
                  <a:schemeClr val="accent1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</a:p>
            </p:txBody>
          </p:sp>
          <p:grpSp>
            <p:nvGrpSpPr>
              <p:cNvPr id="29" name="组合 4" descr="5701e75e-f5c8-4a21-bb93-78899412780c"/>
              <p:cNvGrpSpPr/>
              <p:nvPr/>
            </p:nvGrpSpPr>
            <p:grpSpPr>
              <a:xfrm>
                <a:off x="3524250" y="2223509"/>
                <a:ext cx="5105258" cy="3181404"/>
                <a:chOff x="4257185" y="1168929"/>
                <a:chExt cx="5105258" cy="3181404"/>
              </a:xfrm>
            </p:grpSpPr>
            <p:sp>
              <p:nvSpPr>
                <p:cNvPr id="30" name="Text1" descr="29116c5b-fb2b-4bfa-ae6f-2b6b213a3030"/>
                <p:cNvSpPr/>
                <p:nvPr/>
              </p:nvSpPr>
              <p:spPr>
                <a:xfrm>
                  <a:off x="4257185" y="2591467"/>
                  <a:ext cx="5105258" cy="175886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由主动齿轮、从动齿轮、门板、支架组成，各部件协同工作。</a:t>
                  </a:r>
                  <a:endPara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31" name="Bullet1" descr="36adac96-ec8a-41d4-9f30-42f990adda21"/>
                <p:cNvSpPr txBox="1"/>
                <p:nvPr/>
              </p:nvSpPr>
              <p:spPr bwMode="auto">
                <a:xfrm>
                  <a:off x="4257185" y="1168929"/>
                  <a:ext cx="3429842" cy="129874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3500000" scaled="1"/>
                  <a:tileRect/>
                </a:gradFill>
                <a:ln w="9525">
                  <a:noFill/>
                  <a:miter lim="800000"/>
                </a:ln>
              </p:spPr>
              <p:txBody>
                <a:bodyPr wrap="square" lIns="91440" tIns="45720" rIns="91440" bIns="45720" anchor="ctr" anchorCtr="0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rPr>
                    <a:t>机构组成</a:t>
                  </a:r>
                  <a:endPara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32" name="组合 7" descr="263bc9f0-16e7-4997-97f7-74c4e34bab72"/>
            <p:cNvGrpSpPr>
              <a:grpSpLocks noChangeAspect="1"/>
            </p:cNvGrpSpPr>
            <p:nvPr/>
          </p:nvGrpSpPr>
          <p:grpSpPr>
            <a:xfrm>
              <a:off x="8011887" y="3022206"/>
              <a:ext cx="3507014" cy="1346690"/>
              <a:chOff x="3217731" y="2223509"/>
              <a:chExt cx="5743839" cy="3470239"/>
            </a:xfrm>
          </p:grpSpPr>
          <p:sp>
            <p:nvSpPr>
              <p:cNvPr id="33" name="ComponentBackground2" descr="042bc71e-1343-41a1-8403-6d47a2779bbf"/>
              <p:cNvSpPr/>
              <p:nvPr/>
            </p:nvSpPr>
            <p:spPr>
              <a:xfrm>
                <a:off x="3217731" y="2910733"/>
                <a:ext cx="5743839" cy="2783015"/>
              </a:xfrm>
              <a:prstGeom prst="roundRect">
                <a:avLst>
                  <a:gd name="adj" fmla="val 17510"/>
                </a:avLst>
              </a:prstGeom>
              <a:gradFill flip="none" rotWithShape="1"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ln w="12700" cap="rnd">
                <a:gradFill>
                  <a:gsLst>
                    <a:gs pos="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prstDash val="solid"/>
                <a:round/>
              </a:ln>
              <a:effectLst>
                <a:outerShdw blurRad="127000" dist="50800" dir="5400000" algn="ctr" rotWithShape="0">
                  <a:schemeClr val="accent1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</a:p>
            </p:txBody>
          </p:sp>
          <p:grpSp>
            <p:nvGrpSpPr>
              <p:cNvPr id="34" name="组合 4" descr="f42d9156-1d7d-4c9a-9304-c4637a5051f1"/>
              <p:cNvGrpSpPr/>
              <p:nvPr/>
            </p:nvGrpSpPr>
            <p:grpSpPr>
              <a:xfrm>
                <a:off x="3524250" y="2223509"/>
                <a:ext cx="5105258" cy="3142136"/>
                <a:chOff x="4257185" y="1168929"/>
                <a:chExt cx="5105258" cy="3142136"/>
              </a:xfrm>
            </p:grpSpPr>
            <p:sp>
              <p:nvSpPr>
                <p:cNvPr id="35" name="Text2" descr="2c0849bf-fdd7-4469-acd4-f26a6e362218"/>
                <p:cNvSpPr/>
                <p:nvPr/>
              </p:nvSpPr>
              <p:spPr>
                <a:xfrm>
                  <a:off x="4257185" y="2552199"/>
                  <a:ext cx="5105258" cy="175886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连接舵机，是小齿轮，齿数为20齿，驱动整个机构运动。</a:t>
                  </a:r>
                  <a:endPara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36" name="Bullet2" descr="a1837f09-b2e3-4c9b-8d08-223a7b8db0e8"/>
                <p:cNvSpPr txBox="1"/>
                <p:nvPr/>
              </p:nvSpPr>
              <p:spPr bwMode="auto">
                <a:xfrm>
                  <a:off x="4257185" y="1168929"/>
                  <a:ext cx="4127293" cy="129874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3500000" scaled="1"/>
                  <a:tileRect/>
                </a:gradFill>
                <a:ln w="9525">
                  <a:noFill/>
                  <a:miter lim="800000"/>
                </a:ln>
              </p:spPr>
              <p:txBody>
                <a:bodyPr wrap="square" lIns="91440" tIns="45720" rIns="91440" bIns="45720" anchor="ctr" anchorCtr="0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rPr>
                    <a:t>主动齿轮</a:t>
                  </a:r>
                  <a:endPara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37" name="组合 7" descr="64d49157-d330-41b3-9b4f-d6f069951615"/>
            <p:cNvGrpSpPr>
              <a:grpSpLocks noChangeAspect="1"/>
            </p:cNvGrpSpPr>
            <p:nvPr/>
          </p:nvGrpSpPr>
          <p:grpSpPr>
            <a:xfrm>
              <a:off x="660399" y="3900116"/>
              <a:ext cx="3166739" cy="1346690"/>
              <a:chOff x="3217731" y="2223509"/>
              <a:chExt cx="5743839" cy="3470239"/>
            </a:xfrm>
          </p:grpSpPr>
          <p:sp>
            <p:nvSpPr>
              <p:cNvPr id="38" name="ComponentBackground3" descr="687e74eb-c4ec-476e-a1ec-59c0fb52e39b"/>
              <p:cNvSpPr/>
              <p:nvPr/>
            </p:nvSpPr>
            <p:spPr>
              <a:xfrm>
                <a:off x="3217731" y="2910733"/>
                <a:ext cx="5743839" cy="2783015"/>
              </a:xfrm>
              <a:prstGeom prst="roundRect">
                <a:avLst>
                  <a:gd name="adj" fmla="val 17510"/>
                </a:avLst>
              </a:prstGeom>
              <a:gradFill flip="none" rotWithShape="1"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ln w="12700" cap="rnd">
                <a:gradFill>
                  <a:gsLst>
                    <a:gs pos="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prstDash val="solid"/>
                <a:round/>
              </a:ln>
              <a:effectLst>
                <a:outerShdw blurRad="127000" dist="50800" dir="5400000" algn="ctr" rotWithShape="0">
                  <a:schemeClr val="accent1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</a:p>
            </p:txBody>
          </p:sp>
          <p:grpSp>
            <p:nvGrpSpPr>
              <p:cNvPr id="39" name="组合 4" descr="06e6b347-57bc-43e0-930b-ae7443bf6d07"/>
              <p:cNvGrpSpPr/>
              <p:nvPr/>
            </p:nvGrpSpPr>
            <p:grpSpPr>
              <a:xfrm>
                <a:off x="3524250" y="2223509"/>
                <a:ext cx="5105258" cy="3142136"/>
                <a:chOff x="4257185" y="1168929"/>
                <a:chExt cx="5105258" cy="3142136"/>
              </a:xfrm>
            </p:grpSpPr>
            <p:sp>
              <p:nvSpPr>
                <p:cNvPr id="40" name="Text3" descr="1ce433f2-c77d-4547-8abe-8c3c82f92040"/>
                <p:cNvSpPr/>
                <p:nvPr/>
              </p:nvSpPr>
              <p:spPr>
                <a:xfrm>
                  <a:off x="4257185" y="2552199"/>
                  <a:ext cx="5105258" cy="175886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连接门轴，是大齿轮，齿数为40齿，带动门板转动。</a:t>
                  </a:r>
                  <a:endPara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1" name="Bullet3" descr="848aaee8-a2ae-4078-bc79-3621b1888c70"/>
                <p:cNvSpPr txBox="1"/>
                <p:nvPr/>
              </p:nvSpPr>
              <p:spPr bwMode="auto">
                <a:xfrm>
                  <a:off x="4257185" y="1168929"/>
                  <a:ext cx="4570783" cy="129874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3500000" scaled="1"/>
                  <a:tileRect/>
                </a:gradFill>
                <a:ln w="9525">
                  <a:noFill/>
                  <a:miter lim="800000"/>
                </a:ln>
              </p:spPr>
              <p:txBody>
                <a:bodyPr wrap="square" lIns="91440" tIns="45720" rIns="91440" bIns="45720" anchor="ctr" anchorCtr="0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rPr>
                    <a:t>从动齿轮</a:t>
                  </a:r>
                  <a:endPara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42" name="组合 7" descr="7a7a9de8-83d8-496c-85fa-15d3416eb23a"/>
            <p:cNvGrpSpPr>
              <a:grpSpLocks noChangeAspect="1"/>
            </p:cNvGrpSpPr>
            <p:nvPr/>
          </p:nvGrpSpPr>
          <p:grpSpPr>
            <a:xfrm>
              <a:off x="8603836" y="4778025"/>
              <a:ext cx="2915064" cy="1346690"/>
              <a:chOff x="3217731" y="2223509"/>
              <a:chExt cx="5743838" cy="3470239"/>
            </a:xfrm>
          </p:grpSpPr>
          <p:sp>
            <p:nvSpPr>
              <p:cNvPr id="43" name="ComponentBackground4" descr="d34ea331-0c9d-4b8b-acf2-e70b7588077c"/>
              <p:cNvSpPr/>
              <p:nvPr/>
            </p:nvSpPr>
            <p:spPr>
              <a:xfrm>
                <a:off x="3217731" y="2910733"/>
                <a:ext cx="5743838" cy="2783015"/>
              </a:xfrm>
              <a:prstGeom prst="roundRect">
                <a:avLst>
                  <a:gd name="adj" fmla="val 17510"/>
                </a:avLst>
              </a:prstGeom>
              <a:gradFill flip="none" rotWithShape="1">
                <a:gsLst>
                  <a:gs pos="0">
                    <a:schemeClr val="accent1">
                      <a:lumMod val="20000"/>
                      <a:lumOff val="80000"/>
                    </a:schemeClr>
                  </a:gs>
                  <a:gs pos="100000">
                    <a:schemeClr val="bg1"/>
                  </a:gs>
                </a:gsLst>
                <a:lin ang="16200000" scaled="1"/>
                <a:tileRect/>
              </a:gradFill>
              <a:ln w="12700" cap="rnd">
                <a:gradFill>
                  <a:gsLst>
                    <a:gs pos="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prstDash val="solid"/>
                <a:round/>
              </a:ln>
              <a:effectLst>
                <a:outerShdw blurRad="127000" dist="50800" dir="5400000" algn="ctr" rotWithShape="0">
                  <a:schemeClr val="accent1">
                    <a:lumMod val="75000"/>
                    <a:alpha val="15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normAutofit/>
              </a:bodyPr>
              <a:lstStyle/>
              <a:p>
                <a:pPr algn="r"/>
              </a:p>
            </p:txBody>
          </p:sp>
          <p:grpSp>
            <p:nvGrpSpPr>
              <p:cNvPr id="44" name="组合 43" descr="d2cbefa3-40d0-4178-9b17-4ad7b8a27250"/>
              <p:cNvGrpSpPr/>
              <p:nvPr/>
            </p:nvGrpSpPr>
            <p:grpSpPr>
              <a:xfrm>
                <a:off x="3524250" y="2223509"/>
                <a:ext cx="5105258" cy="3142133"/>
                <a:chOff x="4257185" y="1168929"/>
                <a:chExt cx="5105258" cy="3142133"/>
              </a:xfrm>
            </p:grpSpPr>
            <p:sp>
              <p:nvSpPr>
                <p:cNvPr id="45" name="Text4" descr="e66b5d85-0010-434a-8964-ba4a2aedcceb"/>
                <p:cNvSpPr/>
                <p:nvPr/>
              </p:nvSpPr>
              <p:spPr>
                <a:xfrm>
                  <a:off x="4257185" y="2552196"/>
                  <a:ext cx="5105258" cy="175886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舵机转动90度，主动齿轮转90度，经传动比，从动齿轮转45度，门半开。</a:t>
                  </a:r>
                  <a:endPara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46" name="Bullet4" descr="17d60681-1efd-444a-96aa-63ec6b46c16c"/>
                <p:cNvSpPr txBox="1"/>
                <p:nvPr/>
              </p:nvSpPr>
              <p:spPr bwMode="auto">
                <a:xfrm>
                  <a:off x="4257185" y="1168929"/>
                  <a:ext cx="4965405" cy="1298740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</a:schemeClr>
                    </a:gs>
                  </a:gsLst>
                  <a:lin ang="13500000" scaled="1"/>
                  <a:tileRect/>
                </a:gradFill>
                <a:ln w="9525">
                  <a:noFill/>
                  <a:miter lim="800000"/>
                </a:ln>
              </p:spPr>
              <p:txBody>
                <a:bodyPr wrap="square" lIns="91440" tIns="45720" rIns="91440" bIns="45720" anchor="ctr" anchorCtr="0">
                  <a:normAutofit lnSpcReduction="1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en-US" sz="1800" b="1" i="0" u="none">
                      <a:solidFill>
                        <a:srgbClr val="FFFFFF"/>
                      </a:solidFill>
                      <a:ea typeface="微软雅黑" panose="020B0503020204020204" charset="-122"/>
                    </a:rPr>
                    <a:t>传动原理</a:t>
                  </a:r>
                  <a:endPara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f3f0832-5463-4a2e-8a52-eef781e99330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创建齿轮组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grpSp>
        <p:nvGrpSpPr>
          <p:cNvPr id="27" name="416c22f5-3413-490b-8ecb-437e5ecebf9a.source.4.zh-Hans.pptx" descr="99785f03-b0bb-4318-b02d-df228e1ee39a"/>
          <p:cNvGrpSpPr/>
          <p:nvPr/>
        </p:nvGrpSpPr>
        <p:grpSpPr>
          <a:xfrm>
            <a:off x="660400" y="1130300"/>
            <a:ext cx="10858500" cy="4718028"/>
            <a:chOff x="660400" y="1130300"/>
            <a:chExt cx="10858500" cy="4718028"/>
          </a:xfrm>
        </p:grpSpPr>
        <p:sp>
          <p:nvSpPr>
            <p:cNvPr id="49" name="i$1iḋé" descr="593a65ca-1876-4ad3-8e63-2f897ee30be1"/>
            <p:cNvSpPr/>
            <p:nvPr/>
          </p:nvSpPr>
          <p:spPr bwMode="auto">
            <a:xfrm rot="16200000">
              <a:off x="3282878" y="3477906"/>
              <a:ext cx="2650609" cy="896142"/>
            </a:xfrm>
            <a:custGeom>
              <a:avLst/>
              <a:gdLst>
                <a:gd name="T0" fmla="*/ 1114 w 1114"/>
                <a:gd name="T1" fmla="*/ 231 h 376"/>
                <a:gd name="T2" fmla="*/ 557 w 1114"/>
                <a:gd name="T3" fmla="*/ 0 h 376"/>
                <a:gd name="T4" fmla="*/ 0 w 1114"/>
                <a:gd name="T5" fmla="*/ 231 h 376"/>
                <a:gd name="T6" fmla="*/ 0 w 1114"/>
                <a:gd name="T7" fmla="*/ 231 h 376"/>
                <a:gd name="T8" fmla="*/ 130 w 1114"/>
                <a:gd name="T9" fmla="*/ 361 h 376"/>
                <a:gd name="T10" fmla="*/ 459 w 1114"/>
                <a:gd name="T11" fmla="*/ 202 h 376"/>
                <a:gd name="T12" fmla="*/ 855 w 1114"/>
                <a:gd name="T13" fmla="*/ 297 h 376"/>
                <a:gd name="T14" fmla="*/ 968 w 1114"/>
                <a:gd name="T15" fmla="*/ 376 h 376"/>
                <a:gd name="T16" fmla="*/ 1114 w 1114"/>
                <a:gd name="T17" fmla="*/ 231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4" h="376">
                  <a:moveTo>
                    <a:pt x="1114" y="231"/>
                  </a:moveTo>
                  <a:cubicBezTo>
                    <a:pt x="965" y="82"/>
                    <a:pt x="767" y="0"/>
                    <a:pt x="557" y="0"/>
                  </a:cubicBezTo>
                  <a:cubicBezTo>
                    <a:pt x="346" y="0"/>
                    <a:pt x="148" y="82"/>
                    <a:pt x="0" y="231"/>
                  </a:cubicBezTo>
                  <a:cubicBezTo>
                    <a:pt x="0" y="231"/>
                    <a:pt x="0" y="231"/>
                    <a:pt x="0" y="231"/>
                  </a:cubicBezTo>
                  <a:cubicBezTo>
                    <a:pt x="130" y="361"/>
                    <a:pt x="130" y="361"/>
                    <a:pt x="130" y="361"/>
                  </a:cubicBezTo>
                  <a:cubicBezTo>
                    <a:pt x="212" y="263"/>
                    <a:pt x="329" y="206"/>
                    <a:pt x="459" y="202"/>
                  </a:cubicBezTo>
                  <a:cubicBezTo>
                    <a:pt x="590" y="197"/>
                    <a:pt x="739" y="235"/>
                    <a:pt x="855" y="297"/>
                  </a:cubicBezTo>
                  <a:cubicBezTo>
                    <a:pt x="896" y="319"/>
                    <a:pt x="933" y="346"/>
                    <a:pt x="968" y="376"/>
                  </a:cubicBezTo>
                  <a:cubicBezTo>
                    <a:pt x="1114" y="231"/>
                    <a:pt x="1114" y="231"/>
                    <a:pt x="1114" y="231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50" name="ïśḻîďè" descr="7e3069c8-5bdf-49d7-a539-d59b1e47115c"/>
            <p:cNvSpPr/>
            <p:nvPr/>
          </p:nvSpPr>
          <p:spPr bwMode="auto">
            <a:xfrm rot="16200000">
              <a:off x="3514916" y="3510637"/>
              <a:ext cx="2432392" cy="830679"/>
            </a:xfrm>
            <a:custGeom>
              <a:avLst/>
              <a:gdLst>
                <a:gd name="T0" fmla="*/ 511 w 1022"/>
                <a:gd name="T1" fmla="*/ 195 h 349"/>
                <a:gd name="T2" fmla="*/ 884 w 1022"/>
                <a:gd name="T3" fmla="*/ 349 h 349"/>
                <a:gd name="T4" fmla="*/ 1022 w 1022"/>
                <a:gd name="T5" fmla="*/ 211 h 349"/>
                <a:gd name="T6" fmla="*/ 511 w 1022"/>
                <a:gd name="T7" fmla="*/ 0 h 349"/>
                <a:gd name="T8" fmla="*/ 0 w 1022"/>
                <a:gd name="T9" fmla="*/ 211 h 349"/>
                <a:gd name="T10" fmla="*/ 138 w 1022"/>
                <a:gd name="T11" fmla="*/ 349 h 349"/>
                <a:gd name="T12" fmla="*/ 511 w 1022"/>
                <a:gd name="T13" fmla="*/ 19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2" h="349">
                  <a:moveTo>
                    <a:pt x="511" y="195"/>
                  </a:moveTo>
                  <a:cubicBezTo>
                    <a:pt x="656" y="195"/>
                    <a:pt x="788" y="254"/>
                    <a:pt x="884" y="349"/>
                  </a:cubicBezTo>
                  <a:cubicBezTo>
                    <a:pt x="1022" y="211"/>
                    <a:pt x="1022" y="211"/>
                    <a:pt x="1022" y="211"/>
                  </a:cubicBezTo>
                  <a:cubicBezTo>
                    <a:pt x="891" y="81"/>
                    <a:pt x="710" y="0"/>
                    <a:pt x="511" y="0"/>
                  </a:cubicBezTo>
                  <a:cubicBezTo>
                    <a:pt x="311" y="0"/>
                    <a:pt x="130" y="81"/>
                    <a:pt x="0" y="211"/>
                  </a:cubicBezTo>
                  <a:cubicBezTo>
                    <a:pt x="138" y="349"/>
                    <a:pt x="138" y="349"/>
                    <a:pt x="138" y="349"/>
                  </a:cubicBezTo>
                  <a:cubicBezTo>
                    <a:pt x="233" y="254"/>
                    <a:pt x="365" y="195"/>
                    <a:pt x="511" y="1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5" name="任意多边形: 形状 4" descr="7d4b0d61-be58-4e26-99c7-5390a0432608"/>
            <p:cNvSpPr/>
            <p:nvPr/>
          </p:nvSpPr>
          <p:spPr bwMode="auto">
            <a:xfrm rot="5400000">
              <a:off x="5590869" y="1174280"/>
              <a:ext cx="894692" cy="2653479"/>
            </a:xfrm>
            <a:custGeom>
              <a:avLst/>
              <a:gdLst>
                <a:gd name="connsiteX0" fmla="*/ 0 w 894692"/>
                <a:gd name="connsiteY0" fmla="*/ 1326758 h 2653479"/>
                <a:gd name="connsiteX1" fmla="*/ 1 w 894692"/>
                <a:gd name="connsiteY1" fmla="*/ 1326729 h 2653479"/>
                <a:gd name="connsiteX2" fmla="*/ 1 w 894692"/>
                <a:gd name="connsiteY2" fmla="*/ 1326721 h 2653479"/>
                <a:gd name="connsiteX3" fmla="*/ 2 w 894692"/>
                <a:gd name="connsiteY3" fmla="*/ 1326721 h 2653479"/>
                <a:gd name="connsiteX4" fmla="*/ 9069 w 894692"/>
                <a:gd name="connsiteY4" fmla="*/ 1139908 h 2653479"/>
                <a:gd name="connsiteX5" fmla="*/ 549230 w 894692"/>
                <a:gd name="connsiteY5" fmla="*/ 0 h 2653479"/>
                <a:gd name="connsiteX6" fmla="*/ 858321 w 894692"/>
                <a:gd name="connsiteY6" fmla="*/ 309657 h 2653479"/>
                <a:gd name="connsiteX7" fmla="*/ 806014 w 894692"/>
                <a:gd name="connsiteY7" fmla="*/ 376352 h 2653479"/>
                <a:gd name="connsiteX8" fmla="*/ 565874 w 894692"/>
                <a:gd name="connsiteY8" fmla="*/ 831308 h 2653479"/>
                <a:gd name="connsiteX9" fmla="*/ 401818 w 894692"/>
                <a:gd name="connsiteY9" fmla="*/ 1326758 h 2653479"/>
                <a:gd name="connsiteX10" fmla="*/ 380629 w 894692"/>
                <a:gd name="connsiteY10" fmla="*/ 1326758 h 2653479"/>
                <a:gd name="connsiteX11" fmla="*/ 361692 w 894692"/>
                <a:gd name="connsiteY11" fmla="*/ 1326758 h 2653479"/>
                <a:gd name="connsiteX12" fmla="*/ 390150 w 894692"/>
                <a:gd name="connsiteY12" fmla="*/ 1465318 h 2653479"/>
                <a:gd name="connsiteX13" fmla="*/ 894692 w 894692"/>
                <a:gd name="connsiteY13" fmla="*/ 2308093 h 2653479"/>
                <a:gd name="connsiteX14" fmla="*/ 547286 w 894692"/>
                <a:gd name="connsiteY14" fmla="*/ 2653479 h 2653479"/>
                <a:gd name="connsiteX15" fmla="*/ 9073 w 894692"/>
                <a:gd name="connsiteY15" fmla="*/ 1513571 h 2653479"/>
                <a:gd name="connsiteX16" fmla="*/ 3 w 894692"/>
                <a:gd name="connsiteY16" fmla="*/ 1326758 h 2653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94692" h="2653479">
                  <a:moveTo>
                    <a:pt x="0" y="1326758"/>
                  </a:moveTo>
                  <a:lnTo>
                    <a:pt x="1" y="1326729"/>
                  </a:lnTo>
                  <a:lnTo>
                    <a:pt x="1" y="1326721"/>
                  </a:lnTo>
                  <a:lnTo>
                    <a:pt x="2" y="1326721"/>
                  </a:lnTo>
                  <a:lnTo>
                    <a:pt x="9069" y="1139908"/>
                  </a:lnTo>
                  <a:cubicBezTo>
                    <a:pt x="51230" y="708116"/>
                    <a:pt x="239248" y="308465"/>
                    <a:pt x="549230" y="0"/>
                  </a:cubicBezTo>
                  <a:lnTo>
                    <a:pt x="858321" y="309657"/>
                  </a:lnTo>
                  <a:cubicBezTo>
                    <a:pt x="839300" y="331094"/>
                    <a:pt x="822657" y="352532"/>
                    <a:pt x="806014" y="376352"/>
                  </a:cubicBezTo>
                  <a:cubicBezTo>
                    <a:pt x="706153" y="514506"/>
                    <a:pt x="637202" y="676480"/>
                    <a:pt x="565874" y="831308"/>
                  </a:cubicBezTo>
                  <a:cubicBezTo>
                    <a:pt x="494545" y="993282"/>
                    <a:pt x="432727" y="1155256"/>
                    <a:pt x="401818" y="1326758"/>
                  </a:cubicBezTo>
                  <a:cubicBezTo>
                    <a:pt x="401818" y="1326758"/>
                    <a:pt x="401818" y="1326758"/>
                    <a:pt x="380629" y="1326758"/>
                  </a:cubicBezTo>
                  <a:lnTo>
                    <a:pt x="361692" y="1326758"/>
                  </a:lnTo>
                  <a:lnTo>
                    <a:pt x="390150" y="1465318"/>
                  </a:lnTo>
                  <a:cubicBezTo>
                    <a:pt x="470733" y="1786516"/>
                    <a:pt x="649009" y="2089250"/>
                    <a:pt x="894692" y="2308093"/>
                  </a:cubicBezTo>
                  <a:cubicBezTo>
                    <a:pt x="894692" y="2308093"/>
                    <a:pt x="894692" y="2308093"/>
                    <a:pt x="547286" y="2653479"/>
                  </a:cubicBezTo>
                  <a:cubicBezTo>
                    <a:pt x="239141" y="2345014"/>
                    <a:pt x="51235" y="1945364"/>
                    <a:pt x="9073" y="1513571"/>
                  </a:cubicBezTo>
                  <a:lnTo>
                    <a:pt x="3" y="13267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algn="l"/>
            </a:p>
          </p:txBody>
        </p:sp>
        <p:sp>
          <p:nvSpPr>
            <p:cNvPr id="4" name="任意多边形: 形状 3" descr="951e87b3-d97a-46d0-8281-e913fe830467"/>
            <p:cNvSpPr/>
            <p:nvPr/>
          </p:nvSpPr>
          <p:spPr bwMode="auto">
            <a:xfrm rot="16200000">
              <a:off x="5621420" y="1404135"/>
              <a:ext cx="833589" cy="2441081"/>
            </a:xfrm>
            <a:custGeom>
              <a:avLst/>
              <a:gdLst>
                <a:gd name="connsiteX0" fmla="*/ 833589 w 833589"/>
                <a:gd name="connsiteY0" fmla="*/ 1220521 h 2441081"/>
                <a:gd name="connsiteX1" fmla="*/ 833588 w 833589"/>
                <a:gd name="connsiteY1" fmla="*/ 1220551 h 2441081"/>
                <a:gd name="connsiteX2" fmla="*/ 833588 w 833589"/>
                <a:gd name="connsiteY2" fmla="*/ 1220560 h 2441081"/>
                <a:gd name="connsiteX3" fmla="*/ 833587 w 833589"/>
                <a:gd name="connsiteY3" fmla="*/ 1220560 h 2441081"/>
                <a:gd name="connsiteX4" fmla="*/ 824690 w 833589"/>
                <a:gd name="connsiteY4" fmla="*/ 1397047 h 2441081"/>
                <a:gd name="connsiteX5" fmla="*/ 328672 w 833589"/>
                <a:gd name="connsiteY5" fmla="*/ 2441081 h 2441081"/>
                <a:gd name="connsiteX6" fmla="*/ 0 w 833589"/>
                <a:gd name="connsiteY6" fmla="*/ 2112102 h 2441081"/>
                <a:gd name="connsiteX7" fmla="*/ 369161 w 833589"/>
                <a:gd name="connsiteY7" fmla="*/ 1220521 h 2441081"/>
                <a:gd name="connsiteX8" fmla="*/ 371832 w 833589"/>
                <a:gd name="connsiteY8" fmla="*/ 1220521 h 2441081"/>
                <a:gd name="connsiteX9" fmla="*/ 365256 w 833589"/>
                <a:gd name="connsiteY9" fmla="*/ 1091708 h 2441081"/>
                <a:gd name="connsiteX10" fmla="*/ 2907 w 833589"/>
                <a:gd name="connsiteY10" fmla="*/ 328979 h 2441081"/>
                <a:gd name="connsiteX11" fmla="*/ 331371 w 833589"/>
                <a:gd name="connsiteY11" fmla="*/ 0 h 2441081"/>
                <a:gd name="connsiteX12" fmla="*/ 824797 w 833589"/>
                <a:gd name="connsiteY12" fmla="*/ 1044035 h 2441081"/>
                <a:gd name="connsiteX13" fmla="*/ 833586 w 833589"/>
                <a:gd name="connsiteY13" fmla="*/ 1220521 h 2441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33589" h="2441081">
                  <a:moveTo>
                    <a:pt x="833589" y="1220521"/>
                  </a:moveTo>
                  <a:lnTo>
                    <a:pt x="833588" y="1220551"/>
                  </a:lnTo>
                  <a:lnTo>
                    <a:pt x="833588" y="1220560"/>
                  </a:lnTo>
                  <a:lnTo>
                    <a:pt x="833587" y="1220560"/>
                  </a:lnTo>
                  <a:lnTo>
                    <a:pt x="824690" y="1397047"/>
                  </a:lnTo>
                  <a:cubicBezTo>
                    <a:pt x="783499" y="1803312"/>
                    <a:pt x="601673" y="2167826"/>
                    <a:pt x="328672" y="2441081"/>
                  </a:cubicBezTo>
                  <a:cubicBezTo>
                    <a:pt x="328672" y="2441081"/>
                    <a:pt x="328672" y="2441081"/>
                    <a:pt x="0" y="2112102"/>
                  </a:cubicBezTo>
                  <a:cubicBezTo>
                    <a:pt x="228641" y="1883247"/>
                    <a:pt x="369161" y="1568572"/>
                    <a:pt x="369161" y="1220521"/>
                  </a:cubicBezTo>
                  <a:lnTo>
                    <a:pt x="371832" y="1220521"/>
                  </a:lnTo>
                  <a:lnTo>
                    <a:pt x="365256" y="1091708"/>
                  </a:lnTo>
                  <a:cubicBezTo>
                    <a:pt x="334830" y="795182"/>
                    <a:pt x="200759" y="529227"/>
                    <a:pt x="2907" y="328979"/>
                  </a:cubicBezTo>
                  <a:cubicBezTo>
                    <a:pt x="2907" y="328979"/>
                    <a:pt x="2907" y="328979"/>
                    <a:pt x="331371" y="0"/>
                  </a:cubicBezTo>
                  <a:cubicBezTo>
                    <a:pt x="604199" y="273255"/>
                    <a:pt x="784088" y="637769"/>
                    <a:pt x="824797" y="1044035"/>
                  </a:cubicBezTo>
                  <a:lnTo>
                    <a:pt x="833586" y="12205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algn="l"/>
            </a:p>
          </p:txBody>
        </p:sp>
        <p:sp>
          <p:nvSpPr>
            <p:cNvPr id="41" name="îṡḷíḋê" descr="2f1d4fd0-f0cd-4ca7-9063-67ec409d2abe"/>
            <p:cNvSpPr/>
            <p:nvPr/>
          </p:nvSpPr>
          <p:spPr bwMode="auto">
            <a:xfrm rot="5400000">
              <a:off x="6142950" y="3480813"/>
              <a:ext cx="2650609" cy="896145"/>
            </a:xfrm>
            <a:custGeom>
              <a:avLst/>
              <a:gdLst>
                <a:gd name="T0" fmla="*/ 1114 w 1114"/>
                <a:gd name="T1" fmla="*/ 231 h 376"/>
                <a:gd name="T2" fmla="*/ 557 w 1114"/>
                <a:gd name="T3" fmla="*/ 0 h 376"/>
                <a:gd name="T4" fmla="*/ 0 w 1114"/>
                <a:gd name="T5" fmla="*/ 231 h 376"/>
                <a:gd name="T6" fmla="*/ 0 w 1114"/>
                <a:gd name="T7" fmla="*/ 231 h 376"/>
                <a:gd name="T8" fmla="*/ 130 w 1114"/>
                <a:gd name="T9" fmla="*/ 361 h 376"/>
                <a:gd name="T10" fmla="*/ 459 w 1114"/>
                <a:gd name="T11" fmla="*/ 202 h 376"/>
                <a:gd name="T12" fmla="*/ 855 w 1114"/>
                <a:gd name="T13" fmla="*/ 297 h 376"/>
                <a:gd name="T14" fmla="*/ 968 w 1114"/>
                <a:gd name="T15" fmla="*/ 376 h 376"/>
                <a:gd name="T16" fmla="*/ 1114 w 1114"/>
                <a:gd name="T17" fmla="*/ 231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14" h="376">
                  <a:moveTo>
                    <a:pt x="1114" y="231"/>
                  </a:moveTo>
                  <a:cubicBezTo>
                    <a:pt x="965" y="82"/>
                    <a:pt x="767" y="0"/>
                    <a:pt x="557" y="0"/>
                  </a:cubicBezTo>
                  <a:cubicBezTo>
                    <a:pt x="346" y="0"/>
                    <a:pt x="148" y="82"/>
                    <a:pt x="0" y="231"/>
                  </a:cubicBezTo>
                  <a:cubicBezTo>
                    <a:pt x="0" y="231"/>
                    <a:pt x="0" y="231"/>
                    <a:pt x="0" y="231"/>
                  </a:cubicBezTo>
                  <a:cubicBezTo>
                    <a:pt x="130" y="361"/>
                    <a:pt x="130" y="361"/>
                    <a:pt x="130" y="361"/>
                  </a:cubicBezTo>
                  <a:cubicBezTo>
                    <a:pt x="212" y="263"/>
                    <a:pt x="329" y="206"/>
                    <a:pt x="459" y="202"/>
                  </a:cubicBezTo>
                  <a:cubicBezTo>
                    <a:pt x="590" y="197"/>
                    <a:pt x="739" y="235"/>
                    <a:pt x="855" y="297"/>
                  </a:cubicBezTo>
                  <a:cubicBezTo>
                    <a:pt x="896" y="319"/>
                    <a:pt x="933" y="346"/>
                    <a:pt x="968" y="376"/>
                  </a:cubicBezTo>
                  <a:cubicBezTo>
                    <a:pt x="1114" y="231"/>
                    <a:pt x="1114" y="231"/>
                    <a:pt x="1114" y="231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42" name="íŝľïďê" descr="bf6d2f08-cf03-4e9c-9639-46beb8f8f1cf"/>
            <p:cNvSpPr/>
            <p:nvPr/>
          </p:nvSpPr>
          <p:spPr bwMode="auto">
            <a:xfrm rot="5400000">
              <a:off x="6129129" y="3513546"/>
              <a:ext cx="2432392" cy="830681"/>
            </a:xfrm>
            <a:custGeom>
              <a:avLst/>
              <a:gdLst>
                <a:gd name="T0" fmla="*/ 511 w 1022"/>
                <a:gd name="T1" fmla="*/ 195 h 349"/>
                <a:gd name="T2" fmla="*/ 884 w 1022"/>
                <a:gd name="T3" fmla="*/ 349 h 349"/>
                <a:gd name="T4" fmla="*/ 1022 w 1022"/>
                <a:gd name="T5" fmla="*/ 211 h 349"/>
                <a:gd name="T6" fmla="*/ 511 w 1022"/>
                <a:gd name="T7" fmla="*/ 0 h 349"/>
                <a:gd name="T8" fmla="*/ 0 w 1022"/>
                <a:gd name="T9" fmla="*/ 211 h 349"/>
                <a:gd name="T10" fmla="*/ 138 w 1022"/>
                <a:gd name="T11" fmla="*/ 349 h 349"/>
                <a:gd name="T12" fmla="*/ 511 w 1022"/>
                <a:gd name="T13" fmla="*/ 19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2" h="349">
                  <a:moveTo>
                    <a:pt x="511" y="195"/>
                  </a:moveTo>
                  <a:cubicBezTo>
                    <a:pt x="656" y="195"/>
                    <a:pt x="788" y="254"/>
                    <a:pt x="884" y="349"/>
                  </a:cubicBezTo>
                  <a:cubicBezTo>
                    <a:pt x="1022" y="211"/>
                    <a:pt x="1022" y="211"/>
                    <a:pt x="1022" y="211"/>
                  </a:cubicBezTo>
                  <a:cubicBezTo>
                    <a:pt x="891" y="81"/>
                    <a:pt x="710" y="0"/>
                    <a:pt x="511" y="0"/>
                  </a:cubicBezTo>
                  <a:cubicBezTo>
                    <a:pt x="311" y="0"/>
                    <a:pt x="130" y="81"/>
                    <a:pt x="0" y="211"/>
                  </a:cubicBezTo>
                  <a:cubicBezTo>
                    <a:pt x="138" y="349"/>
                    <a:pt x="138" y="349"/>
                    <a:pt x="138" y="349"/>
                  </a:cubicBezTo>
                  <a:cubicBezTo>
                    <a:pt x="233" y="254"/>
                    <a:pt x="365" y="195"/>
                    <a:pt x="511" y="1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algn="l"/>
            </a:p>
          </p:txBody>
        </p:sp>
        <p:sp>
          <p:nvSpPr>
            <p:cNvPr id="6" name="任意多边形: 形状 5" descr="b8f55036-52f7-411c-80c5-c4f0b6d1aca3"/>
            <p:cNvSpPr/>
            <p:nvPr/>
          </p:nvSpPr>
          <p:spPr bwMode="auto">
            <a:xfrm rot="5400000">
              <a:off x="5590868" y="4027105"/>
              <a:ext cx="894692" cy="2653480"/>
            </a:xfrm>
            <a:custGeom>
              <a:avLst/>
              <a:gdLst>
                <a:gd name="connsiteX0" fmla="*/ 0 w 894692"/>
                <a:gd name="connsiteY0" fmla="*/ 345386 h 2653480"/>
                <a:gd name="connsiteX1" fmla="*/ 347407 w 894692"/>
                <a:gd name="connsiteY1" fmla="*/ 0 h 2653480"/>
                <a:gd name="connsiteX2" fmla="*/ 894692 w 894692"/>
                <a:gd name="connsiteY2" fmla="*/ 1326758 h 2653480"/>
                <a:gd name="connsiteX3" fmla="*/ 894688 w 894692"/>
                <a:gd name="connsiteY3" fmla="*/ 1326758 h 2653480"/>
                <a:gd name="connsiteX4" fmla="*/ 885620 w 894692"/>
                <a:gd name="connsiteY4" fmla="*/ 1513572 h 2653480"/>
                <a:gd name="connsiteX5" fmla="*/ 345459 w 894692"/>
                <a:gd name="connsiteY5" fmla="*/ 2653480 h 2653480"/>
                <a:gd name="connsiteX6" fmla="*/ 36369 w 894692"/>
                <a:gd name="connsiteY6" fmla="*/ 2343823 h 2653480"/>
                <a:gd name="connsiteX7" fmla="*/ 88676 w 894692"/>
                <a:gd name="connsiteY7" fmla="*/ 2277128 h 2653480"/>
                <a:gd name="connsiteX8" fmla="*/ 328816 w 894692"/>
                <a:gd name="connsiteY8" fmla="*/ 1822172 h 2653480"/>
                <a:gd name="connsiteX9" fmla="*/ 492872 w 894692"/>
                <a:gd name="connsiteY9" fmla="*/ 1326722 h 2653480"/>
                <a:gd name="connsiteX10" fmla="*/ 514061 w 894692"/>
                <a:gd name="connsiteY10" fmla="*/ 1326722 h 2653480"/>
                <a:gd name="connsiteX11" fmla="*/ 533001 w 894692"/>
                <a:gd name="connsiteY11" fmla="*/ 1326722 h 2653480"/>
                <a:gd name="connsiteX12" fmla="*/ 504543 w 894692"/>
                <a:gd name="connsiteY12" fmla="*/ 1188162 h 2653480"/>
                <a:gd name="connsiteX13" fmla="*/ 0 w 894692"/>
                <a:gd name="connsiteY13" fmla="*/ 345386 h 265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94692" h="2653480">
                  <a:moveTo>
                    <a:pt x="0" y="345386"/>
                  </a:moveTo>
                  <a:cubicBezTo>
                    <a:pt x="0" y="345386"/>
                    <a:pt x="0" y="345386"/>
                    <a:pt x="347407" y="0"/>
                  </a:cubicBezTo>
                  <a:cubicBezTo>
                    <a:pt x="699573" y="352532"/>
                    <a:pt x="894692" y="824162"/>
                    <a:pt x="894692" y="1326758"/>
                  </a:cubicBezTo>
                  <a:lnTo>
                    <a:pt x="894688" y="1326758"/>
                  </a:lnTo>
                  <a:lnTo>
                    <a:pt x="885620" y="1513572"/>
                  </a:lnTo>
                  <a:cubicBezTo>
                    <a:pt x="843459" y="1945364"/>
                    <a:pt x="655442" y="2345015"/>
                    <a:pt x="345459" y="2653480"/>
                  </a:cubicBezTo>
                  <a:lnTo>
                    <a:pt x="36369" y="2343823"/>
                  </a:lnTo>
                  <a:cubicBezTo>
                    <a:pt x="55390" y="2322386"/>
                    <a:pt x="72033" y="2300948"/>
                    <a:pt x="88676" y="2277128"/>
                  </a:cubicBezTo>
                  <a:cubicBezTo>
                    <a:pt x="188536" y="2138974"/>
                    <a:pt x="257487" y="1977000"/>
                    <a:pt x="328816" y="1822172"/>
                  </a:cubicBezTo>
                  <a:cubicBezTo>
                    <a:pt x="400145" y="1660198"/>
                    <a:pt x="461963" y="1498224"/>
                    <a:pt x="492872" y="1326722"/>
                  </a:cubicBezTo>
                  <a:cubicBezTo>
                    <a:pt x="492872" y="1326722"/>
                    <a:pt x="492872" y="1326722"/>
                    <a:pt x="514061" y="1326722"/>
                  </a:cubicBezTo>
                  <a:lnTo>
                    <a:pt x="533001" y="1326722"/>
                  </a:lnTo>
                  <a:lnTo>
                    <a:pt x="504543" y="1188162"/>
                  </a:lnTo>
                  <a:cubicBezTo>
                    <a:pt x="423960" y="866963"/>
                    <a:pt x="245684" y="564230"/>
                    <a:pt x="0" y="345386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algn="l"/>
            </a:p>
          </p:txBody>
        </p:sp>
        <p:sp>
          <p:nvSpPr>
            <p:cNvPr id="3" name="任意多边形: 形状 2" descr="08ee54ef-37e5-491c-a5af-b6dd222a37aa"/>
            <p:cNvSpPr/>
            <p:nvPr/>
          </p:nvSpPr>
          <p:spPr bwMode="auto">
            <a:xfrm rot="16200000">
              <a:off x="5621418" y="4009648"/>
              <a:ext cx="833592" cy="2441081"/>
            </a:xfrm>
            <a:custGeom>
              <a:avLst/>
              <a:gdLst>
                <a:gd name="connsiteX0" fmla="*/ 833592 w 833592"/>
                <a:gd name="connsiteY0" fmla="*/ 328979 h 2441081"/>
                <a:gd name="connsiteX1" fmla="*/ 464431 w 833592"/>
                <a:gd name="connsiteY1" fmla="*/ 1220560 h 2441081"/>
                <a:gd name="connsiteX2" fmla="*/ 461757 w 833592"/>
                <a:gd name="connsiteY2" fmla="*/ 1220560 h 2441081"/>
                <a:gd name="connsiteX3" fmla="*/ 468333 w 833592"/>
                <a:gd name="connsiteY3" fmla="*/ 1349373 h 2441081"/>
                <a:gd name="connsiteX4" fmla="*/ 830682 w 833592"/>
                <a:gd name="connsiteY4" fmla="*/ 2112102 h 2441081"/>
                <a:gd name="connsiteX5" fmla="*/ 502218 w 833592"/>
                <a:gd name="connsiteY5" fmla="*/ 2441081 h 2441081"/>
                <a:gd name="connsiteX6" fmla="*/ 0 w 833592"/>
                <a:gd name="connsiteY6" fmla="*/ 1220521 h 2441081"/>
                <a:gd name="connsiteX7" fmla="*/ 4 w 833592"/>
                <a:gd name="connsiteY7" fmla="*/ 1220521 h 2441081"/>
                <a:gd name="connsiteX8" fmla="*/ 8901 w 833592"/>
                <a:gd name="connsiteY8" fmla="*/ 1044035 h 2441081"/>
                <a:gd name="connsiteX9" fmla="*/ 504920 w 833592"/>
                <a:gd name="connsiteY9" fmla="*/ 0 h 2441081"/>
                <a:gd name="connsiteX10" fmla="*/ 833592 w 833592"/>
                <a:gd name="connsiteY10" fmla="*/ 328979 h 2441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3592" h="2441081">
                  <a:moveTo>
                    <a:pt x="833592" y="328979"/>
                  </a:moveTo>
                  <a:cubicBezTo>
                    <a:pt x="604950" y="557834"/>
                    <a:pt x="464431" y="872510"/>
                    <a:pt x="464431" y="1220560"/>
                  </a:cubicBezTo>
                  <a:lnTo>
                    <a:pt x="461757" y="1220560"/>
                  </a:lnTo>
                  <a:lnTo>
                    <a:pt x="468333" y="1349373"/>
                  </a:lnTo>
                  <a:cubicBezTo>
                    <a:pt x="498759" y="1645900"/>
                    <a:pt x="632830" y="1911854"/>
                    <a:pt x="830682" y="2112102"/>
                  </a:cubicBezTo>
                  <a:cubicBezTo>
                    <a:pt x="830682" y="2112102"/>
                    <a:pt x="830682" y="2112102"/>
                    <a:pt x="502218" y="2441081"/>
                  </a:cubicBezTo>
                  <a:cubicBezTo>
                    <a:pt x="190414" y="2128790"/>
                    <a:pt x="0" y="1697302"/>
                    <a:pt x="0" y="1220521"/>
                  </a:cubicBezTo>
                  <a:lnTo>
                    <a:pt x="4" y="1220521"/>
                  </a:lnTo>
                  <a:lnTo>
                    <a:pt x="8901" y="1044035"/>
                  </a:lnTo>
                  <a:cubicBezTo>
                    <a:pt x="50092" y="637770"/>
                    <a:pt x="231919" y="273255"/>
                    <a:pt x="504920" y="0"/>
                  </a:cubicBezTo>
                  <a:cubicBezTo>
                    <a:pt x="504920" y="0"/>
                    <a:pt x="504920" y="0"/>
                    <a:pt x="833592" y="32897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pPr algn="l"/>
            </a:p>
          </p:txBody>
        </p:sp>
        <p:sp>
          <p:nvSpPr>
            <p:cNvPr id="23" name="ïśľiḍê" descr="ed9392f8-3052-44ff-9172-7f1da39c47ae"/>
            <p:cNvSpPr/>
            <p:nvPr/>
          </p:nvSpPr>
          <p:spPr>
            <a:xfrm>
              <a:off x="805553" y="1992583"/>
              <a:ext cx="2852650" cy="1244437"/>
            </a:xfrm>
            <a:prstGeom prst="rect">
              <a:avLst/>
            </a:prstGeom>
            <a:noFill/>
            <a:ln w="6350">
              <a:solidFill>
                <a:schemeClr val="tx2">
                  <a:alpha val="50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</a:p>
          </p:txBody>
        </p:sp>
        <p:sp>
          <p:nvSpPr>
            <p:cNvPr id="19" name="ïSḻîḍé" descr="6788bf6e-0723-40ee-9f4c-a75feb913d65"/>
            <p:cNvSpPr/>
            <p:nvPr/>
          </p:nvSpPr>
          <p:spPr>
            <a:xfrm>
              <a:off x="805553" y="4308610"/>
              <a:ext cx="2852650" cy="1244437"/>
            </a:xfrm>
            <a:prstGeom prst="rect">
              <a:avLst/>
            </a:prstGeom>
            <a:noFill/>
            <a:ln w="6350">
              <a:solidFill>
                <a:schemeClr val="tx2">
                  <a:alpha val="50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</a:p>
          </p:txBody>
        </p:sp>
        <p:sp>
          <p:nvSpPr>
            <p:cNvPr id="15" name="îšliḓé" descr="c0a64382-6771-4d50-b728-e7f9210b76c1"/>
            <p:cNvSpPr/>
            <p:nvPr/>
          </p:nvSpPr>
          <p:spPr>
            <a:xfrm>
              <a:off x="8530623" y="1992583"/>
              <a:ext cx="2852650" cy="1244437"/>
            </a:xfrm>
            <a:prstGeom prst="rect">
              <a:avLst/>
            </a:prstGeom>
            <a:noFill/>
            <a:ln w="6350">
              <a:solidFill>
                <a:schemeClr val="tx2">
                  <a:alpha val="50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</a:p>
          </p:txBody>
        </p:sp>
        <p:sp>
          <p:nvSpPr>
            <p:cNvPr id="11" name="îṧlîḋê" descr="cf12f2ea-499f-46c7-a74a-7b535d8e3120"/>
            <p:cNvSpPr/>
            <p:nvPr/>
          </p:nvSpPr>
          <p:spPr>
            <a:xfrm>
              <a:off x="8530623" y="4308610"/>
              <a:ext cx="2852650" cy="1244437"/>
            </a:xfrm>
            <a:prstGeom prst="rect">
              <a:avLst/>
            </a:prstGeom>
            <a:noFill/>
            <a:ln w="6350">
              <a:solidFill>
                <a:schemeClr val="tx2">
                  <a:alpha val="50000"/>
                </a:schemeClr>
              </a:soli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</a:p>
          </p:txBody>
        </p:sp>
        <p:sp>
          <p:nvSpPr>
            <p:cNvPr id="51" name="Title" descr="4d17eaef-4423-478a-904e-ecb11b9a30c9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创建主动齿轮和从动齿轮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7" name="组合 6" descr="df5cdc87-f88c-4902-839f-e825f8c99ae2"/>
            <p:cNvGrpSpPr/>
            <p:nvPr/>
          </p:nvGrpSpPr>
          <p:grpSpPr>
            <a:xfrm>
              <a:off x="808649" y="1765016"/>
              <a:ext cx="5886147" cy="2724976"/>
              <a:chOff x="808649" y="1765016"/>
              <a:chExt cx="5886147" cy="2724976"/>
            </a:xfrm>
          </p:grpSpPr>
          <p:sp>
            <p:nvSpPr>
              <p:cNvPr id="30" name="IconMisc" descr="e967fcfa-8b47-403c-8dd5-5d757b41a84a"/>
              <p:cNvSpPr/>
              <p:nvPr/>
            </p:nvSpPr>
            <p:spPr bwMode="auto">
              <a:xfrm>
                <a:off x="5324152" y="3262792"/>
                <a:ext cx="1370644" cy="1227200"/>
              </a:xfrm>
              <a:custGeom>
                <a:avLst/>
                <a:gdLst>
                  <a:gd name="T0" fmla="*/ 20 w 73"/>
                  <a:gd name="T1" fmla="*/ 52 h 65"/>
                  <a:gd name="T2" fmla="*/ 26 w 73"/>
                  <a:gd name="T3" fmla="*/ 46 h 65"/>
                  <a:gd name="T4" fmla="*/ 33 w 73"/>
                  <a:gd name="T5" fmla="*/ 42 h 65"/>
                  <a:gd name="T6" fmla="*/ 35 w 73"/>
                  <a:gd name="T7" fmla="*/ 37 h 65"/>
                  <a:gd name="T8" fmla="*/ 32 w 73"/>
                  <a:gd name="T9" fmla="*/ 30 h 65"/>
                  <a:gd name="T10" fmla="*/ 30 w 73"/>
                  <a:gd name="T11" fmla="*/ 22 h 65"/>
                  <a:gd name="T12" fmla="*/ 26 w 73"/>
                  <a:gd name="T13" fmla="*/ 19 h 65"/>
                  <a:gd name="T14" fmla="*/ 16 w 73"/>
                  <a:gd name="T15" fmla="*/ 18 h 65"/>
                  <a:gd name="T16" fmla="*/ 10 w 73"/>
                  <a:gd name="T17" fmla="*/ 20 h 65"/>
                  <a:gd name="T18" fmla="*/ 2 w 73"/>
                  <a:gd name="T19" fmla="*/ 26 h 65"/>
                  <a:gd name="T20" fmla="*/ 1 w 73"/>
                  <a:gd name="T21" fmla="*/ 32 h 65"/>
                  <a:gd name="T22" fmla="*/ 2 w 73"/>
                  <a:gd name="T23" fmla="*/ 38 h 65"/>
                  <a:gd name="T24" fmla="*/ 5 w 73"/>
                  <a:gd name="T25" fmla="*/ 47 h 65"/>
                  <a:gd name="T26" fmla="*/ 10 w 73"/>
                  <a:gd name="T27" fmla="*/ 50 h 65"/>
                  <a:gd name="T28" fmla="*/ 14 w 73"/>
                  <a:gd name="T29" fmla="*/ 50 h 65"/>
                  <a:gd name="T30" fmla="*/ 6 w 73"/>
                  <a:gd name="T31" fmla="*/ 38 h 65"/>
                  <a:gd name="T32" fmla="*/ 5 w 73"/>
                  <a:gd name="T33" fmla="*/ 26 h 65"/>
                  <a:gd name="T34" fmla="*/ 18 w 73"/>
                  <a:gd name="T35" fmla="*/ 22 h 65"/>
                  <a:gd name="T36" fmla="*/ 31 w 73"/>
                  <a:gd name="T37" fmla="*/ 26 h 65"/>
                  <a:gd name="T38" fmla="*/ 30 w 73"/>
                  <a:gd name="T39" fmla="*/ 38 h 65"/>
                  <a:gd name="T40" fmla="*/ 22 w 73"/>
                  <a:gd name="T41" fmla="*/ 50 h 65"/>
                  <a:gd name="T42" fmla="*/ 34 w 73"/>
                  <a:gd name="T43" fmla="*/ 8 h 65"/>
                  <a:gd name="T44" fmla="*/ 32 w 73"/>
                  <a:gd name="T45" fmla="*/ 13 h 65"/>
                  <a:gd name="T46" fmla="*/ 33 w 73"/>
                  <a:gd name="T47" fmla="*/ 16 h 65"/>
                  <a:gd name="T48" fmla="*/ 37 w 73"/>
                  <a:gd name="T49" fmla="*/ 19 h 65"/>
                  <a:gd name="T50" fmla="*/ 42 w 73"/>
                  <a:gd name="T51" fmla="*/ 22 h 65"/>
                  <a:gd name="T52" fmla="*/ 45 w 73"/>
                  <a:gd name="T53" fmla="*/ 23 h 65"/>
                  <a:gd name="T54" fmla="*/ 50 w 73"/>
                  <a:gd name="T55" fmla="*/ 19 h 65"/>
                  <a:gd name="T56" fmla="*/ 53 w 73"/>
                  <a:gd name="T57" fmla="*/ 15 h 65"/>
                  <a:gd name="T58" fmla="*/ 54 w 73"/>
                  <a:gd name="T59" fmla="*/ 11 h 65"/>
                  <a:gd name="T60" fmla="*/ 53 w 73"/>
                  <a:gd name="T61" fmla="*/ 7 h 65"/>
                  <a:gd name="T62" fmla="*/ 50 w 73"/>
                  <a:gd name="T63" fmla="*/ 4 h 65"/>
                  <a:gd name="T64" fmla="*/ 45 w 73"/>
                  <a:gd name="T65" fmla="*/ 0 h 65"/>
                  <a:gd name="T66" fmla="*/ 41 w 73"/>
                  <a:gd name="T67" fmla="*/ 0 h 65"/>
                  <a:gd name="T68" fmla="*/ 36 w 73"/>
                  <a:gd name="T69" fmla="*/ 4 h 65"/>
                  <a:gd name="T70" fmla="*/ 36 w 73"/>
                  <a:gd name="T71" fmla="*/ 9 h 65"/>
                  <a:gd name="T72" fmla="*/ 41 w 73"/>
                  <a:gd name="T73" fmla="*/ 2 h 65"/>
                  <a:gd name="T74" fmla="*/ 50 w 73"/>
                  <a:gd name="T75" fmla="*/ 6 h 65"/>
                  <a:gd name="T76" fmla="*/ 52 w 73"/>
                  <a:gd name="T77" fmla="*/ 12 h 65"/>
                  <a:gd name="T78" fmla="*/ 46 w 73"/>
                  <a:gd name="T79" fmla="*/ 20 h 65"/>
                  <a:gd name="T80" fmla="*/ 39 w 73"/>
                  <a:gd name="T81" fmla="*/ 17 h 65"/>
                  <a:gd name="T82" fmla="*/ 34 w 73"/>
                  <a:gd name="T83" fmla="*/ 11 h 65"/>
                  <a:gd name="T84" fmla="*/ 55 w 73"/>
                  <a:gd name="T85" fmla="*/ 65 h 65"/>
                  <a:gd name="T86" fmla="*/ 55 w 73"/>
                  <a:gd name="T87" fmla="*/ 32 h 65"/>
                  <a:gd name="T88" fmla="*/ 43 w 73"/>
                  <a:gd name="T89" fmla="*/ 5 h 65"/>
                  <a:gd name="T90" fmla="*/ 43 w 73"/>
                  <a:gd name="T91" fmla="*/ 15 h 65"/>
                  <a:gd name="T92" fmla="*/ 54 w 73"/>
                  <a:gd name="T93" fmla="*/ 54 h 65"/>
                  <a:gd name="T94" fmla="*/ 47 w 73"/>
                  <a:gd name="T95" fmla="*/ 45 h 65"/>
                  <a:gd name="T96" fmla="*/ 18 w 73"/>
                  <a:gd name="T97" fmla="*/ 25 h 65"/>
                  <a:gd name="T98" fmla="*/ 10 w 73"/>
                  <a:gd name="T99" fmla="*/ 35 h 65"/>
                  <a:gd name="T100" fmla="*/ 18 w 73"/>
                  <a:gd name="T101" fmla="*/ 38 h 65"/>
                  <a:gd name="T102" fmla="*/ 56 w 73"/>
                  <a:gd name="T103" fmla="*/ 11 h 65"/>
                  <a:gd name="T104" fmla="*/ 56 w 73"/>
                  <a:gd name="T105" fmla="*/ 14 h 65"/>
                  <a:gd name="T106" fmla="*/ 32 w 73"/>
                  <a:gd name="T107" fmla="*/ 5 h 65"/>
                  <a:gd name="T108" fmla="*/ 40 w 73"/>
                  <a:gd name="T109" fmla="*/ 59 h 65"/>
                  <a:gd name="T110" fmla="*/ 16 w 73"/>
                  <a:gd name="T111" fmla="*/ 53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73" h="65">
                    <a:moveTo>
                      <a:pt x="16" y="52"/>
                    </a:moveTo>
                    <a:cubicBezTo>
                      <a:pt x="16" y="51"/>
                      <a:pt x="16" y="51"/>
                      <a:pt x="16" y="51"/>
                    </a:cubicBezTo>
                    <a:cubicBezTo>
                      <a:pt x="16" y="50"/>
                      <a:pt x="17" y="49"/>
                      <a:pt x="18" y="49"/>
                    </a:cubicBezTo>
                    <a:cubicBezTo>
                      <a:pt x="19" y="49"/>
                      <a:pt x="20" y="50"/>
                      <a:pt x="20" y="51"/>
                    </a:cubicBezTo>
                    <a:cubicBezTo>
                      <a:pt x="20" y="51"/>
                      <a:pt x="20" y="51"/>
                      <a:pt x="20" y="52"/>
                    </a:cubicBezTo>
                    <a:cubicBezTo>
                      <a:pt x="20" y="52"/>
                      <a:pt x="21" y="52"/>
                      <a:pt x="21" y="52"/>
                    </a:cubicBezTo>
                    <a:cubicBezTo>
                      <a:pt x="23" y="52"/>
                      <a:pt x="24" y="51"/>
                      <a:pt x="26" y="50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26" y="50"/>
                      <a:pt x="26" y="49"/>
                      <a:pt x="26" y="49"/>
                    </a:cubicBezTo>
                    <a:cubicBezTo>
                      <a:pt x="25" y="48"/>
                      <a:pt x="26" y="47"/>
                      <a:pt x="26" y="46"/>
                    </a:cubicBezTo>
                    <a:cubicBezTo>
                      <a:pt x="27" y="46"/>
                      <a:pt x="28" y="46"/>
                      <a:pt x="29" y="47"/>
                    </a:cubicBezTo>
                    <a:cubicBezTo>
                      <a:pt x="29" y="47"/>
                      <a:pt x="30" y="47"/>
                      <a:pt x="30" y="47"/>
                    </a:cubicBezTo>
                    <a:cubicBezTo>
                      <a:pt x="30" y="47"/>
                      <a:pt x="30" y="47"/>
                      <a:pt x="31" y="47"/>
                    </a:cubicBezTo>
                    <a:cubicBezTo>
                      <a:pt x="32" y="46"/>
                      <a:pt x="33" y="44"/>
                      <a:pt x="33" y="43"/>
                    </a:cubicBezTo>
                    <a:cubicBezTo>
                      <a:pt x="33" y="43"/>
                      <a:pt x="34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2" y="41"/>
                      <a:pt x="31" y="40"/>
                      <a:pt x="32" y="39"/>
                    </a:cubicBezTo>
                    <a:cubicBezTo>
                      <a:pt x="32" y="38"/>
                      <a:pt x="33" y="38"/>
                      <a:pt x="34" y="38"/>
                    </a:cubicBezTo>
                    <a:cubicBezTo>
                      <a:pt x="34" y="38"/>
                      <a:pt x="35" y="38"/>
                      <a:pt x="35" y="38"/>
                    </a:cubicBezTo>
                    <a:cubicBezTo>
                      <a:pt x="35" y="37"/>
                      <a:pt x="35" y="37"/>
                      <a:pt x="35" y="37"/>
                    </a:cubicBezTo>
                    <a:cubicBezTo>
                      <a:pt x="35" y="36"/>
                      <a:pt x="35" y="35"/>
                      <a:pt x="35" y="35"/>
                    </a:cubicBezTo>
                    <a:cubicBezTo>
                      <a:pt x="35" y="34"/>
                      <a:pt x="35" y="33"/>
                      <a:pt x="35" y="32"/>
                    </a:cubicBezTo>
                    <a:cubicBezTo>
                      <a:pt x="35" y="32"/>
                      <a:pt x="35" y="32"/>
                      <a:pt x="35" y="32"/>
                    </a:cubicBezTo>
                    <a:cubicBezTo>
                      <a:pt x="35" y="31"/>
                      <a:pt x="34" y="31"/>
                      <a:pt x="34" y="31"/>
                    </a:cubicBezTo>
                    <a:cubicBezTo>
                      <a:pt x="33" y="32"/>
                      <a:pt x="32" y="31"/>
                      <a:pt x="32" y="30"/>
                    </a:cubicBezTo>
                    <a:cubicBezTo>
                      <a:pt x="31" y="29"/>
                      <a:pt x="32" y="28"/>
                      <a:pt x="33" y="28"/>
                    </a:cubicBezTo>
                    <a:cubicBezTo>
                      <a:pt x="33" y="28"/>
                      <a:pt x="33" y="27"/>
                      <a:pt x="33" y="27"/>
                    </a:cubicBezTo>
                    <a:cubicBezTo>
                      <a:pt x="34" y="27"/>
                      <a:pt x="33" y="27"/>
                      <a:pt x="33" y="26"/>
                    </a:cubicBezTo>
                    <a:cubicBezTo>
                      <a:pt x="33" y="25"/>
                      <a:pt x="32" y="24"/>
                      <a:pt x="31" y="22"/>
                    </a:cubicBezTo>
                    <a:cubicBezTo>
                      <a:pt x="30" y="22"/>
                      <a:pt x="30" y="22"/>
                      <a:pt x="30" y="22"/>
                    </a:cubicBezTo>
                    <a:cubicBezTo>
                      <a:pt x="30" y="22"/>
                      <a:pt x="29" y="22"/>
                      <a:pt x="29" y="22"/>
                    </a:cubicBezTo>
                    <a:cubicBezTo>
                      <a:pt x="28" y="23"/>
                      <a:pt x="27" y="23"/>
                      <a:pt x="26" y="23"/>
                    </a:cubicBezTo>
                    <a:cubicBezTo>
                      <a:pt x="26" y="22"/>
                      <a:pt x="25" y="21"/>
                      <a:pt x="26" y="20"/>
                    </a:cubicBezTo>
                    <a:cubicBezTo>
                      <a:pt x="26" y="20"/>
                      <a:pt x="26" y="20"/>
                      <a:pt x="26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4" y="18"/>
                      <a:pt x="23" y="18"/>
                      <a:pt x="21" y="17"/>
                    </a:cubicBezTo>
                    <a:cubicBezTo>
                      <a:pt x="21" y="17"/>
                      <a:pt x="20" y="17"/>
                      <a:pt x="20" y="18"/>
                    </a:cubicBezTo>
                    <a:cubicBezTo>
                      <a:pt x="20" y="18"/>
                      <a:pt x="20" y="18"/>
                      <a:pt x="20" y="18"/>
                    </a:cubicBezTo>
                    <a:cubicBezTo>
                      <a:pt x="20" y="19"/>
                      <a:pt x="19" y="20"/>
                      <a:pt x="18" y="20"/>
                    </a:cubicBezTo>
                    <a:cubicBezTo>
                      <a:pt x="17" y="20"/>
                      <a:pt x="16" y="19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3" y="18"/>
                      <a:pt x="12" y="18"/>
                      <a:pt x="10" y="19"/>
                    </a:cubicBezTo>
                    <a:cubicBezTo>
                      <a:pt x="10" y="19"/>
                      <a:pt x="10" y="19"/>
                      <a:pt x="10" y="19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21"/>
                      <a:pt x="10" y="22"/>
                      <a:pt x="9" y="23"/>
                    </a:cubicBezTo>
                    <a:cubicBezTo>
                      <a:pt x="9" y="23"/>
                      <a:pt x="7" y="23"/>
                      <a:pt x="7" y="22"/>
                    </a:cubicBezTo>
                    <a:cubicBezTo>
                      <a:pt x="7" y="22"/>
                      <a:pt x="6" y="22"/>
                      <a:pt x="6" y="22"/>
                    </a:cubicBezTo>
                    <a:cubicBezTo>
                      <a:pt x="6" y="22"/>
                      <a:pt x="5" y="22"/>
                      <a:pt x="5" y="22"/>
                    </a:cubicBezTo>
                    <a:cubicBezTo>
                      <a:pt x="4" y="24"/>
                      <a:pt x="3" y="25"/>
                      <a:pt x="2" y="26"/>
                    </a:cubicBezTo>
                    <a:cubicBezTo>
                      <a:pt x="2" y="27"/>
                      <a:pt x="2" y="27"/>
                      <a:pt x="2" y="27"/>
                    </a:cubicBezTo>
                    <a:cubicBezTo>
                      <a:pt x="2" y="27"/>
                      <a:pt x="3" y="28"/>
                      <a:pt x="3" y="28"/>
                    </a:cubicBezTo>
                    <a:cubicBezTo>
                      <a:pt x="4" y="28"/>
                      <a:pt x="4" y="29"/>
                      <a:pt x="4" y="30"/>
                    </a:cubicBezTo>
                    <a:cubicBezTo>
                      <a:pt x="4" y="31"/>
                      <a:pt x="3" y="32"/>
                      <a:pt x="2" y="31"/>
                    </a:cubicBezTo>
                    <a:cubicBezTo>
                      <a:pt x="1" y="31"/>
                      <a:pt x="1" y="31"/>
                      <a:pt x="1" y="32"/>
                    </a:cubicBezTo>
                    <a:cubicBezTo>
                      <a:pt x="1" y="32"/>
                      <a:pt x="1" y="32"/>
                      <a:pt x="1" y="32"/>
                    </a:cubicBezTo>
                    <a:cubicBezTo>
                      <a:pt x="0" y="33"/>
                      <a:pt x="0" y="34"/>
                      <a:pt x="0" y="35"/>
                    </a:cubicBezTo>
                    <a:cubicBezTo>
                      <a:pt x="0" y="35"/>
                      <a:pt x="0" y="36"/>
                      <a:pt x="1" y="37"/>
                    </a:cubicBezTo>
                    <a:cubicBezTo>
                      <a:pt x="1" y="37"/>
                      <a:pt x="1" y="37"/>
                      <a:pt x="1" y="38"/>
                    </a:cubicBezTo>
                    <a:cubicBezTo>
                      <a:pt x="1" y="38"/>
                      <a:pt x="1" y="38"/>
                      <a:pt x="2" y="38"/>
                    </a:cubicBezTo>
                    <a:cubicBezTo>
                      <a:pt x="3" y="38"/>
                      <a:pt x="4" y="38"/>
                      <a:pt x="4" y="39"/>
                    </a:cubicBezTo>
                    <a:cubicBezTo>
                      <a:pt x="4" y="40"/>
                      <a:pt x="4" y="41"/>
                      <a:pt x="3" y="42"/>
                    </a:cubicBezTo>
                    <a:cubicBezTo>
                      <a:pt x="3" y="42"/>
                      <a:pt x="2" y="42"/>
                      <a:pt x="2" y="42"/>
                    </a:cubicBezTo>
                    <a:cubicBezTo>
                      <a:pt x="2" y="42"/>
                      <a:pt x="2" y="43"/>
                      <a:pt x="2" y="43"/>
                    </a:cubicBezTo>
                    <a:cubicBezTo>
                      <a:pt x="3" y="44"/>
                      <a:pt x="4" y="46"/>
                      <a:pt x="5" y="47"/>
                    </a:cubicBezTo>
                    <a:cubicBezTo>
                      <a:pt x="5" y="47"/>
                      <a:pt x="6" y="47"/>
                      <a:pt x="6" y="47"/>
                    </a:cubicBezTo>
                    <a:cubicBezTo>
                      <a:pt x="6" y="47"/>
                      <a:pt x="7" y="47"/>
                      <a:pt x="7" y="47"/>
                    </a:cubicBezTo>
                    <a:cubicBezTo>
                      <a:pt x="7" y="46"/>
                      <a:pt x="9" y="46"/>
                      <a:pt x="9" y="46"/>
                    </a:cubicBezTo>
                    <a:cubicBezTo>
                      <a:pt x="10" y="47"/>
                      <a:pt x="10" y="48"/>
                      <a:pt x="10" y="49"/>
                    </a:cubicBezTo>
                    <a:cubicBezTo>
                      <a:pt x="10" y="49"/>
                      <a:pt x="10" y="50"/>
                      <a:pt x="10" y="50"/>
                    </a:cubicBezTo>
                    <a:cubicBezTo>
                      <a:pt x="10" y="50"/>
                      <a:pt x="10" y="50"/>
                      <a:pt x="10" y="50"/>
                    </a:cubicBezTo>
                    <a:cubicBezTo>
                      <a:pt x="12" y="51"/>
                      <a:pt x="13" y="52"/>
                      <a:pt x="15" y="52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5" y="52"/>
                      <a:pt x="15" y="52"/>
                      <a:pt x="16" y="52"/>
                    </a:cubicBezTo>
                    <a:close/>
                    <a:moveTo>
                      <a:pt x="14" y="50"/>
                    </a:moveTo>
                    <a:cubicBezTo>
                      <a:pt x="13" y="49"/>
                      <a:pt x="13" y="49"/>
                      <a:pt x="12" y="49"/>
                    </a:cubicBezTo>
                    <a:cubicBezTo>
                      <a:pt x="12" y="47"/>
                      <a:pt x="12" y="46"/>
                      <a:pt x="11" y="45"/>
                    </a:cubicBezTo>
                    <a:cubicBezTo>
                      <a:pt x="9" y="44"/>
                      <a:pt x="7" y="44"/>
                      <a:pt x="6" y="45"/>
                    </a:cubicBezTo>
                    <a:cubicBezTo>
                      <a:pt x="6" y="44"/>
                      <a:pt x="5" y="43"/>
                      <a:pt x="5" y="43"/>
                    </a:cubicBezTo>
                    <a:cubicBezTo>
                      <a:pt x="6" y="42"/>
                      <a:pt x="6" y="40"/>
                      <a:pt x="6" y="38"/>
                    </a:cubicBezTo>
                    <a:cubicBezTo>
                      <a:pt x="5" y="37"/>
                      <a:pt x="4" y="36"/>
                      <a:pt x="2" y="36"/>
                    </a:cubicBezTo>
                    <a:cubicBezTo>
                      <a:pt x="2" y="35"/>
                      <a:pt x="2" y="35"/>
                      <a:pt x="2" y="35"/>
                    </a:cubicBezTo>
                    <a:cubicBezTo>
                      <a:pt x="2" y="34"/>
                      <a:pt x="2" y="34"/>
                      <a:pt x="2" y="33"/>
                    </a:cubicBezTo>
                    <a:cubicBezTo>
                      <a:pt x="4" y="33"/>
                      <a:pt x="5" y="32"/>
                      <a:pt x="6" y="31"/>
                    </a:cubicBezTo>
                    <a:cubicBezTo>
                      <a:pt x="6" y="29"/>
                      <a:pt x="6" y="27"/>
                      <a:pt x="5" y="26"/>
                    </a:cubicBezTo>
                    <a:cubicBezTo>
                      <a:pt x="5" y="26"/>
                      <a:pt x="6" y="25"/>
                      <a:pt x="6" y="25"/>
                    </a:cubicBezTo>
                    <a:cubicBezTo>
                      <a:pt x="7" y="25"/>
                      <a:pt x="9" y="25"/>
                      <a:pt x="11" y="24"/>
                    </a:cubicBezTo>
                    <a:cubicBezTo>
                      <a:pt x="12" y="23"/>
                      <a:pt x="12" y="22"/>
                      <a:pt x="12" y="20"/>
                    </a:cubicBezTo>
                    <a:cubicBezTo>
                      <a:pt x="13" y="20"/>
                      <a:pt x="13" y="20"/>
                      <a:pt x="14" y="19"/>
                    </a:cubicBezTo>
                    <a:cubicBezTo>
                      <a:pt x="15" y="21"/>
                      <a:pt x="16" y="22"/>
                      <a:pt x="18" y="22"/>
                    </a:cubicBezTo>
                    <a:cubicBezTo>
                      <a:pt x="20" y="22"/>
                      <a:pt x="21" y="21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3" y="22"/>
                      <a:pt x="24" y="23"/>
                      <a:pt x="25" y="24"/>
                    </a:cubicBezTo>
                    <a:cubicBezTo>
                      <a:pt x="27" y="25"/>
                      <a:pt x="28" y="25"/>
                      <a:pt x="30" y="25"/>
                    </a:cubicBezTo>
                    <a:cubicBezTo>
                      <a:pt x="30" y="25"/>
                      <a:pt x="31" y="26"/>
                      <a:pt x="31" y="26"/>
                    </a:cubicBezTo>
                    <a:cubicBezTo>
                      <a:pt x="30" y="27"/>
                      <a:pt x="29" y="29"/>
                      <a:pt x="30" y="31"/>
                    </a:cubicBezTo>
                    <a:cubicBezTo>
                      <a:pt x="30" y="32"/>
                      <a:pt x="32" y="33"/>
                      <a:pt x="33" y="33"/>
                    </a:cubicBezTo>
                    <a:cubicBezTo>
                      <a:pt x="33" y="34"/>
                      <a:pt x="33" y="34"/>
                      <a:pt x="33" y="35"/>
                    </a:cubicBezTo>
                    <a:cubicBezTo>
                      <a:pt x="33" y="35"/>
                      <a:pt x="33" y="35"/>
                      <a:pt x="33" y="36"/>
                    </a:cubicBezTo>
                    <a:cubicBezTo>
                      <a:pt x="32" y="36"/>
                      <a:pt x="30" y="37"/>
                      <a:pt x="30" y="38"/>
                    </a:cubicBezTo>
                    <a:cubicBezTo>
                      <a:pt x="29" y="40"/>
                      <a:pt x="30" y="42"/>
                      <a:pt x="31" y="43"/>
                    </a:cubicBezTo>
                    <a:cubicBezTo>
                      <a:pt x="31" y="43"/>
                      <a:pt x="30" y="44"/>
                      <a:pt x="30" y="45"/>
                    </a:cubicBezTo>
                    <a:cubicBezTo>
                      <a:pt x="28" y="44"/>
                      <a:pt x="27" y="44"/>
                      <a:pt x="25" y="45"/>
                    </a:cubicBezTo>
                    <a:cubicBezTo>
                      <a:pt x="24" y="46"/>
                      <a:pt x="23" y="47"/>
                      <a:pt x="24" y="49"/>
                    </a:cubicBezTo>
                    <a:cubicBezTo>
                      <a:pt x="23" y="49"/>
                      <a:pt x="22" y="49"/>
                      <a:pt x="22" y="50"/>
                    </a:cubicBezTo>
                    <a:cubicBezTo>
                      <a:pt x="21" y="48"/>
                      <a:pt x="20" y="47"/>
                      <a:pt x="18" y="47"/>
                    </a:cubicBezTo>
                    <a:cubicBezTo>
                      <a:pt x="16" y="47"/>
                      <a:pt x="15" y="48"/>
                      <a:pt x="14" y="50"/>
                    </a:cubicBezTo>
                    <a:close/>
                    <a:moveTo>
                      <a:pt x="33" y="7"/>
                    </a:moveTo>
                    <a:cubicBezTo>
                      <a:pt x="33" y="7"/>
                      <a:pt x="33" y="7"/>
                      <a:pt x="34" y="7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4" y="9"/>
                      <a:pt x="34" y="9"/>
                      <a:pt x="33" y="9"/>
                    </a:cubicBezTo>
                    <a:cubicBezTo>
                      <a:pt x="33" y="9"/>
                      <a:pt x="32" y="9"/>
                      <a:pt x="32" y="9"/>
                    </a:cubicBezTo>
                    <a:cubicBezTo>
                      <a:pt x="32" y="9"/>
                      <a:pt x="32" y="10"/>
                      <a:pt x="32" y="10"/>
                    </a:cubicBezTo>
                    <a:cubicBezTo>
                      <a:pt x="32" y="10"/>
                      <a:pt x="32" y="11"/>
                      <a:pt x="32" y="11"/>
                    </a:cubicBezTo>
                    <a:cubicBezTo>
                      <a:pt x="32" y="12"/>
                      <a:pt x="32" y="12"/>
                      <a:pt x="32" y="13"/>
                    </a:cubicBezTo>
                    <a:cubicBezTo>
                      <a:pt x="32" y="13"/>
                      <a:pt x="32" y="13"/>
                      <a:pt x="32" y="14"/>
                    </a:cubicBezTo>
                    <a:cubicBezTo>
                      <a:pt x="33" y="14"/>
                      <a:pt x="33" y="14"/>
                      <a:pt x="33" y="14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4" y="15"/>
                      <a:pt x="34" y="15"/>
                      <a:pt x="34" y="15"/>
                    </a:cubicBezTo>
                    <a:cubicBezTo>
                      <a:pt x="33" y="15"/>
                      <a:pt x="33" y="16"/>
                      <a:pt x="33" y="16"/>
                    </a:cubicBezTo>
                    <a:cubicBezTo>
                      <a:pt x="33" y="16"/>
                      <a:pt x="33" y="17"/>
                      <a:pt x="33" y="17"/>
                    </a:cubicBezTo>
                    <a:cubicBezTo>
                      <a:pt x="34" y="18"/>
                      <a:pt x="34" y="18"/>
                      <a:pt x="35" y="19"/>
                    </a:cubicBezTo>
                    <a:cubicBezTo>
                      <a:pt x="35" y="19"/>
                      <a:pt x="35" y="20"/>
                      <a:pt x="36" y="20"/>
                    </a:cubicBezTo>
                    <a:cubicBezTo>
                      <a:pt x="36" y="20"/>
                      <a:pt x="36" y="19"/>
                      <a:pt x="36" y="19"/>
                    </a:cubicBezTo>
                    <a:cubicBezTo>
                      <a:pt x="37" y="19"/>
                      <a:pt x="37" y="19"/>
                      <a:pt x="37" y="19"/>
                    </a:cubicBezTo>
                    <a:cubicBezTo>
                      <a:pt x="38" y="19"/>
                      <a:pt x="38" y="20"/>
                      <a:pt x="38" y="20"/>
                    </a:cubicBezTo>
                    <a:cubicBezTo>
                      <a:pt x="38" y="20"/>
                      <a:pt x="38" y="21"/>
                      <a:pt x="38" y="21"/>
                    </a:cubicBezTo>
                    <a:cubicBezTo>
                      <a:pt x="38" y="21"/>
                      <a:pt x="38" y="21"/>
                      <a:pt x="38" y="22"/>
                    </a:cubicBezTo>
                    <a:cubicBezTo>
                      <a:pt x="39" y="22"/>
                      <a:pt x="40" y="22"/>
                      <a:pt x="41" y="23"/>
                    </a:cubicBezTo>
                    <a:cubicBezTo>
                      <a:pt x="41" y="23"/>
                      <a:pt x="42" y="23"/>
                      <a:pt x="42" y="22"/>
                    </a:cubicBezTo>
                    <a:cubicBezTo>
                      <a:pt x="42" y="22"/>
                      <a:pt x="42" y="22"/>
                      <a:pt x="42" y="22"/>
                    </a:cubicBezTo>
                    <a:cubicBezTo>
                      <a:pt x="42" y="21"/>
                      <a:pt x="44" y="21"/>
                      <a:pt x="44" y="22"/>
                    </a:cubicBezTo>
                    <a:cubicBezTo>
                      <a:pt x="44" y="22"/>
                      <a:pt x="44" y="22"/>
                      <a:pt x="44" y="22"/>
                    </a:cubicBezTo>
                    <a:cubicBezTo>
                      <a:pt x="44" y="22"/>
                      <a:pt x="45" y="23"/>
                      <a:pt x="45" y="23"/>
                    </a:cubicBezTo>
                    <a:cubicBezTo>
                      <a:pt x="45" y="23"/>
                      <a:pt x="45" y="23"/>
                      <a:pt x="45" y="23"/>
                    </a:cubicBezTo>
                    <a:cubicBezTo>
                      <a:pt x="46" y="22"/>
                      <a:pt x="47" y="22"/>
                      <a:pt x="48" y="22"/>
                    </a:cubicBezTo>
                    <a:cubicBezTo>
                      <a:pt x="48" y="21"/>
                      <a:pt x="48" y="21"/>
                      <a:pt x="48" y="21"/>
                    </a:cubicBezTo>
                    <a:cubicBezTo>
                      <a:pt x="49" y="21"/>
                      <a:pt x="49" y="20"/>
                      <a:pt x="48" y="20"/>
                    </a:cubicBezTo>
                    <a:cubicBezTo>
                      <a:pt x="48" y="20"/>
                      <a:pt x="48" y="19"/>
                      <a:pt x="49" y="19"/>
                    </a:cubicBezTo>
                    <a:cubicBezTo>
                      <a:pt x="49" y="19"/>
                      <a:pt x="49" y="19"/>
                      <a:pt x="50" y="19"/>
                    </a:cubicBezTo>
                    <a:cubicBezTo>
                      <a:pt x="50" y="19"/>
                      <a:pt x="50" y="20"/>
                      <a:pt x="50" y="20"/>
                    </a:cubicBezTo>
                    <a:cubicBezTo>
                      <a:pt x="51" y="20"/>
                      <a:pt x="51" y="19"/>
                      <a:pt x="51" y="19"/>
                    </a:cubicBezTo>
                    <a:cubicBezTo>
                      <a:pt x="52" y="18"/>
                      <a:pt x="53" y="18"/>
                      <a:pt x="53" y="17"/>
                    </a:cubicBezTo>
                    <a:cubicBezTo>
                      <a:pt x="53" y="17"/>
                      <a:pt x="53" y="16"/>
                      <a:pt x="53" y="16"/>
                    </a:cubicBezTo>
                    <a:cubicBezTo>
                      <a:pt x="53" y="16"/>
                      <a:pt x="53" y="15"/>
                      <a:pt x="53" y="15"/>
                    </a:cubicBezTo>
                    <a:cubicBezTo>
                      <a:pt x="52" y="15"/>
                      <a:pt x="52" y="15"/>
                      <a:pt x="52" y="14"/>
                    </a:cubicBezTo>
                    <a:cubicBezTo>
                      <a:pt x="52" y="14"/>
                      <a:pt x="53" y="14"/>
                      <a:pt x="53" y="14"/>
                    </a:cubicBezTo>
                    <a:cubicBezTo>
                      <a:pt x="53" y="14"/>
                      <a:pt x="54" y="14"/>
                      <a:pt x="54" y="14"/>
                    </a:cubicBezTo>
                    <a:cubicBezTo>
                      <a:pt x="54" y="13"/>
                      <a:pt x="54" y="13"/>
                      <a:pt x="54" y="13"/>
                    </a:cubicBezTo>
                    <a:cubicBezTo>
                      <a:pt x="54" y="12"/>
                      <a:pt x="54" y="12"/>
                      <a:pt x="54" y="11"/>
                    </a:cubicBezTo>
                    <a:cubicBezTo>
                      <a:pt x="54" y="11"/>
                      <a:pt x="54" y="10"/>
                      <a:pt x="54" y="10"/>
                    </a:cubicBezTo>
                    <a:cubicBezTo>
                      <a:pt x="54" y="10"/>
                      <a:pt x="54" y="9"/>
                      <a:pt x="54" y="9"/>
                    </a:cubicBezTo>
                    <a:cubicBezTo>
                      <a:pt x="54" y="9"/>
                      <a:pt x="53" y="9"/>
                      <a:pt x="53" y="9"/>
                    </a:cubicBezTo>
                    <a:cubicBezTo>
                      <a:pt x="52" y="9"/>
                      <a:pt x="52" y="9"/>
                      <a:pt x="52" y="8"/>
                    </a:cubicBezTo>
                    <a:cubicBezTo>
                      <a:pt x="52" y="8"/>
                      <a:pt x="52" y="8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6"/>
                      <a:pt x="53" y="6"/>
                    </a:cubicBezTo>
                    <a:cubicBezTo>
                      <a:pt x="53" y="5"/>
                      <a:pt x="52" y="4"/>
                      <a:pt x="51" y="4"/>
                    </a:cubicBezTo>
                    <a:cubicBezTo>
                      <a:pt x="51" y="3"/>
                      <a:pt x="51" y="3"/>
                      <a:pt x="50" y="3"/>
                    </a:cubicBezTo>
                    <a:cubicBezTo>
                      <a:pt x="50" y="3"/>
                      <a:pt x="50" y="3"/>
                      <a:pt x="50" y="4"/>
                    </a:cubicBezTo>
                    <a:cubicBezTo>
                      <a:pt x="49" y="4"/>
                      <a:pt x="49" y="4"/>
                      <a:pt x="49" y="4"/>
                    </a:cubicBezTo>
                    <a:cubicBezTo>
                      <a:pt x="48" y="3"/>
                      <a:pt x="48" y="3"/>
                      <a:pt x="48" y="3"/>
                    </a:cubicBezTo>
                    <a:cubicBezTo>
                      <a:pt x="49" y="2"/>
                      <a:pt x="49" y="2"/>
                      <a:pt x="48" y="2"/>
                    </a:cubicBezTo>
                    <a:cubicBezTo>
                      <a:pt x="48" y="2"/>
                      <a:pt x="48" y="1"/>
                      <a:pt x="48" y="1"/>
                    </a:cubicBezTo>
                    <a:cubicBezTo>
                      <a:pt x="47" y="1"/>
                      <a:pt x="46" y="0"/>
                      <a:pt x="45" y="0"/>
                    </a:cubicBezTo>
                    <a:cubicBezTo>
                      <a:pt x="45" y="0"/>
                      <a:pt x="45" y="0"/>
                      <a:pt x="44" y="0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4" y="2"/>
                      <a:pt x="42" y="2"/>
                      <a:pt x="42" y="1"/>
                    </a:cubicBezTo>
                    <a:cubicBezTo>
                      <a:pt x="42" y="1"/>
                      <a:pt x="42" y="1"/>
                      <a:pt x="42" y="0"/>
                    </a:cubicBezTo>
                    <a:cubicBezTo>
                      <a:pt x="42" y="0"/>
                      <a:pt x="41" y="0"/>
                      <a:pt x="41" y="0"/>
                    </a:cubicBezTo>
                    <a:cubicBezTo>
                      <a:pt x="40" y="0"/>
                      <a:pt x="39" y="1"/>
                      <a:pt x="38" y="1"/>
                    </a:cubicBezTo>
                    <a:cubicBezTo>
                      <a:pt x="38" y="1"/>
                      <a:pt x="38" y="2"/>
                      <a:pt x="38" y="2"/>
                    </a:cubicBezTo>
                    <a:cubicBezTo>
                      <a:pt x="38" y="2"/>
                      <a:pt x="38" y="2"/>
                      <a:pt x="38" y="3"/>
                    </a:cubicBezTo>
                    <a:cubicBezTo>
                      <a:pt x="38" y="3"/>
                      <a:pt x="38" y="3"/>
                      <a:pt x="37" y="4"/>
                    </a:cubicBezTo>
                    <a:cubicBezTo>
                      <a:pt x="37" y="4"/>
                      <a:pt x="37" y="4"/>
                      <a:pt x="36" y="4"/>
                    </a:cubicBezTo>
                    <a:cubicBezTo>
                      <a:pt x="36" y="3"/>
                      <a:pt x="36" y="3"/>
                      <a:pt x="36" y="3"/>
                    </a:cubicBezTo>
                    <a:cubicBezTo>
                      <a:pt x="35" y="3"/>
                      <a:pt x="35" y="3"/>
                      <a:pt x="35" y="4"/>
                    </a:cubicBezTo>
                    <a:cubicBezTo>
                      <a:pt x="34" y="4"/>
                      <a:pt x="34" y="5"/>
                      <a:pt x="33" y="6"/>
                    </a:cubicBezTo>
                    <a:cubicBezTo>
                      <a:pt x="33" y="6"/>
                      <a:pt x="33" y="7"/>
                      <a:pt x="33" y="7"/>
                    </a:cubicBezTo>
                    <a:close/>
                    <a:moveTo>
                      <a:pt x="36" y="9"/>
                    </a:moveTo>
                    <a:cubicBezTo>
                      <a:pt x="36" y="8"/>
                      <a:pt x="36" y="7"/>
                      <a:pt x="35" y="6"/>
                    </a:cubicBezTo>
                    <a:cubicBezTo>
                      <a:pt x="35" y="6"/>
                      <a:pt x="36" y="6"/>
                      <a:pt x="36" y="6"/>
                    </a:cubicBezTo>
                    <a:cubicBezTo>
                      <a:pt x="37" y="6"/>
                      <a:pt x="38" y="6"/>
                      <a:pt x="39" y="5"/>
                    </a:cubicBezTo>
                    <a:cubicBezTo>
                      <a:pt x="40" y="5"/>
                      <a:pt x="40" y="4"/>
                      <a:pt x="40" y="3"/>
                    </a:cubicBezTo>
                    <a:cubicBezTo>
                      <a:pt x="40" y="3"/>
                      <a:pt x="40" y="3"/>
                      <a:pt x="41" y="2"/>
                    </a:cubicBezTo>
                    <a:cubicBezTo>
                      <a:pt x="41" y="3"/>
                      <a:pt x="42" y="4"/>
                      <a:pt x="43" y="4"/>
                    </a:cubicBezTo>
                    <a:cubicBezTo>
                      <a:pt x="44" y="4"/>
                      <a:pt x="45" y="3"/>
                      <a:pt x="46" y="2"/>
                    </a:cubicBezTo>
                    <a:cubicBezTo>
                      <a:pt x="46" y="3"/>
                      <a:pt x="46" y="3"/>
                      <a:pt x="46" y="3"/>
                    </a:cubicBezTo>
                    <a:cubicBezTo>
                      <a:pt x="46" y="4"/>
                      <a:pt x="47" y="5"/>
                      <a:pt x="47" y="5"/>
                    </a:cubicBezTo>
                    <a:cubicBezTo>
                      <a:pt x="48" y="6"/>
                      <a:pt x="49" y="6"/>
                      <a:pt x="50" y="6"/>
                    </a:cubicBezTo>
                    <a:cubicBezTo>
                      <a:pt x="51" y="6"/>
                      <a:pt x="51" y="6"/>
                      <a:pt x="51" y="6"/>
                    </a:cubicBezTo>
                    <a:cubicBezTo>
                      <a:pt x="50" y="7"/>
                      <a:pt x="50" y="8"/>
                      <a:pt x="50" y="9"/>
                    </a:cubicBezTo>
                    <a:cubicBezTo>
                      <a:pt x="50" y="10"/>
                      <a:pt x="51" y="11"/>
                      <a:pt x="52" y="11"/>
                    </a:cubicBezTo>
                    <a:cubicBezTo>
                      <a:pt x="52" y="11"/>
                      <a:pt x="52" y="11"/>
                      <a:pt x="52" y="11"/>
                    </a:cubicBezTo>
                    <a:cubicBezTo>
                      <a:pt x="52" y="12"/>
                      <a:pt x="52" y="12"/>
                      <a:pt x="52" y="12"/>
                    </a:cubicBezTo>
                    <a:cubicBezTo>
                      <a:pt x="51" y="12"/>
                      <a:pt x="50" y="13"/>
                      <a:pt x="50" y="14"/>
                    </a:cubicBezTo>
                    <a:cubicBezTo>
                      <a:pt x="50" y="15"/>
                      <a:pt x="50" y="16"/>
                      <a:pt x="51" y="17"/>
                    </a:cubicBezTo>
                    <a:cubicBezTo>
                      <a:pt x="51" y="17"/>
                      <a:pt x="51" y="17"/>
                      <a:pt x="50" y="17"/>
                    </a:cubicBezTo>
                    <a:cubicBezTo>
                      <a:pt x="49" y="17"/>
                      <a:pt x="48" y="17"/>
                      <a:pt x="47" y="17"/>
                    </a:cubicBezTo>
                    <a:cubicBezTo>
                      <a:pt x="47" y="18"/>
                      <a:pt x="46" y="19"/>
                      <a:pt x="46" y="20"/>
                    </a:cubicBezTo>
                    <a:cubicBezTo>
                      <a:pt x="46" y="20"/>
                      <a:pt x="46" y="20"/>
                      <a:pt x="46" y="20"/>
                    </a:cubicBezTo>
                    <a:cubicBezTo>
                      <a:pt x="45" y="19"/>
                      <a:pt x="44" y="19"/>
                      <a:pt x="43" y="19"/>
                    </a:cubicBezTo>
                    <a:cubicBezTo>
                      <a:pt x="42" y="19"/>
                      <a:pt x="41" y="19"/>
                      <a:pt x="41" y="20"/>
                    </a:cubicBezTo>
                    <a:cubicBezTo>
                      <a:pt x="40" y="20"/>
                      <a:pt x="40" y="20"/>
                      <a:pt x="40" y="20"/>
                    </a:cubicBezTo>
                    <a:cubicBezTo>
                      <a:pt x="40" y="19"/>
                      <a:pt x="40" y="18"/>
                      <a:pt x="39" y="17"/>
                    </a:cubicBezTo>
                    <a:cubicBezTo>
                      <a:pt x="38" y="17"/>
                      <a:pt x="37" y="17"/>
                      <a:pt x="36" y="17"/>
                    </a:cubicBezTo>
                    <a:cubicBezTo>
                      <a:pt x="36" y="17"/>
                      <a:pt x="35" y="17"/>
                      <a:pt x="35" y="17"/>
                    </a:cubicBezTo>
                    <a:cubicBezTo>
                      <a:pt x="36" y="16"/>
                      <a:pt x="36" y="15"/>
                      <a:pt x="36" y="14"/>
                    </a:cubicBezTo>
                    <a:cubicBezTo>
                      <a:pt x="36" y="13"/>
                      <a:pt x="35" y="12"/>
                      <a:pt x="34" y="12"/>
                    </a:cubicBezTo>
                    <a:cubicBezTo>
                      <a:pt x="34" y="12"/>
                      <a:pt x="34" y="12"/>
                      <a:pt x="34" y="11"/>
                    </a:cubicBezTo>
                    <a:cubicBezTo>
                      <a:pt x="34" y="11"/>
                      <a:pt x="34" y="11"/>
                      <a:pt x="34" y="11"/>
                    </a:cubicBezTo>
                    <a:cubicBezTo>
                      <a:pt x="35" y="11"/>
                      <a:pt x="36" y="10"/>
                      <a:pt x="36" y="9"/>
                    </a:cubicBezTo>
                    <a:close/>
                    <a:moveTo>
                      <a:pt x="55" y="30"/>
                    </a:moveTo>
                    <a:cubicBezTo>
                      <a:pt x="45" y="30"/>
                      <a:pt x="37" y="38"/>
                      <a:pt x="37" y="47"/>
                    </a:cubicBezTo>
                    <a:cubicBezTo>
                      <a:pt x="37" y="57"/>
                      <a:pt x="45" y="65"/>
                      <a:pt x="55" y="65"/>
                    </a:cubicBezTo>
                    <a:cubicBezTo>
                      <a:pt x="65" y="65"/>
                      <a:pt x="73" y="57"/>
                      <a:pt x="73" y="47"/>
                    </a:cubicBezTo>
                    <a:cubicBezTo>
                      <a:pt x="73" y="38"/>
                      <a:pt x="65" y="30"/>
                      <a:pt x="55" y="30"/>
                    </a:cubicBezTo>
                    <a:close/>
                    <a:moveTo>
                      <a:pt x="55" y="63"/>
                    </a:moveTo>
                    <a:cubicBezTo>
                      <a:pt x="46" y="63"/>
                      <a:pt x="39" y="56"/>
                      <a:pt x="39" y="47"/>
                    </a:cubicBezTo>
                    <a:cubicBezTo>
                      <a:pt x="39" y="39"/>
                      <a:pt x="46" y="32"/>
                      <a:pt x="55" y="32"/>
                    </a:cubicBezTo>
                    <a:cubicBezTo>
                      <a:pt x="64" y="32"/>
                      <a:pt x="71" y="39"/>
                      <a:pt x="71" y="47"/>
                    </a:cubicBezTo>
                    <a:cubicBezTo>
                      <a:pt x="71" y="56"/>
                      <a:pt x="64" y="63"/>
                      <a:pt x="55" y="63"/>
                    </a:cubicBezTo>
                    <a:close/>
                    <a:moveTo>
                      <a:pt x="43" y="17"/>
                    </a:moveTo>
                    <a:cubicBezTo>
                      <a:pt x="46" y="17"/>
                      <a:pt x="49" y="15"/>
                      <a:pt x="49" y="11"/>
                    </a:cubicBezTo>
                    <a:cubicBezTo>
                      <a:pt x="49" y="8"/>
                      <a:pt x="46" y="5"/>
                      <a:pt x="43" y="5"/>
                    </a:cubicBezTo>
                    <a:cubicBezTo>
                      <a:pt x="40" y="5"/>
                      <a:pt x="37" y="8"/>
                      <a:pt x="37" y="11"/>
                    </a:cubicBezTo>
                    <a:cubicBezTo>
                      <a:pt x="37" y="15"/>
                      <a:pt x="40" y="17"/>
                      <a:pt x="43" y="17"/>
                    </a:cubicBezTo>
                    <a:close/>
                    <a:moveTo>
                      <a:pt x="43" y="7"/>
                    </a:moveTo>
                    <a:cubicBezTo>
                      <a:pt x="45" y="7"/>
                      <a:pt x="47" y="9"/>
                      <a:pt x="47" y="11"/>
                    </a:cubicBezTo>
                    <a:cubicBezTo>
                      <a:pt x="47" y="14"/>
                      <a:pt x="45" y="15"/>
                      <a:pt x="43" y="15"/>
                    </a:cubicBezTo>
                    <a:cubicBezTo>
                      <a:pt x="41" y="15"/>
                      <a:pt x="39" y="14"/>
                      <a:pt x="39" y="11"/>
                    </a:cubicBezTo>
                    <a:cubicBezTo>
                      <a:pt x="39" y="9"/>
                      <a:pt x="41" y="7"/>
                      <a:pt x="43" y="7"/>
                    </a:cubicBezTo>
                    <a:close/>
                    <a:moveTo>
                      <a:pt x="66" y="40"/>
                    </a:moveTo>
                    <a:cubicBezTo>
                      <a:pt x="66" y="41"/>
                      <a:pt x="66" y="42"/>
                      <a:pt x="66" y="43"/>
                    </a:cubicBezTo>
                    <a:cubicBezTo>
                      <a:pt x="54" y="54"/>
                      <a:pt x="54" y="54"/>
                      <a:pt x="54" y="54"/>
                    </a:cubicBezTo>
                    <a:cubicBezTo>
                      <a:pt x="53" y="55"/>
                      <a:pt x="53" y="55"/>
                      <a:pt x="53" y="55"/>
                    </a:cubicBezTo>
                    <a:cubicBezTo>
                      <a:pt x="52" y="55"/>
                      <a:pt x="52" y="55"/>
                      <a:pt x="52" y="54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44" y="47"/>
                      <a:pt x="44" y="46"/>
                      <a:pt x="45" y="45"/>
                    </a:cubicBezTo>
                    <a:cubicBezTo>
                      <a:pt x="45" y="45"/>
                      <a:pt x="46" y="45"/>
                      <a:pt x="47" y="45"/>
                    </a:cubicBezTo>
                    <a:cubicBezTo>
                      <a:pt x="53" y="51"/>
                      <a:pt x="53" y="51"/>
                      <a:pt x="53" y="51"/>
                    </a:cubicBezTo>
                    <a:cubicBezTo>
                      <a:pt x="63" y="40"/>
                      <a:pt x="63" y="40"/>
                      <a:pt x="63" y="40"/>
                    </a:cubicBezTo>
                    <a:cubicBezTo>
                      <a:pt x="64" y="40"/>
                      <a:pt x="65" y="40"/>
                      <a:pt x="66" y="40"/>
                    </a:cubicBezTo>
                    <a:close/>
                    <a:moveTo>
                      <a:pt x="27" y="35"/>
                    </a:moveTo>
                    <a:cubicBezTo>
                      <a:pt x="27" y="29"/>
                      <a:pt x="23" y="25"/>
                      <a:pt x="18" y="25"/>
                    </a:cubicBezTo>
                    <a:cubicBezTo>
                      <a:pt x="12" y="25"/>
                      <a:pt x="8" y="29"/>
                      <a:pt x="8" y="35"/>
                    </a:cubicBezTo>
                    <a:cubicBezTo>
                      <a:pt x="8" y="40"/>
                      <a:pt x="12" y="44"/>
                      <a:pt x="18" y="44"/>
                    </a:cubicBezTo>
                    <a:cubicBezTo>
                      <a:pt x="23" y="44"/>
                      <a:pt x="27" y="40"/>
                      <a:pt x="27" y="35"/>
                    </a:cubicBezTo>
                    <a:close/>
                    <a:moveTo>
                      <a:pt x="18" y="42"/>
                    </a:moveTo>
                    <a:cubicBezTo>
                      <a:pt x="14" y="42"/>
                      <a:pt x="10" y="39"/>
                      <a:pt x="10" y="35"/>
                    </a:cubicBezTo>
                    <a:cubicBezTo>
                      <a:pt x="10" y="31"/>
                      <a:pt x="14" y="27"/>
                      <a:pt x="18" y="27"/>
                    </a:cubicBezTo>
                    <a:cubicBezTo>
                      <a:pt x="22" y="27"/>
                      <a:pt x="25" y="31"/>
                      <a:pt x="25" y="35"/>
                    </a:cubicBezTo>
                    <a:cubicBezTo>
                      <a:pt x="25" y="39"/>
                      <a:pt x="22" y="42"/>
                      <a:pt x="18" y="42"/>
                    </a:cubicBezTo>
                    <a:close/>
                    <a:moveTo>
                      <a:pt x="21" y="35"/>
                    </a:moveTo>
                    <a:cubicBezTo>
                      <a:pt x="21" y="37"/>
                      <a:pt x="20" y="38"/>
                      <a:pt x="18" y="38"/>
                    </a:cubicBezTo>
                    <a:cubicBezTo>
                      <a:pt x="16" y="38"/>
                      <a:pt x="14" y="37"/>
                      <a:pt x="14" y="35"/>
                    </a:cubicBezTo>
                    <a:cubicBezTo>
                      <a:pt x="14" y="33"/>
                      <a:pt x="16" y="31"/>
                      <a:pt x="18" y="31"/>
                    </a:cubicBezTo>
                    <a:cubicBezTo>
                      <a:pt x="20" y="31"/>
                      <a:pt x="21" y="33"/>
                      <a:pt x="21" y="35"/>
                    </a:cubicBezTo>
                    <a:close/>
                    <a:moveTo>
                      <a:pt x="56" y="13"/>
                    </a:moveTo>
                    <a:cubicBezTo>
                      <a:pt x="56" y="13"/>
                      <a:pt x="56" y="12"/>
                      <a:pt x="56" y="11"/>
                    </a:cubicBezTo>
                    <a:cubicBezTo>
                      <a:pt x="56" y="11"/>
                      <a:pt x="56" y="10"/>
                      <a:pt x="56" y="10"/>
                    </a:cubicBezTo>
                    <a:cubicBezTo>
                      <a:pt x="56" y="10"/>
                      <a:pt x="56" y="10"/>
                      <a:pt x="56" y="10"/>
                    </a:cubicBezTo>
                    <a:cubicBezTo>
                      <a:pt x="62" y="15"/>
                      <a:pt x="66" y="23"/>
                      <a:pt x="67" y="32"/>
                    </a:cubicBezTo>
                    <a:cubicBezTo>
                      <a:pt x="66" y="31"/>
                      <a:pt x="65" y="31"/>
                      <a:pt x="63" y="30"/>
                    </a:cubicBezTo>
                    <a:cubicBezTo>
                      <a:pt x="63" y="24"/>
                      <a:pt x="60" y="18"/>
                      <a:pt x="56" y="14"/>
                    </a:cubicBezTo>
                    <a:cubicBezTo>
                      <a:pt x="56" y="13"/>
                      <a:pt x="56" y="13"/>
                      <a:pt x="56" y="13"/>
                    </a:cubicBezTo>
                    <a:close/>
                    <a:moveTo>
                      <a:pt x="14" y="16"/>
                    </a:moveTo>
                    <a:cubicBezTo>
                      <a:pt x="13" y="16"/>
                      <a:pt x="12" y="16"/>
                      <a:pt x="11" y="17"/>
                    </a:cubicBezTo>
                    <a:cubicBezTo>
                      <a:pt x="16" y="9"/>
                      <a:pt x="24" y="4"/>
                      <a:pt x="34" y="3"/>
                    </a:cubicBezTo>
                    <a:cubicBezTo>
                      <a:pt x="33" y="4"/>
                      <a:pt x="32" y="4"/>
                      <a:pt x="32" y="5"/>
                    </a:cubicBezTo>
                    <a:cubicBezTo>
                      <a:pt x="32" y="6"/>
                      <a:pt x="32" y="6"/>
                      <a:pt x="31" y="6"/>
                    </a:cubicBezTo>
                    <a:cubicBezTo>
                      <a:pt x="25" y="7"/>
                      <a:pt x="19" y="11"/>
                      <a:pt x="16" y="16"/>
                    </a:cubicBezTo>
                    <a:cubicBezTo>
                      <a:pt x="15" y="16"/>
                      <a:pt x="15" y="16"/>
                      <a:pt x="15" y="16"/>
                    </a:cubicBezTo>
                    <a:lnTo>
                      <a:pt x="14" y="16"/>
                    </a:lnTo>
                    <a:close/>
                    <a:moveTo>
                      <a:pt x="40" y="59"/>
                    </a:moveTo>
                    <a:cubicBezTo>
                      <a:pt x="41" y="60"/>
                      <a:pt x="42" y="61"/>
                      <a:pt x="43" y="62"/>
                    </a:cubicBezTo>
                    <a:cubicBezTo>
                      <a:pt x="41" y="63"/>
                      <a:pt x="39" y="63"/>
                      <a:pt x="37" y="63"/>
                    </a:cubicBezTo>
                    <a:cubicBezTo>
                      <a:pt x="28" y="63"/>
                      <a:pt x="20" y="59"/>
                      <a:pt x="15" y="53"/>
                    </a:cubicBezTo>
                    <a:cubicBezTo>
                      <a:pt x="15" y="53"/>
                      <a:pt x="15" y="53"/>
                      <a:pt x="15" y="53"/>
                    </a:cubicBezTo>
                    <a:cubicBezTo>
                      <a:pt x="15" y="53"/>
                      <a:pt x="16" y="53"/>
                      <a:pt x="16" y="53"/>
                    </a:cubicBezTo>
                    <a:cubicBezTo>
                      <a:pt x="17" y="53"/>
                      <a:pt x="17" y="52"/>
                      <a:pt x="17" y="52"/>
                    </a:cubicBezTo>
                    <a:cubicBezTo>
                      <a:pt x="22" y="57"/>
                      <a:pt x="29" y="60"/>
                      <a:pt x="37" y="60"/>
                    </a:cubicBezTo>
                    <a:cubicBezTo>
                      <a:pt x="38" y="60"/>
                      <a:pt x="39" y="60"/>
                      <a:pt x="40" y="59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 algn="l"/>
              </a:p>
            </p:txBody>
          </p:sp>
          <p:sp>
            <p:nvSpPr>
              <p:cNvPr id="31" name="Number1" descr="8bf36025-8024-477c-8cb8-a304a8921e52"/>
              <p:cNvSpPr/>
              <p:nvPr/>
            </p:nvSpPr>
            <p:spPr>
              <a:xfrm>
                <a:off x="5726517" y="1878413"/>
                <a:ext cx="590560" cy="590560"/>
              </a:xfrm>
              <a:custGeom>
                <a:avLst/>
                <a:gdLst>
                  <a:gd name="connsiteX0" fmla="*/ 274320 w 548640"/>
                  <a:gd name="connsiteY0" fmla="*/ 0 h 548640"/>
                  <a:gd name="connsiteX1" fmla="*/ 548640 w 548640"/>
                  <a:gd name="connsiteY1" fmla="*/ 274320 h 548640"/>
                  <a:gd name="connsiteX2" fmla="*/ 274320 w 548640"/>
                  <a:gd name="connsiteY2" fmla="*/ 548640 h 548640"/>
                  <a:gd name="connsiteX3" fmla="*/ 0 w 548640"/>
                  <a:gd name="connsiteY3" fmla="*/ 274320 h 548640"/>
                  <a:gd name="connsiteX4" fmla="*/ 274320 w 548640"/>
                  <a:gd name="connsiteY4" fmla="*/ 0 h 548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8640" h="548640">
                    <a:moveTo>
                      <a:pt x="274320" y="0"/>
                    </a:moveTo>
                    <a:cubicBezTo>
                      <a:pt x="425823" y="0"/>
                      <a:pt x="548640" y="122817"/>
                      <a:pt x="548640" y="274320"/>
                    </a:cubicBezTo>
                    <a:cubicBezTo>
                      <a:pt x="548640" y="425823"/>
                      <a:pt x="425823" y="548640"/>
                      <a:pt x="274320" y="548640"/>
                    </a:cubicBezTo>
                    <a:cubicBezTo>
                      <a:pt x="122817" y="548640"/>
                      <a:pt x="0" y="425823"/>
                      <a:pt x="0" y="274320"/>
                    </a:cubicBezTo>
                    <a:cubicBezTo>
                      <a:pt x="0" y="122817"/>
                      <a:pt x="122817" y="0"/>
                      <a:pt x="27432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/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</a:gradFill>
              <a:ln w="38100">
                <a:solidFill>
                  <a:srgbClr val="FFFFFF"/>
                </a:solidFill>
              </a:ln>
              <a:effectLst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sz="1600" b="1" i="0" u="none">
                    <a:solidFill>
                      <a:srgbClr val="FFFFFF"/>
                    </a:solidFill>
                    <a:latin typeface="Arial" panose="020B0604020202020204"/>
                  </a:rPr>
                  <a:t>01</a:t>
                </a:r>
                <a:endParaRPr lang="en-US" sz="16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22" name="Text1" descr="e3462101-5b95-43e9-bcd7-a08fbdcd0d4b"/>
              <p:cNvSpPr/>
              <p:nvPr/>
            </p:nvSpPr>
            <p:spPr bwMode="auto">
              <a:xfrm>
                <a:off x="808649" y="2234405"/>
                <a:ext cx="2849553" cy="1002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使用齿轮生成器，设置模数1、齿数20、厚度3mm等参数。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1" name="Bullet1" descr="ffca0890-c5c3-4405-b1ee-b692281d3732"/>
              <p:cNvSpPr txBox="1"/>
              <p:nvPr/>
            </p:nvSpPr>
            <p:spPr bwMode="auto">
              <a:xfrm>
                <a:off x="1066379" y="1765016"/>
                <a:ext cx="2334093" cy="455134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创建主动齿轮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8" name="组合 7" descr="d1bbfab7-f5e7-450d-8af9-cbf111356f48"/>
            <p:cNvGrpSpPr/>
            <p:nvPr/>
          </p:nvGrpSpPr>
          <p:grpSpPr>
            <a:xfrm>
              <a:off x="7531447" y="1765016"/>
              <a:ext cx="3851825" cy="2396357"/>
              <a:chOff x="7531447" y="1765016"/>
              <a:chExt cx="3851825" cy="2396357"/>
            </a:xfrm>
          </p:grpSpPr>
          <p:sp>
            <p:nvSpPr>
              <p:cNvPr id="32" name="Number2" descr="827894a9-a8d8-4943-a7d3-e3af7f2537e2"/>
              <p:cNvSpPr/>
              <p:nvPr/>
            </p:nvSpPr>
            <p:spPr>
              <a:xfrm>
                <a:off x="7531447" y="3570813"/>
                <a:ext cx="590560" cy="590560"/>
              </a:xfrm>
              <a:custGeom>
                <a:avLst/>
                <a:gdLst>
                  <a:gd name="connsiteX0" fmla="*/ 274320 w 548640"/>
                  <a:gd name="connsiteY0" fmla="*/ 0 h 548640"/>
                  <a:gd name="connsiteX1" fmla="*/ 548640 w 548640"/>
                  <a:gd name="connsiteY1" fmla="*/ 274320 h 548640"/>
                  <a:gd name="connsiteX2" fmla="*/ 274320 w 548640"/>
                  <a:gd name="connsiteY2" fmla="*/ 548640 h 548640"/>
                  <a:gd name="connsiteX3" fmla="*/ 0 w 548640"/>
                  <a:gd name="connsiteY3" fmla="*/ 274320 h 548640"/>
                  <a:gd name="connsiteX4" fmla="*/ 274320 w 548640"/>
                  <a:gd name="connsiteY4" fmla="*/ 0 h 548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8640" h="548640">
                    <a:moveTo>
                      <a:pt x="274320" y="0"/>
                    </a:moveTo>
                    <a:cubicBezTo>
                      <a:pt x="425823" y="0"/>
                      <a:pt x="548640" y="122817"/>
                      <a:pt x="548640" y="274320"/>
                    </a:cubicBezTo>
                    <a:cubicBezTo>
                      <a:pt x="548640" y="425823"/>
                      <a:pt x="425823" y="548640"/>
                      <a:pt x="274320" y="548640"/>
                    </a:cubicBezTo>
                    <a:cubicBezTo>
                      <a:pt x="122817" y="548640"/>
                      <a:pt x="0" y="425823"/>
                      <a:pt x="0" y="274320"/>
                    </a:cubicBezTo>
                    <a:cubicBezTo>
                      <a:pt x="0" y="122817"/>
                      <a:pt x="122817" y="0"/>
                      <a:pt x="2743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8100">
                <a:solidFill>
                  <a:srgbClr val="FFFFFF"/>
                </a:solidFill>
              </a:ln>
              <a:effectLst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sz="1600" b="1" i="0" u="none">
                    <a:solidFill>
                      <a:srgbClr val="FFFFFF"/>
                    </a:solidFill>
                    <a:latin typeface="Arial" panose="020B0604020202020204"/>
                  </a:rPr>
                  <a:t>02</a:t>
                </a:r>
                <a:endParaRPr lang="en-US" sz="16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4" name="Text2" descr="6821cb5a-4dfe-424d-9e15-5c5816ff03b4"/>
              <p:cNvSpPr/>
              <p:nvPr/>
            </p:nvSpPr>
            <p:spPr bwMode="auto">
              <a:xfrm>
                <a:off x="8533719" y="2234405"/>
                <a:ext cx="2849553" cy="1002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创建新齿轮，参数模数1、齿数40、厚度3mm等。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3" name="Bullet2" descr="6d56fb25-3ecf-40fe-b381-96be90ef80cf"/>
              <p:cNvSpPr txBox="1"/>
              <p:nvPr/>
            </p:nvSpPr>
            <p:spPr bwMode="auto">
              <a:xfrm>
                <a:off x="8791449" y="1765016"/>
                <a:ext cx="2334093" cy="455134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创建从动齿轮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6" name="组合 15" descr="31b4c196-887c-4bdc-ad0f-0e7a8d8b39d5"/>
            <p:cNvGrpSpPr/>
            <p:nvPr/>
          </p:nvGrpSpPr>
          <p:grpSpPr>
            <a:xfrm>
              <a:off x="5726517" y="4081043"/>
              <a:ext cx="5656755" cy="1767285"/>
              <a:chOff x="5726517" y="4081043"/>
              <a:chExt cx="5656755" cy="1767285"/>
            </a:xfrm>
          </p:grpSpPr>
          <p:sp>
            <p:nvSpPr>
              <p:cNvPr id="34" name="Number3" descr="0c5f4f7f-cb72-4bf5-8452-d8f3bef66fdc"/>
              <p:cNvSpPr/>
              <p:nvPr/>
            </p:nvSpPr>
            <p:spPr>
              <a:xfrm>
                <a:off x="5726517" y="5257768"/>
                <a:ext cx="590560" cy="590560"/>
              </a:xfrm>
              <a:custGeom>
                <a:avLst/>
                <a:gdLst>
                  <a:gd name="connsiteX0" fmla="*/ 274320 w 548640"/>
                  <a:gd name="connsiteY0" fmla="*/ 0 h 548640"/>
                  <a:gd name="connsiteX1" fmla="*/ 548640 w 548640"/>
                  <a:gd name="connsiteY1" fmla="*/ 274320 h 548640"/>
                  <a:gd name="connsiteX2" fmla="*/ 274320 w 548640"/>
                  <a:gd name="connsiteY2" fmla="*/ 548640 h 548640"/>
                  <a:gd name="connsiteX3" fmla="*/ 0 w 548640"/>
                  <a:gd name="connsiteY3" fmla="*/ 274320 h 548640"/>
                  <a:gd name="connsiteX4" fmla="*/ 274320 w 548640"/>
                  <a:gd name="connsiteY4" fmla="*/ 0 h 548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8640" h="548640">
                    <a:moveTo>
                      <a:pt x="274320" y="0"/>
                    </a:moveTo>
                    <a:cubicBezTo>
                      <a:pt x="425823" y="0"/>
                      <a:pt x="548640" y="122817"/>
                      <a:pt x="548640" y="274320"/>
                    </a:cubicBezTo>
                    <a:cubicBezTo>
                      <a:pt x="548640" y="425823"/>
                      <a:pt x="425823" y="548640"/>
                      <a:pt x="274320" y="548640"/>
                    </a:cubicBezTo>
                    <a:cubicBezTo>
                      <a:pt x="122817" y="548640"/>
                      <a:pt x="0" y="425823"/>
                      <a:pt x="0" y="274320"/>
                    </a:cubicBezTo>
                    <a:cubicBezTo>
                      <a:pt x="0" y="122817"/>
                      <a:pt x="122817" y="0"/>
                      <a:pt x="27432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38100">
                <a:solidFill>
                  <a:srgbClr val="FFFFFF"/>
                </a:solidFill>
              </a:ln>
              <a:effectLst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sz="1600" b="1" i="0" u="none">
                    <a:solidFill>
                      <a:srgbClr val="FFFFFF"/>
                    </a:solidFill>
                    <a:latin typeface="Arial" panose="020B0604020202020204"/>
                  </a:rPr>
                  <a:t>03</a:t>
                </a:r>
                <a:endParaRPr lang="en-US" sz="16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0" name="Text3" descr="bf2866d5-f3e2-49c7-99a7-d97b766bf6eb"/>
              <p:cNvSpPr/>
              <p:nvPr/>
            </p:nvSpPr>
            <p:spPr bwMode="auto">
              <a:xfrm>
                <a:off x="8533719" y="4550432"/>
                <a:ext cx="2849553" cy="1002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按公式计算中心距为30mm，确保齿轮正确啮合。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9" name="Bullet3" descr="ac1a5294-8111-40d4-84be-93b5da636af2"/>
              <p:cNvSpPr txBox="1"/>
              <p:nvPr/>
            </p:nvSpPr>
            <p:spPr bwMode="auto">
              <a:xfrm>
                <a:off x="8791449" y="4081043"/>
                <a:ext cx="2334093" cy="455134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中心距计算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20" name="组合 19" descr="6724facf-feb7-4a1f-86a6-d2967602c82b"/>
            <p:cNvGrpSpPr/>
            <p:nvPr/>
          </p:nvGrpSpPr>
          <p:grpSpPr>
            <a:xfrm>
              <a:off x="808649" y="3570813"/>
              <a:ext cx="3851826" cy="1982235"/>
              <a:chOff x="808649" y="3570813"/>
              <a:chExt cx="3851826" cy="1982235"/>
            </a:xfrm>
          </p:grpSpPr>
          <p:sp>
            <p:nvSpPr>
              <p:cNvPr id="33" name="Number4" descr="79b74f6b-5ec0-4ce3-bdd3-827b2610cfd3"/>
              <p:cNvSpPr/>
              <p:nvPr/>
            </p:nvSpPr>
            <p:spPr>
              <a:xfrm>
                <a:off x="4069915" y="3570813"/>
                <a:ext cx="590560" cy="590560"/>
              </a:xfrm>
              <a:custGeom>
                <a:avLst/>
                <a:gdLst>
                  <a:gd name="connsiteX0" fmla="*/ 274320 w 548640"/>
                  <a:gd name="connsiteY0" fmla="*/ 0 h 548640"/>
                  <a:gd name="connsiteX1" fmla="*/ 548640 w 548640"/>
                  <a:gd name="connsiteY1" fmla="*/ 274320 h 548640"/>
                  <a:gd name="connsiteX2" fmla="*/ 274320 w 548640"/>
                  <a:gd name="connsiteY2" fmla="*/ 548640 h 548640"/>
                  <a:gd name="connsiteX3" fmla="*/ 0 w 548640"/>
                  <a:gd name="connsiteY3" fmla="*/ 274320 h 548640"/>
                  <a:gd name="connsiteX4" fmla="*/ 274320 w 548640"/>
                  <a:gd name="connsiteY4" fmla="*/ 0 h 548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48640" h="548640">
                    <a:moveTo>
                      <a:pt x="274320" y="0"/>
                    </a:moveTo>
                    <a:cubicBezTo>
                      <a:pt x="425823" y="0"/>
                      <a:pt x="548640" y="122817"/>
                      <a:pt x="548640" y="274320"/>
                    </a:cubicBezTo>
                    <a:cubicBezTo>
                      <a:pt x="548640" y="425823"/>
                      <a:pt x="425823" y="548640"/>
                      <a:pt x="274320" y="548640"/>
                    </a:cubicBezTo>
                    <a:cubicBezTo>
                      <a:pt x="122817" y="548640"/>
                      <a:pt x="0" y="425823"/>
                      <a:pt x="0" y="274320"/>
                    </a:cubicBezTo>
                    <a:cubicBezTo>
                      <a:pt x="0" y="122817"/>
                      <a:pt x="122817" y="0"/>
                      <a:pt x="27432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38100">
                <a:solidFill>
                  <a:srgbClr val="FFFFFF"/>
                </a:solidFill>
              </a:ln>
              <a:effectLst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algn="ctr"/>
                <a:r>
                  <a:rPr lang="en-US" sz="1600" b="1" i="0" u="none">
                    <a:solidFill>
                      <a:srgbClr val="FFFFFF"/>
                    </a:solidFill>
                    <a:latin typeface="Arial" panose="020B0604020202020204"/>
                  </a:rPr>
                  <a:t>04</a:t>
                </a:r>
                <a:endParaRPr lang="en-US" sz="16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8" name="Text4" descr="3f2fbac9-6f03-4a59-9945-6eed5fd65eae"/>
              <p:cNvSpPr/>
              <p:nvPr/>
            </p:nvSpPr>
            <p:spPr bwMode="auto">
              <a:xfrm>
                <a:off x="808649" y="4550432"/>
                <a:ext cx="2849553" cy="10026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将两齿轮中心距设为30mm，旋转检查齿是否干涉。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7" name="Bullet4" descr="555d56b9-f021-4696-afd2-345493ba18c6"/>
              <p:cNvSpPr txBox="1"/>
              <p:nvPr/>
            </p:nvSpPr>
            <p:spPr bwMode="auto">
              <a:xfrm>
                <a:off x="1066379" y="4081043"/>
                <a:ext cx="2334093" cy="455134"/>
              </a:xfrm>
              <a:prstGeom prst="round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FFFFFF"/>
                    </a:solidFill>
                    <a:ea typeface="微软雅黑" panose="020B0503020204020204" charset="-122"/>
                  </a:rPr>
                  <a:t>装配验证</a:t>
                </a:r>
                <a:endParaRPr lang="en-US" sz="1800" b="1" i="0" u="none">
                  <a:solidFill>
                    <a:srgbClr val="FFFFFF"/>
                  </a:solidFill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f3f0832-5463-4a2e-8a52-eef781e99330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创建门和支架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grpSp>
        <p:nvGrpSpPr>
          <p:cNvPr id="43" name="01bc2d78-0309-440b-899f-3719c33a3437.source.4.zh-Hans.pptx" descr="06b1372a-bc55-4f7c-b32c-ecf8a3d77703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grpSp>
          <p:nvGrpSpPr>
            <p:cNvPr id="39" name="组合 38" descr="5ef44e8b-cd31-4651-b1b1-021f27f274ac"/>
            <p:cNvGrpSpPr/>
            <p:nvPr/>
          </p:nvGrpSpPr>
          <p:grpSpPr>
            <a:xfrm>
              <a:off x="982418" y="2787016"/>
              <a:ext cx="4261094" cy="1571038"/>
              <a:chOff x="982418" y="2787016"/>
              <a:chExt cx="4261094" cy="1571038"/>
            </a:xfrm>
          </p:grpSpPr>
          <p:sp>
            <p:nvSpPr>
              <p:cNvPr id="34" name="矩形: 圆角 33" descr="4726991c-55fc-4e84-9375-f17afa1d2733"/>
              <p:cNvSpPr/>
              <p:nvPr/>
            </p:nvSpPr>
            <p:spPr>
              <a:xfrm>
                <a:off x="982418" y="2787016"/>
                <a:ext cx="4261094" cy="558312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lnSpcReduction="10000"/>
              </a:bodyPr>
              <a:lstStyle/>
              <a:p>
                <a:pPr algn="ctr"/>
              </a:p>
            </p:txBody>
          </p:sp>
          <p:sp>
            <p:nvSpPr>
              <p:cNvPr id="35" name="Number1" descr="cdd25d66-c33e-4a88-b665-5072b0db19bc"/>
              <p:cNvSpPr/>
              <p:nvPr/>
            </p:nvSpPr>
            <p:spPr>
              <a:xfrm>
                <a:off x="1061792" y="2845509"/>
                <a:ext cx="441326" cy="441326"/>
              </a:xfrm>
              <a:prstGeom prst="ellipse">
                <a:avLst/>
              </a:prstGeom>
              <a:solidFill>
                <a:schemeClr val="accent1"/>
              </a:solidFill>
              <a:ln w="1905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lnSpcReduction="10000"/>
              </a:bodyPr>
              <a:lstStyle/>
              <a:p>
                <a:pPr algn="ctr"/>
                <a:r>
                  <a:rPr lang="en-US" sz="1600" b="1" i="0" u="none">
                    <a:solidFill>
                      <a:srgbClr val="FFFFFF"/>
                    </a:solidFill>
                    <a:latin typeface="Arial" panose="020B0604020202020204"/>
                  </a:rPr>
                  <a:t>1</a:t>
                </a:r>
                <a:endParaRPr lang="en-US" sz="16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36" name="Bullet1" descr="83638568-e520-464d-9541-5f48a694ef7a"/>
              <p:cNvSpPr/>
              <p:nvPr/>
            </p:nvSpPr>
            <p:spPr bwMode="auto">
              <a:xfrm>
                <a:off x="1541218" y="2886663"/>
                <a:ext cx="3546353" cy="3590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ctr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创建门板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33" name="Text1" descr="ffb6c532-9f11-4b66-bc94-d9e3601ee3a7"/>
              <p:cNvSpPr/>
              <p:nvPr/>
            </p:nvSpPr>
            <p:spPr bwMode="auto">
              <a:xfrm>
                <a:off x="1541218" y="3345328"/>
                <a:ext cx="3546353" cy="10127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创建新组件，绘制60mm×40mm矩形草图，拉伸厚度2mm，添加门轴。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40" name="组合 39" descr="0cc634aa-bef9-4028-b983-e5c7d0ae2ea8"/>
            <p:cNvGrpSpPr/>
            <p:nvPr/>
          </p:nvGrpSpPr>
          <p:grpSpPr>
            <a:xfrm>
              <a:off x="6935788" y="2787016"/>
              <a:ext cx="4261094" cy="1571038"/>
              <a:chOff x="6935788" y="2787016"/>
              <a:chExt cx="4261094" cy="1571038"/>
            </a:xfrm>
          </p:grpSpPr>
          <p:sp>
            <p:nvSpPr>
              <p:cNvPr id="22" name="矩形: 圆角 21" descr="2776e14f-82b0-47d2-898e-4980ac33792a"/>
              <p:cNvSpPr/>
              <p:nvPr/>
            </p:nvSpPr>
            <p:spPr>
              <a:xfrm>
                <a:off x="6935788" y="2787016"/>
                <a:ext cx="4261094" cy="558312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lnSpcReduction="10000"/>
              </a:bodyPr>
              <a:lstStyle/>
              <a:p>
                <a:pPr algn="ctr"/>
              </a:p>
            </p:txBody>
          </p:sp>
          <p:sp>
            <p:nvSpPr>
              <p:cNvPr id="23" name="Number2" descr="b2988dbf-c484-430c-b26c-e6455a79a11e"/>
              <p:cNvSpPr/>
              <p:nvPr/>
            </p:nvSpPr>
            <p:spPr>
              <a:xfrm>
                <a:off x="7015162" y="2845509"/>
                <a:ext cx="441326" cy="441326"/>
              </a:xfrm>
              <a:prstGeom prst="ellipse">
                <a:avLst/>
              </a:prstGeom>
              <a:solidFill>
                <a:schemeClr val="accent2"/>
              </a:solidFill>
              <a:ln w="1905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10000"/>
              </a:bodyPr>
              <a:lstStyle/>
              <a:p>
                <a:pPr algn="ctr"/>
                <a:r>
                  <a:rPr lang="en-US" sz="1600" b="1" i="0" u="none">
                    <a:solidFill>
                      <a:srgbClr val="FFFFFF"/>
                    </a:solidFill>
                    <a:latin typeface="Arial" panose="020B0604020202020204"/>
                  </a:rPr>
                  <a:t>2</a:t>
                </a:r>
                <a:endParaRPr lang="en-US" sz="16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24" name="Bullet2" descr="07f44ccf-8f7f-4006-a968-94d7adb5618f"/>
              <p:cNvSpPr/>
              <p:nvPr/>
            </p:nvSpPr>
            <p:spPr bwMode="auto">
              <a:xfrm>
                <a:off x="7494588" y="2886663"/>
                <a:ext cx="3546353" cy="3590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ctr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创建底板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1" name="Text2" descr="e3c7c73e-420e-40da-98bf-474930b5df2a"/>
              <p:cNvSpPr/>
              <p:nvPr/>
            </p:nvSpPr>
            <p:spPr bwMode="auto">
              <a:xfrm>
                <a:off x="7494588" y="3345328"/>
                <a:ext cx="3546353" cy="10127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绘制80mm×40mm矩形，厚度3mm，作为支架的底板。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41" name="组合 40" descr="d663410b-f5e9-4ad8-8074-78e110cc6729"/>
            <p:cNvGrpSpPr/>
            <p:nvPr/>
          </p:nvGrpSpPr>
          <p:grpSpPr>
            <a:xfrm>
              <a:off x="982418" y="4563062"/>
              <a:ext cx="4261094" cy="1571038"/>
              <a:chOff x="982418" y="4563062"/>
              <a:chExt cx="4261094" cy="1571038"/>
            </a:xfrm>
          </p:grpSpPr>
          <p:sp>
            <p:nvSpPr>
              <p:cNvPr id="28" name="矩形: 圆角 27" descr="e717190a-34f6-47e4-9329-57e592700002"/>
              <p:cNvSpPr/>
              <p:nvPr/>
            </p:nvSpPr>
            <p:spPr>
              <a:xfrm>
                <a:off x="982418" y="4563062"/>
                <a:ext cx="4261094" cy="558312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lnSpcReduction="10000"/>
              </a:bodyPr>
              <a:lstStyle/>
              <a:p>
                <a:pPr algn="ctr"/>
              </a:p>
            </p:txBody>
          </p:sp>
          <p:sp>
            <p:nvSpPr>
              <p:cNvPr id="29" name="Number3" descr="17e7a53b-dd7a-4972-9565-d8ba9c1b5e7c"/>
              <p:cNvSpPr/>
              <p:nvPr/>
            </p:nvSpPr>
            <p:spPr>
              <a:xfrm>
                <a:off x="1061792" y="4621555"/>
                <a:ext cx="441326" cy="441326"/>
              </a:xfrm>
              <a:prstGeom prst="ellipse">
                <a:avLst/>
              </a:prstGeom>
              <a:solidFill>
                <a:schemeClr val="accent1"/>
              </a:solidFill>
              <a:ln w="1905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lnSpcReduction="10000"/>
              </a:bodyPr>
              <a:lstStyle/>
              <a:p>
                <a:pPr algn="ctr"/>
                <a:r>
                  <a:rPr lang="en-US" sz="1600" b="1" i="0" u="none">
                    <a:solidFill>
                      <a:srgbClr val="FFFFFF"/>
                    </a:solidFill>
                    <a:latin typeface="Arial" panose="020B0604020202020204"/>
                  </a:rPr>
                  <a:t>3</a:t>
                </a:r>
                <a:endParaRPr lang="en-US" sz="16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30" name="Bullet3" descr="1984fbd8-f1b4-4606-a5a6-42daacc445bd"/>
              <p:cNvSpPr/>
              <p:nvPr/>
            </p:nvSpPr>
            <p:spPr bwMode="auto">
              <a:xfrm>
                <a:off x="1541218" y="4662709"/>
                <a:ext cx="3546353" cy="3590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ctr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添加支撑柱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7" name="Text3" descr="828d50ac-f579-4a2b-8dd3-cea22c388c61"/>
              <p:cNvSpPr/>
              <p:nvPr/>
            </p:nvSpPr>
            <p:spPr bwMode="auto">
              <a:xfrm>
                <a:off x="1541218" y="5121374"/>
                <a:ext cx="3546353" cy="10127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在齿轮中心位置画立柱，高度15mm，直径8mm。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42" name="组合 41" descr="0d316ab7-ae81-47a5-8163-59b0fb704819"/>
            <p:cNvGrpSpPr/>
            <p:nvPr/>
          </p:nvGrpSpPr>
          <p:grpSpPr>
            <a:xfrm>
              <a:off x="6935788" y="4563062"/>
              <a:ext cx="4261094" cy="1571038"/>
              <a:chOff x="6935788" y="4563062"/>
              <a:chExt cx="4261094" cy="1571038"/>
            </a:xfrm>
          </p:grpSpPr>
          <p:sp>
            <p:nvSpPr>
              <p:cNvPr id="16" name="矩形: 圆角 15" descr="6b7674d0-aa1c-4ca3-9011-0fe5cbe574f6"/>
              <p:cNvSpPr/>
              <p:nvPr/>
            </p:nvSpPr>
            <p:spPr>
              <a:xfrm>
                <a:off x="6935788" y="4563062"/>
                <a:ext cx="4261094" cy="558312"/>
              </a:xfrm>
              <a:prstGeom prst="roundRect">
                <a:avLst>
                  <a:gd name="adj" fmla="val 50000"/>
                </a:avLst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lnSpcReduction="10000"/>
              </a:bodyPr>
              <a:lstStyle/>
              <a:p>
                <a:pPr algn="ctr"/>
              </a:p>
            </p:txBody>
          </p:sp>
          <p:sp>
            <p:nvSpPr>
              <p:cNvPr id="17" name="Number4" descr="ffa36dc7-9a06-4380-bb02-c388b9fea826"/>
              <p:cNvSpPr/>
              <p:nvPr/>
            </p:nvSpPr>
            <p:spPr>
              <a:xfrm>
                <a:off x="7015162" y="4621555"/>
                <a:ext cx="441326" cy="441326"/>
              </a:xfrm>
              <a:prstGeom prst="ellipse">
                <a:avLst/>
              </a:prstGeom>
              <a:solidFill>
                <a:schemeClr val="accent2"/>
              </a:solidFill>
              <a:ln w="1905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lnSpcReduction="10000"/>
              </a:bodyPr>
              <a:lstStyle/>
              <a:p>
                <a:pPr algn="ctr"/>
                <a:r>
                  <a:rPr lang="en-US" sz="1600" b="1" i="0" u="none">
                    <a:solidFill>
                      <a:srgbClr val="FFFFFF"/>
                    </a:solidFill>
                    <a:latin typeface="Arial" panose="020B0604020202020204"/>
                  </a:rPr>
                  <a:t>4</a:t>
                </a:r>
                <a:endParaRPr lang="en-US" sz="16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18" name="Bullet4" descr="bac51acb-cc09-4fcb-b4a4-b90ffd5f7703"/>
              <p:cNvSpPr/>
              <p:nvPr/>
            </p:nvSpPr>
            <p:spPr bwMode="auto">
              <a:xfrm>
                <a:off x="7494588" y="4662709"/>
                <a:ext cx="3546353" cy="3590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ctr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添加舵机座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5" name="Text4" descr="5b5c2887-d972-4d3e-ad39-46bc4009b732"/>
              <p:cNvSpPr/>
              <p:nvPr/>
            </p:nvSpPr>
            <p:spPr bwMode="auto">
              <a:xfrm>
                <a:off x="7494588" y="5121374"/>
                <a:ext cx="3546353" cy="10127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根据MG90舵机尺寸创建安装座，预留螺丝孔。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sp>
          <p:nvSpPr>
            <p:cNvPr id="37" name="Title" descr="e2cef70a-b4dd-4cad-84b3-6a9f0a6903cf"/>
            <p:cNvSpPr txBox="1"/>
            <p:nvPr/>
          </p:nvSpPr>
          <p:spPr>
            <a:xfrm>
              <a:off x="660400" y="1130300"/>
              <a:ext cx="10858500" cy="726067"/>
            </a:xfrm>
            <a:prstGeom prst="rect">
              <a:avLst/>
            </a:prstGeom>
            <a:noFill/>
          </p:spPr>
          <p:txBody>
            <a:bodyPr wrap="square" rtlCol="0" anchor="b" anchorCtr="0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创建门板和支架模型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f3f0832-5463-4a2e-8a52-eef781e99330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完整装配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grpSp>
        <p:nvGrpSpPr>
          <p:cNvPr id="71" name="18760eaf-6dca-4aab-81bf-35a76356a1d6.source.3.zh-Hans.pptx" descr="40f1c06e-9782-4c16-bd1b-220254f1ba0c"/>
          <p:cNvGrpSpPr/>
          <p:nvPr/>
        </p:nvGrpSpPr>
        <p:grpSpPr>
          <a:xfrm>
            <a:off x="2" y="1144429"/>
            <a:ext cx="11520485" cy="5002853"/>
            <a:chOff x="2" y="1144429"/>
            <a:chExt cx="11520485" cy="5002853"/>
          </a:xfrm>
        </p:grpSpPr>
        <p:sp>
          <p:nvSpPr>
            <p:cNvPr id="34" name="Title" descr="92feb4be-a16b-4136-a81e-bf0948df1749"/>
            <p:cNvSpPr txBox="1"/>
            <p:nvPr/>
          </p:nvSpPr>
          <p:spPr>
            <a:xfrm>
              <a:off x="660400" y="1144429"/>
              <a:ext cx="10860087" cy="10255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完成所有零件的组装与运动约束添加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cxnSp>
          <p:nvCxnSpPr>
            <p:cNvPr id="35" name="išlîďê" descr="9d934087-9e2e-4f82-9d12-4698c638846f"/>
            <p:cNvCxnSpPr/>
            <p:nvPr/>
          </p:nvCxnSpPr>
          <p:spPr>
            <a:xfrm>
              <a:off x="7424429" y="3577555"/>
              <a:ext cx="0" cy="1188295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îś1ïḍé" descr="c2d91bd7-c366-4fd0-8a16-3b7b2f68e63a"/>
            <p:cNvCxnSpPr/>
            <p:nvPr/>
          </p:nvCxnSpPr>
          <p:spPr>
            <a:xfrm>
              <a:off x="2013926" y="3577074"/>
              <a:ext cx="0" cy="1188295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îṧḻíḓé" descr="0e3b64d2-4b1e-462f-b264-73f434ac8743"/>
            <p:cNvSpPr/>
            <p:nvPr/>
          </p:nvSpPr>
          <p:spPr>
            <a:xfrm rot="10800000">
              <a:off x="4" y="3227514"/>
              <a:ext cx="1153599" cy="842652"/>
            </a:xfrm>
            <a:custGeom>
              <a:avLst/>
              <a:gdLst>
                <a:gd name="connsiteX0" fmla="*/ 2708486 w 4178298"/>
                <a:gd name="connsiteY0" fmla="*/ 0 h 2488819"/>
                <a:gd name="connsiteX1" fmla="*/ 3303178 w 4178298"/>
                <a:gd name="connsiteY1" fmla="*/ 0 h 2488819"/>
                <a:gd name="connsiteX2" fmla="*/ 4178298 w 4178298"/>
                <a:gd name="connsiteY2" fmla="*/ 0 h 2488819"/>
                <a:gd name="connsiteX3" fmla="*/ 4178298 w 4178298"/>
                <a:gd name="connsiteY3" fmla="*/ 1054488 h 2488819"/>
                <a:gd name="connsiteX4" fmla="*/ 3339580 w 4178298"/>
                <a:gd name="connsiteY4" fmla="*/ 1054488 h 2488819"/>
                <a:gd name="connsiteX5" fmla="*/ 3339580 w 4178298"/>
                <a:gd name="connsiteY5" fmla="*/ 1055375 h 2488819"/>
                <a:gd name="connsiteX6" fmla="*/ 3322004 w 4178298"/>
                <a:gd name="connsiteY6" fmla="*/ 1054488 h 2488819"/>
                <a:gd name="connsiteX7" fmla="*/ 3321964 w 4178298"/>
                <a:gd name="connsiteY7" fmla="*/ 1054488 h 2488819"/>
                <a:gd name="connsiteX8" fmla="*/ 3205619 w 4178298"/>
                <a:gd name="connsiteY8" fmla="*/ 1060363 h 2488819"/>
                <a:gd name="connsiteX9" fmla="*/ 2517218 w 4178298"/>
                <a:gd name="connsiteY9" fmla="*/ 1387832 h 2488819"/>
                <a:gd name="connsiteX10" fmla="*/ 2489721 w 4178298"/>
                <a:gd name="connsiteY10" fmla="*/ 1418087 h 2488819"/>
                <a:gd name="connsiteX11" fmla="*/ 2484610 w 4178298"/>
                <a:gd name="connsiteY11" fmla="*/ 1418087 h 2488819"/>
                <a:gd name="connsiteX12" fmla="*/ 2388970 w 4178298"/>
                <a:gd name="connsiteY12" fmla="*/ 1520905 h 2488819"/>
                <a:gd name="connsiteX13" fmla="*/ 1307864 w 4178298"/>
                <a:gd name="connsiteY13" fmla="*/ 2229576 h 2488819"/>
                <a:gd name="connsiteX14" fmla="*/ 1073600 w 4178298"/>
                <a:gd name="connsiteY14" fmla="*/ 2313265 h 2488819"/>
                <a:gd name="connsiteX15" fmla="*/ 1073600 w 4178298"/>
                <a:gd name="connsiteY15" fmla="*/ 2318858 h 2488819"/>
                <a:gd name="connsiteX16" fmla="*/ 846752 w 4178298"/>
                <a:gd name="connsiteY16" fmla="*/ 2385551 h 2488819"/>
                <a:gd name="connsiteX17" fmla="*/ 434211 w 4178298"/>
                <a:gd name="connsiteY17" fmla="*/ 2462479 h 2488819"/>
                <a:gd name="connsiteX18" fmla="*/ 353421 w 4178298"/>
                <a:gd name="connsiteY18" fmla="*/ 2469970 h 2488819"/>
                <a:gd name="connsiteX19" fmla="*/ 338631 w 4178298"/>
                <a:gd name="connsiteY19" fmla="*/ 2471807 h 2488819"/>
                <a:gd name="connsiteX20" fmla="*/ 313322 w 4178298"/>
                <a:gd name="connsiteY20" fmla="*/ 2473688 h 2488819"/>
                <a:gd name="connsiteX21" fmla="*/ 221863 w 4178298"/>
                <a:gd name="connsiteY21" fmla="*/ 2482169 h 2488819"/>
                <a:gd name="connsiteX22" fmla="*/ 183212 w 4178298"/>
                <a:gd name="connsiteY22" fmla="*/ 2483359 h 2488819"/>
                <a:gd name="connsiteX23" fmla="*/ 167432 w 4178298"/>
                <a:gd name="connsiteY23" fmla="*/ 2484532 h 2488819"/>
                <a:gd name="connsiteX24" fmla="*/ 54603 w 4178298"/>
                <a:gd name="connsiteY24" fmla="*/ 2487321 h 2488819"/>
                <a:gd name="connsiteX25" fmla="*/ 5986 w 4178298"/>
                <a:gd name="connsiteY25" fmla="*/ 2488819 h 2488819"/>
                <a:gd name="connsiteX26" fmla="*/ 0 w 4178298"/>
                <a:gd name="connsiteY26" fmla="*/ 2488671 h 2488819"/>
                <a:gd name="connsiteX27" fmla="*/ 0 w 4178298"/>
                <a:gd name="connsiteY27" fmla="*/ 1430370 h 2488819"/>
                <a:gd name="connsiteX28" fmla="*/ 22797 w 4178298"/>
                <a:gd name="connsiteY28" fmla="*/ 1429676 h 2488819"/>
                <a:gd name="connsiteX29" fmla="*/ 206975 w 4178298"/>
                <a:gd name="connsiteY29" fmla="*/ 1420086 h 2488819"/>
                <a:gd name="connsiteX30" fmla="*/ 287025 w 4178298"/>
                <a:gd name="connsiteY30" fmla="*/ 1412759 h 2488819"/>
                <a:gd name="connsiteX31" fmla="*/ 303921 w 4178298"/>
                <a:gd name="connsiteY31" fmla="*/ 1410172 h 2488819"/>
                <a:gd name="connsiteX32" fmla="*/ 439009 w 4178298"/>
                <a:gd name="connsiteY32" fmla="*/ 1388904 h 2488819"/>
                <a:gd name="connsiteX33" fmla="*/ 569473 w 4178298"/>
                <a:gd name="connsiteY33" fmla="*/ 1360776 h 2488819"/>
                <a:gd name="connsiteX34" fmla="*/ 1925193 w 4178298"/>
                <a:gd name="connsiteY34" fmla="*/ 447965 h 2488819"/>
                <a:gd name="connsiteX35" fmla="*/ 1940489 w 4178298"/>
                <a:gd name="connsiteY35" fmla="*/ 425469 h 2488819"/>
                <a:gd name="connsiteX36" fmla="*/ 2026728 w 4178298"/>
                <a:gd name="connsiteY36" fmla="*/ 320945 h 2488819"/>
                <a:gd name="connsiteX37" fmla="*/ 2602125 w 4178298"/>
                <a:gd name="connsiteY37" fmla="*/ 10723 h 2488819"/>
                <a:gd name="connsiteX38" fmla="*/ 2708486 w 4178298"/>
                <a:gd name="connsiteY38" fmla="*/ 0 h 248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178298" h="2488819">
                  <a:moveTo>
                    <a:pt x="2708486" y="0"/>
                  </a:moveTo>
                  <a:lnTo>
                    <a:pt x="3303178" y="0"/>
                  </a:lnTo>
                  <a:lnTo>
                    <a:pt x="4178298" y="0"/>
                  </a:lnTo>
                  <a:lnTo>
                    <a:pt x="4178298" y="1054488"/>
                  </a:lnTo>
                  <a:lnTo>
                    <a:pt x="3339580" y="1054488"/>
                  </a:lnTo>
                  <a:lnTo>
                    <a:pt x="3339580" y="1055375"/>
                  </a:lnTo>
                  <a:lnTo>
                    <a:pt x="3322004" y="1054488"/>
                  </a:lnTo>
                  <a:lnTo>
                    <a:pt x="3321964" y="1054488"/>
                  </a:lnTo>
                  <a:lnTo>
                    <a:pt x="3205619" y="1060363"/>
                  </a:lnTo>
                  <a:cubicBezTo>
                    <a:pt x="2937800" y="1087561"/>
                    <a:pt x="2697432" y="1207619"/>
                    <a:pt x="2517218" y="1387832"/>
                  </a:cubicBezTo>
                  <a:lnTo>
                    <a:pt x="2489721" y="1418087"/>
                  </a:lnTo>
                  <a:lnTo>
                    <a:pt x="2484610" y="1418087"/>
                  </a:lnTo>
                  <a:lnTo>
                    <a:pt x="2388970" y="1520905"/>
                  </a:lnTo>
                  <a:cubicBezTo>
                    <a:pt x="2078901" y="1820524"/>
                    <a:pt x="1712778" y="2062503"/>
                    <a:pt x="1307864" y="2229576"/>
                  </a:cubicBezTo>
                  <a:lnTo>
                    <a:pt x="1073600" y="2313265"/>
                  </a:lnTo>
                  <a:lnTo>
                    <a:pt x="1073600" y="2318858"/>
                  </a:lnTo>
                  <a:lnTo>
                    <a:pt x="846752" y="2385551"/>
                  </a:lnTo>
                  <a:cubicBezTo>
                    <a:pt x="712201" y="2419276"/>
                    <a:pt x="574513" y="2445093"/>
                    <a:pt x="434211" y="2462479"/>
                  </a:cubicBezTo>
                  <a:lnTo>
                    <a:pt x="353421" y="2469970"/>
                  </a:lnTo>
                  <a:lnTo>
                    <a:pt x="338631" y="2471807"/>
                  </a:lnTo>
                  <a:lnTo>
                    <a:pt x="313322" y="2473688"/>
                  </a:lnTo>
                  <a:lnTo>
                    <a:pt x="221863" y="2482169"/>
                  </a:lnTo>
                  <a:lnTo>
                    <a:pt x="183212" y="2483359"/>
                  </a:lnTo>
                  <a:lnTo>
                    <a:pt x="167432" y="2484532"/>
                  </a:lnTo>
                  <a:lnTo>
                    <a:pt x="54603" y="2487321"/>
                  </a:lnTo>
                  <a:lnTo>
                    <a:pt x="5986" y="2488819"/>
                  </a:lnTo>
                  <a:lnTo>
                    <a:pt x="0" y="2488671"/>
                  </a:lnTo>
                  <a:lnTo>
                    <a:pt x="0" y="1430370"/>
                  </a:lnTo>
                  <a:lnTo>
                    <a:pt x="22797" y="1429676"/>
                  </a:lnTo>
                  <a:lnTo>
                    <a:pt x="206975" y="1420086"/>
                  </a:lnTo>
                  <a:lnTo>
                    <a:pt x="287025" y="1412759"/>
                  </a:lnTo>
                  <a:lnTo>
                    <a:pt x="303921" y="1410172"/>
                  </a:lnTo>
                  <a:lnTo>
                    <a:pt x="439009" y="1388904"/>
                  </a:lnTo>
                  <a:lnTo>
                    <a:pt x="569473" y="1360776"/>
                  </a:lnTo>
                  <a:cubicBezTo>
                    <a:pt x="1122409" y="1224013"/>
                    <a:pt x="1599408" y="894651"/>
                    <a:pt x="1925193" y="447965"/>
                  </a:cubicBezTo>
                  <a:lnTo>
                    <a:pt x="1940489" y="425469"/>
                  </a:lnTo>
                  <a:lnTo>
                    <a:pt x="2026728" y="320945"/>
                  </a:lnTo>
                  <a:cubicBezTo>
                    <a:pt x="2181196" y="166476"/>
                    <a:pt x="2379860" y="56205"/>
                    <a:pt x="2602125" y="10723"/>
                  </a:cubicBezTo>
                  <a:lnTo>
                    <a:pt x="2708486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</a:p>
          </p:txBody>
        </p:sp>
        <p:grpSp>
          <p:nvGrpSpPr>
            <p:cNvPr id="70" name="组合 69" descr="80f5c100-2f4c-458f-aa63-cb1e64426447"/>
            <p:cNvGrpSpPr/>
            <p:nvPr/>
          </p:nvGrpSpPr>
          <p:grpSpPr>
            <a:xfrm>
              <a:off x="2" y="2246430"/>
              <a:ext cx="10151214" cy="1692562"/>
              <a:chOff x="2" y="2246430"/>
              <a:chExt cx="10151214" cy="1692562"/>
            </a:xfrm>
          </p:grpSpPr>
          <p:sp>
            <p:nvSpPr>
              <p:cNvPr id="54" name="iSľíḑè" descr="a7b06413-d5fb-4664-9d2b-f3501d97819b"/>
              <p:cNvSpPr/>
              <p:nvPr/>
            </p:nvSpPr>
            <p:spPr>
              <a:xfrm rot="10800000">
                <a:off x="2" y="2739522"/>
                <a:ext cx="1153599" cy="842652"/>
              </a:xfrm>
              <a:custGeom>
                <a:avLst/>
                <a:gdLst>
                  <a:gd name="connsiteX0" fmla="*/ 2708486 w 4178298"/>
                  <a:gd name="connsiteY0" fmla="*/ 0 h 2488819"/>
                  <a:gd name="connsiteX1" fmla="*/ 3303178 w 4178298"/>
                  <a:gd name="connsiteY1" fmla="*/ 0 h 2488819"/>
                  <a:gd name="connsiteX2" fmla="*/ 4178298 w 4178298"/>
                  <a:gd name="connsiteY2" fmla="*/ 0 h 2488819"/>
                  <a:gd name="connsiteX3" fmla="*/ 4178298 w 4178298"/>
                  <a:gd name="connsiteY3" fmla="*/ 1054488 h 2488819"/>
                  <a:gd name="connsiteX4" fmla="*/ 3339580 w 4178298"/>
                  <a:gd name="connsiteY4" fmla="*/ 1054488 h 2488819"/>
                  <a:gd name="connsiteX5" fmla="*/ 3339580 w 4178298"/>
                  <a:gd name="connsiteY5" fmla="*/ 1055375 h 2488819"/>
                  <a:gd name="connsiteX6" fmla="*/ 3322004 w 4178298"/>
                  <a:gd name="connsiteY6" fmla="*/ 1054488 h 2488819"/>
                  <a:gd name="connsiteX7" fmla="*/ 3321964 w 4178298"/>
                  <a:gd name="connsiteY7" fmla="*/ 1054488 h 2488819"/>
                  <a:gd name="connsiteX8" fmla="*/ 3205619 w 4178298"/>
                  <a:gd name="connsiteY8" fmla="*/ 1060363 h 2488819"/>
                  <a:gd name="connsiteX9" fmla="*/ 2517218 w 4178298"/>
                  <a:gd name="connsiteY9" fmla="*/ 1387832 h 2488819"/>
                  <a:gd name="connsiteX10" fmla="*/ 2489721 w 4178298"/>
                  <a:gd name="connsiteY10" fmla="*/ 1418087 h 2488819"/>
                  <a:gd name="connsiteX11" fmla="*/ 2484610 w 4178298"/>
                  <a:gd name="connsiteY11" fmla="*/ 1418087 h 2488819"/>
                  <a:gd name="connsiteX12" fmla="*/ 2388970 w 4178298"/>
                  <a:gd name="connsiteY12" fmla="*/ 1520905 h 2488819"/>
                  <a:gd name="connsiteX13" fmla="*/ 1307864 w 4178298"/>
                  <a:gd name="connsiteY13" fmla="*/ 2229576 h 2488819"/>
                  <a:gd name="connsiteX14" fmla="*/ 1073600 w 4178298"/>
                  <a:gd name="connsiteY14" fmla="*/ 2313265 h 2488819"/>
                  <a:gd name="connsiteX15" fmla="*/ 1073600 w 4178298"/>
                  <a:gd name="connsiteY15" fmla="*/ 2318858 h 2488819"/>
                  <a:gd name="connsiteX16" fmla="*/ 846752 w 4178298"/>
                  <a:gd name="connsiteY16" fmla="*/ 2385551 h 2488819"/>
                  <a:gd name="connsiteX17" fmla="*/ 434211 w 4178298"/>
                  <a:gd name="connsiteY17" fmla="*/ 2462479 h 2488819"/>
                  <a:gd name="connsiteX18" fmla="*/ 353421 w 4178298"/>
                  <a:gd name="connsiteY18" fmla="*/ 2469970 h 2488819"/>
                  <a:gd name="connsiteX19" fmla="*/ 338631 w 4178298"/>
                  <a:gd name="connsiteY19" fmla="*/ 2471807 h 2488819"/>
                  <a:gd name="connsiteX20" fmla="*/ 313322 w 4178298"/>
                  <a:gd name="connsiteY20" fmla="*/ 2473688 h 2488819"/>
                  <a:gd name="connsiteX21" fmla="*/ 221863 w 4178298"/>
                  <a:gd name="connsiteY21" fmla="*/ 2482169 h 2488819"/>
                  <a:gd name="connsiteX22" fmla="*/ 183212 w 4178298"/>
                  <a:gd name="connsiteY22" fmla="*/ 2483359 h 2488819"/>
                  <a:gd name="connsiteX23" fmla="*/ 167432 w 4178298"/>
                  <a:gd name="connsiteY23" fmla="*/ 2484532 h 2488819"/>
                  <a:gd name="connsiteX24" fmla="*/ 54603 w 4178298"/>
                  <a:gd name="connsiteY24" fmla="*/ 2487321 h 2488819"/>
                  <a:gd name="connsiteX25" fmla="*/ 5986 w 4178298"/>
                  <a:gd name="connsiteY25" fmla="*/ 2488819 h 2488819"/>
                  <a:gd name="connsiteX26" fmla="*/ 0 w 4178298"/>
                  <a:gd name="connsiteY26" fmla="*/ 2488671 h 2488819"/>
                  <a:gd name="connsiteX27" fmla="*/ 0 w 4178298"/>
                  <a:gd name="connsiteY27" fmla="*/ 1430370 h 2488819"/>
                  <a:gd name="connsiteX28" fmla="*/ 22797 w 4178298"/>
                  <a:gd name="connsiteY28" fmla="*/ 1429676 h 2488819"/>
                  <a:gd name="connsiteX29" fmla="*/ 206975 w 4178298"/>
                  <a:gd name="connsiteY29" fmla="*/ 1420086 h 2488819"/>
                  <a:gd name="connsiteX30" fmla="*/ 287025 w 4178298"/>
                  <a:gd name="connsiteY30" fmla="*/ 1412759 h 2488819"/>
                  <a:gd name="connsiteX31" fmla="*/ 303921 w 4178298"/>
                  <a:gd name="connsiteY31" fmla="*/ 1410172 h 2488819"/>
                  <a:gd name="connsiteX32" fmla="*/ 439009 w 4178298"/>
                  <a:gd name="connsiteY32" fmla="*/ 1388904 h 2488819"/>
                  <a:gd name="connsiteX33" fmla="*/ 569473 w 4178298"/>
                  <a:gd name="connsiteY33" fmla="*/ 1360776 h 2488819"/>
                  <a:gd name="connsiteX34" fmla="*/ 1925193 w 4178298"/>
                  <a:gd name="connsiteY34" fmla="*/ 447965 h 2488819"/>
                  <a:gd name="connsiteX35" fmla="*/ 1940489 w 4178298"/>
                  <a:gd name="connsiteY35" fmla="*/ 425469 h 2488819"/>
                  <a:gd name="connsiteX36" fmla="*/ 2026728 w 4178298"/>
                  <a:gd name="connsiteY36" fmla="*/ 320945 h 2488819"/>
                  <a:gd name="connsiteX37" fmla="*/ 2602125 w 4178298"/>
                  <a:gd name="connsiteY37" fmla="*/ 10723 h 2488819"/>
                  <a:gd name="connsiteX38" fmla="*/ 2708486 w 4178298"/>
                  <a:gd name="connsiteY38" fmla="*/ 0 h 2488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4178298" h="2488819">
                    <a:moveTo>
                      <a:pt x="2708486" y="0"/>
                    </a:moveTo>
                    <a:lnTo>
                      <a:pt x="3303178" y="0"/>
                    </a:lnTo>
                    <a:lnTo>
                      <a:pt x="4178298" y="0"/>
                    </a:lnTo>
                    <a:lnTo>
                      <a:pt x="4178298" y="1054488"/>
                    </a:lnTo>
                    <a:lnTo>
                      <a:pt x="3339580" y="1054488"/>
                    </a:lnTo>
                    <a:lnTo>
                      <a:pt x="3339580" y="1055375"/>
                    </a:lnTo>
                    <a:lnTo>
                      <a:pt x="3322004" y="1054488"/>
                    </a:lnTo>
                    <a:lnTo>
                      <a:pt x="3321964" y="1054488"/>
                    </a:lnTo>
                    <a:lnTo>
                      <a:pt x="3205619" y="1060363"/>
                    </a:lnTo>
                    <a:cubicBezTo>
                      <a:pt x="2937800" y="1087561"/>
                      <a:pt x="2697432" y="1207619"/>
                      <a:pt x="2517218" y="1387832"/>
                    </a:cubicBezTo>
                    <a:lnTo>
                      <a:pt x="2489721" y="1418087"/>
                    </a:lnTo>
                    <a:lnTo>
                      <a:pt x="2484610" y="1418087"/>
                    </a:lnTo>
                    <a:lnTo>
                      <a:pt x="2388970" y="1520905"/>
                    </a:lnTo>
                    <a:cubicBezTo>
                      <a:pt x="2078901" y="1820524"/>
                      <a:pt x="1712778" y="2062503"/>
                      <a:pt x="1307864" y="2229576"/>
                    </a:cubicBezTo>
                    <a:lnTo>
                      <a:pt x="1073600" y="2313265"/>
                    </a:lnTo>
                    <a:lnTo>
                      <a:pt x="1073600" y="2318858"/>
                    </a:lnTo>
                    <a:lnTo>
                      <a:pt x="846752" y="2385551"/>
                    </a:lnTo>
                    <a:cubicBezTo>
                      <a:pt x="712201" y="2419276"/>
                      <a:pt x="574513" y="2445093"/>
                      <a:pt x="434211" y="2462479"/>
                    </a:cubicBezTo>
                    <a:lnTo>
                      <a:pt x="353421" y="2469970"/>
                    </a:lnTo>
                    <a:lnTo>
                      <a:pt x="338631" y="2471807"/>
                    </a:lnTo>
                    <a:lnTo>
                      <a:pt x="313322" y="2473688"/>
                    </a:lnTo>
                    <a:lnTo>
                      <a:pt x="221863" y="2482169"/>
                    </a:lnTo>
                    <a:lnTo>
                      <a:pt x="183212" y="2483359"/>
                    </a:lnTo>
                    <a:lnTo>
                      <a:pt x="167432" y="2484532"/>
                    </a:lnTo>
                    <a:lnTo>
                      <a:pt x="54603" y="2487321"/>
                    </a:lnTo>
                    <a:lnTo>
                      <a:pt x="5986" y="2488819"/>
                    </a:lnTo>
                    <a:lnTo>
                      <a:pt x="0" y="2488671"/>
                    </a:lnTo>
                    <a:lnTo>
                      <a:pt x="0" y="1430370"/>
                    </a:lnTo>
                    <a:lnTo>
                      <a:pt x="22797" y="1429676"/>
                    </a:lnTo>
                    <a:lnTo>
                      <a:pt x="206975" y="1420086"/>
                    </a:lnTo>
                    <a:lnTo>
                      <a:pt x="287025" y="1412759"/>
                    </a:lnTo>
                    <a:lnTo>
                      <a:pt x="303921" y="1410172"/>
                    </a:lnTo>
                    <a:lnTo>
                      <a:pt x="439009" y="1388904"/>
                    </a:lnTo>
                    <a:lnTo>
                      <a:pt x="569473" y="1360776"/>
                    </a:lnTo>
                    <a:cubicBezTo>
                      <a:pt x="1122409" y="1224013"/>
                      <a:pt x="1599408" y="894651"/>
                      <a:pt x="1925193" y="447965"/>
                    </a:cubicBezTo>
                    <a:lnTo>
                      <a:pt x="1940489" y="425469"/>
                    </a:lnTo>
                    <a:lnTo>
                      <a:pt x="2026728" y="320945"/>
                    </a:lnTo>
                    <a:cubicBezTo>
                      <a:pt x="2181196" y="166476"/>
                      <a:pt x="2379860" y="56205"/>
                      <a:pt x="2602125" y="10723"/>
                    </a:cubicBezTo>
                    <a:lnTo>
                      <a:pt x="2708486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56" name="iš1idê" descr="c74e47a1-942f-4ec1-9d43-806017543149"/>
              <p:cNvSpPr/>
              <p:nvPr/>
            </p:nvSpPr>
            <p:spPr>
              <a:xfrm flipH="1">
                <a:off x="2" y="2246430"/>
                <a:ext cx="1153599" cy="842652"/>
              </a:xfrm>
              <a:custGeom>
                <a:avLst/>
                <a:gdLst>
                  <a:gd name="connsiteX0" fmla="*/ 2708486 w 4178298"/>
                  <a:gd name="connsiteY0" fmla="*/ 0 h 2488819"/>
                  <a:gd name="connsiteX1" fmla="*/ 3303178 w 4178298"/>
                  <a:gd name="connsiteY1" fmla="*/ 0 h 2488819"/>
                  <a:gd name="connsiteX2" fmla="*/ 4178298 w 4178298"/>
                  <a:gd name="connsiteY2" fmla="*/ 0 h 2488819"/>
                  <a:gd name="connsiteX3" fmla="*/ 4178298 w 4178298"/>
                  <a:gd name="connsiteY3" fmla="*/ 1054488 h 2488819"/>
                  <a:gd name="connsiteX4" fmla="*/ 3339580 w 4178298"/>
                  <a:gd name="connsiteY4" fmla="*/ 1054488 h 2488819"/>
                  <a:gd name="connsiteX5" fmla="*/ 3339580 w 4178298"/>
                  <a:gd name="connsiteY5" fmla="*/ 1055375 h 2488819"/>
                  <a:gd name="connsiteX6" fmla="*/ 3322004 w 4178298"/>
                  <a:gd name="connsiteY6" fmla="*/ 1054488 h 2488819"/>
                  <a:gd name="connsiteX7" fmla="*/ 3321964 w 4178298"/>
                  <a:gd name="connsiteY7" fmla="*/ 1054488 h 2488819"/>
                  <a:gd name="connsiteX8" fmla="*/ 3205619 w 4178298"/>
                  <a:gd name="connsiteY8" fmla="*/ 1060363 h 2488819"/>
                  <a:gd name="connsiteX9" fmla="*/ 2517218 w 4178298"/>
                  <a:gd name="connsiteY9" fmla="*/ 1387832 h 2488819"/>
                  <a:gd name="connsiteX10" fmla="*/ 2489721 w 4178298"/>
                  <a:gd name="connsiteY10" fmla="*/ 1418087 h 2488819"/>
                  <a:gd name="connsiteX11" fmla="*/ 2484610 w 4178298"/>
                  <a:gd name="connsiteY11" fmla="*/ 1418087 h 2488819"/>
                  <a:gd name="connsiteX12" fmla="*/ 2388970 w 4178298"/>
                  <a:gd name="connsiteY12" fmla="*/ 1520905 h 2488819"/>
                  <a:gd name="connsiteX13" fmla="*/ 1307864 w 4178298"/>
                  <a:gd name="connsiteY13" fmla="*/ 2229576 h 2488819"/>
                  <a:gd name="connsiteX14" fmla="*/ 1073600 w 4178298"/>
                  <a:gd name="connsiteY14" fmla="*/ 2313265 h 2488819"/>
                  <a:gd name="connsiteX15" fmla="*/ 1073600 w 4178298"/>
                  <a:gd name="connsiteY15" fmla="*/ 2318858 h 2488819"/>
                  <a:gd name="connsiteX16" fmla="*/ 846752 w 4178298"/>
                  <a:gd name="connsiteY16" fmla="*/ 2385551 h 2488819"/>
                  <a:gd name="connsiteX17" fmla="*/ 434211 w 4178298"/>
                  <a:gd name="connsiteY17" fmla="*/ 2462479 h 2488819"/>
                  <a:gd name="connsiteX18" fmla="*/ 353421 w 4178298"/>
                  <a:gd name="connsiteY18" fmla="*/ 2469970 h 2488819"/>
                  <a:gd name="connsiteX19" fmla="*/ 338631 w 4178298"/>
                  <a:gd name="connsiteY19" fmla="*/ 2471807 h 2488819"/>
                  <a:gd name="connsiteX20" fmla="*/ 313322 w 4178298"/>
                  <a:gd name="connsiteY20" fmla="*/ 2473688 h 2488819"/>
                  <a:gd name="connsiteX21" fmla="*/ 221863 w 4178298"/>
                  <a:gd name="connsiteY21" fmla="*/ 2482169 h 2488819"/>
                  <a:gd name="connsiteX22" fmla="*/ 183212 w 4178298"/>
                  <a:gd name="connsiteY22" fmla="*/ 2483359 h 2488819"/>
                  <a:gd name="connsiteX23" fmla="*/ 167432 w 4178298"/>
                  <a:gd name="connsiteY23" fmla="*/ 2484532 h 2488819"/>
                  <a:gd name="connsiteX24" fmla="*/ 54603 w 4178298"/>
                  <a:gd name="connsiteY24" fmla="*/ 2487321 h 2488819"/>
                  <a:gd name="connsiteX25" fmla="*/ 5986 w 4178298"/>
                  <a:gd name="connsiteY25" fmla="*/ 2488819 h 2488819"/>
                  <a:gd name="connsiteX26" fmla="*/ 0 w 4178298"/>
                  <a:gd name="connsiteY26" fmla="*/ 2488671 h 2488819"/>
                  <a:gd name="connsiteX27" fmla="*/ 0 w 4178298"/>
                  <a:gd name="connsiteY27" fmla="*/ 1430370 h 2488819"/>
                  <a:gd name="connsiteX28" fmla="*/ 22797 w 4178298"/>
                  <a:gd name="connsiteY28" fmla="*/ 1429676 h 2488819"/>
                  <a:gd name="connsiteX29" fmla="*/ 206975 w 4178298"/>
                  <a:gd name="connsiteY29" fmla="*/ 1420086 h 2488819"/>
                  <a:gd name="connsiteX30" fmla="*/ 287025 w 4178298"/>
                  <a:gd name="connsiteY30" fmla="*/ 1412759 h 2488819"/>
                  <a:gd name="connsiteX31" fmla="*/ 303921 w 4178298"/>
                  <a:gd name="connsiteY31" fmla="*/ 1410172 h 2488819"/>
                  <a:gd name="connsiteX32" fmla="*/ 439009 w 4178298"/>
                  <a:gd name="connsiteY32" fmla="*/ 1388904 h 2488819"/>
                  <a:gd name="connsiteX33" fmla="*/ 569473 w 4178298"/>
                  <a:gd name="connsiteY33" fmla="*/ 1360776 h 2488819"/>
                  <a:gd name="connsiteX34" fmla="*/ 1925193 w 4178298"/>
                  <a:gd name="connsiteY34" fmla="*/ 447965 h 2488819"/>
                  <a:gd name="connsiteX35" fmla="*/ 1940489 w 4178298"/>
                  <a:gd name="connsiteY35" fmla="*/ 425469 h 2488819"/>
                  <a:gd name="connsiteX36" fmla="*/ 2026728 w 4178298"/>
                  <a:gd name="connsiteY36" fmla="*/ 320945 h 2488819"/>
                  <a:gd name="connsiteX37" fmla="*/ 2602125 w 4178298"/>
                  <a:gd name="connsiteY37" fmla="*/ 10723 h 2488819"/>
                  <a:gd name="connsiteX38" fmla="*/ 2708486 w 4178298"/>
                  <a:gd name="connsiteY38" fmla="*/ 0 h 2488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4178298" h="2488819">
                    <a:moveTo>
                      <a:pt x="2708486" y="0"/>
                    </a:moveTo>
                    <a:lnTo>
                      <a:pt x="3303178" y="0"/>
                    </a:lnTo>
                    <a:lnTo>
                      <a:pt x="4178298" y="0"/>
                    </a:lnTo>
                    <a:lnTo>
                      <a:pt x="4178298" y="1054488"/>
                    </a:lnTo>
                    <a:lnTo>
                      <a:pt x="3339580" y="1054488"/>
                    </a:lnTo>
                    <a:lnTo>
                      <a:pt x="3339580" y="1055375"/>
                    </a:lnTo>
                    <a:lnTo>
                      <a:pt x="3322004" y="1054488"/>
                    </a:lnTo>
                    <a:lnTo>
                      <a:pt x="3321964" y="1054488"/>
                    </a:lnTo>
                    <a:lnTo>
                      <a:pt x="3205619" y="1060363"/>
                    </a:lnTo>
                    <a:cubicBezTo>
                      <a:pt x="2937800" y="1087561"/>
                      <a:pt x="2697432" y="1207619"/>
                      <a:pt x="2517218" y="1387832"/>
                    </a:cubicBezTo>
                    <a:lnTo>
                      <a:pt x="2489721" y="1418087"/>
                    </a:lnTo>
                    <a:lnTo>
                      <a:pt x="2484610" y="1418087"/>
                    </a:lnTo>
                    <a:lnTo>
                      <a:pt x="2388970" y="1520905"/>
                    </a:lnTo>
                    <a:cubicBezTo>
                      <a:pt x="2078901" y="1820524"/>
                      <a:pt x="1712778" y="2062503"/>
                      <a:pt x="1307864" y="2229576"/>
                    </a:cubicBezTo>
                    <a:lnTo>
                      <a:pt x="1073600" y="2313265"/>
                    </a:lnTo>
                    <a:lnTo>
                      <a:pt x="1073600" y="2318858"/>
                    </a:lnTo>
                    <a:lnTo>
                      <a:pt x="846752" y="2385551"/>
                    </a:lnTo>
                    <a:cubicBezTo>
                      <a:pt x="712201" y="2419276"/>
                      <a:pt x="574513" y="2445093"/>
                      <a:pt x="434211" y="2462479"/>
                    </a:cubicBezTo>
                    <a:lnTo>
                      <a:pt x="353421" y="2469970"/>
                    </a:lnTo>
                    <a:lnTo>
                      <a:pt x="338631" y="2471807"/>
                    </a:lnTo>
                    <a:lnTo>
                      <a:pt x="313322" y="2473688"/>
                    </a:lnTo>
                    <a:lnTo>
                      <a:pt x="221863" y="2482169"/>
                    </a:lnTo>
                    <a:lnTo>
                      <a:pt x="183212" y="2483359"/>
                    </a:lnTo>
                    <a:lnTo>
                      <a:pt x="167432" y="2484532"/>
                    </a:lnTo>
                    <a:lnTo>
                      <a:pt x="54603" y="2487321"/>
                    </a:lnTo>
                    <a:lnTo>
                      <a:pt x="5986" y="2488819"/>
                    </a:lnTo>
                    <a:lnTo>
                      <a:pt x="0" y="2488671"/>
                    </a:lnTo>
                    <a:lnTo>
                      <a:pt x="0" y="1430370"/>
                    </a:lnTo>
                    <a:lnTo>
                      <a:pt x="22797" y="1429676"/>
                    </a:lnTo>
                    <a:lnTo>
                      <a:pt x="206975" y="1420086"/>
                    </a:lnTo>
                    <a:lnTo>
                      <a:pt x="287025" y="1412759"/>
                    </a:lnTo>
                    <a:lnTo>
                      <a:pt x="303921" y="1410172"/>
                    </a:lnTo>
                    <a:lnTo>
                      <a:pt x="439009" y="1388904"/>
                    </a:lnTo>
                    <a:lnTo>
                      <a:pt x="569473" y="1360776"/>
                    </a:lnTo>
                    <a:cubicBezTo>
                      <a:pt x="1122409" y="1224013"/>
                      <a:pt x="1599408" y="894651"/>
                      <a:pt x="1925193" y="447965"/>
                    </a:cubicBezTo>
                    <a:lnTo>
                      <a:pt x="1940489" y="425469"/>
                    </a:lnTo>
                    <a:lnTo>
                      <a:pt x="2026728" y="320945"/>
                    </a:lnTo>
                    <a:cubicBezTo>
                      <a:pt x="2181196" y="166476"/>
                      <a:pt x="2379860" y="56205"/>
                      <a:pt x="2602125" y="10723"/>
                    </a:cubicBezTo>
                    <a:lnTo>
                      <a:pt x="2708486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57" name="îS1íḓè" descr="8391e0d9-10c2-43be-8b60-7339d376873f"/>
              <p:cNvSpPr/>
              <p:nvPr/>
            </p:nvSpPr>
            <p:spPr>
              <a:xfrm flipH="1">
                <a:off x="2" y="2734422"/>
                <a:ext cx="1153599" cy="842651"/>
              </a:xfrm>
              <a:custGeom>
                <a:avLst/>
                <a:gdLst>
                  <a:gd name="connsiteX0" fmla="*/ 2708486 w 4178298"/>
                  <a:gd name="connsiteY0" fmla="*/ 0 h 2488819"/>
                  <a:gd name="connsiteX1" fmla="*/ 3303178 w 4178298"/>
                  <a:gd name="connsiteY1" fmla="*/ 0 h 2488819"/>
                  <a:gd name="connsiteX2" fmla="*/ 4178298 w 4178298"/>
                  <a:gd name="connsiteY2" fmla="*/ 0 h 2488819"/>
                  <a:gd name="connsiteX3" fmla="*/ 4178298 w 4178298"/>
                  <a:gd name="connsiteY3" fmla="*/ 1054488 h 2488819"/>
                  <a:gd name="connsiteX4" fmla="*/ 3339580 w 4178298"/>
                  <a:gd name="connsiteY4" fmla="*/ 1054488 h 2488819"/>
                  <a:gd name="connsiteX5" fmla="*/ 3339580 w 4178298"/>
                  <a:gd name="connsiteY5" fmla="*/ 1055375 h 2488819"/>
                  <a:gd name="connsiteX6" fmla="*/ 3322004 w 4178298"/>
                  <a:gd name="connsiteY6" fmla="*/ 1054488 h 2488819"/>
                  <a:gd name="connsiteX7" fmla="*/ 3321964 w 4178298"/>
                  <a:gd name="connsiteY7" fmla="*/ 1054488 h 2488819"/>
                  <a:gd name="connsiteX8" fmla="*/ 3205619 w 4178298"/>
                  <a:gd name="connsiteY8" fmla="*/ 1060363 h 2488819"/>
                  <a:gd name="connsiteX9" fmla="*/ 2517218 w 4178298"/>
                  <a:gd name="connsiteY9" fmla="*/ 1387832 h 2488819"/>
                  <a:gd name="connsiteX10" fmla="*/ 2489721 w 4178298"/>
                  <a:gd name="connsiteY10" fmla="*/ 1418087 h 2488819"/>
                  <a:gd name="connsiteX11" fmla="*/ 2484610 w 4178298"/>
                  <a:gd name="connsiteY11" fmla="*/ 1418087 h 2488819"/>
                  <a:gd name="connsiteX12" fmla="*/ 2388970 w 4178298"/>
                  <a:gd name="connsiteY12" fmla="*/ 1520905 h 2488819"/>
                  <a:gd name="connsiteX13" fmla="*/ 1307864 w 4178298"/>
                  <a:gd name="connsiteY13" fmla="*/ 2229576 h 2488819"/>
                  <a:gd name="connsiteX14" fmla="*/ 1073600 w 4178298"/>
                  <a:gd name="connsiteY14" fmla="*/ 2313265 h 2488819"/>
                  <a:gd name="connsiteX15" fmla="*/ 1073600 w 4178298"/>
                  <a:gd name="connsiteY15" fmla="*/ 2318858 h 2488819"/>
                  <a:gd name="connsiteX16" fmla="*/ 846752 w 4178298"/>
                  <a:gd name="connsiteY16" fmla="*/ 2385551 h 2488819"/>
                  <a:gd name="connsiteX17" fmla="*/ 434211 w 4178298"/>
                  <a:gd name="connsiteY17" fmla="*/ 2462479 h 2488819"/>
                  <a:gd name="connsiteX18" fmla="*/ 353421 w 4178298"/>
                  <a:gd name="connsiteY18" fmla="*/ 2469970 h 2488819"/>
                  <a:gd name="connsiteX19" fmla="*/ 338631 w 4178298"/>
                  <a:gd name="connsiteY19" fmla="*/ 2471807 h 2488819"/>
                  <a:gd name="connsiteX20" fmla="*/ 313322 w 4178298"/>
                  <a:gd name="connsiteY20" fmla="*/ 2473688 h 2488819"/>
                  <a:gd name="connsiteX21" fmla="*/ 221863 w 4178298"/>
                  <a:gd name="connsiteY21" fmla="*/ 2482169 h 2488819"/>
                  <a:gd name="connsiteX22" fmla="*/ 183212 w 4178298"/>
                  <a:gd name="connsiteY22" fmla="*/ 2483359 h 2488819"/>
                  <a:gd name="connsiteX23" fmla="*/ 167432 w 4178298"/>
                  <a:gd name="connsiteY23" fmla="*/ 2484532 h 2488819"/>
                  <a:gd name="connsiteX24" fmla="*/ 54603 w 4178298"/>
                  <a:gd name="connsiteY24" fmla="*/ 2487321 h 2488819"/>
                  <a:gd name="connsiteX25" fmla="*/ 5986 w 4178298"/>
                  <a:gd name="connsiteY25" fmla="*/ 2488819 h 2488819"/>
                  <a:gd name="connsiteX26" fmla="*/ 0 w 4178298"/>
                  <a:gd name="connsiteY26" fmla="*/ 2488671 h 2488819"/>
                  <a:gd name="connsiteX27" fmla="*/ 0 w 4178298"/>
                  <a:gd name="connsiteY27" fmla="*/ 1430370 h 2488819"/>
                  <a:gd name="connsiteX28" fmla="*/ 22797 w 4178298"/>
                  <a:gd name="connsiteY28" fmla="*/ 1429676 h 2488819"/>
                  <a:gd name="connsiteX29" fmla="*/ 206975 w 4178298"/>
                  <a:gd name="connsiteY29" fmla="*/ 1420086 h 2488819"/>
                  <a:gd name="connsiteX30" fmla="*/ 287025 w 4178298"/>
                  <a:gd name="connsiteY30" fmla="*/ 1412759 h 2488819"/>
                  <a:gd name="connsiteX31" fmla="*/ 303921 w 4178298"/>
                  <a:gd name="connsiteY31" fmla="*/ 1410172 h 2488819"/>
                  <a:gd name="connsiteX32" fmla="*/ 439009 w 4178298"/>
                  <a:gd name="connsiteY32" fmla="*/ 1388904 h 2488819"/>
                  <a:gd name="connsiteX33" fmla="*/ 569473 w 4178298"/>
                  <a:gd name="connsiteY33" fmla="*/ 1360776 h 2488819"/>
                  <a:gd name="connsiteX34" fmla="*/ 1925193 w 4178298"/>
                  <a:gd name="connsiteY34" fmla="*/ 447965 h 2488819"/>
                  <a:gd name="connsiteX35" fmla="*/ 1940489 w 4178298"/>
                  <a:gd name="connsiteY35" fmla="*/ 425469 h 2488819"/>
                  <a:gd name="connsiteX36" fmla="*/ 2026728 w 4178298"/>
                  <a:gd name="connsiteY36" fmla="*/ 320945 h 2488819"/>
                  <a:gd name="connsiteX37" fmla="*/ 2602125 w 4178298"/>
                  <a:gd name="connsiteY37" fmla="*/ 10723 h 2488819"/>
                  <a:gd name="connsiteX38" fmla="*/ 2708486 w 4178298"/>
                  <a:gd name="connsiteY38" fmla="*/ 0 h 2488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4178298" h="2488819">
                    <a:moveTo>
                      <a:pt x="2708486" y="0"/>
                    </a:moveTo>
                    <a:lnTo>
                      <a:pt x="3303178" y="0"/>
                    </a:lnTo>
                    <a:lnTo>
                      <a:pt x="4178298" y="0"/>
                    </a:lnTo>
                    <a:lnTo>
                      <a:pt x="4178298" y="1054488"/>
                    </a:lnTo>
                    <a:lnTo>
                      <a:pt x="3339580" y="1054488"/>
                    </a:lnTo>
                    <a:lnTo>
                      <a:pt x="3339580" y="1055375"/>
                    </a:lnTo>
                    <a:lnTo>
                      <a:pt x="3322004" y="1054488"/>
                    </a:lnTo>
                    <a:lnTo>
                      <a:pt x="3321964" y="1054488"/>
                    </a:lnTo>
                    <a:lnTo>
                      <a:pt x="3205619" y="1060363"/>
                    </a:lnTo>
                    <a:cubicBezTo>
                      <a:pt x="2937800" y="1087561"/>
                      <a:pt x="2697432" y="1207619"/>
                      <a:pt x="2517218" y="1387832"/>
                    </a:cubicBezTo>
                    <a:lnTo>
                      <a:pt x="2489721" y="1418087"/>
                    </a:lnTo>
                    <a:lnTo>
                      <a:pt x="2484610" y="1418087"/>
                    </a:lnTo>
                    <a:lnTo>
                      <a:pt x="2388970" y="1520905"/>
                    </a:lnTo>
                    <a:cubicBezTo>
                      <a:pt x="2078901" y="1820524"/>
                      <a:pt x="1712778" y="2062503"/>
                      <a:pt x="1307864" y="2229576"/>
                    </a:cubicBezTo>
                    <a:lnTo>
                      <a:pt x="1073600" y="2313265"/>
                    </a:lnTo>
                    <a:lnTo>
                      <a:pt x="1073600" y="2318858"/>
                    </a:lnTo>
                    <a:lnTo>
                      <a:pt x="846752" y="2385551"/>
                    </a:lnTo>
                    <a:cubicBezTo>
                      <a:pt x="712201" y="2419276"/>
                      <a:pt x="574513" y="2445093"/>
                      <a:pt x="434211" y="2462479"/>
                    </a:cubicBezTo>
                    <a:lnTo>
                      <a:pt x="353421" y="2469970"/>
                    </a:lnTo>
                    <a:lnTo>
                      <a:pt x="338631" y="2471807"/>
                    </a:lnTo>
                    <a:lnTo>
                      <a:pt x="313322" y="2473688"/>
                    </a:lnTo>
                    <a:lnTo>
                      <a:pt x="221863" y="2482169"/>
                    </a:lnTo>
                    <a:lnTo>
                      <a:pt x="183212" y="2483359"/>
                    </a:lnTo>
                    <a:lnTo>
                      <a:pt x="167432" y="2484532"/>
                    </a:lnTo>
                    <a:lnTo>
                      <a:pt x="54603" y="2487321"/>
                    </a:lnTo>
                    <a:lnTo>
                      <a:pt x="5986" y="2488819"/>
                    </a:lnTo>
                    <a:lnTo>
                      <a:pt x="0" y="2488671"/>
                    </a:lnTo>
                    <a:lnTo>
                      <a:pt x="0" y="1430370"/>
                    </a:lnTo>
                    <a:lnTo>
                      <a:pt x="22797" y="1429676"/>
                    </a:lnTo>
                    <a:lnTo>
                      <a:pt x="206975" y="1420086"/>
                    </a:lnTo>
                    <a:lnTo>
                      <a:pt x="287025" y="1412759"/>
                    </a:lnTo>
                    <a:lnTo>
                      <a:pt x="303921" y="1410172"/>
                    </a:lnTo>
                    <a:lnTo>
                      <a:pt x="439009" y="1388904"/>
                    </a:lnTo>
                    <a:lnTo>
                      <a:pt x="569473" y="1360776"/>
                    </a:lnTo>
                    <a:cubicBezTo>
                      <a:pt x="1122409" y="1224013"/>
                      <a:pt x="1599408" y="894651"/>
                      <a:pt x="1925193" y="447965"/>
                    </a:cubicBezTo>
                    <a:lnTo>
                      <a:pt x="1940489" y="425469"/>
                    </a:lnTo>
                    <a:lnTo>
                      <a:pt x="2026728" y="320945"/>
                    </a:lnTo>
                    <a:cubicBezTo>
                      <a:pt x="2181196" y="166476"/>
                      <a:pt x="2379860" y="56205"/>
                      <a:pt x="2602125" y="10723"/>
                    </a:cubicBezTo>
                    <a:lnTo>
                      <a:pt x="2708486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59" name="íṧļïḑé" descr="b9a62ccd-162f-49c0-a92f-ddf30eb4a41c"/>
              <p:cNvSpPr/>
              <p:nvPr/>
            </p:nvSpPr>
            <p:spPr>
              <a:xfrm>
                <a:off x="6388797" y="2564632"/>
                <a:ext cx="3762419" cy="1188295"/>
              </a:xfrm>
              <a:custGeom>
                <a:avLst/>
                <a:gdLst>
                  <a:gd name="connsiteX0" fmla="*/ 2185191 w 2863371"/>
                  <a:gd name="connsiteY0" fmla="*/ 0 h 2218896"/>
                  <a:gd name="connsiteX1" fmla="*/ 2863371 w 2863371"/>
                  <a:gd name="connsiteY1" fmla="*/ 1109448 h 2218896"/>
                  <a:gd name="connsiteX2" fmla="*/ 2185191 w 2863371"/>
                  <a:gd name="connsiteY2" fmla="*/ 2218896 h 2218896"/>
                  <a:gd name="connsiteX3" fmla="*/ 2185191 w 2863371"/>
                  <a:gd name="connsiteY3" fmla="*/ 1916826 h 2218896"/>
                  <a:gd name="connsiteX4" fmla="*/ 0 w 2863371"/>
                  <a:gd name="connsiteY4" fmla="*/ 1916826 h 2218896"/>
                  <a:gd name="connsiteX5" fmla="*/ 0 w 2863371"/>
                  <a:gd name="connsiteY5" fmla="*/ 314769 h 2218896"/>
                  <a:gd name="connsiteX6" fmla="*/ 2185191 w 2863371"/>
                  <a:gd name="connsiteY6" fmla="*/ 314769 h 22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63371" h="2218896">
                    <a:moveTo>
                      <a:pt x="2185191" y="0"/>
                    </a:moveTo>
                    <a:lnTo>
                      <a:pt x="2863371" y="1109448"/>
                    </a:lnTo>
                    <a:lnTo>
                      <a:pt x="2185191" y="2218896"/>
                    </a:lnTo>
                    <a:lnTo>
                      <a:pt x="2185191" y="1916826"/>
                    </a:lnTo>
                    <a:lnTo>
                      <a:pt x="0" y="1916826"/>
                    </a:lnTo>
                    <a:lnTo>
                      <a:pt x="0" y="314769"/>
                    </a:lnTo>
                    <a:lnTo>
                      <a:pt x="2185191" y="314769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>
                <a:noFill/>
              </a:ln>
              <a:effectLst>
                <a:outerShdw dist="76200" algn="l" rotWithShape="0">
                  <a:schemeClr val="bg1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60" name="íṡḷîďe" descr="cc3a77b9-f12b-41af-add4-c2a3116fc18f"/>
              <p:cNvSpPr/>
              <p:nvPr/>
            </p:nvSpPr>
            <p:spPr>
              <a:xfrm>
                <a:off x="3609733" y="2561600"/>
                <a:ext cx="3762414" cy="1188295"/>
              </a:xfrm>
              <a:custGeom>
                <a:avLst/>
                <a:gdLst>
                  <a:gd name="connsiteX0" fmla="*/ 2185188 w 2863368"/>
                  <a:gd name="connsiteY0" fmla="*/ 0 h 2218896"/>
                  <a:gd name="connsiteX1" fmla="*/ 2863368 w 2863368"/>
                  <a:gd name="connsiteY1" fmla="*/ 1109448 h 2218896"/>
                  <a:gd name="connsiteX2" fmla="*/ 2185188 w 2863368"/>
                  <a:gd name="connsiteY2" fmla="*/ 2218896 h 2218896"/>
                  <a:gd name="connsiteX3" fmla="*/ 2185188 w 2863368"/>
                  <a:gd name="connsiteY3" fmla="*/ 1915239 h 2218896"/>
                  <a:gd name="connsiteX4" fmla="*/ 0 w 2863368"/>
                  <a:gd name="connsiteY4" fmla="*/ 1915239 h 2218896"/>
                  <a:gd name="connsiteX5" fmla="*/ 0 w 2863368"/>
                  <a:gd name="connsiteY5" fmla="*/ 313182 h 2218896"/>
                  <a:gd name="connsiteX6" fmla="*/ 2185188 w 2863368"/>
                  <a:gd name="connsiteY6" fmla="*/ 313182 h 22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863368" h="2218896">
                    <a:moveTo>
                      <a:pt x="2185188" y="0"/>
                    </a:moveTo>
                    <a:lnTo>
                      <a:pt x="2863368" y="1109448"/>
                    </a:lnTo>
                    <a:lnTo>
                      <a:pt x="2185188" y="2218896"/>
                    </a:lnTo>
                    <a:lnTo>
                      <a:pt x="2185188" y="1915239"/>
                    </a:lnTo>
                    <a:lnTo>
                      <a:pt x="0" y="1915239"/>
                    </a:lnTo>
                    <a:lnTo>
                      <a:pt x="0" y="313182"/>
                    </a:lnTo>
                    <a:lnTo>
                      <a:pt x="2185188" y="313182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 w="76200">
                <a:noFill/>
              </a:ln>
              <a:effectLst>
                <a:outerShdw dist="76200" algn="l" rotWithShape="0">
                  <a:schemeClr val="bg1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cxnSp>
            <p:nvCxnSpPr>
              <p:cNvPr id="61" name="iŝḻîḑe" descr="df6504f2-3071-481d-94e9-a6426efcf0c8"/>
              <p:cNvCxnSpPr/>
              <p:nvPr/>
            </p:nvCxnSpPr>
            <p:spPr>
              <a:xfrm>
                <a:off x="4637745" y="3577069"/>
                <a:ext cx="0" cy="361923"/>
              </a:xfrm>
              <a:prstGeom prst="line">
                <a:avLst/>
              </a:prstGeom>
              <a:ln w="12700" cap="rnd">
                <a:solidFill>
                  <a:schemeClr val="tx2">
                    <a:alpha val="50000"/>
                  </a:schemeClr>
                </a:solidFill>
                <a:round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íş1iḋè" descr="e40319a8-8508-4641-be3a-038c6c9cdb07"/>
              <p:cNvSpPr/>
              <p:nvPr/>
            </p:nvSpPr>
            <p:spPr>
              <a:xfrm>
                <a:off x="1193928" y="2563300"/>
                <a:ext cx="3209344" cy="1188295"/>
              </a:xfrm>
              <a:custGeom>
                <a:avLst/>
                <a:gdLst>
                  <a:gd name="connsiteX0" fmla="*/ 1857262 w 2433669"/>
                  <a:gd name="connsiteY0" fmla="*/ 0 h 2218897"/>
                  <a:gd name="connsiteX1" fmla="*/ 2433669 w 2433669"/>
                  <a:gd name="connsiteY1" fmla="*/ 1109449 h 2218897"/>
                  <a:gd name="connsiteX2" fmla="*/ 1857262 w 2433669"/>
                  <a:gd name="connsiteY2" fmla="*/ 2218897 h 2218897"/>
                  <a:gd name="connsiteX3" fmla="*/ 1857262 w 2433669"/>
                  <a:gd name="connsiteY3" fmla="*/ 1915239 h 2218897"/>
                  <a:gd name="connsiteX4" fmla="*/ 0 w 2433669"/>
                  <a:gd name="connsiteY4" fmla="*/ 1915239 h 2218897"/>
                  <a:gd name="connsiteX5" fmla="*/ 0 w 2433669"/>
                  <a:gd name="connsiteY5" fmla="*/ 313182 h 2218897"/>
                  <a:gd name="connsiteX6" fmla="*/ 1857262 w 2433669"/>
                  <a:gd name="connsiteY6" fmla="*/ 313182 h 2218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33669" h="2218897">
                    <a:moveTo>
                      <a:pt x="1857262" y="0"/>
                    </a:moveTo>
                    <a:lnTo>
                      <a:pt x="2433669" y="1109449"/>
                    </a:lnTo>
                    <a:lnTo>
                      <a:pt x="1857262" y="2218897"/>
                    </a:lnTo>
                    <a:lnTo>
                      <a:pt x="1857262" y="1915239"/>
                    </a:lnTo>
                    <a:lnTo>
                      <a:pt x="0" y="1915239"/>
                    </a:lnTo>
                    <a:lnTo>
                      <a:pt x="0" y="313182"/>
                    </a:lnTo>
                    <a:lnTo>
                      <a:pt x="1857262" y="313182"/>
                    </a:lnTo>
                    <a:close/>
                  </a:path>
                </a:pathLst>
              </a:custGeom>
              <a:solidFill>
                <a:schemeClr val="accent1"/>
              </a:solidFill>
              <a:ln w="76200">
                <a:noFill/>
              </a:ln>
              <a:effectLst>
                <a:outerShdw dist="76200" algn="l" rotWithShape="0">
                  <a:schemeClr val="bg1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</p:grpSp>
        <p:grpSp>
          <p:nvGrpSpPr>
            <p:cNvPr id="67" name="组合 66" descr="59f78ed6-7f75-461a-94bd-40a30629ca1f"/>
            <p:cNvGrpSpPr/>
            <p:nvPr/>
          </p:nvGrpSpPr>
          <p:grpSpPr>
            <a:xfrm>
              <a:off x="807496" y="2858704"/>
              <a:ext cx="3736935" cy="3288096"/>
              <a:chOff x="807496" y="2858704"/>
              <a:chExt cx="3736935" cy="3288096"/>
            </a:xfrm>
          </p:grpSpPr>
          <p:sp>
            <p:nvSpPr>
              <p:cNvPr id="51" name="Number1" descr="31d1d28f-02ba-4793-8604-4e649e700958"/>
              <p:cNvSpPr txBox="1"/>
              <p:nvPr/>
            </p:nvSpPr>
            <p:spPr>
              <a:xfrm>
                <a:off x="1647954" y="2858704"/>
                <a:ext cx="2056018" cy="537758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anchor="ctr" anchorCtr="0">
                <a:normAutofit/>
              </a:bodyPr>
              <a:lstStyle/>
              <a:p>
                <a:pPr algn="ctr"/>
                <a:r>
                  <a:rPr lang="en-US" sz="1600" b="1" i="0" u="none">
                    <a:solidFill>
                      <a:srgbClr val="FFFFFF"/>
                    </a:solidFill>
                    <a:latin typeface="Arial" panose="020B0604020202020204"/>
                  </a:rPr>
                  <a:t>28K</a:t>
                </a:r>
                <a:endParaRPr lang="en-US" sz="16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52" name="Text1" descr="7cde1fa3-c6d2-4bc9-82cc-9fb8e6fe1efe"/>
              <p:cNvSpPr txBox="1"/>
              <p:nvPr/>
            </p:nvSpPr>
            <p:spPr>
              <a:xfrm>
                <a:off x="807496" y="5544819"/>
                <a:ext cx="3736935" cy="60198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先固定底板，再安装支架和舵机座，然后放置齿轮并连接轴，调整间距。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3" name="Bullet1" descr="a00fa214-b88a-4ff9-a726-7327aa3d4b9b"/>
              <p:cNvSpPr txBox="1"/>
              <p:nvPr/>
            </p:nvSpPr>
            <p:spPr>
              <a:xfrm>
                <a:off x="807496" y="5028501"/>
                <a:ext cx="3736935" cy="51631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组装顺序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8" name="组合 67" descr="937e9ad1-4c6a-42e0-b50d-dc083af117fd"/>
            <p:cNvGrpSpPr/>
            <p:nvPr/>
          </p:nvGrpSpPr>
          <p:grpSpPr>
            <a:xfrm>
              <a:off x="3591931" y="2858704"/>
              <a:ext cx="3736935" cy="2164752"/>
              <a:chOff x="3591931" y="2858704"/>
              <a:chExt cx="3736935" cy="2164752"/>
            </a:xfrm>
          </p:grpSpPr>
          <p:sp>
            <p:nvSpPr>
              <p:cNvPr id="48" name="Number2" descr="48faff04-695c-4b5d-a722-9f0421300ee3"/>
              <p:cNvSpPr txBox="1"/>
              <p:nvPr/>
            </p:nvSpPr>
            <p:spPr>
              <a:xfrm>
                <a:off x="4432389" y="2858704"/>
                <a:ext cx="2056018" cy="537758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anchor="ctr" anchorCtr="0">
                <a:normAutofit/>
              </a:bodyPr>
              <a:lstStyle/>
              <a:p>
                <a:pPr algn="ctr"/>
                <a:r>
                  <a:rPr lang="en-US" sz="1600" b="1" i="0" u="none">
                    <a:solidFill>
                      <a:srgbClr val="FBB825"/>
                    </a:solidFill>
                    <a:latin typeface="Arial" panose="020B0604020202020204"/>
                  </a:rPr>
                  <a:t>30K</a:t>
                </a:r>
                <a:endParaRPr lang="en-US" sz="1600" b="1" i="0" u="none">
                  <a:solidFill>
                    <a:srgbClr val="FBB825"/>
                  </a:solidFill>
                  <a:latin typeface="Arial" panose="020B0604020202020204"/>
                </a:endParaRPr>
              </a:p>
            </p:txBody>
          </p:sp>
          <p:sp>
            <p:nvSpPr>
              <p:cNvPr id="49" name="Text2" descr="4b7af464-a586-4dd1-ad86-75882366c5c1"/>
              <p:cNvSpPr txBox="1"/>
              <p:nvPr/>
            </p:nvSpPr>
            <p:spPr>
              <a:xfrm>
                <a:off x="3591931" y="4421475"/>
                <a:ext cx="3736935" cy="60198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进入装配工作空间，为齿轮添加旋转关节和齿轮接触约束。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50" name="Bullet2" descr="87b98f7b-3f2c-47b5-ba8c-b9a3ec7a18da"/>
              <p:cNvSpPr txBox="1"/>
              <p:nvPr/>
            </p:nvSpPr>
            <p:spPr>
              <a:xfrm>
                <a:off x="3591931" y="3905157"/>
                <a:ext cx="3736935" cy="51631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添加运动约束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69" name="组合 68" descr="02b02d0e-6347-44aa-89cd-704c4b5e20d5"/>
            <p:cNvGrpSpPr/>
            <p:nvPr/>
          </p:nvGrpSpPr>
          <p:grpSpPr>
            <a:xfrm>
              <a:off x="6378615" y="2859186"/>
              <a:ext cx="3736935" cy="3288096"/>
              <a:chOff x="6378615" y="2859186"/>
              <a:chExt cx="3736935" cy="3288096"/>
            </a:xfrm>
          </p:grpSpPr>
          <p:sp>
            <p:nvSpPr>
              <p:cNvPr id="45" name="Number3" descr="68787f26-32dd-4a2c-acbc-45f6e75c4f6a"/>
              <p:cNvSpPr txBox="1"/>
              <p:nvPr/>
            </p:nvSpPr>
            <p:spPr>
              <a:xfrm>
                <a:off x="7219073" y="2859186"/>
                <a:ext cx="2056018" cy="537758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anchor="ctr" anchorCtr="0">
                <a:normAutofit/>
              </a:bodyPr>
              <a:lstStyle/>
              <a:p>
                <a:pPr algn="ctr"/>
                <a:r>
                  <a:rPr lang="en-US" sz="1600" b="1" i="0" u="none">
                    <a:solidFill>
                      <a:srgbClr val="FFFFFF"/>
                    </a:solidFill>
                    <a:latin typeface="Arial" panose="020B0604020202020204"/>
                  </a:rPr>
                  <a:t>32K</a:t>
                </a:r>
                <a:endParaRPr lang="en-US" sz="16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46" name="Text3" descr="71b9f7c7-3d17-4a93-b0f4-582823117255"/>
              <p:cNvSpPr txBox="1"/>
              <p:nvPr/>
            </p:nvSpPr>
            <p:spPr>
              <a:xfrm>
                <a:off x="6378615" y="5545301"/>
                <a:ext cx="3736935" cy="60198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1">
                <a:norm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组装完成后，检查齿轮转动是否顺畅，确保机构正常运行。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47" name="Bullet3" descr="f394d442-f056-4b89-952f-c26e5992e05a"/>
              <p:cNvSpPr txBox="1"/>
              <p:nvPr/>
            </p:nvSpPr>
            <p:spPr>
              <a:xfrm>
                <a:off x="6378615" y="5028983"/>
                <a:ext cx="3736935" cy="51631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b" anchorCtr="1">
                <a:normAutofit/>
              </a:bodyPr>
              <a:lstStyle/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检查转动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996c1bd6-ee8b-4bdb-afb3-6257a38c0d9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>
                <a:solidFill>
                  <a:srgbClr val="FFFFFF"/>
                </a:solidFill>
                <a:ea typeface="微软雅黑" panose="020B0503020204020204" charset="-122"/>
              </a:rPr>
              <a:t>运动仿真</a:t>
            </a:r>
            <a:endParaRPr lang="en-US" sz="32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25" name="文本占位符 24" descr="44baebfc-3f01-4325-9d05-b477b54ad857"/>
          <p:cNvSpPr>
            <a:spLocks noGrp="1"/>
          </p:cNvSpPr>
          <p:nvPr>
            <p:ph type="body" sz="quarter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2000" b="0" i="0" u="none">
                <a:solidFill>
                  <a:srgbClr val="FFFFFF"/>
                </a:solidFill>
                <a:ea typeface="微软雅黑" panose="020B0503020204020204" charset="-122"/>
              </a:rPr>
              <a:t>对设计的齿轮机构进行运动仿真</a:t>
            </a:r>
            <a:endParaRPr lang="en-US" sz="20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f3f0832-5463-4a2e-8a52-eef781e99330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设置运动仿真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grpSp>
        <p:nvGrpSpPr>
          <p:cNvPr id="10" name="a3da0f0d-27dd-433b-a629-3649e7c6af95.source.3.zh-Hans.pptx" descr="0bc07833-9372-4441-9242-4e0cf2ca369e"/>
          <p:cNvGrpSpPr/>
          <p:nvPr/>
        </p:nvGrpSpPr>
        <p:grpSpPr>
          <a:xfrm>
            <a:off x="672728" y="1130299"/>
            <a:ext cx="10846172" cy="5003801"/>
            <a:chOff x="672728" y="1130299"/>
            <a:chExt cx="10846172" cy="5003801"/>
          </a:xfrm>
        </p:grpSpPr>
        <p:sp>
          <p:nvSpPr>
            <p:cNvPr id="68" name="Title" descr="bc346cb3-c40a-4f0a-adeb-3e57a92d3fd4"/>
            <p:cNvSpPr txBox="1"/>
            <p:nvPr/>
          </p:nvSpPr>
          <p:spPr>
            <a:xfrm>
              <a:off x="672728" y="1225033"/>
              <a:ext cx="5124041" cy="1148530"/>
            </a:xfrm>
            <a:prstGeom prst="rect">
              <a:avLst/>
            </a:prstGeom>
            <a:noFill/>
          </p:spPr>
          <p:txBody>
            <a:bodyPr wrap="square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为运动仿真做准备工作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sp>
          <p:nvSpPr>
            <p:cNvPr id="3" name="ïŝḷîďé" descr="77c6a1e6-ee91-47fc-96e8-7372934c46f4"/>
            <p:cNvSpPr/>
            <p:nvPr/>
          </p:nvSpPr>
          <p:spPr bwMode="auto">
            <a:xfrm>
              <a:off x="1653270" y="1130299"/>
              <a:ext cx="5143500" cy="4385209"/>
            </a:xfrm>
            <a:custGeom>
              <a:avLst/>
              <a:gdLst>
                <a:gd name="T0" fmla="*/ 1544 w 1558"/>
                <a:gd name="T1" fmla="*/ 0 h 1247"/>
                <a:gd name="T2" fmla="*/ 1505 w 1558"/>
                <a:gd name="T3" fmla="*/ 32 h 1247"/>
                <a:gd name="T4" fmla="*/ 1292 w 1558"/>
                <a:gd name="T5" fmla="*/ 241 h 1247"/>
                <a:gd name="T6" fmla="*/ 1416 w 1558"/>
                <a:gd name="T7" fmla="*/ 284 h 1247"/>
                <a:gd name="T8" fmla="*/ 1414 w 1558"/>
                <a:gd name="T9" fmla="*/ 290 h 1247"/>
                <a:gd name="T10" fmla="*/ 1390 w 1558"/>
                <a:gd name="T11" fmla="*/ 345 h 1247"/>
                <a:gd name="T12" fmla="*/ 1365 w 1558"/>
                <a:gd name="T13" fmla="*/ 398 h 1247"/>
                <a:gd name="T14" fmla="*/ 1233 w 1558"/>
                <a:gd name="T15" fmla="*/ 594 h 1247"/>
                <a:gd name="T16" fmla="*/ 1072 w 1558"/>
                <a:gd name="T17" fmla="*/ 765 h 1247"/>
                <a:gd name="T18" fmla="*/ 984 w 1558"/>
                <a:gd name="T19" fmla="*/ 842 h 1247"/>
                <a:gd name="T20" fmla="*/ 961 w 1558"/>
                <a:gd name="T21" fmla="*/ 860 h 1247"/>
                <a:gd name="T22" fmla="*/ 950 w 1558"/>
                <a:gd name="T23" fmla="*/ 869 h 1247"/>
                <a:gd name="T24" fmla="*/ 938 w 1558"/>
                <a:gd name="T25" fmla="*/ 878 h 1247"/>
                <a:gd name="T26" fmla="*/ 915 w 1558"/>
                <a:gd name="T27" fmla="*/ 896 h 1247"/>
                <a:gd name="T28" fmla="*/ 903 w 1558"/>
                <a:gd name="T29" fmla="*/ 904 h 1247"/>
                <a:gd name="T30" fmla="*/ 892 w 1558"/>
                <a:gd name="T31" fmla="*/ 913 h 1247"/>
                <a:gd name="T32" fmla="*/ 693 w 1558"/>
                <a:gd name="T33" fmla="*/ 997 h 1247"/>
                <a:gd name="T34" fmla="*/ 471 w 1558"/>
                <a:gd name="T35" fmla="*/ 1030 h 1247"/>
                <a:gd name="T36" fmla="*/ 242 w 1558"/>
                <a:gd name="T37" fmla="*/ 1030 h 1247"/>
                <a:gd name="T38" fmla="*/ 127 w 1558"/>
                <a:gd name="T39" fmla="*/ 1021 h 1247"/>
                <a:gd name="T40" fmla="*/ 71 w 1558"/>
                <a:gd name="T41" fmla="*/ 1015 h 1247"/>
                <a:gd name="T42" fmla="*/ 43 w 1558"/>
                <a:gd name="T43" fmla="*/ 1011 h 1247"/>
                <a:gd name="T44" fmla="*/ 29 w 1558"/>
                <a:gd name="T45" fmla="*/ 1009 h 1247"/>
                <a:gd name="T46" fmla="*/ 22 w 1558"/>
                <a:gd name="T47" fmla="*/ 1008 h 1247"/>
                <a:gd name="T48" fmla="*/ 19 w 1558"/>
                <a:gd name="T49" fmla="*/ 1007 h 1247"/>
                <a:gd name="T50" fmla="*/ 0 w 1558"/>
                <a:gd name="T51" fmla="*/ 1003 h 1247"/>
                <a:gd name="T52" fmla="*/ 0 w 1558"/>
                <a:gd name="T53" fmla="*/ 1246 h 1247"/>
                <a:gd name="T54" fmla="*/ 0 w 1558"/>
                <a:gd name="T55" fmla="*/ 1246 h 1247"/>
                <a:gd name="T56" fmla="*/ 9 w 1558"/>
                <a:gd name="T57" fmla="*/ 1246 h 1247"/>
                <a:gd name="T58" fmla="*/ 25 w 1558"/>
                <a:gd name="T59" fmla="*/ 1246 h 1247"/>
                <a:gd name="T60" fmla="*/ 57 w 1558"/>
                <a:gd name="T61" fmla="*/ 1247 h 1247"/>
                <a:gd name="T62" fmla="*/ 120 w 1558"/>
                <a:gd name="T63" fmla="*/ 1246 h 1247"/>
                <a:gd name="T64" fmla="*/ 245 w 1558"/>
                <a:gd name="T65" fmla="*/ 1239 h 1247"/>
                <a:gd name="T66" fmla="*/ 494 w 1558"/>
                <a:gd name="T67" fmla="*/ 1206 h 1247"/>
                <a:gd name="T68" fmla="*/ 739 w 1558"/>
                <a:gd name="T69" fmla="*/ 1136 h 1247"/>
                <a:gd name="T70" fmla="*/ 798 w 1558"/>
                <a:gd name="T71" fmla="*/ 1110 h 1247"/>
                <a:gd name="T72" fmla="*/ 856 w 1558"/>
                <a:gd name="T73" fmla="*/ 1080 h 1247"/>
                <a:gd name="T74" fmla="*/ 912 w 1558"/>
                <a:gd name="T75" fmla="*/ 1044 h 1247"/>
                <a:gd name="T76" fmla="*/ 964 w 1558"/>
                <a:gd name="T77" fmla="*/ 1002 h 1247"/>
                <a:gd name="T78" fmla="*/ 975 w 1558"/>
                <a:gd name="T79" fmla="*/ 991 h 1247"/>
                <a:gd name="T80" fmla="*/ 987 w 1558"/>
                <a:gd name="T81" fmla="*/ 981 h 1247"/>
                <a:gd name="T82" fmla="*/ 1009 w 1558"/>
                <a:gd name="T83" fmla="*/ 959 h 1247"/>
                <a:gd name="T84" fmla="*/ 1020 w 1558"/>
                <a:gd name="T85" fmla="*/ 949 h 1247"/>
                <a:gd name="T86" fmla="*/ 1031 w 1558"/>
                <a:gd name="T87" fmla="*/ 938 h 1247"/>
                <a:gd name="T88" fmla="*/ 1052 w 1558"/>
                <a:gd name="T89" fmla="*/ 916 h 1247"/>
                <a:gd name="T90" fmla="*/ 1135 w 1558"/>
                <a:gd name="T91" fmla="*/ 824 h 1247"/>
                <a:gd name="T92" fmla="*/ 1280 w 1558"/>
                <a:gd name="T93" fmla="*/ 627 h 1247"/>
                <a:gd name="T94" fmla="*/ 1391 w 1558"/>
                <a:gd name="T95" fmla="*/ 410 h 1247"/>
                <a:gd name="T96" fmla="*/ 1410 w 1558"/>
                <a:gd name="T97" fmla="*/ 353 h 1247"/>
                <a:gd name="T98" fmla="*/ 1427 w 1558"/>
                <a:gd name="T99" fmla="*/ 295 h 1247"/>
                <a:gd name="T100" fmla="*/ 1429 w 1558"/>
                <a:gd name="T101" fmla="*/ 289 h 1247"/>
                <a:gd name="T102" fmla="*/ 1558 w 1558"/>
                <a:gd name="T103" fmla="*/ 333 h 1247"/>
                <a:gd name="T104" fmla="*/ 1544 w 1558"/>
                <a:gd name="T105" fmla="*/ 0 h 1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558" h="1247">
                  <a:moveTo>
                    <a:pt x="1544" y="0"/>
                  </a:moveTo>
                  <a:cubicBezTo>
                    <a:pt x="1505" y="32"/>
                    <a:pt x="1505" y="32"/>
                    <a:pt x="1505" y="32"/>
                  </a:cubicBezTo>
                  <a:cubicBezTo>
                    <a:pt x="1292" y="241"/>
                    <a:pt x="1292" y="241"/>
                    <a:pt x="1292" y="241"/>
                  </a:cubicBezTo>
                  <a:cubicBezTo>
                    <a:pt x="1416" y="284"/>
                    <a:pt x="1416" y="284"/>
                    <a:pt x="1416" y="284"/>
                  </a:cubicBezTo>
                  <a:cubicBezTo>
                    <a:pt x="1415" y="286"/>
                    <a:pt x="1414" y="288"/>
                    <a:pt x="1414" y="290"/>
                  </a:cubicBezTo>
                  <a:cubicBezTo>
                    <a:pt x="1406" y="309"/>
                    <a:pt x="1398" y="327"/>
                    <a:pt x="1390" y="345"/>
                  </a:cubicBezTo>
                  <a:cubicBezTo>
                    <a:pt x="1382" y="363"/>
                    <a:pt x="1374" y="381"/>
                    <a:pt x="1365" y="398"/>
                  </a:cubicBezTo>
                  <a:cubicBezTo>
                    <a:pt x="1327" y="468"/>
                    <a:pt x="1282" y="533"/>
                    <a:pt x="1233" y="594"/>
                  </a:cubicBezTo>
                  <a:cubicBezTo>
                    <a:pt x="1183" y="655"/>
                    <a:pt x="1130" y="712"/>
                    <a:pt x="1072" y="765"/>
                  </a:cubicBezTo>
                  <a:cubicBezTo>
                    <a:pt x="1044" y="792"/>
                    <a:pt x="1014" y="817"/>
                    <a:pt x="984" y="842"/>
                  </a:cubicBezTo>
                  <a:cubicBezTo>
                    <a:pt x="977" y="848"/>
                    <a:pt x="969" y="854"/>
                    <a:pt x="961" y="860"/>
                  </a:cubicBezTo>
                  <a:cubicBezTo>
                    <a:pt x="950" y="869"/>
                    <a:pt x="950" y="869"/>
                    <a:pt x="950" y="869"/>
                  </a:cubicBezTo>
                  <a:cubicBezTo>
                    <a:pt x="938" y="878"/>
                    <a:pt x="938" y="878"/>
                    <a:pt x="938" y="878"/>
                  </a:cubicBezTo>
                  <a:cubicBezTo>
                    <a:pt x="931" y="884"/>
                    <a:pt x="923" y="890"/>
                    <a:pt x="915" y="896"/>
                  </a:cubicBezTo>
                  <a:cubicBezTo>
                    <a:pt x="903" y="904"/>
                    <a:pt x="903" y="904"/>
                    <a:pt x="903" y="904"/>
                  </a:cubicBezTo>
                  <a:cubicBezTo>
                    <a:pt x="899" y="907"/>
                    <a:pt x="895" y="910"/>
                    <a:pt x="892" y="913"/>
                  </a:cubicBezTo>
                  <a:cubicBezTo>
                    <a:pt x="834" y="953"/>
                    <a:pt x="765" y="979"/>
                    <a:pt x="693" y="997"/>
                  </a:cubicBezTo>
                  <a:cubicBezTo>
                    <a:pt x="621" y="1015"/>
                    <a:pt x="546" y="1025"/>
                    <a:pt x="471" y="1030"/>
                  </a:cubicBezTo>
                  <a:cubicBezTo>
                    <a:pt x="395" y="1035"/>
                    <a:pt x="318" y="1034"/>
                    <a:pt x="242" y="1030"/>
                  </a:cubicBezTo>
                  <a:cubicBezTo>
                    <a:pt x="204" y="1028"/>
                    <a:pt x="165" y="1025"/>
                    <a:pt x="127" y="1021"/>
                  </a:cubicBezTo>
                  <a:cubicBezTo>
                    <a:pt x="108" y="1019"/>
                    <a:pt x="90" y="1017"/>
                    <a:pt x="71" y="1015"/>
                  </a:cubicBezTo>
                  <a:cubicBezTo>
                    <a:pt x="61" y="1014"/>
                    <a:pt x="52" y="1012"/>
                    <a:pt x="43" y="1011"/>
                  </a:cubicBezTo>
                  <a:cubicBezTo>
                    <a:pt x="29" y="1009"/>
                    <a:pt x="29" y="1009"/>
                    <a:pt x="29" y="1009"/>
                  </a:cubicBezTo>
                  <a:cubicBezTo>
                    <a:pt x="22" y="1008"/>
                    <a:pt x="22" y="1008"/>
                    <a:pt x="22" y="1008"/>
                  </a:cubicBezTo>
                  <a:cubicBezTo>
                    <a:pt x="19" y="1007"/>
                    <a:pt x="19" y="1007"/>
                    <a:pt x="19" y="1007"/>
                  </a:cubicBezTo>
                  <a:cubicBezTo>
                    <a:pt x="19" y="1007"/>
                    <a:pt x="8" y="1005"/>
                    <a:pt x="0" y="1003"/>
                  </a:cubicBezTo>
                  <a:cubicBezTo>
                    <a:pt x="0" y="1246"/>
                    <a:pt x="0" y="1246"/>
                    <a:pt x="0" y="1246"/>
                  </a:cubicBezTo>
                  <a:cubicBezTo>
                    <a:pt x="0" y="1246"/>
                    <a:pt x="0" y="1246"/>
                    <a:pt x="0" y="1246"/>
                  </a:cubicBezTo>
                  <a:cubicBezTo>
                    <a:pt x="9" y="1246"/>
                    <a:pt x="9" y="1246"/>
                    <a:pt x="9" y="1246"/>
                  </a:cubicBezTo>
                  <a:cubicBezTo>
                    <a:pt x="25" y="1246"/>
                    <a:pt x="25" y="1246"/>
                    <a:pt x="25" y="1246"/>
                  </a:cubicBezTo>
                  <a:cubicBezTo>
                    <a:pt x="36" y="1246"/>
                    <a:pt x="46" y="1247"/>
                    <a:pt x="57" y="1247"/>
                  </a:cubicBezTo>
                  <a:cubicBezTo>
                    <a:pt x="78" y="1246"/>
                    <a:pt x="99" y="1246"/>
                    <a:pt x="120" y="1246"/>
                  </a:cubicBezTo>
                  <a:cubicBezTo>
                    <a:pt x="162" y="1244"/>
                    <a:pt x="203" y="1242"/>
                    <a:pt x="245" y="1239"/>
                  </a:cubicBezTo>
                  <a:cubicBezTo>
                    <a:pt x="328" y="1232"/>
                    <a:pt x="411" y="1222"/>
                    <a:pt x="494" y="1206"/>
                  </a:cubicBezTo>
                  <a:cubicBezTo>
                    <a:pt x="576" y="1189"/>
                    <a:pt x="659" y="1168"/>
                    <a:pt x="739" y="1136"/>
                  </a:cubicBezTo>
                  <a:cubicBezTo>
                    <a:pt x="759" y="1128"/>
                    <a:pt x="779" y="1119"/>
                    <a:pt x="798" y="1110"/>
                  </a:cubicBezTo>
                  <a:cubicBezTo>
                    <a:pt x="818" y="1101"/>
                    <a:pt x="837" y="1091"/>
                    <a:pt x="856" y="1080"/>
                  </a:cubicBezTo>
                  <a:cubicBezTo>
                    <a:pt x="875" y="1069"/>
                    <a:pt x="894" y="1057"/>
                    <a:pt x="912" y="1044"/>
                  </a:cubicBezTo>
                  <a:cubicBezTo>
                    <a:pt x="930" y="1031"/>
                    <a:pt x="947" y="1017"/>
                    <a:pt x="964" y="1002"/>
                  </a:cubicBezTo>
                  <a:cubicBezTo>
                    <a:pt x="968" y="998"/>
                    <a:pt x="972" y="995"/>
                    <a:pt x="975" y="991"/>
                  </a:cubicBezTo>
                  <a:cubicBezTo>
                    <a:pt x="987" y="981"/>
                    <a:pt x="987" y="981"/>
                    <a:pt x="987" y="981"/>
                  </a:cubicBezTo>
                  <a:cubicBezTo>
                    <a:pt x="994" y="974"/>
                    <a:pt x="1001" y="966"/>
                    <a:pt x="1009" y="959"/>
                  </a:cubicBezTo>
                  <a:cubicBezTo>
                    <a:pt x="1020" y="949"/>
                    <a:pt x="1020" y="949"/>
                    <a:pt x="1020" y="949"/>
                  </a:cubicBezTo>
                  <a:cubicBezTo>
                    <a:pt x="1031" y="938"/>
                    <a:pt x="1031" y="938"/>
                    <a:pt x="1031" y="938"/>
                  </a:cubicBezTo>
                  <a:cubicBezTo>
                    <a:pt x="1038" y="930"/>
                    <a:pt x="1045" y="923"/>
                    <a:pt x="1052" y="916"/>
                  </a:cubicBezTo>
                  <a:cubicBezTo>
                    <a:pt x="1081" y="886"/>
                    <a:pt x="1108" y="856"/>
                    <a:pt x="1135" y="824"/>
                  </a:cubicBezTo>
                  <a:cubicBezTo>
                    <a:pt x="1188" y="762"/>
                    <a:pt x="1236" y="696"/>
                    <a:pt x="1280" y="627"/>
                  </a:cubicBezTo>
                  <a:cubicBezTo>
                    <a:pt x="1323" y="558"/>
                    <a:pt x="1361" y="486"/>
                    <a:pt x="1391" y="410"/>
                  </a:cubicBezTo>
                  <a:cubicBezTo>
                    <a:pt x="1398" y="391"/>
                    <a:pt x="1404" y="372"/>
                    <a:pt x="1410" y="353"/>
                  </a:cubicBezTo>
                  <a:cubicBezTo>
                    <a:pt x="1416" y="333"/>
                    <a:pt x="1422" y="314"/>
                    <a:pt x="1427" y="295"/>
                  </a:cubicBezTo>
                  <a:cubicBezTo>
                    <a:pt x="1428" y="293"/>
                    <a:pt x="1428" y="291"/>
                    <a:pt x="1429" y="289"/>
                  </a:cubicBezTo>
                  <a:cubicBezTo>
                    <a:pt x="1558" y="333"/>
                    <a:pt x="1558" y="333"/>
                    <a:pt x="1558" y="333"/>
                  </a:cubicBezTo>
                  <a:lnTo>
                    <a:pt x="1544" y="0"/>
                  </a:ln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</p:spPr>
          <p:txBody>
            <a:bodyPr anchor="ctr" anchorCtr="0"/>
            <a:lstStyle/>
            <a:p>
              <a:pPr algn="ctr"/>
            </a:p>
          </p:txBody>
        </p:sp>
        <p:grpSp>
          <p:nvGrpSpPr>
            <p:cNvPr id="6" name="组合 5" descr="dfa98db7-64cb-460c-bcdc-dfc7e9fd73aa"/>
            <p:cNvGrpSpPr/>
            <p:nvPr/>
          </p:nvGrpSpPr>
          <p:grpSpPr>
            <a:xfrm>
              <a:off x="2783450" y="5073982"/>
              <a:ext cx="5674713" cy="1060118"/>
              <a:chOff x="2783450" y="5073982"/>
              <a:chExt cx="5674713" cy="1060118"/>
            </a:xfrm>
          </p:grpSpPr>
          <p:sp>
            <p:nvSpPr>
              <p:cNvPr id="65" name="Number1" descr="a84d8789-182b-421e-a486-490fa3b683a2"/>
              <p:cNvSpPr/>
              <p:nvPr/>
            </p:nvSpPr>
            <p:spPr bwMode="auto">
              <a:xfrm>
                <a:off x="2783450" y="5187141"/>
                <a:ext cx="552650" cy="553518"/>
              </a:xfrm>
              <a:custGeom>
                <a:avLst/>
                <a:gdLst>
                  <a:gd name="T0" fmla="*/ 1066 w 1272"/>
                  <a:gd name="T1" fmla="*/ 168 h 1274"/>
                  <a:gd name="T2" fmla="*/ 1132 w 1272"/>
                  <a:gd name="T3" fmla="*/ 238 h 1274"/>
                  <a:gd name="T4" fmla="*/ 1186 w 1272"/>
                  <a:gd name="T5" fmla="*/ 316 h 1274"/>
                  <a:gd name="T6" fmla="*/ 1226 w 1272"/>
                  <a:gd name="T7" fmla="*/ 398 h 1274"/>
                  <a:gd name="T8" fmla="*/ 1254 w 1272"/>
                  <a:gd name="T9" fmla="*/ 486 h 1274"/>
                  <a:gd name="T10" fmla="*/ 1270 w 1272"/>
                  <a:gd name="T11" fmla="*/ 576 h 1274"/>
                  <a:gd name="T12" fmla="*/ 1272 w 1272"/>
                  <a:gd name="T13" fmla="*/ 668 h 1274"/>
                  <a:gd name="T14" fmla="*/ 1260 w 1272"/>
                  <a:gd name="T15" fmla="*/ 760 h 1274"/>
                  <a:gd name="T16" fmla="*/ 1236 w 1272"/>
                  <a:gd name="T17" fmla="*/ 850 h 1274"/>
                  <a:gd name="T18" fmla="*/ 1198 w 1272"/>
                  <a:gd name="T19" fmla="*/ 936 h 1274"/>
                  <a:gd name="T20" fmla="*/ 1146 w 1272"/>
                  <a:gd name="T21" fmla="*/ 1016 h 1274"/>
                  <a:gd name="T22" fmla="*/ 1106 w 1272"/>
                  <a:gd name="T23" fmla="*/ 1068 h 1274"/>
                  <a:gd name="T24" fmla="*/ 1036 w 1272"/>
                  <a:gd name="T25" fmla="*/ 1134 h 1274"/>
                  <a:gd name="T26" fmla="*/ 958 w 1272"/>
                  <a:gd name="T27" fmla="*/ 1186 h 1274"/>
                  <a:gd name="T28" fmla="*/ 874 w 1272"/>
                  <a:gd name="T29" fmla="*/ 1228 h 1274"/>
                  <a:gd name="T30" fmla="*/ 786 w 1272"/>
                  <a:gd name="T31" fmla="*/ 1256 h 1274"/>
                  <a:gd name="T32" fmla="*/ 696 w 1272"/>
                  <a:gd name="T33" fmla="*/ 1272 h 1274"/>
                  <a:gd name="T34" fmla="*/ 604 w 1272"/>
                  <a:gd name="T35" fmla="*/ 1274 h 1274"/>
                  <a:gd name="T36" fmla="*/ 514 w 1272"/>
                  <a:gd name="T37" fmla="*/ 1262 h 1274"/>
                  <a:gd name="T38" fmla="*/ 424 w 1272"/>
                  <a:gd name="T39" fmla="*/ 1238 h 1274"/>
                  <a:gd name="T40" fmla="*/ 338 w 1272"/>
                  <a:gd name="T41" fmla="*/ 1200 h 1274"/>
                  <a:gd name="T42" fmla="*/ 256 w 1272"/>
                  <a:gd name="T43" fmla="*/ 1148 h 1274"/>
                  <a:gd name="T44" fmla="*/ 206 w 1272"/>
                  <a:gd name="T45" fmla="*/ 1106 h 1274"/>
                  <a:gd name="T46" fmla="*/ 140 w 1272"/>
                  <a:gd name="T47" fmla="*/ 1036 h 1274"/>
                  <a:gd name="T48" fmla="*/ 86 w 1272"/>
                  <a:gd name="T49" fmla="*/ 958 h 1274"/>
                  <a:gd name="T50" fmla="*/ 46 w 1272"/>
                  <a:gd name="T51" fmla="*/ 876 h 1274"/>
                  <a:gd name="T52" fmla="*/ 18 w 1272"/>
                  <a:gd name="T53" fmla="*/ 788 h 1274"/>
                  <a:gd name="T54" fmla="*/ 2 w 1272"/>
                  <a:gd name="T55" fmla="*/ 698 h 1274"/>
                  <a:gd name="T56" fmla="*/ 0 w 1272"/>
                  <a:gd name="T57" fmla="*/ 606 h 1274"/>
                  <a:gd name="T58" fmla="*/ 10 w 1272"/>
                  <a:gd name="T59" fmla="*/ 514 h 1274"/>
                  <a:gd name="T60" fmla="*/ 36 w 1272"/>
                  <a:gd name="T61" fmla="*/ 426 h 1274"/>
                  <a:gd name="T62" fmla="*/ 74 w 1272"/>
                  <a:gd name="T63" fmla="*/ 338 h 1274"/>
                  <a:gd name="T64" fmla="*/ 124 w 1272"/>
                  <a:gd name="T65" fmla="*/ 258 h 1274"/>
                  <a:gd name="T66" fmla="*/ 166 w 1272"/>
                  <a:gd name="T67" fmla="*/ 208 h 1274"/>
                  <a:gd name="T68" fmla="*/ 236 w 1272"/>
                  <a:gd name="T69" fmla="*/ 142 h 1274"/>
                  <a:gd name="T70" fmla="*/ 314 w 1272"/>
                  <a:gd name="T71" fmla="*/ 88 h 1274"/>
                  <a:gd name="T72" fmla="*/ 398 w 1272"/>
                  <a:gd name="T73" fmla="*/ 46 h 1274"/>
                  <a:gd name="T74" fmla="*/ 486 w 1272"/>
                  <a:gd name="T75" fmla="*/ 18 h 1274"/>
                  <a:gd name="T76" fmla="*/ 576 w 1272"/>
                  <a:gd name="T77" fmla="*/ 4 h 1274"/>
                  <a:gd name="T78" fmla="*/ 668 w 1272"/>
                  <a:gd name="T79" fmla="*/ 2 h 1274"/>
                  <a:gd name="T80" fmla="*/ 758 w 1272"/>
                  <a:gd name="T81" fmla="*/ 12 h 1274"/>
                  <a:gd name="T82" fmla="*/ 848 w 1272"/>
                  <a:gd name="T83" fmla="*/ 36 h 1274"/>
                  <a:gd name="T84" fmla="*/ 934 w 1272"/>
                  <a:gd name="T85" fmla="*/ 74 h 1274"/>
                  <a:gd name="T86" fmla="*/ 1016 w 1272"/>
                  <a:gd name="T87" fmla="*/ 126 h 1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72" h="1274">
                    <a:moveTo>
                      <a:pt x="1042" y="146"/>
                    </a:moveTo>
                    <a:lnTo>
                      <a:pt x="1042" y="146"/>
                    </a:lnTo>
                    <a:lnTo>
                      <a:pt x="1066" y="168"/>
                    </a:lnTo>
                    <a:lnTo>
                      <a:pt x="1090" y="190"/>
                    </a:lnTo>
                    <a:lnTo>
                      <a:pt x="1112" y="214"/>
                    </a:lnTo>
                    <a:lnTo>
                      <a:pt x="1132" y="238"/>
                    </a:lnTo>
                    <a:lnTo>
                      <a:pt x="1152" y="264"/>
                    </a:lnTo>
                    <a:lnTo>
                      <a:pt x="1170" y="290"/>
                    </a:lnTo>
                    <a:lnTo>
                      <a:pt x="1186" y="316"/>
                    </a:lnTo>
                    <a:lnTo>
                      <a:pt x="1200" y="342"/>
                    </a:lnTo>
                    <a:lnTo>
                      <a:pt x="1214" y="370"/>
                    </a:lnTo>
                    <a:lnTo>
                      <a:pt x="1226" y="398"/>
                    </a:lnTo>
                    <a:lnTo>
                      <a:pt x="1238" y="428"/>
                    </a:lnTo>
                    <a:lnTo>
                      <a:pt x="1246" y="456"/>
                    </a:lnTo>
                    <a:lnTo>
                      <a:pt x="1254" y="486"/>
                    </a:lnTo>
                    <a:lnTo>
                      <a:pt x="1260" y="516"/>
                    </a:lnTo>
                    <a:lnTo>
                      <a:pt x="1266" y="546"/>
                    </a:lnTo>
                    <a:lnTo>
                      <a:pt x="1270" y="576"/>
                    </a:lnTo>
                    <a:lnTo>
                      <a:pt x="1272" y="608"/>
                    </a:lnTo>
                    <a:lnTo>
                      <a:pt x="1272" y="638"/>
                    </a:lnTo>
                    <a:lnTo>
                      <a:pt x="1272" y="668"/>
                    </a:lnTo>
                    <a:lnTo>
                      <a:pt x="1270" y="700"/>
                    </a:lnTo>
                    <a:lnTo>
                      <a:pt x="1266" y="730"/>
                    </a:lnTo>
                    <a:lnTo>
                      <a:pt x="1260" y="760"/>
                    </a:lnTo>
                    <a:lnTo>
                      <a:pt x="1254" y="790"/>
                    </a:lnTo>
                    <a:lnTo>
                      <a:pt x="1246" y="820"/>
                    </a:lnTo>
                    <a:lnTo>
                      <a:pt x="1236" y="850"/>
                    </a:lnTo>
                    <a:lnTo>
                      <a:pt x="1226" y="878"/>
                    </a:lnTo>
                    <a:lnTo>
                      <a:pt x="1212" y="908"/>
                    </a:lnTo>
                    <a:lnTo>
                      <a:pt x="1198" y="936"/>
                    </a:lnTo>
                    <a:lnTo>
                      <a:pt x="1182" y="964"/>
                    </a:lnTo>
                    <a:lnTo>
                      <a:pt x="1166" y="990"/>
                    </a:lnTo>
                    <a:lnTo>
                      <a:pt x="1146" y="1016"/>
                    </a:lnTo>
                    <a:lnTo>
                      <a:pt x="1126" y="1042"/>
                    </a:lnTo>
                    <a:lnTo>
                      <a:pt x="1126" y="1042"/>
                    </a:lnTo>
                    <a:lnTo>
                      <a:pt x="1106" y="1068"/>
                    </a:lnTo>
                    <a:lnTo>
                      <a:pt x="1082" y="1090"/>
                    </a:lnTo>
                    <a:lnTo>
                      <a:pt x="1060" y="1112"/>
                    </a:lnTo>
                    <a:lnTo>
                      <a:pt x="1036" y="1134"/>
                    </a:lnTo>
                    <a:lnTo>
                      <a:pt x="1010" y="1152"/>
                    </a:lnTo>
                    <a:lnTo>
                      <a:pt x="984" y="1170"/>
                    </a:lnTo>
                    <a:lnTo>
                      <a:pt x="958" y="1186"/>
                    </a:lnTo>
                    <a:lnTo>
                      <a:pt x="930" y="1202"/>
                    </a:lnTo>
                    <a:lnTo>
                      <a:pt x="902" y="1216"/>
                    </a:lnTo>
                    <a:lnTo>
                      <a:pt x="874" y="1228"/>
                    </a:lnTo>
                    <a:lnTo>
                      <a:pt x="846" y="1238"/>
                    </a:lnTo>
                    <a:lnTo>
                      <a:pt x="816" y="1248"/>
                    </a:lnTo>
                    <a:lnTo>
                      <a:pt x="786" y="1256"/>
                    </a:lnTo>
                    <a:lnTo>
                      <a:pt x="756" y="1262"/>
                    </a:lnTo>
                    <a:lnTo>
                      <a:pt x="726" y="1268"/>
                    </a:lnTo>
                    <a:lnTo>
                      <a:pt x="696" y="1272"/>
                    </a:lnTo>
                    <a:lnTo>
                      <a:pt x="666" y="1274"/>
                    </a:lnTo>
                    <a:lnTo>
                      <a:pt x="636" y="1274"/>
                    </a:lnTo>
                    <a:lnTo>
                      <a:pt x="604" y="1274"/>
                    </a:lnTo>
                    <a:lnTo>
                      <a:pt x="574" y="1270"/>
                    </a:lnTo>
                    <a:lnTo>
                      <a:pt x="544" y="1268"/>
                    </a:lnTo>
                    <a:lnTo>
                      <a:pt x="514" y="1262"/>
                    </a:lnTo>
                    <a:lnTo>
                      <a:pt x="484" y="1256"/>
                    </a:lnTo>
                    <a:lnTo>
                      <a:pt x="454" y="1248"/>
                    </a:lnTo>
                    <a:lnTo>
                      <a:pt x="424" y="1238"/>
                    </a:lnTo>
                    <a:lnTo>
                      <a:pt x="394" y="1226"/>
                    </a:lnTo>
                    <a:lnTo>
                      <a:pt x="366" y="1214"/>
                    </a:lnTo>
                    <a:lnTo>
                      <a:pt x="338" y="1200"/>
                    </a:lnTo>
                    <a:lnTo>
                      <a:pt x="310" y="1184"/>
                    </a:lnTo>
                    <a:lnTo>
                      <a:pt x="282" y="1166"/>
                    </a:lnTo>
                    <a:lnTo>
                      <a:pt x="256" y="1148"/>
                    </a:lnTo>
                    <a:lnTo>
                      <a:pt x="230" y="1128"/>
                    </a:lnTo>
                    <a:lnTo>
                      <a:pt x="230" y="1128"/>
                    </a:lnTo>
                    <a:lnTo>
                      <a:pt x="206" y="1106"/>
                    </a:lnTo>
                    <a:lnTo>
                      <a:pt x="182" y="1084"/>
                    </a:lnTo>
                    <a:lnTo>
                      <a:pt x="160" y="1060"/>
                    </a:lnTo>
                    <a:lnTo>
                      <a:pt x="140" y="1036"/>
                    </a:lnTo>
                    <a:lnTo>
                      <a:pt x="120" y="1012"/>
                    </a:lnTo>
                    <a:lnTo>
                      <a:pt x="102" y="986"/>
                    </a:lnTo>
                    <a:lnTo>
                      <a:pt x="86" y="958"/>
                    </a:lnTo>
                    <a:lnTo>
                      <a:pt x="72" y="932"/>
                    </a:lnTo>
                    <a:lnTo>
                      <a:pt x="58" y="904"/>
                    </a:lnTo>
                    <a:lnTo>
                      <a:pt x="46" y="876"/>
                    </a:lnTo>
                    <a:lnTo>
                      <a:pt x="34" y="846"/>
                    </a:lnTo>
                    <a:lnTo>
                      <a:pt x="26" y="818"/>
                    </a:lnTo>
                    <a:lnTo>
                      <a:pt x="18" y="788"/>
                    </a:lnTo>
                    <a:lnTo>
                      <a:pt x="10" y="758"/>
                    </a:lnTo>
                    <a:lnTo>
                      <a:pt x="6" y="728"/>
                    </a:lnTo>
                    <a:lnTo>
                      <a:pt x="2" y="698"/>
                    </a:lnTo>
                    <a:lnTo>
                      <a:pt x="0" y="668"/>
                    </a:lnTo>
                    <a:lnTo>
                      <a:pt x="0" y="636"/>
                    </a:lnTo>
                    <a:lnTo>
                      <a:pt x="0" y="606"/>
                    </a:lnTo>
                    <a:lnTo>
                      <a:pt x="2" y="576"/>
                    </a:lnTo>
                    <a:lnTo>
                      <a:pt x="6" y="544"/>
                    </a:lnTo>
                    <a:lnTo>
                      <a:pt x="10" y="514"/>
                    </a:lnTo>
                    <a:lnTo>
                      <a:pt x="18" y="484"/>
                    </a:lnTo>
                    <a:lnTo>
                      <a:pt x="26" y="454"/>
                    </a:lnTo>
                    <a:lnTo>
                      <a:pt x="36" y="426"/>
                    </a:lnTo>
                    <a:lnTo>
                      <a:pt x="46" y="396"/>
                    </a:lnTo>
                    <a:lnTo>
                      <a:pt x="60" y="368"/>
                    </a:lnTo>
                    <a:lnTo>
                      <a:pt x="74" y="338"/>
                    </a:lnTo>
                    <a:lnTo>
                      <a:pt x="88" y="312"/>
                    </a:lnTo>
                    <a:lnTo>
                      <a:pt x="106" y="284"/>
                    </a:lnTo>
                    <a:lnTo>
                      <a:pt x="124" y="258"/>
                    </a:lnTo>
                    <a:lnTo>
                      <a:pt x="146" y="232"/>
                    </a:lnTo>
                    <a:lnTo>
                      <a:pt x="146" y="232"/>
                    </a:lnTo>
                    <a:lnTo>
                      <a:pt x="166" y="208"/>
                    </a:lnTo>
                    <a:lnTo>
                      <a:pt x="190" y="184"/>
                    </a:lnTo>
                    <a:lnTo>
                      <a:pt x="212" y="162"/>
                    </a:lnTo>
                    <a:lnTo>
                      <a:pt x="236" y="142"/>
                    </a:lnTo>
                    <a:lnTo>
                      <a:pt x="262" y="122"/>
                    </a:lnTo>
                    <a:lnTo>
                      <a:pt x="288" y="104"/>
                    </a:lnTo>
                    <a:lnTo>
                      <a:pt x="314" y="88"/>
                    </a:lnTo>
                    <a:lnTo>
                      <a:pt x="342" y="72"/>
                    </a:lnTo>
                    <a:lnTo>
                      <a:pt x="370" y="58"/>
                    </a:lnTo>
                    <a:lnTo>
                      <a:pt x="398" y="46"/>
                    </a:lnTo>
                    <a:lnTo>
                      <a:pt x="426" y="36"/>
                    </a:lnTo>
                    <a:lnTo>
                      <a:pt x="456" y="26"/>
                    </a:lnTo>
                    <a:lnTo>
                      <a:pt x="486" y="18"/>
                    </a:lnTo>
                    <a:lnTo>
                      <a:pt x="516" y="12"/>
                    </a:lnTo>
                    <a:lnTo>
                      <a:pt x="546" y="8"/>
                    </a:lnTo>
                    <a:lnTo>
                      <a:pt x="576" y="4"/>
                    </a:lnTo>
                    <a:lnTo>
                      <a:pt x="606" y="2"/>
                    </a:lnTo>
                    <a:lnTo>
                      <a:pt x="636" y="0"/>
                    </a:lnTo>
                    <a:lnTo>
                      <a:pt x="668" y="2"/>
                    </a:lnTo>
                    <a:lnTo>
                      <a:pt x="698" y="4"/>
                    </a:lnTo>
                    <a:lnTo>
                      <a:pt x="728" y="8"/>
                    </a:lnTo>
                    <a:lnTo>
                      <a:pt x="758" y="12"/>
                    </a:lnTo>
                    <a:lnTo>
                      <a:pt x="788" y="18"/>
                    </a:lnTo>
                    <a:lnTo>
                      <a:pt x="818" y="28"/>
                    </a:lnTo>
                    <a:lnTo>
                      <a:pt x="848" y="36"/>
                    </a:lnTo>
                    <a:lnTo>
                      <a:pt x="878" y="48"/>
                    </a:lnTo>
                    <a:lnTo>
                      <a:pt x="906" y="60"/>
                    </a:lnTo>
                    <a:lnTo>
                      <a:pt x="934" y="74"/>
                    </a:lnTo>
                    <a:lnTo>
                      <a:pt x="962" y="90"/>
                    </a:lnTo>
                    <a:lnTo>
                      <a:pt x="990" y="108"/>
                    </a:lnTo>
                    <a:lnTo>
                      <a:pt x="1016" y="126"/>
                    </a:lnTo>
                    <a:lnTo>
                      <a:pt x="1042" y="146"/>
                    </a:lnTo>
                    <a:lnTo>
                      <a:pt x="1042" y="146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  <a:effectLst>
                <a:outerShdw blurRad="127000" dist="63500" dir="2700000" algn="tl" rotWithShape="0">
                  <a:schemeClr val="accent1">
                    <a:alpha val="40000"/>
                  </a:schemeClr>
                </a:outerShdw>
              </a:effectLst>
            </p:spPr>
            <p:txBody>
              <a:bodyPr wrap="none" lIns="91440" tIns="45720" rIns="91440" bIns="45720" rtlCol="0" anchor="ctr" anchorCtr="0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600" b="1" i="0" u="none">
                    <a:solidFill>
                      <a:srgbClr val="FFFFFF"/>
                    </a:solidFill>
                    <a:latin typeface="Arial" panose="020B0604020202020204"/>
                  </a:rPr>
                  <a:t>01</a:t>
                </a:r>
                <a:endParaRPr lang="en-US" sz="16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79" name="Text1" descr="ec5fce61-1c2b-4250-afb4-0c76d5cbe269"/>
              <p:cNvSpPr/>
              <p:nvPr/>
            </p:nvSpPr>
            <p:spPr bwMode="auto">
              <a:xfrm>
                <a:off x="3694482" y="5590314"/>
                <a:ext cx="4763681" cy="5437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切换到“仿真”工作空间，开始进行运动仿真设置。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80" name="Bullet1" descr="649db062-b542-4715-a9e3-29b5691bdc90"/>
              <p:cNvSpPr txBox="1"/>
              <p:nvPr/>
            </p:nvSpPr>
            <p:spPr bwMode="auto">
              <a:xfrm>
                <a:off x="3694482" y="5073982"/>
                <a:ext cx="4763681" cy="51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切换工作空间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5" name="组合 4" descr="30eeb255-6c73-459d-86b9-f7c966ef85bf"/>
            <p:cNvGrpSpPr/>
            <p:nvPr/>
          </p:nvGrpSpPr>
          <p:grpSpPr>
            <a:xfrm>
              <a:off x="4981071" y="3673286"/>
              <a:ext cx="5579379" cy="1060118"/>
              <a:chOff x="4981071" y="3673286"/>
              <a:chExt cx="5579379" cy="1060118"/>
            </a:xfrm>
          </p:grpSpPr>
          <p:sp>
            <p:nvSpPr>
              <p:cNvPr id="66" name="Number2" descr="cc2ea63f-7a72-4c81-8a9a-e91790cf41c8"/>
              <p:cNvSpPr/>
              <p:nvPr/>
            </p:nvSpPr>
            <p:spPr bwMode="auto">
              <a:xfrm>
                <a:off x="4981071" y="3848065"/>
                <a:ext cx="552650" cy="553518"/>
              </a:xfrm>
              <a:custGeom>
                <a:avLst/>
                <a:gdLst>
                  <a:gd name="T0" fmla="*/ 1066 w 1272"/>
                  <a:gd name="T1" fmla="*/ 168 h 1274"/>
                  <a:gd name="T2" fmla="*/ 1132 w 1272"/>
                  <a:gd name="T3" fmla="*/ 238 h 1274"/>
                  <a:gd name="T4" fmla="*/ 1186 w 1272"/>
                  <a:gd name="T5" fmla="*/ 316 h 1274"/>
                  <a:gd name="T6" fmla="*/ 1226 w 1272"/>
                  <a:gd name="T7" fmla="*/ 398 h 1274"/>
                  <a:gd name="T8" fmla="*/ 1254 w 1272"/>
                  <a:gd name="T9" fmla="*/ 486 h 1274"/>
                  <a:gd name="T10" fmla="*/ 1270 w 1272"/>
                  <a:gd name="T11" fmla="*/ 576 h 1274"/>
                  <a:gd name="T12" fmla="*/ 1272 w 1272"/>
                  <a:gd name="T13" fmla="*/ 668 h 1274"/>
                  <a:gd name="T14" fmla="*/ 1260 w 1272"/>
                  <a:gd name="T15" fmla="*/ 760 h 1274"/>
                  <a:gd name="T16" fmla="*/ 1236 w 1272"/>
                  <a:gd name="T17" fmla="*/ 850 h 1274"/>
                  <a:gd name="T18" fmla="*/ 1198 w 1272"/>
                  <a:gd name="T19" fmla="*/ 936 h 1274"/>
                  <a:gd name="T20" fmla="*/ 1146 w 1272"/>
                  <a:gd name="T21" fmla="*/ 1016 h 1274"/>
                  <a:gd name="T22" fmla="*/ 1106 w 1272"/>
                  <a:gd name="T23" fmla="*/ 1068 h 1274"/>
                  <a:gd name="T24" fmla="*/ 1036 w 1272"/>
                  <a:gd name="T25" fmla="*/ 1134 h 1274"/>
                  <a:gd name="T26" fmla="*/ 958 w 1272"/>
                  <a:gd name="T27" fmla="*/ 1186 h 1274"/>
                  <a:gd name="T28" fmla="*/ 874 w 1272"/>
                  <a:gd name="T29" fmla="*/ 1228 h 1274"/>
                  <a:gd name="T30" fmla="*/ 786 w 1272"/>
                  <a:gd name="T31" fmla="*/ 1256 h 1274"/>
                  <a:gd name="T32" fmla="*/ 696 w 1272"/>
                  <a:gd name="T33" fmla="*/ 1272 h 1274"/>
                  <a:gd name="T34" fmla="*/ 604 w 1272"/>
                  <a:gd name="T35" fmla="*/ 1274 h 1274"/>
                  <a:gd name="T36" fmla="*/ 514 w 1272"/>
                  <a:gd name="T37" fmla="*/ 1262 h 1274"/>
                  <a:gd name="T38" fmla="*/ 424 w 1272"/>
                  <a:gd name="T39" fmla="*/ 1238 h 1274"/>
                  <a:gd name="T40" fmla="*/ 338 w 1272"/>
                  <a:gd name="T41" fmla="*/ 1200 h 1274"/>
                  <a:gd name="T42" fmla="*/ 256 w 1272"/>
                  <a:gd name="T43" fmla="*/ 1148 h 1274"/>
                  <a:gd name="T44" fmla="*/ 206 w 1272"/>
                  <a:gd name="T45" fmla="*/ 1106 h 1274"/>
                  <a:gd name="T46" fmla="*/ 140 w 1272"/>
                  <a:gd name="T47" fmla="*/ 1036 h 1274"/>
                  <a:gd name="T48" fmla="*/ 86 w 1272"/>
                  <a:gd name="T49" fmla="*/ 958 h 1274"/>
                  <a:gd name="T50" fmla="*/ 46 w 1272"/>
                  <a:gd name="T51" fmla="*/ 876 h 1274"/>
                  <a:gd name="T52" fmla="*/ 18 w 1272"/>
                  <a:gd name="T53" fmla="*/ 788 h 1274"/>
                  <a:gd name="T54" fmla="*/ 2 w 1272"/>
                  <a:gd name="T55" fmla="*/ 698 h 1274"/>
                  <a:gd name="T56" fmla="*/ 0 w 1272"/>
                  <a:gd name="T57" fmla="*/ 606 h 1274"/>
                  <a:gd name="T58" fmla="*/ 10 w 1272"/>
                  <a:gd name="T59" fmla="*/ 514 h 1274"/>
                  <a:gd name="T60" fmla="*/ 36 w 1272"/>
                  <a:gd name="T61" fmla="*/ 426 h 1274"/>
                  <a:gd name="T62" fmla="*/ 74 w 1272"/>
                  <a:gd name="T63" fmla="*/ 338 h 1274"/>
                  <a:gd name="T64" fmla="*/ 124 w 1272"/>
                  <a:gd name="T65" fmla="*/ 258 h 1274"/>
                  <a:gd name="T66" fmla="*/ 166 w 1272"/>
                  <a:gd name="T67" fmla="*/ 208 h 1274"/>
                  <a:gd name="T68" fmla="*/ 236 w 1272"/>
                  <a:gd name="T69" fmla="*/ 142 h 1274"/>
                  <a:gd name="T70" fmla="*/ 314 w 1272"/>
                  <a:gd name="T71" fmla="*/ 88 h 1274"/>
                  <a:gd name="T72" fmla="*/ 398 w 1272"/>
                  <a:gd name="T73" fmla="*/ 46 h 1274"/>
                  <a:gd name="T74" fmla="*/ 486 w 1272"/>
                  <a:gd name="T75" fmla="*/ 18 h 1274"/>
                  <a:gd name="T76" fmla="*/ 576 w 1272"/>
                  <a:gd name="T77" fmla="*/ 4 h 1274"/>
                  <a:gd name="T78" fmla="*/ 668 w 1272"/>
                  <a:gd name="T79" fmla="*/ 2 h 1274"/>
                  <a:gd name="T80" fmla="*/ 758 w 1272"/>
                  <a:gd name="T81" fmla="*/ 12 h 1274"/>
                  <a:gd name="T82" fmla="*/ 848 w 1272"/>
                  <a:gd name="T83" fmla="*/ 36 h 1274"/>
                  <a:gd name="T84" fmla="*/ 934 w 1272"/>
                  <a:gd name="T85" fmla="*/ 74 h 1274"/>
                  <a:gd name="T86" fmla="*/ 1016 w 1272"/>
                  <a:gd name="T87" fmla="*/ 126 h 1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72" h="1274">
                    <a:moveTo>
                      <a:pt x="1042" y="146"/>
                    </a:moveTo>
                    <a:lnTo>
                      <a:pt x="1042" y="146"/>
                    </a:lnTo>
                    <a:lnTo>
                      <a:pt x="1066" y="168"/>
                    </a:lnTo>
                    <a:lnTo>
                      <a:pt x="1090" y="190"/>
                    </a:lnTo>
                    <a:lnTo>
                      <a:pt x="1112" y="214"/>
                    </a:lnTo>
                    <a:lnTo>
                      <a:pt x="1132" y="238"/>
                    </a:lnTo>
                    <a:lnTo>
                      <a:pt x="1152" y="264"/>
                    </a:lnTo>
                    <a:lnTo>
                      <a:pt x="1170" y="290"/>
                    </a:lnTo>
                    <a:lnTo>
                      <a:pt x="1186" y="316"/>
                    </a:lnTo>
                    <a:lnTo>
                      <a:pt x="1200" y="342"/>
                    </a:lnTo>
                    <a:lnTo>
                      <a:pt x="1214" y="370"/>
                    </a:lnTo>
                    <a:lnTo>
                      <a:pt x="1226" y="398"/>
                    </a:lnTo>
                    <a:lnTo>
                      <a:pt x="1238" y="428"/>
                    </a:lnTo>
                    <a:lnTo>
                      <a:pt x="1246" y="456"/>
                    </a:lnTo>
                    <a:lnTo>
                      <a:pt x="1254" y="486"/>
                    </a:lnTo>
                    <a:lnTo>
                      <a:pt x="1260" y="516"/>
                    </a:lnTo>
                    <a:lnTo>
                      <a:pt x="1266" y="546"/>
                    </a:lnTo>
                    <a:lnTo>
                      <a:pt x="1270" y="576"/>
                    </a:lnTo>
                    <a:lnTo>
                      <a:pt x="1272" y="608"/>
                    </a:lnTo>
                    <a:lnTo>
                      <a:pt x="1272" y="638"/>
                    </a:lnTo>
                    <a:lnTo>
                      <a:pt x="1272" y="668"/>
                    </a:lnTo>
                    <a:lnTo>
                      <a:pt x="1270" y="700"/>
                    </a:lnTo>
                    <a:lnTo>
                      <a:pt x="1266" y="730"/>
                    </a:lnTo>
                    <a:lnTo>
                      <a:pt x="1260" y="760"/>
                    </a:lnTo>
                    <a:lnTo>
                      <a:pt x="1254" y="790"/>
                    </a:lnTo>
                    <a:lnTo>
                      <a:pt x="1246" y="820"/>
                    </a:lnTo>
                    <a:lnTo>
                      <a:pt x="1236" y="850"/>
                    </a:lnTo>
                    <a:lnTo>
                      <a:pt x="1226" y="878"/>
                    </a:lnTo>
                    <a:lnTo>
                      <a:pt x="1212" y="908"/>
                    </a:lnTo>
                    <a:lnTo>
                      <a:pt x="1198" y="936"/>
                    </a:lnTo>
                    <a:lnTo>
                      <a:pt x="1182" y="964"/>
                    </a:lnTo>
                    <a:lnTo>
                      <a:pt x="1166" y="990"/>
                    </a:lnTo>
                    <a:lnTo>
                      <a:pt x="1146" y="1016"/>
                    </a:lnTo>
                    <a:lnTo>
                      <a:pt x="1126" y="1042"/>
                    </a:lnTo>
                    <a:lnTo>
                      <a:pt x="1126" y="1042"/>
                    </a:lnTo>
                    <a:lnTo>
                      <a:pt x="1106" y="1068"/>
                    </a:lnTo>
                    <a:lnTo>
                      <a:pt x="1082" y="1090"/>
                    </a:lnTo>
                    <a:lnTo>
                      <a:pt x="1060" y="1112"/>
                    </a:lnTo>
                    <a:lnTo>
                      <a:pt x="1036" y="1134"/>
                    </a:lnTo>
                    <a:lnTo>
                      <a:pt x="1010" y="1152"/>
                    </a:lnTo>
                    <a:lnTo>
                      <a:pt x="984" y="1170"/>
                    </a:lnTo>
                    <a:lnTo>
                      <a:pt x="958" y="1186"/>
                    </a:lnTo>
                    <a:lnTo>
                      <a:pt x="930" y="1202"/>
                    </a:lnTo>
                    <a:lnTo>
                      <a:pt x="902" y="1216"/>
                    </a:lnTo>
                    <a:lnTo>
                      <a:pt x="874" y="1228"/>
                    </a:lnTo>
                    <a:lnTo>
                      <a:pt x="846" y="1238"/>
                    </a:lnTo>
                    <a:lnTo>
                      <a:pt x="816" y="1248"/>
                    </a:lnTo>
                    <a:lnTo>
                      <a:pt x="786" y="1256"/>
                    </a:lnTo>
                    <a:lnTo>
                      <a:pt x="756" y="1262"/>
                    </a:lnTo>
                    <a:lnTo>
                      <a:pt x="726" y="1268"/>
                    </a:lnTo>
                    <a:lnTo>
                      <a:pt x="696" y="1272"/>
                    </a:lnTo>
                    <a:lnTo>
                      <a:pt x="666" y="1274"/>
                    </a:lnTo>
                    <a:lnTo>
                      <a:pt x="636" y="1274"/>
                    </a:lnTo>
                    <a:lnTo>
                      <a:pt x="604" y="1274"/>
                    </a:lnTo>
                    <a:lnTo>
                      <a:pt x="574" y="1270"/>
                    </a:lnTo>
                    <a:lnTo>
                      <a:pt x="544" y="1268"/>
                    </a:lnTo>
                    <a:lnTo>
                      <a:pt x="514" y="1262"/>
                    </a:lnTo>
                    <a:lnTo>
                      <a:pt x="484" y="1256"/>
                    </a:lnTo>
                    <a:lnTo>
                      <a:pt x="454" y="1248"/>
                    </a:lnTo>
                    <a:lnTo>
                      <a:pt x="424" y="1238"/>
                    </a:lnTo>
                    <a:lnTo>
                      <a:pt x="394" y="1226"/>
                    </a:lnTo>
                    <a:lnTo>
                      <a:pt x="366" y="1214"/>
                    </a:lnTo>
                    <a:lnTo>
                      <a:pt x="338" y="1200"/>
                    </a:lnTo>
                    <a:lnTo>
                      <a:pt x="310" y="1184"/>
                    </a:lnTo>
                    <a:lnTo>
                      <a:pt x="282" y="1166"/>
                    </a:lnTo>
                    <a:lnTo>
                      <a:pt x="256" y="1148"/>
                    </a:lnTo>
                    <a:lnTo>
                      <a:pt x="230" y="1128"/>
                    </a:lnTo>
                    <a:lnTo>
                      <a:pt x="230" y="1128"/>
                    </a:lnTo>
                    <a:lnTo>
                      <a:pt x="206" y="1106"/>
                    </a:lnTo>
                    <a:lnTo>
                      <a:pt x="182" y="1084"/>
                    </a:lnTo>
                    <a:lnTo>
                      <a:pt x="160" y="1060"/>
                    </a:lnTo>
                    <a:lnTo>
                      <a:pt x="140" y="1036"/>
                    </a:lnTo>
                    <a:lnTo>
                      <a:pt x="120" y="1012"/>
                    </a:lnTo>
                    <a:lnTo>
                      <a:pt x="102" y="986"/>
                    </a:lnTo>
                    <a:lnTo>
                      <a:pt x="86" y="958"/>
                    </a:lnTo>
                    <a:lnTo>
                      <a:pt x="72" y="932"/>
                    </a:lnTo>
                    <a:lnTo>
                      <a:pt x="58" y="904"/>
                    </a:lnTo>
                    <a:lnTo>
                      <a:pt x="46" y="876"/>
                    </a:lnTo>
                    <a:lnTo>
                      <a:pt x="34" y="846"/>
                    </a:lnTo>
                    <a:lnTo>
                      <a:pt x="26" y="818"/>
                    </a:lnTo>
                    <a:lnTo>
                      <a:pt x="18" y="788"/>
                    </a:lnTo>
                    <a:lnTo>
                      <a:pt x="10" y="758"/>
                    </a:lnTo>
                    <a:lnTo>
                      <a:pt x="6" y="728"/>
                    </a:lnTo>
                    <a:lnTo>
                      <a:pt x="2" y="698"/>
                    </a:lnTo>
                    <a:lnTo>
                      <a:pt x="0" y="668"/>
                    </a:lnTo>
                    <a:lnTo>
                      <a:pt x="0" y="636"/>
                    </a:lnTo>
                    <a:lnTo>
                      <a:pt x="0" y="606"/>
                    </a:lnTo>
                    <a:lnTo>
                      <a:pt x="2" y="576"/>
                    </a:lnTo>
                    <a:lnTo>
                      <a:pt x="6" y="544"/>
                    </a:lnTo>
                    <a:lnTo>
                      <a:pt x="10" y="514"/>
                    </a:lnTo>
                    <a:lnTo>
                      <a:pt x="18" y="484"/>
                    </a:lnTo>
                    <a:lnTo>
                      <a:pt x="26" y="454"/>
                    </a:lnTo>
                    <a:lnTo>
                      <a:pt x="36" y="426"/>
                    </a:lnTo>
                    <a:lnTo>
                      <a:pt x="46" y="396"/>
                    </a:lnTo>
                    <a:lnTo>
                      <a:pt x="60" y="368"/>
                    </a:lnTo>
                    <a:lnTo>
                      <a:pt x="74" y="338"/>
                    </a:lnTo>
                    <a:lnTo>
                      <a:pt x="88" y="312"/>
                    </a:lnTo>
                    <a:lnTo>
                      <a:pt x="106" y="284"/>
                    </a:lnTo>
                    <a:lnTo>
                      <a:pt x="124" y="258"/>
                    </a:lnTo>
                    <a:lnTo>
                      <a:pt x="146" y="232"/>
                    </a:lnTo>
                    <a:lnTo>
                      <a:pt x="146" y="232"/>
                    </a:lnTo>
                    <a:lnTo>
                      <a:pt x="166" y="208"/>
                    </a:lnTo>
                    <a:lnTo>
                      <a:pt x="190" y="184"/>
                    </a:lnTo>
                    <a:lnTo>
                      <a:pt x="212" y="162"/>
                    </a:lnTo>
                    <a:lnTo>
                      <a:pt x="236" y="142"/>
                    </a:lnTo>
                    <a:lnTo>
                      <a:pt x="262" y="122"/>
                    </a:lnTo>
                    <a:lnTo>
                      <a:pt x="288" y="104"/>
                    </a:lnTo>
                    <a:lnTo>
                      <a:pt x="314" y="88"/>
                    </a:lnTo>
                    <a:lnTo>
                      <a:pt x="342" y="72"/>
                    </a:lnTo>
                    <a:lnTo>
                      <a:pt x="370" y="58"/>
                    </a:lnTo>
                    <a:lnTo>
                      <a:pt x="398" y="46"/>
                    </a:lnTo>
                    <a:lnTo>
                      <a:pt x="426" y="36"/>
                    </a:lnTo>
                    <a:lnTo>
                      <a:pt x="456" y="26"/>
                    </a:lnTo>
                    <a:lnTo>
                      <a:pt x="486" y="18"/>
                    </a:lnTo>
                    <a:lnTo>
                      <a:pt x="516" y="12"/>
                    </a:lnTo>
                    <a:lnTo>
                      <a:pt x="546" y="8"/>
                    </a:lnTo>
                    <a:lnTo>
                      <a:pt x="576" y="4"/>
                    </a:lnTo>
                    <a:lnTo>
                      <a:pt x="606" y="2"/>
                    </a:lnTo>
                    <a:lnTo>
                      <a:pt x="636" y="0"/>
                    </a:lnTo>
                    <a:lnTo>
                      <a:pt x="668" y="2"/>
                    </a:lnTo>
                    <a:lnTo>
                      <a:pt x="698" y="4"/>
                    </a:lnTo>
                    <a:lnTo>
                      <a:pt x="728" y="8"/>
                    </a:lnTo>
                    <a:lnTo>
                      <a:pt x="758" y="12"/>
                    </a:lnTo>
                    <a:lnTo>
                      <a:pt x="788" y="18"/>
                    </a:lnTo>
                    <a:lnTo>
                      <a:pt x="818" y="28"/>
                    </a:lnTo>
                    <a:lnTo>
                      <a:pt x="848" y="36"/>
                    </a:lnTo>
                    <a:lnTo>
                      <a:pt x="878" y="48"/>
                    </a:lnTo>
                    <a:lnTo>
                      <a:pt x="906" y="60"/>
                    </a:lnTo>
                    <a:lnTo>
                      <a:pt x="934" y="74"/>
                    </a:lnTo>
                    <a:lnTo>
                      <a:pt x="962" y="90"/>
                    </a:lnTo>
                    <a:lnTo>
                      <a:pt x="990" y="108"/>
                    </a:lnTo>
                    <a:lnTo>
                      <a:pt x="1016" y="126"/>
                    </a:lnTo>
                    <a:lnTo>
                      <a:pt x="1042" y="146"/>
                    </a:lnTo>
                    <a:lnTo>
                      <a:pt x="1042" y="146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prstDash val="solid"/>
                <a:miter/>
              </a:ln>
              <a:effectLst>
                <a:outerShdw blurRad="127000" dist="63500" dir="2700000" algn="tl" rotWithShape="0">
                  <a:schemeClr val="accent2">
                    <a:alpha val="40000"/>
                  </a:schemeClr>
                </a:outerShdw>
              </a:effectLst>
            </p:spPr>
            <p:txBody>
              <a:bodyPr wrap="none" lIns="91440" tIns="45720" rIns="91440" bIns="45720" rtlCol="0" anchor="ctr" anchorCtr="0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600" b="1" i="0" u="none">
                    <a:solidFill>
                      <a:srgbClr val="FFFFFF"/>
                    </a:solidFill>
                    <a:latin typeface="Arial" panose="020B0604020202020204"/>
                  </a:rPr>
                  <a:t>02</a:t>
                </a:r>
                <a:endParaRPr lang="en-US" sz="16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76" name="Text2" descr="7d22640c-3f1c-4822-949b-fbd832ef51e1"/>
              <p:cNvSpPr/>
              <p:nvPr/>
            </p:nvSpPr>
            <p:spPr bwMode="auto">
              <a:xfrm>
                <a:off x="5796769" y="4189618"/>
                <a:ext cx="4763681" cy="5437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可根据实际情况选择是否添加重力，影响仿真结果。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77" name="Bullet2" descr="0c3813d5-f9f9-41b6-ae04-18c1098af8e6"/>
              <p:cNvSpPr txBox="1"/>
              <p:nvPr/>
            </p:nvSpPr>
            <p:spPr bwMode="auto">
              <a:xfrm>
                <a:off x="5796769" y="3673286"/>
                <a:ext cx="4763681" cy="51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添加重力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4" name="组合 3" descr="43e4fc88-d98a-476e-a3b6-d33328854095"/>
            <p:cNvGrpSpPr/>
            <p:nvPr/>
          </p:nvGrpSpPr>
          <p:grpSpPr>
            <a:xfrm>
              <a:off x="5912884" y="2272591"/>
              <a:ext cx="5606016" cy="1060118"/>
              <a:chOff x="5912884" y="2272591"/>
              <a:chExt cx="5606016" cy="1060118"/>
            </a:xfrm>
          </p:grpSpPr>
          <p:sp>
            <p:nvSpPr>
              <p:cNvPr id="67" name="Number3" descr="18a24354-42b8-4d88-9db6-7f424435d60b"/>
              <p:cNvSpPr/>
              <p:nvPr/>
            </p:nvSpPr>
            <p:spPr bwMode="auto">
              <a:xfrm>
                <a:off x="5912884" y="2307143"/>
                <a:ext cx="552650" cy="553518"/>
              </a:xfrm>
              <a:custGeom>
                <a:avLst/>
                <a:gdLst>
                  <a:gd name="T0" fmla="*/ 1066 w 1272"/>
                  <a:gd name="T1" fmla="*/ 168 h 1274"/>
                  <a:gd name="T2" fmla="*/ 1132 w 1272"/>
                  <a:gd name="T3" fmla="*/ 238 h 1274"/>
                  <a:gd name="T4" fmla="*/ 1186 w 1272"/>
                  <a:gd name="T5" fmla="*/ 316 h 1274"/>
                  <a:gd name="T6" fmla="*/ 1226 w 1272"/>
                  <a:gd name="T7" fmla="*/ 398 h 1274"/>
                  <a:gd name="T8" fmla="*/ 1254 w 1272"/>
                  <a:gd name="T9" fmla="*/ 486 h 1274"/>
                  <a:gd name="T10" fmla="*/ 1270 w 1272"/>
                  <a:gd name="T11" fmla="*/ 576 h 1274"/>
                  <a:gd name="T12" fmla="*/ 1272 w 1272"/>
                  <a:gd name="T13" fmla="*/ 668 h 1274"/>
                  <a:gd name="T14" fmla="*/ 1260 w 1272"/>
                  <a:gd name="T15" fmla="*/ 760 h 1274"/>
                  <a:gd name="T16" fmla="*/ 1236 w 1272"/>
                  <a:gd name="T17" fmla="*/ 850 h 1274"/>
                  <a:gd name="T18" fmla="*/ 1198 w 1272"/>
                  <a:gd name="T19" fmla="*/ 936 h 1274"/>
                  <a:gd name="T20" fmla="*/ 1146 w 1272"/>
                  <a:gd name="T21" fmla="*/ 1016 h 1274"/>
                  <a:gd name="T22" fmla="*/ 1106 w 1272"/>
                  <a:gd name="T23" fmla="*/ 1068 h 1274"/>
                  <a:gd name="T24" fmla="*/ 1036 w 1272"/>
                  <a:gd name="T25" fmla="*/ 1134 h 1274"/>
                  <a:gd name="T26" fmla="*/ 958 w 1272"/>
                  <a:gd name="T27" fmla="*/ 1186 h 1274"/>
                  <a:gd name="T28" fmla="*/ 874 w 1272"/>
                  <a:gd name="T29" fmla="*/ 1228 h 1274"/>
                  <a:gd name="T30" fmla="*/ 786 w 1272"/>
                  <a:gd name="T31" fmla="*/ 1256 h 1274"/>
                  <a:gd name="T32" fmla="*/ 696 w 1272"/>
                  <a:gd name="T33" fmla="*/ 1272 h 1274"/>
                  <a:gd name="T34" fmla="*/ 604 w 1272"/>
                  <a:gd name="T35" fmla="*/ 1274 h 1274"/>
                  <a:gd name="T36" fmla="*/ 514 w 1272"/>
                  <a:gd name="T37" fmla="*/ 1262 h 1274"/>
                  <a:gd name="T38" fmla="*/ 424 w 1272"/>
                  <a:gd name="T39" fmla="*/ 1238 h 1274"/>
                  <a:gd name="T40" fmla="*/ 338 w 1272"/>
                  <a:gd name="T41" fmla="*/ 1200 h 1274"/>
                  <a:gd name="T42" fmla="*/ 256 w 1272"/>
                  <a:gd name="T43" fmla="*/ 1148 h 1274"/>
                  <a:gd name="T44" fmla="*/ 206 w 1272"/>
                  <a:gd name="T45" fmla="*/ 1106 h 1274"/>
                  <a:gd name="T46" fmla="*/ 140 w 1272"/>
                  <a:gd name="T47" fmla="*/ 1036 h 1274"/>
                  <a:gd name="T48" fmla="*/ 86 w 1272"/>
                  <a:gd name="T49" fmla="*/ 958 h 1274"/>
                  <a:gd name="T50" fmla="*/ 46 w 1272"/>
                  <a:gd name="T51" fmla="*/ 876 h 1274"/>
                  <a:gd name="T52" fmla="*/ 18 w 1272"/>
                  <a:gd name="T53" fmla="*/ 788 h 1274"/>
                  <a:gd name="T54" fmla="*/ 2 w 1272"/>
                  <a:gd name="T55" fmla="*/ 698 h 1274"/>
                  <a:gd name="T56" fmla="*/ 0 w 1272"/>
                  <a:gd name="T57" fmla="*/ 606 h 1274"/>
                  <a:gd name="T58" fmla="*/ 10 w 1272"/>
                  <a:gd name="T59" fmla="*/ 514 h 1274"/>
                  <a:gd name="T60" fmla="*/ 36 w 1272"/>
                  <a:gd name="T61" fmla="*/ 426 h 1274"/>
                  <a:gd name="T62" fmla="*/ 74 w 1272"/>
                  <a:gd name="T63" fmla="*/ 338 h 1274"/>
                  <a:gd name="T64" fmla="*/ 124 w 1272"/>
                  <a:gd name="T65" fmla="*/ 258 h 1274"/>
                  <a:gd name="T66" fmla="*/ 166 w 1272"/>
                  <a:gd name="T67" fmla="*/ 208 h 1274"/>
                  <a:gd name="T68" fmla="*/ 236 w 1272"/>
                  <a:gd name="T69" fmla="*/ 142 h 1274"/>
                  <a:gd name="T70" fmla="*/ 314 w 1272"/>
                  <a:gd name="T71" fmla="*/ 88 h 1274"/>
                  <a:gd name="T72" fmla="*/ 398 w 1272"/>
                  <a:gd name="T73" fmla="*/ 46 h 1274"/>
                  <a:gd name="T74" fmla="*/ 486 w 1272"/>
                  <a:gd name="T75" fmla="*/ 18 h 1274"/>
                  <a:gd name="T76" fmla="*/ 576 w 1272"/>
                  <a:gd name="T77" fmla="*/ 4 h 1274"/>
                  <a:gd name="T78" fmla="*/ 668 w 1272"/>
                  <a:gd name="T79" fmla="*/ 2 h 1274"/>
                  <a:gd name="T80" fmla="*/ 758 w 1272"/>
                  <a:gd name="T81" fmla="*/ 12 h 1274"/>
                  <a:gd name="T82" fmla="*/ 848 w 1272"/>
                  <a:gd name="T83" fmla="*/ 36 h 1274"/>
                  <a:gd name="T84" fmla="*/ 934 w 1272"/>
                  <a:gd name="T85" fmla="*/ 74 h 1274"/>
                  <a:gd name="T86" fmla="*/ 1016 w 1272"/>
                  <a:gd name="T87" fmla="*/ 126 h 12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72" h="1274">
                    <a:moveTo>
                      <a:pt x="1042" y="146"/>
                    </a:moveTo>
                    <a:lnTo>
                      <a:pt x="1042" y="146"/>
                    </a:lnTo>
                    <a:lnTo>
                      <a:pt x="1066" y="168"/>
                    </a:lnTo>
                    <a:lnTo>
                      <a:pt x="1090" y="190"/>
                    </a:lnTo>
                    <a:lnTo>
                      <a:pt x="1112" y="214"/>
                    </a:lnTo>
                    <a:lnTo>
                      <a:pt x="1132" y="238"/>
                    </a:lnTo>
                    <a:lnTo>
                      <a:pt x="1152" y="264"/>
                    </a:lnTo>
                    <a:lnTo>
                      <a:pt x="1170" y="290"/>
                    </a:lnTo>
                    <a:lnTo>
                      <a:pt x="1186" y="316"/>
                    </a:lnTo>
                    <a:lnTo>
                      <a:pt x="1200" y="342"/>
                    </a:lnTo>
                    <a:lnTo>
                      <a:pt x="1214" y="370"/>
                    </a:lnTo>
                    <a:lnTo>
                      <a:pt x="1226" y="398"/>
                    </a:lnTo>
                    <a:lnTo>
                      <a:pt x="1238" y="428"/>
                    </a:lnTo>
                    <a:lnTo>
                      <a:pt x="1246" y="456"/>
                    </a:lnTo>
                    <a:lnTo>
                      <a:pt x="1254" y="486"/>
                    </a:lnTo>
                    <a:lnTo>
                      <a:pt x="1260" y="516"/>
                    </a:lnTo>
                    <a:lnTo>
                      <a:pt x="1266" y="546"/>
                    </a:lnTo>
                    <a:lnTo>
                      <a:pt x="1270" y="576"/>
                    </a:lnTo>
                    <a:lnTo>
                      <a:pt x="1272" y="608"/>
                    </a:lnTo>
                    <a:lnTo>
                      <a:pt x="1272" y="638"/>
                    </a:lnTo>
                    <a:lnTo>
                      <a:pt x="1272" y="668"/>
                    </a:lnTo>
                    <a:lnTo>
                      <a:pt x="1270" y="700"/>
                    </a:lnTo>
                    <a:lnTo>
                      <a:pt x="1266" y="730"/>
                    </a:lnTo>
                    <a:lnTo>
                      <a:pt x="1260" y="760"/>
                    </a:lnTo>
                    <a:lnTo>
                      <a:pt x="1254" y="790"/>
                    </a:lnTo>
                    <a:lnTo>
                      <a:pt x="1246" y="820"/>
                    </a:lnTo>
                    <a:lnTo>
                      <a:pt x="1236" y="850"/>
                    </a:lnTo>
                    <a:lnTo>
                      <a:pt x="1226" y="878"/>
                    </a:lnTo>
                    <a:lnTo>
                      <a:pt x="1212" y="908"/>
                    </a:lnTo>
                    <a:lnTo>
                      <a:pt x="1198" y="936"/>
                    </a:lnTo>
                    <a:lnTo>
                      <a:pt x="1182" y="964"/>
                    </a:lnTo>
                    <a:lnTo>
                      <a:pt x="1166" y="990"/>
                    </a:lnTo>
                    <a:lnTo>
                      <a:pt x="1146" y="1016"/>
                    </a:lnTo>
                    <a:lnTo>
                      <a:pt x="1126" y="1042"/>
                    </a:lnTo>
                    <a:lnTo>
                      <a:pt x="1126" y="1042"/>
                    </a:lnTo>
                    <a:lnTo>
                      <a:pt x="1106" y="1068"/>
                    </a:lnTo>
                    <a:lnTo>
                      <a:pt x="1082" y="1090"/>
                    </a:lnTo>
                    <a:lnTo>
                      <a:pt x="1060" y="1112"/>
                    </a:lnTo>
                    <a:lnTo>
                      <a:pt x="1036" y="1134"/>
                    </a:lnTo>
                    <a:lnTo>
                      <a:pt x="1010" y="1152"/>
                    </a:lnTo>
                    <a:lnTo>
                      <a:pt x="984" y="1170"/>
                    </a:lnTo>
                    <a:lnTo>
                      <a:pt x="958" y="1186"/>
                    </a:lnTo>
                    <a:lnTo>
                      <a:pt x="930" y="1202"/>
                    </a:lnTo>
                    <a:lnTo>
                      <a:pt x="902" y="1216"/>
                    </a:lnTo>
                    <a:lnTo>
                      <a:pt x="874" y="1228"/>
                    </a:lnTo>
                    <a:lnTo>
                      <a:pt x="846" y="1238"/>
                    </a:lnTo>
                    <a:lnTo>
                      <a:pt x="816" y="1248"/>
                    </a:lnTo>
                    <a:lnTo>
                      <a:pt x="786" y="1256"/>
                    </a:lnTo>
                    <a:lnTo>
                      <a:pt x="756" y="1262"/>
                    </a:lnTo>
                    <a:lnTo>
                      <a:pt x="726" y="1268"/>
                    </a:lnTo>
                    <a:lnTo>
                      <a:pt x="696" y="1272"/>
                    </a:lnTo>
                    <a:lnTo>
                      <a:pt x="666" y="1274"/>
                    </a:lnTo>
                    <a:lnTo>
                      <a:pt x="636" y="1274"/>
                    </a:lnTo>
                    <a:lnTo>
                      <a:pt x="604" y="1274"/>
                    </a:lnTo>
                    <a:lnTo>
                      <a:pt x="574" y="1270"/>
                    </a:lnTo>
                    <a:lnTo>
                      <a:pt x="544" y="1268"/>
                    </a:lnTo>
                    <a:lnTo>
                      <a:pt x="514" y="1262"/>
                    </a:lnTo>
                    <a:lnTo>
                      <a:pt x="484" y="1256"/>
                    </a:lnTo>
                    <a:lnTo>
                      <a:pt x="454" y="1248"/>
                    </a:lnTo>
                    <a:lnTo>
                      <a:pt x="424" y="1238"/>
                    </a:lnTo>
                    <a:lnTo>
                      <a:pt x="394" y="1226"/>
                    </a:lnTo>
                    <a:lnTo>
                      <a:pt x="366" y="1214"/>
                    </a:lnTo>
                    <a:lnTo>
                      <a:pt x="338" y="1200"/>
                    </a:lnTo>
                    <a:lnTo>
                      <a:pt x="310" y="1184"/>
                    </a:lnTo>
                    <a:lnTo>
                      <a:pt x="282" y="1166"/>
                    </a:lnTo>
                    <a:lnTo>
                      <a:pt x="256" y="1148"/>
                    </a:lnTo>
                    <a:lnTo>
                      <a:pt x="230" y="1128"/>
                    </a:lnTo>
                    <a:lnTo>
                      <a:pt x="230" y="1128"/>
                    </a:lnTo>
                    <a:lnTo>
                      <a:pt x="206" y="1106"/>
                    </a:lnTo>
                    <a:lnTo>
                      <a:pt x="182" y="1084"/>
                    </a:lnTo>
                    <a:lnTo>
                      <a:pt x="160" y="1060"/>
                    </a:lnTo>
                    <a:lnTo>
                      <a:pt x="140" y="1036"/>
                    </a:lnTo>
                    <a:lnTo>
                      <a:pt x="120" y="1012"/>
                    </a:lnTo>
                    <a:lnTo>
                      <a:pt x="102" y="986"/>
                    </a:lnTo>
                    <a:lnTo>
                      <a:pt x="86" y="958"/>
                    </a:lnTo>
                    <a:lnTo>
                      <a:pt x="72" y="932"/>
                    </a:lnTo>
                    <a:lnTo>
                      <a:pt x="58" y="904"/>
                    </a:lnTo>
                    <a:lnTo>
                      <a:pt x="46" y="876"/>
                    </a:lnTo>
                    <a:lnTo>
                      <a:pt x="34" y="846"/>
                    </a:lnTo>
                    <a:lnTo>
                      <a:pt x="26" y="818"/>
                    </a:lnTo>
                    <a:lnTo>
                      <a:pt x="18" y="788"/>
                    </a:lnTo>
                    <a:lnTo>
                      <a:pt x="10" y="758"/>
                    </a:lnTo>
                    <a:lnTo>
                      <a:pt x="6" y="728"/>
                    </a:lnTo>
                    <a:lnTo>
                      <a:pt x="2" y="698"/>
                    </a:lnTo>
                    <a:lnTo>
                      <a:pt x="0" y="668"/>
                    </a:lnTo>
                    <a:lnTo>
                      <a:pt x="0" y="636"/>
                    </a:lnTo>
                    <a:lnTo>
                      <a:pt x="0" y="606"/>
                    </a:lnTo>
                    <a:lnTo>
                      <a:pt x="2" y="576"/>
                    </a:lnTo>
                    <a:lnTo>
                      <a:pt x="6" y="544"/>
                    </a:lnTo>
                    <a:lnTo>
                      <a:pt x="10" y="514"/>
                    </a:lnTo>
                    <a:lnTo>
                      <a:pt x="18" y="484"/>
                    </a:lnTo>
                    <a:lnTo>
                      <a:pt x="26" y="454"/>
                    </a:lnTo>
                    <a:lnTo>
                      <a:pt x="36" y="426"/>
                    </a:lnTo>
                    <a:lnTo>
                      <a:pt x="46" y="396"/>
                    </a:lnTo>
                    <a:lnTo>
                      <a:pt x="60" y="368"/>
                    </a:lnTo>
                    <a:lnTo>
                      <a:pt x="74" y="338"/>
                    </a:lnTo>
                    <a:lnTo>
                      <a:pt x="88" y="312"/>
                    </a:lnTo>
                    <a:lnTo>
                      <a:pt x="106" y="284"/>
                    </a:lnTo>
                    <a:lnTo>
                      <a:pt x="124" y="258"/>
                    </a:lnTo>
                    <a:lnTo>
                      <a:pt x="146" y="232"/>
                    </a:lnTo>
                    <a:lnTo>
                      <a:pt x="146" y="232"/>
                    </a:lnTo>
                    <a:lnTo>
                      <a:pt x="166" y="208"/>
                    </a:lnTo>
                    <a:lnTo>
                      <a:pt x="190" y="184"/>
                    </a:lnTo>
                    <a:lnTo>
                      <a:pt x="212" y="162"/>
                    </a:lnTo>
                    <a:lnTo>
                      <a:pt x="236" y="142"/>
                    </a:lnTo>
                    <a:lnTo>
                      <a:pt x="262" y="122"/>
                    </a:lnTo>
                    <a:lnTo>
                      <a:pt x="288" y="104"/>
                    </a:lnTo>
                    <a:lnTo>
                      <a:pt x="314" y="88"/>
                    </a:lnTo>
                    <a:lnTo>
                      <a:pt x="342" y="72"/>
                    </a:lnTo>
                    <a:lnTo>
                      <a:pt x="370" y="58"/>
                    </a:lnTo>
                    <a:lnTo>
                      <a:pt x="398" y="46"/>
                    </a:lnTo>
                    <a:lnTo>
                      <a:pt x="426" y="36"/>
                    </a:lnTo>
                    <a:lnTo>
                      <a:pt x="456" y="26"/>
                    </a:lnTo>
                    <a:lnTo>
                      <a:pt x="486" y="18"/>
                    </a:lnTo>
                    <a:lnTo>
                      <a:pt x="516" y="12"/>
                    </a:lnTo>
                    <a:lnTo>
                      <a:pt x="546" y="8"/>
                    </a:lnTo>
                    <a:lnTo>
                      <a:pt x="576" y="4"/>
                    </a:lnTo>
                    <a:lnTo>
                      <a:pt x="606" y="2"/>
                    </a:lnTo>
                    <a:lnTo>
                      <a:pt x="636" y="0"/>
                    </a:lnTo>
                    <a:lnTo>
                      <a:pt x="668" y="2"/>
                    </a:lnTo>
                    <a:lnTo>
                      <a:pt x="698" y="4"/>
                    </a:lnTo>
                    <a:lnTo>
                      <a:pt x="728" y="8"/>
                    </a:lnTo>
                    <a:lnTo>
                      <a:pt x="758" y="12"/>
                    </a:lnTo>
                    <a:lnTo>
                      <a:pt x="788" y="18"/>
                    </a:lnTo>
                    <a:lnTo>
                      <a:pt x="818" y="28"/>
                    </a:lnTo>
                    <a:lnTo>
                      <a:pt x="848" y="36"/>
                    </a:lnTo>
                    <a:lnTo>
                      <a:pt x="878" y="48"/>
                    </a:lnTo>
                    <a:lnTo>
                      <a:pt x="906" y="60"/>
                    </a:lnTo>
                    <a:lnTo>
                      <a:pt x="934" y="74"/>
                    </a:lnTo>
                    <a:lnTo>
                      <a:pt x="962" y="90"/>
                    </a:lnTo>
                    <a:lnTo>
                      <a:pt x="990" y="108"/>
                    </a:lnTo>
                    <a:lnTo>
                      <a:pt x="1016" y="126"/>
                    </a:lnTo>
                    <a:lnTo>
                      <a:pt x="1042" y="146"/>
                    </a:lnTo>
                    <a:lnTo>
                      <a:pt x="1042" y="146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prstDash val="solid"/>
                <a:miter/>
              </a:ln>
              <a:effectLst>
                <a:outerShdw blurRad="127000" dist="63500" dir="2700000" algn="tl" rotWithShape="0">
                  <a:schemeClr val="accent1">
                    <a:alpha val="40000"/>
                  </a:schemeClr>
                </a:outerShdw>
              </a:effectLst>
            </p:spPr>
            <p:txBody>
              <a:bodyPr wrap="none" lIns="91440" tIns="45720" rIns="91440" bIns="45720" rtlCol="0" anchor="ctr" anchorCtr="0">
                <a:noAutofit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sz="1600" b="1" i="0" u="none">
                    <a:solidFill>
                      <a:srgbClr val="FFFFFF"/>
                    </a:solidFill>
                    <a:latin typeface="Arial" panose="020B0604020202020204"/>
                  </a:rPr>
                  <a:t>03</a:t>
                </a:r>
                <a:endParaRPr lang="en-US" sz="1600" b="1" i="0" u="none">
                  <a:solidFill>
                    <a:srgbClr val="FFFFFF"/>
                  </a:solidFill>
                  <a:latin typeface="Arial" panose="020B0604020202020204"/>
                </a:endParaRPr>
              </a:p>
            </p:txBody>
          </p:sp>
          <p:sp>
            <p:nvSpPr>
              <p:cNvPr id="72" name="Text3" descr="ea09d1ac-69bc-44a4-8716-78b03f0f6c98"/>
              <p:cNvSpPr/>
              <p:nvPr/>
            </p:nvSpPr>
            <p:spPr bwMode="auto">
              <a:xfrm>
                <a:off x="6755219" y="2788923"/>
                <a:ext cx="4763681" cy="5437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选择两个齿轮的齿面，设置摩擦系数，使仿真更真实。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73" name="Bullet3" descr="1f634e31-61ec-4409-8d44-b71b044b71fe"/>
              <p:cNvSpPr txBox="1"/>
              <p:nvPr/>
            </p:nvSpPr>
            <p:spPr bwMode="auto">
              <a:xfrm>
                <a:off x="6755219" y="2272591"/>
                <a:ext cx="4763681" cy="51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设置接触集合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f3f0832-5463-4a2e-8a52-eef781e99330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添加驱动和测试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grpSp>
        <p:nvGrpSpPr>
          <p:cNvPr id="4" name="2579c895-e31c-46b8-97c5-3ea47315a661.source.2.zh-Hans.pptx" descr="6972c8fb-9493-4491-acfe-0becb6d6fb84"/>
          <p:cNvGrpSpPr/>
          <p:nvPr/>
        </p:nvGrpSpPr>
        <p:grpSpPr>
          <a:xfrm>
            <a:off x="660400" y="0"/>
            <a:ext cx="10858500" cy="6858000"/>
            <a:chOff x="660400" y="0"/>
            <a:chExt cx="10858500" cy="6858000"/>
          </a:xfrm>
        </p:grpSpPr>
        <p:cxnSp>
          <p:nvCxnSpPr>
            <p:cNvPr id="3" name="ïṧḷïḍe" descr="bbf9bc80-6db1-46eb-8c83-09248e70d84c"/>
            <p:cNvCxnSpPr>
              <a:endCxn id="17" idx="0"/>
            </p:cNvCxnSpPr>
            <p:nvPr/>
          </p:nvCxnSpPr>
          <p:spPr>
            <a:xfrm>
              <a:off x="6096000" y="0"/>
              <a:ext cx="0" cy="2988553"/>
            </a:xfrm>
            <a:prstGeom prst="straightConnector1">
              <a:avLst/>
            </a:prstGeom>
            <a:ln w="3175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í$ľïḑè" descr="aa36fc10-e6b2-4cfc-933c-e508b9d9e00c"/>
            <p:cNvCxnSpPr>
              <a:stCxn id="17" idx="4"/>
              <a:endCxn id="11" idx="0"/>
            </p:cNvCxnSpPr>
            <p:nvPr/>
          </p:nvCxnSpPr>
          <p:spPr>
            <a:xfrm>
              <a:off x="6096000" y="3526041"/>
              <a:ext cx="0" cy="302131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ïṣľíḍè" descr="5018b0f1-c241-4e55-94c6-2b1a67dc1a05"/>
            <p:cNvCxnSpPr>
              <a:stCxn id="11" idx="4"/>
            </p:cNvCxnSpPr>
            <p:nvPr/>
          </p:nvCxnSpPr>
          <p:spPr>
            <a:xfrm>
              <a:off x="6096001" y="4365660"/>
              <a:ext cx="0" cy="249234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itle" descr="f7403423-7b70-4d13-9e6c-fe8206d5b6a5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添加驱动并运行仿真测试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23" name="组合 22" descr="71f1eede-e776-4603-961b-b0007ceaba78"/>
            <p:cNvGrpSpPr/>
            <p:nvPr/>
          </p:nvGrpSpPr>
          <p:grpSpPr>
            <a:xfrm>
              <a:off x="5827256" y="2459421"/>
              <a:ext cx="5067136" cy="2417379"/>
              <a:chOff x="5827256" y="2459421"/>
              <a:chExt cx="5067136" cy="2417379"/>
            </a:xfrm>
          </p:grpSpPr>
          <p:sp>
            <p:nvSpPr>
              <p:cNvPr id="19" name="Bullet1" descr="be71b72c-4566-423d-a02e-c07abf00b9cb"/>
              <p:cNvSpPr/>
              <p:nvPr/>
            </p:nvSpPr>
            <p:spPr>
              <a:xfrm>
                <a:off x="6474793" y="2459421"/>
                <a:ext cx="4419599" cy="800697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/>
                <a:r>
                  <a:rPr lang="en-US" sz="1800" b="1" i="1" u="none">
                    <a:solidFill>
                      <a:srgbClr val="2F2F2F"/>
                    </a:solidFill>
                    <a:ea typeface="微软雅黑" panose="020B0503020204020204" charset="-122"/>
                  </a:rPr>
                  <a:t>添加旋转驱动</a:t>
                </a:r>
                <a:endParaRPr lang="en-US" sz="1800" b="1" i="1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0" name="Text1" descr="6427831b-0e8f-4e1e-ae48-a1e81d876b45"/>
              <p:cNvSpPr/>
              <p:nvPr/>
            </p:nvSpPr>
            <p:spPr>
              <a:xfrm>
                <a:off x="6474792" y="3260118"/>
                <a:ext cx="4419599" cy="1616682"/>
              </a:xfrm>
              <a:prstGeom prst="rect">
                <a:avLst/>
              </a:prstGeom>
            </p:spPr>
            <p:txBody>
              <a:bodyPr wrap="square" lIns="91440" tIns="45720" rIns="91440" bIns="45720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选择主动齿轮，设置运动类型为速度，速度30 deg/s模拟舵机。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7" name="IconBackground1" descr="49219984-53b8-4d05-a6b5-5ca8bb430a6e"/>
              <p:cNvSpPr/>
              <p:nvPr/>
            </p:nvSpPr>
            <p:spPr>
              <a:xfrm>
                <a:off x="5827256" y="2988553"/>
                <a:ext cx="537488" cy="53748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18" name="Icon1" descr="40fbdebd-8526-416c-9e6a-5ba64b82f9d6"/>
              <p:cNvSpPr/>
              <p:nvPr/>
            </p:nvSpPr>
            <p:spPr>
              <a:xfrm>
                <a:off x="5955709" y="3083802"/>
                <a:ext cx="280582" cy="346990"/>
              </a:xfrm>
              <a:custGeom>
                <a:avLst/>
                <a:gdLst>
                  <a:gd name="connsiteX0" fmla="*/ 376707 w 465255"/>
                  <a:gd name="connsiteY0" fmla="*/ 359911 h 575372"/>
                  <a:gd name="connsiteX1" fmla="*/ 465255 w 465255"/>
                  <a:gd name="connsiteY1" fmla="*/ 521967 h 575372"/>
                  <a:gd name="connsiteX2" fmla="*/ 396999 w 465255"/>
                  <a:gd name="connsiteY2" fmla="*/ 512759 h 575372"/>
                  <a:gd name="connsiteX3" fmla="*/ 373018 w 465255"/>
                  <a:gd name="connsiteY3" fmla="*/ 575372 h 575372"/>
                  <a:gd name="connsiteX4" fmla="*/ 275246 w 465255"/>
                  <a:gd name="connsiteY4" fmla="*/ 407791 h 575372"/>
                  <a:gd name="connsiteX5" fmla="*/ 312141 w 465255"/>
                  <a:gd name="connsiteY5" fmla="*/ 393059 h 575372"/>
                  <a:gd name="connsiteX6" fmla="*/ 376707 w 465255"/>
                  <a:gd name="connsiteY6" fmla="*/ 359911 h 575372"/>
                  <a:gd name="connsiteX7" fmla="*/ 86735 w 465255"/>
                  <a:gd name="connsiteY7" fmla="*/ 352512 h 575372"/>
                  <a:gd name="connsiteX8" fmla="*/ 112571 w 465255"/>
                  <a:gd name="connsiteY8" fmla="*/ 363570 h 575372"/>
                  <a:gd name="connsiteX9" fmla="*/ 188233 w 465255"/>
                  <a:gd name="connsiteY9" fmla="*/ 405957 h 575372"/>
                  <a:gd name="connsiteX10" fmla="*/ 107034 w 465255"/>
                  <a:gd name="connsiteY10" fmla="*/ 571821 h 575372"/>
                  <a:gd name="connsiteX11" fmla="*/ 70126 w 465255"/>
                  <a:gd name="connsiteY11" fmla="*/ 514690 h 575372"/>
                  <a:gd name="connsiteX12" fmla="*/ 0 w 465255"/>
                  <a:gd name="connsiteY12" fmla="*/ 522062 h 575372"/>
                  <a:gd name="connsiteX13" fmla="*/ 232628 w 465255"/>
                  <a:gd name="connsiteY13" fmla="*/ 121956 h 575372"/>
                  <a:gd name="connsiteX14" fmla="*/ 256629 w 465255"/>
                  <a:gd name="connsiteY14" fmla="*/ 169858 h 575372"/>
                  <a:gd name="connsiteX15" fmla="*/ 310170 w 465255"/>
                  <a:gd name="connsiteY15" fmla="*/ 177227 h 575372"/>
                  <a:gd name="connsiteX16" fmla="*/ 271399 w 465255"/>
                  <a:gd name="connsiteY16" fmla="*/ 215917 h 575372"/>
                  <a:gd name="connsiteX17" fmla="*/ 280630 w 465255"/>
                  <a:gd name="connsiteY17" fmla="*/ 269346 h 575372"/>
                  <a:gd name="connsiteX18" fmla="*/ 232628 w 465255"/>
                  <a:gd name="connsiteY18" fmla="*/ 243553 h 575372"/>
                  <a:gd name="connsiteX19" fmla="*/ 184625 w 465255"/>
                  <a:gd name="connsiteY19" fmla="*/ 269346 h 575372"/>
                  <a:gd name="connsiteX20" fmla="*/ 193856 w 465255"/>
                  <a:gd name="connsiteY20" fmla="*/ 215917 h 575372"/>
                  <a:gd name="connsiteX21" fmla="*/ 155085 w 465255"/>
                  <a:gd name="connsiteY21" fmla="*/ 177227 h 575372"/>
                  <a:gd name="connsiteX22" fmla="*/ 208626 w 465255"/>
                  <a:gd name="connsiteY22" fmla="*/ 169858 h 575372"/>
                  <a:gd name="connsiteX23" fmla="*/ 232663 w 465255"/>
                  <a:gd name="connsiteY23" fmla="*/ 81359 h 575372"/>
                  <a:gd name="connsiteX24" fmla="*/ 118167 w 465255"/>
                  <a:gd name="connsiteY24" fmla="*/ 195685 h 575372"/>
                  <a:gd name="connsiteX25" fmla="*/ 232663 w 465255"/>
                  <a:gd name="connsiteY25" fmla="*/ 310011 h 575372"/>
                  <a:gd name="connsiteX26" fmla="*/ 347159 w 465255"/>
                  <a:gd name="connsiteY26" fmla="*/ 195685 h 575372"/>
                  <a:gd name="connsiteX27" fmla="*/ 232663 w 465255"/>
                  <a:gd name="connsiteY27" fmla="*/ 81359 h 575372"/>
                  <a:gd name="connsiteX28" fmla="*/ 180032 w 465255"/>
                  <a:gd name="connsiteY28" fmla="*/ 916 h 575372"/>
                  <a:gd name="connsiteX29" fmla="*/ 204962 w 465255"/>
                  <a:gd name="connsiteY29" fmla="*/ 5756 h 575372"/>
                  <a:gd name="connsiteX30" fmla="*/ 260364 w 465255"/>
                  <a:gd name="connsiteY30" fmla="*/ 5756 h 575372"/>
                  <a:gd name="connsiteX31" fmla="*/ 302838 w 465255"/>
                  <a:gd name="connsiteY31" fmla="*/ 16820 h 575372"/>
                  <a:gd name="connsiteX32" fmla="*/ 350852 w 465255"/>
                  <a:gd name="connsiteY32" fmla="*/ 44479 h 575372"/>
                  <a:gd name="connsiteX33" fmla="*/ 384093 w 465255"/>
                  <a:gd name="connsiteY33" fmla="*/ 77671 h 575372"/>
                  <a:gd name="connsiteX34" fmla="*/ 409947 w 465255"/>
                  <a:gd name="connsiteY34" fmla="*/ 123770 h 575372"/>
                  <a:gd name="connsiteX35" fmla="*/ 422874 w 465255"/>
                  <a:gd name="connsiteY35" fmla="*/ 168025 h 575372"/>
                  <a:gd name="connsiteX36" fmla="*/ 422874 w 465255"/>
                  <a:gd name="connsiteY36" fmla="*/ 223345 h 575372"/>
                  <a:gd name="connsiteX37" fmla="*/ 409947 w 465255"/>
                  <a:gd name="connsiteY37" fmla="*/ 265756 h 575372"/>
                  <a:gd name="connsiteX38" fmla="*/ 384093 w 465255"/>
                  <a:gd name="connsiteY38" fmla="*/ 313699 h 575372"/>
                  <a:gd name="connsiteX39" fmla="*/ 350852 w 465255"/>
                  <a:gd name="connsiteY39" fmla="*/ 346891 h 575372"/>
                  <a:gd name="connsiteX40" fmla="*/ 302838 w 465255"/>
                  <a:gd name="connsiteY40" fmla="*/ 372706 h 575372"/>
                  <a:gd name="connsiteX41" fmla="*/ 260364 w 465255"/>
                  <a:gd name="connsiteY41" fmla="*/ 385614 h 575372"/>
                  <a:gd name="connsiteX42" fmla="*/ 204962 w 465255"/>
                  <a:gd name="connsiteY42" fmla="*/ 385614 h 575372"/>
                  <a:gd name="connsiteX43" fmla="*/ 160641 w 465255"/>
                  <a:gd name="connsiteY43" fmla="*/ 372706 h 575372"/>
                  <a:gd name="connsiteX44" fmla="*/ 114474 w 465255"/>
                  <a:gd name="connsiteY44" fmla="*/ 346891 h 575372"/>
                  <a:gd name="connsiteX45" fmla="*/ 81233 w 465255"/>
                  <a:gd name="connsiteY45" fmla="*/ 313699 h 575372"/>
                  <a:gd name="connsiteX46" fmla="*/ 53532 w 465255"/>
                  <a:gd name="connsiteY46" fmla="*/ 265756 h 575372"/>
                  <a:gd name="connsiteX47" fmla="*/ 42452 w 465255"/>
                  <a:gd name="connsiteY47" fmla="*/ 223345 h 575372"/>
                  <a:gd name="connsiteX48" fmla="*/ 42452 w 465255"/>
                  <a:gd name="connsiteY48" fmla="*/ 168025 h 575372"/>
                  <a:gd name="connsiteX49" fmla="*/ 53532 w 465255"/>
                  <a:gd name="connsiteY49" fmla="*/ 123770 h 575372"/>
                  <a:gd name="connsiteX50" fmla="*/ 81233 w 465255"/>
                  <a:gd name="connsiteY50" fmla="*/ 77671 h 575372"/>
                  <a:gd name="connsiteX51" fmla="*/ 114474 w 465255"/>
                  <a:gd name="connsiteY51" fmla="*/ 44479 h 575372"/>
                  <a:gd name="connsiteX52" fmla="*/ 160641 w 465255"/>
                  <a:gd name="connsiteY52" fmla="*/ 16820 h 575372"/>
                  <a:gd name="connsiteX53" fmla="*/ 180032 w 465255"/>
                  <a:gd name="connsiteY53" fmla="*/ 916 h 575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465255" h="575372">
                    <a:moveTo>
                      <a:pt x="376707" y="359911"/>
                    </a:moveTo>
                    <a:lnTo>
                      <a:pt x="465255" y="521967"/>
                    </a:lnTo>
                    <a:lnTo>
                      <a:pt x="396999" y="512759"/>
                    </a:lnTo>
                    <a:lnTo>
                      <a:pt x="373018" y="575372"/>
                    </a:lnTo>
                    <a:lnTo>
                      <a:pt x="275246" y="407791"/>
                    </a:lnTo>
                    <a:cubicBezTo>
                      <a:pt x="275246" y="407791"/>
                      <a:pt x="295538" y="411474"/>
                      <a:pt x="312141" y="393059"/>
                    </a:cubicBezTo>
                    <a:cubicBezTo>
                      <a:pt x="326899" y="382010"/>
                      <a:pt x="313986" y="365436"/>
                      <a:pt x="376707" y="359911"/>
                    </a:cubicBezTo>
                    <a:close/>
                    <a:moveTo>
                      <a:pt x="86735" y="352512"/>
                    </a:moveTo>
                    <a:cubicBezTo>
                      <a:pt x="86735" y="352512"/>
                      <a:pt x="90426" y="363570"/>
                      <a:pt x="112571" y="363570"/>
                    </a:cubicBezTo>
                    <a:cubicBezTo>
                      <a:pt x="162397" y="363570"/>
                      <a:pt x="145788" y="405957"/>
                      <a:pt x="188233" y="405957"/>
                    </a:cubicBezTo>
                    <a:cubicBezTo>
                      <a:pt x="188233" y="405957"/>
                      <a:pt x="107034" y="571821"/>
                      <a:pt x="107034" y="571821"/>
                    </a:cubicBezTo>
                    <a:lnTo>
                      <a:pt x="70126" y="514690"/>
                    </a:lnTo>
                    <a:lnTo>
                      <a:pt x="0" y="522062"/>
                    </a:lnTo>
                    <a:close/>
                    <a:moveTo>
                      <a:pt x="232628" y="121956"/>
                    </a:moveTo>
                    <a:lnTo>
                      <a:pt x="256629" y="169858"/>
                    </a:lnTo>
                    <a:lnTo>
                      <a:pt x="310170" y="177227"/>
                    </a:lnTo>
                    <a:lnTo>
                      <a:pt x="271399" y="215917"/>
                    </a:lnTo>
                    <a:lnTo>
                      <a:pt x="280630" y="269346"/>
                    </a:lnTo>
                    <a:lnTo>
                      <a:pt x="232628" y="243553"/>
                    </a:lnTo>
                    <a:lnTo>
                      <a:pt x="184625" y="269346"/>
                    </a:lnTo>
                    <a:lnTo>
                      <a:pt x="193856" y="215917"/>
                    </a:lnTo>
                    <a:lnTo>
                      <a:pt x="155085" y="177227"/>
                    </a:lnTo>
                    <a:lnTo>
                      <a:pt x="208626" y="169858"/>
                    </a:lnTo>
                    <a:close/>
                    <a:moveTo>
                      <a:pt x="232663" y="81359"/>
                    </a:moveTo>
                    <a:cubicBezTo>
                      <a:pt x="168028" y="81359"/>
                      <a:pt x="118167" y="131146"/>
                      <a:pt x="118167" y="195685"/>
                    </a:cubicBezTo>
                    <a:cubicBezTo>
                      <a:pt x="118167" y="258380"/>
                      <a:pt x="168028" y="310011"/>
                      <a:pt x="232663" y="310011"/>
                    </a:cubicBezTo>
                    <a:cubicBezTo>
                      <a:pt x="295451" y="310011"/>
                      <a:pt x="347159" y="258380"/>
                      <a:pt x="347159" y="195685"/>
                    </a:cubicBezTo>
                    <a:cubicBezTo>
                      <a:pt x="347159" y="131146"/>
                      <a:pt x="295451" y="81359"/>
                      <a:pt x="232663" y="81359"/>
                    </a:cubicBezTo>
                    <a:close/>
                    <a:moveTo>
                      <a:pt x="180032" y="916"/>
                    </a:moveTo>
                    <a:cubicBezTo>
                      <a:pt x="187419" y="-1159"/>
                      <a:pt x="195729" y="224"/>
                      <a:pt x="204962" y="5756"/>
                    </a:cubicBezTo>
                    <a:cubicBezTo>
                      <a:pt x="223429" y="16820"/>
                      <a:pt x="241897" y="16820"/>
                      <a:pt x="260364" y="5756"/>
                    </a:cubicBezTo>
                    <a:cubicBezTo>
                      <a:pt x="278831" y="-5308"/>
                      <a:pt x="293604" y="224"/>
                      <a:pt x="302838" y="16820"/>
                    </a:cubicBezTo>
                    <a:cubicBezTo>
                      <a:pt x="313918" y="35259"/>
                      <a:pt x="330538" y="44479"/>
                      <a:pt x="350852" y="44479"/>
                    </a:cubicBezTo>
                    <a:cubicBezTo>
                      <a:pt x="373013" y="44479"/>
                      <a:pt x="382246" y="55543"/>
                      <a:pt x="384093" y="77671"/>
                    </a:cubicBezTo>
                    <a:cubicBezTo>
                      <a:pt x="384093" y="97954"/>
                      <a:pt x="393326" y="114550"/>
                      <a:pt x="409947" y="123770"/>
                    </a:cubicBezTo>
                    <a:cubicBezTo>
                      <a:pt x="428414" y="134834"/>
                      <a:pt x="432107" y="149586"/>
                      <a:pt x="422874" y="168025"/>
                    </a:cubicBezTo>
                    <a:cubicBezTo>
                      <a:pt x="411793" y="186465"/>
                      <a:pt x="411793" y="204905"/>
                      <a:pt x="422874" y="223345"/>
                    </a:cubicBezTo>
                    <a:cubicBezTo>
                      <a:pt x="432107" y="241784"/>
                      <a:pt x="428414" y="256536"/>
                      <a:pt x="409947" y="265756"/>
                    </a:cubicBezTo>
                    <a:cubicBezTo>
                      <a:pt x="393326" y="276820"/>
                      <a:pt x="384093" y="293416"/>
                      <a:pt x="384093" y="313699"/>
                    </a:cubicBezTo>
                    <a:cubicBezTo>
                      <a:pt x="382246" y="335827"/>
                      <a:pt x="373013" y="345047"/>
                      <a:pt x="350852" y="346891"/>
                    </a:cubicBezTo>
                    <a:cubicBezTo>
                      <a:pt x="330538" y="346891"/>
                      <a:pt x="313918" y="356111"/>
                      <a:pt x="302838" y="372706"/>
                    </a:cubicBezTo>
                    <a:cubicBezTo>
                      <a:pt x="293604" y="391146"/>
                      <a:pt x="278831" y="394834"/>
                      <a:pt x="260364" y="385614"/>
                    </a:cubicBezTo>
                    <a:cubicBezTo>
                      <a:pt x="241897" y="374550"/>
                      <a:pt x="223429" y="374550"/>
                      <a:pt x="204962" y="385614"/>
                    </a:cubicBezTo>
                    <a:cubicBezTo>
                      <a:pt x="186495" y="394834"/>
                      <a:pt x="171722" y="391146"/>
                      <a:pt x="160641" y="372706"/>
                    </a:cubicBezTo>
                    <a:cubicBezTo>
                      <a:pt x="151408" y="356111"/>
                      <a:pt x="134787" y="346891"/>
                      <a:pt x="114474" y="346891"/>
                    </a:cubicBezTo>
                    <a:cubicBezTo>
                      <a:pt x="92313" y="345047"/>
                      <a:pt x="81233" y="335827"/>
                      <a:pt x="81233" y="313699"/>
                    </a:cubicBezTo>
                    <a:cubicBezTo>
                      <a:pt x="81233" y="293416"/>
                      <a:pt x="71999" y="276820"/>
                      <a:pt x="53532" y="265756"/>
                    </a:cubicBezTo>
                    <a:cubicBezTo>
                      <a:pt x="36912" y="256536"/>
                      <a:pt x="31372" y="241784"/>
                      <a:pt x="42452" y="223345"/>
                    </a:cubicBezTo>
                    <a:cubicBezTo>
                      <a:pt x="53532" y="204905"/>
                      <a:pt x="53532" y="186465"/>
                      <a:pt x="42452" y="168025"/>
                    </a:cubicBezTo>
                    <a:cubicBezTo>
                      <a:pt x="31372" y="149586"/>
                      <a:pt x="36912" y="134834"/>
                      <a:pt x="53532" y="123770"/>
                    </a:cubicBezTo>
                    <a:cubicBezTo>
                      <a:pt x="71999" y="114550"/>
                      <a:pt x="81233" y="97954"/>
                      <a:pt x="81233" y="77671"/>
                    </a:cubicBezTo>
                    <a:cubicBezTo>
                      <a:pt x="81233" y="55543"/>
                      <a:pt x="92313" y="44479"/>
                      <a:pt x="114474" y="44479"/>
                    </a:cubicBezTo>
                    <a:cubicBezTo>
                      <a:pt x="134787" y="44479"/>
                      <a:pt x="151408" y="35259"/>
                      <a:pt x="160641" y="16820"/>
                    </a:cubicBezTo>
                    <a:cubicBezTo>
                      <a:pt x="166182" y="8522"/>
                      <a:pt x="172645" y="2990"/>
                      <a:pt x="180032" y="91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</p:grpSp>
        <p:grpSp>
          <p:nvGrpSpPr>
            <p:cNvPr id="24" name="组合 23" descr="15ed2eba-3a57-419f-a56d-0109e5876898"/>
            <p:cNvGrpSpPr/>
            <p:nvPr/>
          </p:nvGrpSpPr>
          <p:grpSpPr>
            <a:xfrm>
              <a:off x="1297608" y="3299040"/>
              <a:ext cx="5067137" cy="2417379"/>
              <a:chOff x="1297608" y="3299040"/>
              <a:chExt cx="5067137" cy="2417379"/>
            </a:xfrm>
          </p:grpSpPr>
          <p:sp>
            <p:nvSpPr>
              <p:cNvPr id="13" name="Bullet2" descr="47ceb21f-5cb5-4e5e-beec-fca4f3cd7c33"/>
              <p:cNvSpPr/>
              <p:nvPr/>
            </p:nvSpPr>
            <p:spPr>
              <a:xfrm>
                <a:off x="1297609" y="3299040"/>
                <a:ext cx="4419599" cy="800697"/>
              </a:xfrm>
              <a:prstGeom prst="rect">
                <a:avLst/>
              </a:prstGeom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r"/>
                <a:r>
                  <a:rPr lang="en-US" sz="1800" b="1" i="1" u="none">
                    <a:solidFill>
                      <a:srgbClr val="2F2F2F"/>
                    </a:solidFill>
                    <a:ea typeface="微软雅黑" panose="020B0503020204020204" charset="-122"/>
                  </a:rPr>
                  <a:t>运行仿真</a:t>
                </a:r>
                <a:endParaRPr lang="en-US" sz="1800" b="1" i="1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4" name="Text2" descr="8759d121-dbeb-4e47-9967-8cbc005652ae"/>
              <p:cNvSpPr/>
              <p:nvPr/>
            </p:nvSpPr>
            <p:spPr>
              <a:xfrm>
                <a:off x="1297608" y="4099737"/>
                <a:ext cx="4419599" cy="1616682"/>
              </a:xfrm>
              <a:prstGeom prst="rect">
                <a:avLst/>
              </a:prstGeom>
            </p:spPr>
            <p:txBody>
              <a:bodyPr wrap="square" lIns="91440" tIns="45720" rIns="91440" bIns="45720" anchorCtr="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点击“仿真播放”，观察门开合动作，检查是否有干涉。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1" name="IconBackground2" descr="574c737e-2216-4642-86a2-9e6244100841"/>
              <p:cNvSpPr/>
              <p:nvPr/>
            </p:nvSpPr>
            <p:spPr>
              <a:xfrm>
                <a:off x="5827257" y="3828172"/>
                <a:ext cx="537488" cy="53748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12" name="Icon2" descr="83f7eb04-bfb0-4312-a7b0-a4cc90f8b14e"/>
              <p:cNvSpPr/>
              <p:nvPr/>
            </p:nvSpPr>
            <p:spPr>
              <a:xfrm>
                <a:off x="5943601" y="3959364"/>
                <a:ext cx="304800" cy="275104"/>
              </a:xfrm>
              <a:custGeom>
                <a:avLst/>
                <a:gdLst>
                  <a:gd name="T0" fmla="*/ 515 w 604"/>
                  <a:gd name="T1" fmla="*/ 87 h 546"/>
                  <a:gd name="T2" fmla="*/ 515 w 604"/>
                  <a:gd name="T3" fmla="*/ 80 h 546"/>
                  <a:gd name="T4" fmla="*/ 435 w 604"/>
                  <a:gd name="T5" fmla="*/ 0 h 546"/>
                  <a:gd name="T6" fmla="*/ 169 w 604"/>
                  <a:gd name="T7" fmla="*/ 0 h 546"/>
                  <a:gd name="T8" fmla="*/ 89 w 604"/>
                  <a:gd name="T9" fmla="*/ 80 h 546"/>
                  <a:gd name="T10" fmla="*/ 89 w 604"/>
                  <a:gd name="T11" fmla="*/ 87 h 546"/>
                  <a:gd name="T12" fmla="*/ 0 w 604"/>
                  <a:gd name="T13" fmla="*/ 212 h 546"/>
                  <a:gd name="T14" fmla="*/ 118 w 604"/>
                  <a:gd name="T15" fmla="*/ 341 h 546"/>
                  <a:gd name="T16" fmla="*/ 161 w 604"/>
                  <a:gd name="T17" fmla="*/ 332 h 546"/>
                  <a:gd name="T18" fmla="*/ 214 w 604"/>
                  <a:gd name="T19" fmla="*/ 392 h 546"/>
                  <a:gd name="T20" fmla="*/ 155 w 604"/>
                  <a:gd name="T21" fmla="*/ 493 h 546"/>
                  <a:gd name="T22" fmla="*/ 209 w 604"/>
                  <a:gd name="T23" fmla="*/ 546 h 546"/>
                  <a:gd name="T24" fmla="*/ 395 w 604"/>
                  <a:gd name="T25" fmla="*/ 546 h 546"/>
                  <a:gd name="T26" fmla="*/ 396 w 604"/>
                  <a:gd name="T27" fmla="*/ 546 h 546"/>
                  <a:gd name="T28" fmla="*/ 449 w 604"/>
                  <a:gd name="T29" fmla="*/ 493 h 546"/>
                  <a:gd name="T30" fmla="*/ 449 w 604"/>
                  <a:gd name="T31" fmla="*/ 485 h 546"/>
                  <a:gd name="T32" fmla="*/ 390 w 604"/>
                  <a:gd name="T33" fmla="*/ 392 h 546"/>
                  <a:gd name="T34" fmla="*/ 443 w 604"/>
                  <a:gd name="T35" fmla="*/ 332 h 546"/>
                  <a:gd name="T36" fmla="*/ 486 w 604"/>
                  <a:gd name="T37" fmla="*/ 341 h 546"/>
                  <a:gd name="T38" fmla="*/ 604 w 604"/>
                  <a:gd name="T39" fmla="*/ 212 h 546"/>
                  <a:gd name="T40" fmla="*/ 515 w 604"/>
                  <a:gd name="T41" fmla="*/ 87 h 546"/>
                  <a:gd name="T42" fmla="*/ 118 w 604"/>
                  <a:gd name="T43" fmla="*/ 288 h 546"/>
                  <a:gd name="T44" fmla="*/ 53 w 604"/>
                  <a:gd name="T45" fmla="*/ 212 h 546"/>
                  <a:gd name="T46" fmla="*/ 94 w 604"/>
                  <a:gd name="T47" fmla="*/ 142 h 546"/>
                  <a:gd name="T48" fmla="*/ 136 w 604"/>
                  <a:gd name="T49" fmla="*/ 285 h 546"/>
                  <a:gd name="T50" fmla="*/ 118 w 604"/>
                  <a:gd name="T51" fmla="*/ 288 h 546"/>
                  <a:gd name="T52" fmla="*/ 386 w 604"/>
                  <a:gd name="T53" fmla="*/ 152 h 546"/>
                  <a:gd name="T54" fmla="*/ 354 w 604"/>
                  <a:gd name="T55" fmla="*/ 184 h 546"/>
                  <a:gd name="T56" fmla="*/ 361 w 604"/>
                  <a:gd name="T57" fmla="*/ 228 h 546"/>
                  <a:gd name="T58" fmla="*/ 356 w 604"/>
                  <a:gd name="T59" fmla="*/ 241 h 546"/>
                  <a:gd name="T60" fmla="*/ 348 w 604"/>
                  <a:gd name="T61" fmla="*/ 244 h 546"/>
                  <a:gd name="T62" fmla="*/ 342 w 604"/>
                  <a:gd name="T63" fmla="*/ 242 h 546"/>
                  <a:gd name="T64" fmla="*/ 302 w 604"/>
                  <a:gd name="T65" fmla="*/ 221 h 546"/>
                  <a:gd name="T66" fmla="*/ 262 w 604"/>
                  <a:gd name="T67" fmla="*/ 242 h 546"/>
                  <a:gd name="T68" fmla="*/ 248 w 604"/>
                  <a:gd name="T69" fmla="*/ 241 h 546"/>
                  <a:gd name="T70" fmla="*/ 243 w 604"/>
                  <a:gd name="T71" fmla="*/ 228 h 546"/>
                  <a:gd name="T72" fmla="*/ 250 w 604"/>
                  <a:gd name="T73" fmla="*/ 184 h 546"/>
                  <a:gd name="T74" fmla="*/ 218 w 604"/>
                  <a:gd name="T75" fmla="*/ 152 h 546"/>
                  <a:gd name="T76" fmla="*/ 215 w 604"/>
                  <a:gd name="T77" fmla="*/ 139 h 546"/>
                  <a:gd name="T78" fmla="*/ 225 w 604"/>
                  <a:gd name="T79" fmla="*/ 130 h 546"/>
                  <a:gd name="T80" fmla="*/ 270 w 604"/>
                  <a:gd name="T81" fmla="*/ 123 h 546"/>
                  <a:gd name="T82" fmla="*/ 290 w 604"/>
                  <a:gd name="T83" fmla="*/ 83 h 546"/>
                  <a:gd name="T84" fmla="*/ 314 w 604"/>
                  <a:gd name="T85" fmla="*/ 83 h 546"/>
                  <a:gd name="T86" fmla="*/ 334 w 604"/>
                  <a:gd name="T87" fmla="*/ 123 h 546"/>
                  <a:gd name="T88" fmla="*/ 379 w 604"/>
                  <a:gd name="T89" fmla="*/ 130 h 546"/>
                  <a:gd name="T90" fmla="*/ 390 w 604"/>
                  <a:gd name="T91" fmla="*/ 139 h 546"/>
                  <a:gd name="T92" fmla="*/ 386 w 604"/>
                  <a:gd name="T93" fmla="*/ 152 h 546"/>
                  <a:gd name="T94" fmla="*/ 486 w 604"/>
                  <a:gd name="T95" fmla="*/ 288 h 546"/>
                  <a:gd name="T96" fmla="*/ 469 w 604"/>
                  <a:gd name="T97" fmla="*/ 285 h 546"/>
                  <a:gd name="T98" fmla="*/ 510 w 604"/>
                  <a:gd name="T99" fmla="*/ 142 h 546"/>
                  <a:gd name="T100" fmla="*/ 551 w 604"/>
                  <a:gd name="T101" fmla="*/ 212 h 546"/>
                  <a:gd name="T102" fmla="*/ 486 w 604"/>
                  <a:gd name="T103" fmla="*/ 288 h 5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04" h="546">
                    <a:moveTo>
                      <a:pt x="515" y="87"/>
                    </a:moveTo>
                    <a:cubicBezTo>
                      <a:pt x="515" y="85"/>
                      <a:pt x="515" y="82"/>
                      <a:pt x="515" y="80"/>
                    </a:cubicBezTo>
                    <a:cubicBezTo>
                      <a:pt x="515" y="36"/>
                      <a:pt x="480" y="0"/>
                      <a:pt x="435" y="0"/>
                    </a:cubicBezTo>
                    <a:lnTo>
                      <a:pt x="169" y="0"/>
                    </a:lnTo>
                    <a:cubicBezTo>
                      <a:pt x="125" y="0"/>
                      <a:pt x="89" y="36"/>
                      <a:pt x="89" y="80"/>
                    </a:cubicBezTo>
                    <a:cubicBezTo>
                      <a:pt x="89" y="82"/>
                      <a:pt x="89" y="85"/>
                      <a:pt x="89" y="87"/>
                    </a:cubicBezTo>
                    <a:cubicBezTo>
                      <a:pt x="38" y="101"/>
                      <a:pt x="0" y="152"/>
                      <a:pt x="0" y="212"/>
                    </a:cubicBezTo>
                    <a:cubicBezTo>
                      <a:pt x="0" y="283"/>
                      <a:pt x="53" y="341"/>
                      <a:pt x="118" y="341"/>
                    </a:cubicBezTo>
                    <a:cubicBezTo>
                      <a:pt x="133" y="341"/>
                      <a:pt x="148" y="338"/>
                      <a:pt x="161" y="332"/>
                    </a:cubicBezTo>
                    <a:cubicBezTo>
                      <a:pt x="176" y="355"/>
                      <a:pt x="194" y="376"/>
                      <a:pt x="214" y="392"/>
                    </a:cubicBezTo>
                    <a:cubicBezTo>
                      <a:pt x="179" y="415"/>
                      <a:pt x="155" y="452"/>
                      <a:pt x="155" y="493"/>
                    </a:cubicBezTo>
                    <a:cubicBezTo>
                      <a:pt x="155" y="522"/>
                      <a:pt x="179" y="546"/>
                      <a:pt x="209" y="546"/>
                    </a:cubicBezTo>
                    <a:lnTo>
                      <a:pt x="395" y="546"/>
                    </a:lnTo>
                    <a:cubicBezTo>
                      <a:pt x="396" y="546"/>
                      <a:pt x="396" y="546"/>
                      <a:pt x="396" y="546"/>
                    </a:cubicBezTo>
                    <a:cubicBezTo>
                      <a:pt x="425" y="546"/>
                      <a:pt x="449" y="522"/>
                      <a:pt x="449" y="493"/>
                    </a:cubicBezTo>
                    <a:cubicBezTo>
                      <a:pt x="449" y="490"/>
                      <a:pt x="449" y="488"/>
                      <a:pt x="449" y="485"/>
                    </a:cubicBezTo>
                    <a:cubicBezTo>
                      <a:pt x="446" y="447"/>
                      <a:pt x="424" y="414"/>
                      <a:pt x="390" y="392"/>
                    </a:cubicBezTo>
                    <a:cubicBezTo>
                      <a:pt x="410" y="376"/>
                      <a:pt x="428" y="355"/>
                      <a:pt x="443" y="332"/>
                    </a:cubicBezTo>
                    <a:cubicBezTo>
                      <a:pt x="456" y="338"/>
                      <a:pt x="471" y="341"/>
                      <a:pt x="486" y="341"/>
                    </a:cubicBezTo>
                    <a:cubicBezTo>
                      <a:pt x="551" y="341"/>
                      <a:pt x="604" y="283"/>
                      <a:pt x="604" y="212"/>
                    </a:cubicBezTo>
                    <a:cubicBezTo>
                      <a:pt x="604" y="152"/>
                      <a:pt x="566" y="101"/>
                      <a:pt x="515" y="87"/>
                    </a:cubicBezTo>
                    <a:close/>
                    <a:moveTo>
                      <a:pt x="118" y="288"/>
                    </a:moveTo>
                    <a:cubicBezTo>
                      <a:pt x="82" y="288"/>
                      <a:pt x="53" y="254"/>
                      <a:pt x="53" y="212"/>
                    </a:cubicBezTo>
                    <a:cubicBezTo>
                      <a:pt x="53" y="180"/>
                      <a:pt x="70" y="153"/>
                      <a:pt x="94" y="142"/>
                    </a:cubicBezTo>
                    <a:cubicBezTo>
                      <a:pt x="101" y="188"/>
                      <a:pt x="115" y="239"/>
                      <a:pt x="136" y="285"/>
                    </a:cubicBezTo>
                    <a:cubicBezTo>
                      <a:pt x="130" y="286"/>
                      <a:pt x="124" y="288"/>
                      <a:pt x="118" y="288"/>
                    </a:cubicBezTo>
                    <a:close/>
                    <a:moveTo>
                      <a:pt x="386" y="152"/>
                    </a:moveTo>
                    <a:lnTo>
                      <a:pt x="354" y="184"/>
                    </a:lnTo>
                    <a:lnTo>
                      <a:pt x="361" y="228"/>
                    </a:lnTo>
                    <a:cubicBezTo>
                      <a:pt x="362" y="233"/>
                      <a:pt x="360" y="238"/>
                      <a:pt x="356" y="241"/>
                    </a:cubicBezTo>
                    <a:cubicBezTo>
                      <a:pt x="354" y="243"/>
                      <a:pt x="351" y="244"/>
                      <a:pt x="348" y="244"/>
                    </a:cubicBezTo>
                    <a:cubicBezTo>
                      <a:pt x="346" y="244"/>
                      <a:pt x="344" y="243"/>
                      <a:pt x="342" y="242"/>
                    </a:cubicBezTo>
                    <a:lnTo>
                      <a:pt x="302" y="221"/>
                    </a:lnTo>
                    <a:lnTo>
                      <a:pt x="262" y="242"/>
                    </a:lnTo>
                    <a:cubicBezTo>
                      <a:pt x="258" y="245"/>
                      <a:pt x="252" y="244"/>
                      <a:pt x="248" y="241"/>
                    </a:cubicBezTo>
                    <a:cubicBezTo>
                      <a:pt x="244" y="238"/>
                      <a:pt x="242" y="233"/>
                      <a:pt x="243" y="228"/>
                    </a:cubicBezTo>
                    <a:lnTo>
                      <a:pt x="250" y="184"/>
                    </a:lnTo>
                    <a:lnTo>
                      <a:pt x="218" y="152"/>
                    </a:lnTo>
                    <a:cubicBezTo>
                      <a:pt x="214" y="149"/>
                      <a:pt x="213" y="143"/>
                      <a:pt x="215" y="139"/>
                    </a:cubicBezTo>
                    <a:cubicBezTo>
                      <a:pt x="216" y="134"/>
                      <a:pt x="220" y="130"/>
                      <a:pt x="225" y="130"/>
                    </a:cubicBezTo>
                    <a:lnTo>
                      <a:pt x="270" y="123"/>
                    </a:lnTo>
                    <a:lnTo>
                      <a:pt x="290" y="83"/>
                    </a:lnTo>
                    <a:cubicBezTo>
                      <a:pt x="295" y="73"/>
                      <a:pt x="310" y="73"/>
                      <a:pt x="314" y="83"/>
                    </a:cubicBezTo>
                    <a:lnTo>
                      <a:pt x="334" y="123"/>
                    </a:lnTo>
                    <a:lnTo>
                      <a:pt x="379" y="130"/>
                    </a:lnTo>
                    <a:cubicBezTo>
                      <a:pt x="384" y="130"/>
                      <a:pt x="388" y="134"/>
                      <a:pt x="390" y="139"/>
                    </a:cubicBezTo>
                    <a:cubicBezTo>
                      <a:pt x="391" y="143"/>
                      <a:pt x="390" y="149"/>
                      <a:pt x="386" y="152"/>
                    </a:cubicBezTo>
                    <a:close/>
                    <a:moveTo>
                      <a:pt x="486" y="288"/>
                    </a:moveTo>
                    <a:cubicBezTo>
                      <a:pt x="480" y="288"/>
                      <a:pt x="474" y="286"/>
                      <a:pt x="469" y="285"/>
                    </a:cubicBezTo>
                    <a:cubicBezTo>
                      <a:pt x="490" y="239"/>
                      <a:pt x="504" y="188"/>
                      <a:pt x="510" y="142"/>
                    </a:cubicBezTo>
                    <a:cubicBezTo>
                      <a:pt x="534" y="153"/>
                      <a:pt x="551" y="180"/>
                      <a:pt x="551" y="212"/>
                    </a:cubicBezTo>
                    <a:cubicBezTo>
                      <a:pt x="551" y="254"/>
                      <a:pt x="522" y="288"/>
                      <a:pt x="486" y="2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f3f0832-5463-4a2e-8a52-eef781e99330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优化设计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grpSp>
        <p:nvGrpSpPr>
          <p:cNvPr id="27" name="46e0ea77-1aad-4b68-9f2b-e651a3868177.source.3.zh-Hans.pptx" descr="63b77ecc-5579-4bd5-b1ea-634da98951db"/>
          <p:cNvGrpSpPr/>
          <p:nvPr/>
        </p:nvGrpSpPr>
        <p:grpSpPr>
          <a:xfrm>
            <a:off x="660400" y="1208357"/>
            <a:ext cx="10858500" cy="4927028"/>
            <a:chOff x="660400" y="1208357"/>
            <a:chExt cx="10858500" cy="4927028"/>
          </a:xfrm>
        </p:grpSpPr>
        <p:sp>
          <p:nvSpPr>
            <p:cNvPr id="5" name="弧形 4" descr="039f6e3f-d95e-4d88-9167-501269196706"/>
            <p:cNvSpPr/>
            <p:nvPr/>
          </p:nvSpPr>
          <p:spPr>
            <a:xfrm>
              <a:off x="3043518" y="3078252"/>
              <a:ext cx="2034988" cy="2034988"/>
            </a:xfrm>
            <a:prstGeom prst="arc">
              <a:avLst>
                <a:gd name="adj1" fmla="val 10766207"/>
                <a:gd name="adj2" fmla="val 0"/>
              </a:avLst>
            </a:prstGeom>
            <a:ln>
              <a:solidFill>
                <a:schemeClr val="tx2">
                  <a:alpha val="50000"/>
                </a:scheme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sp>
          <p:nvSpPr>
            <p:cNvPr id="9" name="弧形 8" descr="d475ea5c-e546-487e-a649-33a56cb897f4"/>
            <p:cNvSpPr/>
            <p:nvPr/>
          </p:nvSpPr>
          <p:spPr>
            <a:xfrm>
              <a:off x="7113494" y="3078252"/>
              <a:ext cx="2034988" cy="2034988"/>
            </a:xfrm>
            <a:prstGeom prst="arc">
              <a:avLst>
                <a:gd name="adj1" fmla="val 10766207"/>
                <a:gd name="adj2" fmla="val 0"/>
              </a:avLst>
            </a:prstGeom>
            <a:ln>
              <a:solidFill>
                <a:schemeClr val="tx2">
                  <a:alpha val="50000"/>
                </a:scheme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sp>
          <p:nvSpPr>
            <p:cNvPr id="11" name="弧形 10" descr="3818e892-fb2c-4853-9794-317e36181ff5"/>
            <p:cNvSpPr/>
            <p:nvPr/>
          </p:nvSpPr>
          <p:spPr>
            <a:xfrm flipV="1">
              <a:off x="5078506" y="3078252"/>
              <a:ext cx="2034988" cy="2034988"/>
            </a:xfrm>
            <a:prstGeom prst="arc">
              <a:avLst>
                <a:gd name="adj1" fmla="val 10766207"/>
                <a:gd name="adj2" fmla="val 0"/>
              </a:avLst>
            </a:prstGeom>
            <a:ln>
              <a:solidFill>
                <a:schemeClr val="accent1"/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grpSp>
          <p:nvGrpSpPr>
            <p:cNvPr id="17" name="组合 16" descr="52060837-3975-48f2-b840-2a610a3d50a8"/>
            <p:cNvGrpSpPr/>
            <p:nvPr/>
          </p:nvGrpSpPr>
          <p:grpSpPr>
            <a:xfrm>
              <a:off x="2612664" y="3585363"/>
              <a:ext cx="2896697" cy="2550022"/>
              <a:chOff x="2612664" y="3585363"/>
              <a:chExt cx="2896697" cy="2550022"/>
            </a:xfrm>
          </p:grpSpPr>
          <p:sp>
            <p:nvSpPr>
              <p:cNvPr id="25" name="Text1" descr="08e712d9-d418-4279-a15d-81986714232e"/>
              <p:cNvSpPr txBox="1"/>
              <p:nvPr/>
            </p:nvSpPr>
            <p:spPr>
              <a:xfrm>
                <a:off x="2612664" y="5446657"/>
                <a:ext cx="2896697" cy="6887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若出现齿间干涉，可调整齿轮中心距来解决。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6" name="Bullet1" descr="6ae3ab52-2d96-4219-b666-7fdc6ef0ac09"/>
              <p:cNvSpPr/>
              <p:nvPr/>
            </p:nvSpPr>
            <p:spPr>
              <a:xfrm>
                <a:off x="2612664" y="4999894"/>
                <a:ext cx="2896697" cy="446763"/>
              </a:xfrm>
              <a:prstGeom prst="rect">
                <a:avLst/>
              </a:prstGeom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齿间干涉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6" name="Number1" descr="39ba4e26-3053-4e49-9141-73d2ee5a7828"/>
              <p:cNvSpPr/>
              <p:nvPr/>
            </p:nvSpPr>
            <p:spPr>
              <a:xfrm>
                <a:off x="3549857" y="3585363"/>
                <a:ext cx="1022311" cy="1020766"/>
              </a:xfrm>
              <a:prstGeom prst="ellipse">
                <a:avLst/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9pPr>
              </a:lstStyle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latin typeface="Aptos"/>
                  </a:rPr>
                  <a:t>1</a:t>
                </a:r>
                <a:endParaRPr lang="en-US" sz="1800" b="1" i="0" u="none">
                  <a:solidFill>
                    <a:srgbClr val="2F2F2F"/>
                  </a:solidFill>
                  <a:latin typeface="Aptos"/>
                </a:endParaRPr>
              </a:p>
            </p:txBody>
          </p:sp>
        </p:grpSp>
        <p:grpSp>
          <p:nvGrpSpPr>
            <p:cNvPr id="19" name="组合 18" descr="5a8beded-2be6-4f38-816b-ddb6324a321d"/>
            <p:cNvGrpSpPr/>
            <p:nvPr/>
          </p:nvGrpSpPr>
          <p:grpSpPr>
            <a:xfrm>
              <a:off x="4647652" y="2089562"/>
              <a:ext cx="2896697" cy="2516567"/>
              <a:chOff x="4647652" y="2089562"/>
              <a:chExt cx="2896697" cy="2516567"/>
            </a:xfrm>
          </p:grpSpPr>
          <p:sp>
            <p:nvSpPr>
              <p:cNvPr id="12" name="Number2" descr="12866d4f-b091-4ec1-93ed-08617b440466"/>
              <p:cNvSpPr/>
              <p:nvPr/>
            </p:nvSpPr>
            <p:spPr>
              <a:xfrm>
                <a:off x="5584845" y="3585363"/>
                <a:ext cx="1022311" cy="1020766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9pPr>
              </a:lstStyle>
              <a:p>
                <a:pPr algn="ctr"/>
                <a:r>
                  <a:rPr lang="en-US" sz="1800" b="0" i="0" u="none">
                    <a:solidFill>
                      <a:srgbClr val="FFFFFF"/>
                    </a:solidFill>
                    <a:latin typeface="Aptos"/>
                  </a:rPr>
                  <a:t>2</a:t>
                </a:r>
                <a:endParaRPr lang="en-US" sz="1800" b="0" i="0" u="none">
                  <a:solidFill>
                    <a:srgbClr val="FFFFFF"/>
                  </a:solidFill>
                  <a:latin typeface="Aptos"/>
                </a:endParaRPr>
              </a:p>
            </p:txBody>
          </p:sp>
          <p:sp>
            <p:nvSpPr>
              <p:cNvPr id="21" name="Text2" descr="c6cd2a5e-4fe0-4302-b323-f56640fc3198"/>
              <p:cNvSpPr txBox="1"/>
              <p:nvPr/>
            </p:nvSpPr>
            <p:spPr>
              <a:xfrm>
                <a:off x="4647652" y="2536325"/>
                <a:ext cx="2896697" cy="6887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转动不顺畅时，应检查轴孔配合是否合适。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2" name="Bullet2" descr="b7c395ac-6c2f-4634-838d-b5030c902bb2"/>
              <p:cNvSpPr/>
              <p:nvPr/>
            </p:nvSpPr>
            <p:spPr>
              <a:xfrm>
                <a:off x="4647652" y="2089562"/>
                <a:ext cx="2896697" cy="446763"/>
              </a:xfrm>
              <a:prstGeom prst="rect">
                <a:avLst/>
              </a:prstGeom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转动不顺畅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</p:grpSp>
        <p:grpSp>
          <p:nvGrpSpPr>
            <p:cNvPr id="18" name="组合 17" descr="ed88ae1c-04d4-43cf-82c6-6973ea05bd8b"/>
            <p:cNvGrpSpPr/>
            <p:nvPr/>
          </p:nvGrpSpPr>
          <p:grpSpPr>
            <a:xfrm>
              <a:off x="6682640" y="3585363"/>
              <a:ext cx="2896697" cy="2550022"/>
              <a:chOff x="6682640" y="3585363"/>
              <a:chExt cx="2896697" cy="2550022"/>
            </a:xfrm>
          </p:grpSpPr>
          <p:sp>
            <p:nvSpPr>
              <p:cNvPr id="23" name="Text3" descr="48184611-e280-4c73-a1ea-adb5fd6a30ec"/>
              <p:cNvSpPr txBox="1"/>
              <p:nvPr/>
            </p:nvSpPr>
            <p:spPr>
              <a:xfrm>
                <a:off x="6682640" y="5446657"/>
                <a:ext cx="2896697" cy="6887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若门开合角度不合适，可调整齿轮齿数比进行优化。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4" name="Bullet3" descr="c20a60b6-0cee-4091-91ec-eaa7c91183f6"/>
              <p:cNvSpPr/>
              <p:nvPr/>
            </p:nvSpPr>
            <p:spPr>
              <a:xfrm>
                <a:off x="6682640" y="4999894"/>
                <a:ext cx="2896697" cy="446763"/>
              </a:xfrm>
              <a:prstGeom prst="rect">
                <a:avLst/>
              </a:prstGeom>
            </p:spPr>
            <p:txBody>
              <a:bodyPr wrap="square" lIns="91440" tIns="45720" rIns="91440" bIns="45720" anchor="b" anchorCtr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门开合角度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0" name="Number3" descr="3200412f-99e4-499c-b4a0-3db7ec89b020"/>
              <p:cNvSpPr/>
              <p:nvPr/>
            </p:nvSpPr>
            <p:spPr>
              <a:xfrm>
                <a:off x="7619833" y="3585363"/>
                <a:ext cx="1022311" cy="1020766"/>
              </a:xfrm>
              <a:prstGeom prst="ellipse">
                <a:avLst/>
              </a:prstGeom>
              <a:solidFill>
                <a:schemeClr val="tx2">
                  <a:alpha val="15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9pPr>
              </a:lstStyle>
              <a:p>
                <a:pPr algn="ctr"/>
                <a:r>
                  <a:rPr lang="en-US" sz="1800" b="1" i="0" u="none">
                    <a:solidFill>
                      <a:srgbClr val="2F2F2F"/>
                    </a:solidFill>
                    <a:latin typeface="Aptos"/>
                  </a:rPr>
                  <a:t>3</a:t>
                </a:r>
                <a:endParaRPr lang="en-US" sz="1800" b="1" i="0" u="none">
                  <a:solidFill>
                    <a:srgbClr val="2F2F2F"/>
                  </a:solidFill>
                  <a:latin typeface="Aptos"/>
                </a:endParaRPr>
              </a:p>
            </p:txBody>
          </p:sp>
        </p:grpSp>
        <p:sp>
          <p:nvSpPr>
            <p:cNvPr id="3" name="Title" descr="906b3286-83eb-452d-9407-5639befee70d"/>
            <p:cNvSpPr txBox="1"/>
            <p:nvPr/>
          </p:nvSpPr>
          <p:spPr>
            <a:xfrm>
              <a:off x="660400" y="1208357"/>
              <a:ext cx="10858500" cy="625845"/>
            </a:xfrm>
            <a:prstGeom prst="rect">
              <a:avLst/>
            </a:prstGeom>
            <a:noFill/>
          </p:spPr>
          <p:txBody>
            <a:bodyPr vert="horz" wrap="square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根据仿真结果优化设计方案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996c1bd6-ee8b-4bdb-afb3-6257a38c0d9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>
                <a:solidFill>
                  <a:srgbClr val="FFFFFF"/>
                </a:solidFill>
                <a:latin typeface="微软雅黑" panose="020B0503020204020204" charset="-122"/>
              </a:rPr>
              <a:t>3D打印准备</a:t>
            </a:r>
            <a:endParaRPr lang="en-US" sz="3200" b="1" i="0" u="none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文本占位符 24" descr="44baebfc-3f01-4325-9d05-b477b54ad857"/>
          <p:cNvSpPr>
            <a:spLocks noGrp="1"/>
          </p:cNvSpPr>
          <p:nvPr>
            <p:ph type="body" sz="quarter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2000" b="0" i="0" u="none">
                <a:solidFill>
                  <a:srgbClr val="FFFFFF"/>
                </a:solidFill>
                <a:ea typeface="微软雅黑" panose="020B0503020204020204" charset="-122"/>
              </a:rPr>
              <a:t>为齿轮机构的3D打印做准备</a:t>
            </a:r>
            <a:endParaRPr lang="en-US" sz="20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f3f0832-5463-4a2e-8a52-eef781e99330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导出零件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grpSp>
        <p:nvGrpSpPr>
          <p:cNvPr id="9" name="08fadcbb-6496-46b3-bba6-00576fc4a25e.source.3.zh-Hans.pptx" descr="5352ca2c-cba2-41f8-9457-97ece2b3d4d6"/>
          <p:cNvGrpSpPr/>
          <p:nvPr/>
        </p:nvGrpSpPr>
        <p:grpSpPr>
          <a:xfrm>
            <a:off x="781012" y="1934342"/>
            <a:ext cx="9896197" cy="3415039"/>
            <a:chOff x="781012" y="1934342"/>
            <a:chExt cx="9896197" cy="3415039"/>
          </a:xfrm>
        </p:grpSpPr>
        <p:sp>
          <p:nvSpPr>
            <p:cNvPr id="4" name="Title" descr="1e2c29d5-5a9b-4d19-9283-a95651483398"/>
            <p:cNvSpPr/>
            <p:nvPr/>
          </p:nvSpPr>
          <p:spPr>
            <a:xfrm>
              <a:off x="781012" y="1934342"/>
              <a:ext cx="1687455" cy="3415039"/>
            </a:xfrm>
            <a:prstGeom prst="roundRect">
              <a:avLst>
                <a:gd name="adj" fmla="val 9296"/>
              </a:avLst>
            </a:prstGeom>
            <a:solidFill>
              <a:schemeClr val="tx2">
                <a:alpha val="80000"/>
              </a:schemeClr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1" forceAA="0" compatLnSpc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FFFFFF"/>
                  </a:solidFill>
                  <a:ea typeface="微软雅黑" panose="020B0503020204020204" charset="-122"/>
                </a:rPr>
                <a:t>将设计好的零件导出为STL格式</a:t>
              </a:r>
              <a:endParaRPr lang="en-US" sz="2400" b="1" i="0" u="none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7" name="组合 6" descr="7321e1e6-4a8b-486d-83fc-101b4d27ca33"/>
            <p:cNvGrpSpPr/>
            <p:nvPr/>
          </p:nvGrpSpPr>
          <p:grpSpPr>
            <a:xfrm>
              <a:off x="3519744" y="2871320"/>
              <a:ext cx="7157465" cy="2300391"/>
              <a:chOff x="3519744" y="2871320"/>
              <a:chExt cx="7157465" cy="2300391"/>
            </a:xfrm>
          </p:grpSpPr>
          <p:grpSp>
            <p:nvGrpSpPr>
              <p:cNvPr id="8" name="组合 7" descr="9ae4d281-985e-4d95-849e-34ddb8d7accd"/>
              <p:cNvGrpSpPr/>
              <p:nvPr/>
            </p:nvGrpSpPr>
            <p:grpSpPr>
              <a:xfrm>
                <a:off x="3519744" y="2871320"/>
                <a:ext cx="2302642" cy="2300391"/>
                <a:chOff x="2610882" y="2851600"/>
                <a:chExt cx="2302642" cy="2300391"/>
              </a:xfrm>
            </p:grpSpPr>
            <p:sp>
              <p:nvSpPr>
                <p:cNvPr id="5" name="Bullet1" descr="5b4b0a70-75cc-43ee-9dd3-a6684b863176"/>
                <p:cNvSpPr/>
                <p:nvPr/>
              </p:nvSpPr>
              <p:spPr>
                <a:xfrm>
                  <a:off x="2610882" y="3455920"/>
                  <a:ext cx="2302642" cy="69332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/>
                  <a:r>
                    <a:rPr lang="en-US" sz="1800" b="1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导出步骤</a:t>
                  </a:r>
                  <a:endPara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6" name="Text1" descr="fd8df812-0d6c-47c9-b9c5-d13d6e17030d"/>
                <p:cNvSpPr/>
                <p:nvPr/>
              </p:nvSpPr>
              <p:spPr>
                <a:xfrm>
                  <a:off x="2610882" y="4149248"/>
                  <a:ext cx="2302642" cy="1002743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分别选择每个零件，右键“另存为网格”，格式选STL，分辨率设高。</a:t>
                  </a:r>
                  <a:endPara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12" name="Number1" descr="f3998a19-31c5-43dc-8018-1ec95ad4792f"/>
                <p:cNvSpPr/>
                <p:nvPr/>
              </p:nvSpPr>
              <p:spPr>
                <a:xfrm>
                  <a:off x="2707286" y="2851600"/>
                  <a:ext cx="710012" cy="69332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/>
                </a:solidFill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r>
                    <a:rPr lang="en-US" sz="20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01</a:t>
                  </a:r>
                  <a:endParaRPr lang="en-US" sz="20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19" name="组合 18" descr="4fbb5b16-f506-41b6-9c3d-8c7d71c7939e"/>
              <p:cNvGrpSpPr/>
              <p:nvPr/>
            </p:nvGrpSpPr>
            <p:grpSpPr>
              <a:xfrm>
                <a:off x="5947156" y="2871320"/>
                <a:ext cx="2302642" cy="2300391"/>
                <a:chOff x="2610882" y="2851600"/>
                <a:chExt cx="2302642" cy="2300391"/>
              </a:xfrm>
            </p:grpSpPr>
            <p:sp>
              <p:nvSpPr>
                <p:cNvPr id="20" name="Bullet2" descr="4b445a9d-1e2f-4bcb-94f2-873c3fd9dd80"/>
                <p:cNvSpPr/>
                <p:nvPr/>
              </p:nvSpPr>
              <p:spPr>
                <a:xfrm>
                  <a:off x="2610882" y="3455920"/>
                  <a:ext cx="2302642" cy="69332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/>
                  <a:r>
                    <a:rPr lang="en-US" sz="1800" b="1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格式选择</a:t>
                  </a:r>
                  <a:endPara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21" name="Text2" descr="57759a5f-961f-4b2f-bf01-ecaaa833ff55"/>
                <p:cNvSpPr/>
                <p:nvPr/>
              </p:nvSpPr>
              <p:spPr>
                <a:xfrm>
                  <a:off x="2610882" y="4149248"/>
                  <a:ext cx="2302642" cy="1002743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选择STL格式，方便3D打印机识别和打印。</a:t>
                  </a:r>
                  <a:endPara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22" name="Number2" descr="b767a4f8-e3dd-451f-aa04-1652b67dea71"/>
                <p:cNvSpPr/>
                <p:nvPr/>
              </p:nvSpPr>
              <p:spPr>
                <a:xfrm>
                  <a:off x="2707286" y="2851600"/>
                  <a:ext cx="710012" cy="69332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2">
                    <a:alpha val="80000"/>
                  </a:schemeClr>
                </a:solidFill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r>
                    <a:rPr lang="en-US" sz="20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02</a:t>
                  </a:r>
                  <a:endParaRPr lang="en-US" sz="20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  <p:grpSp>
            <p:nvGrpSpPr>
              <p:cNvPr id="24" name="组合 23" descr="916c8aa1-fc38-4d78-991f-2c7c3ff6d2d7"/>
              <p:cNvGrpSpPr/>
              <p:nvPr/>
            </p:nvGrpSpPr>
            <p:grpSpPr>
              <a:xfrm>
                <a:off x="8374567" y="2871320"/>
                <a:ext cx="2302642" cy="2300391"/>
                <a:chOff x="2610882" y="2851600"/>
                <a:chExt cx="2302642" cy="2300391"/>
              </a:xfrm>
            </p:grpSpPr>
            <p:sp>
              <p:nvSpPr>
                <p:cNvPr id="25" name="Bullet3" descr="78d1fb9a-db9a-4cd5-b01e-7501c7da5394"/>
                <p:cNvSpPr/>
                <p:nvPr/>
              </p:nvSpPr>
              <p:spPr>
                <a:xfrm>
                  <a:off x="2610882" y="3455920"/>
                  <a:ext cx="2302642" cy="693327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1440" tIns="45720" rIns="91440" bIns="45720" anchor="b" anchorCtr="0">
                  <a:normAutofit/>
                </a:bodyPr>
                <a:lstStyle/>
                <a:p>
                  <a:pPr algn="l"/>
                  <a:r>
                    <a:rPr lang="en-US" sz="1800" b="1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分辨率设置</a:t>
                  </a:r>
                  <a:endPara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26" name="Text3" descr="841474e1-865b-493b-a2b6-25573b4d3caf"/>
                <p:cNvSpPr/>
                <p:nvPr/>
              </p:nvSpPr>
              <p:spPr>
                <a:xfrm>
                  <a:off x="2610882" y="4149248"/>
                  <a:ext cx="2302642" cy="1002743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设置高分辨率，可提高打印零件的质量和精度。</a:t>
                  </a:r>
                  <a:endPara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27" name="Number3" descr="774de776-7201-4b62-9773-291f7860780e"/>
                <p:cNvSpPr/>
                <p:nvPr/>
              </p:nvSpPr>
              <p:spPr>
                <a:xfrm>
                  <a:off x="2707286" y="2851600"/>
                  <a:ext cx="710012" cy="69332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2">
                    <a:alpha val="80000"/>
                  </a:schemeClr>
                </a:solidFill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r>
                    <a:rPr lang="en-US" sz="2000" b="1" i="0" u="none">
                      <a:solidFill>
                        <a:srgbClr val="FFFFFF"/>
                      </a:solidFill>
                      <a:latin typeface="Arial" panose="020B0604020202020204"/>
                    </a:rPr>
                    <a:t>03</a:t>
                  </a:r>
                  <a:endParaRPr lang="en-US" sz="2000" b="1" i="0" u="none">
                    <a:solidFill>
                      <a:srgbClr val="FFFFFF"/>
                    </a:solidFill>
                    <a:latin typeface="Arial" panose="020B0604020202020204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f3f0832-5463-4a2e-8a52-eef781e99330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latin typeface="微软雅黑" panose="020B0503020204020204" charset="-122"/>
              </a:rPr>
              <a:t>3D打印注意事项</a:t>
            </a:r>
            <a:endParaRPr lang="en-US" sz="2800" b="1" i="0" u="none">
              <a:solidFill>
                <a:srgbClr val="2F2F2F"/>
              </a:solidFill>
              <a:latin typeface="微软雅黑" panose="020B0503020204020204" charset="-122"/>
            </a:endParaRPr>
          </a:p>
        </p:txBody>
      </p:sp>
      <p:grpSp>
        <p:nvGrpSpPr>
          <p:cNvPr id="41" name="3f94733e-4881-4fb3-a65e-d932da78be28.source.2.zh-Hans.pptx" descr="74740c96-8784-4a86-8c58-fc1339165bf8"/>
          <p:cNvGrpSpPr/>
          <p:nvPr/>
        </p:nvGrpSpPr>
        <p:grpSpPr>
          <a:xfrm>
            <a:off x="660399" y="1130300"/>
            <a:ext cx="10858501" cy="5727700"/>
            <a:chOff x="660399" y="1130300"/>
            <a:chExt cx="10858501" cy="5727700"/>
          </a:xfrm>
        </p:grpSpPr>
        <p:grpSp>
          <p:nvGrpSpPr>
            <p:cNvPr id="29" name="组合 28" descr="9efcdb0c-d6c5-4311-a518-4100735de88e"/>
            <p:cNvGrpSpPr/>
            <p:nvPr/>
          </p:nvGrpSpPr>
          <p:grpSpPr>
            <a:xfrm>
              <a:off x="660399" y="3096700"/>
              <a:ext cx="5340996" cy="3760470"/>
              <a:chOff x="4321172" y="3510515"/>
              <a:chExt cx="3545681" cy="3345826"/>
            </a:xfrm>
          </p:grpSpPr>
          <p:grpSp>
            <p:nvGrpSpPr>
              <p:cNvPr id="3" name="组合 2" descr="8e6d1c37-c926-45d1-8574-411072b03d69"/>
              <p:cNvGrpSpPr/>
              <p:nvPr/>
            </p:nvGrpSpPr>
            <p:grpSpPr>
              <a:xfrm>
                <a:off x="4325146" y="3556234"/>
                <a:ext cx="3541707" cy="3300107"/>
                <a:chOff x="3417009" y="3559409"/>
                <a:chExt cx="3541707" cy="3300107"/>
              </a:xfrm>
            </p:grpSpPr>
            <p:sp>
              <p:nvSpPr>
                <p:cNvPr id="4" name="矩形 3" descr="b66b8f88-0d60-438a-9d1c-2f6befcb8518"/>
                <p:cNvSpPr/>
                <p:nvPr/>
              </p:nvSpPr>
              <p:spPr>
                <a:xfrm>
                  <a:off x="3417009" y="3559409"/>
                  <a:ext cx="3541707" cy="3300107"/>
                </a:xfrm>
                <a:prstGeom prst="rect">
                  <a:avLst/>
                </a:prstGeom>
                <a:solidFill>
                  <a:schemeClr val="accent1">
                    <a:alpha val="10000"/>
                  </a:schemeClr>
                </a:solidFill>
                <a:ln w="38100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noAutofit/>
                </a:bodyPr>
                <a:lstStyle/>
                <a:p>
                  <a:pPr algn="ctr"/>
                </a:p>
              </p:txBody>
            </p:sp>
            <p:grpSp>
              <p:nvGrpSpPr>
                <p:cNvPr id="5" name="组合 4" descr="7041f26d-3610-4b73-b5af-82694bba3676"/>
                <p:cNvGrpSpPr/>
                <p:nvPr/>
              </p:nvGrpSpPr>
              <p:grpSpPr>
                <a:xfrm>
                  <a:off x="3702668" y="4235562"/>
                  <a:ext cx="2990041" cy="1979874"/>
                  <a:chOff x="4087463" y="3257707"/>
                  <a:chExt cx="2990041" cy="1979874"/>
                </a:xfrm>
              </p:grpSpPr>
              <p:sp>
                <p:nvSpPr>
                  <p:cNvPr id="7" name="Bullet1" descr="bfed462c-f5af-4930-b426-67205cd088f6"/>
                  <p:cNvSpPr txBox="1"/>
                  <p:nvPr/>
                </p:nvSpPr>
                <p:spPr>
                  <a:xfrm>
                    <a:off x="4087466" y="3257707"/>
                    <a:ext cx="2628459" cy="3286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ctr" anchorCtr="0">
                    <a:normAutofit/>
                  </a:bodyPr>
                  <a:lstStyle/>
                  <a:p>
                    <a:pPr algn="l"/>
                    <a:r>
                      <a:rPr lang="en-US" sz="1800" b="1" i="0" u="none">
                        <a:solidFill>
                          <a:srgbClr val="FBB825"/>
                        </a:solidFill>
                        <a:ea typeface="微软雅黑" panose="020B0503020204020204" charset="-122"/>
                      </a:rPr>
                      <a:t>齿轮打印设置</a:t>
                    </a:r>
                    <a:endParaRPr lang="en-US" sz="1800" b="1" i="0" u="none">
                      <a:solidFill>
                        <a:srgbClr val="FBB825"/>
                      </a:solidFill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8" name="Text1" descr="580c147b-1d75-4339-b4f7-c8bb2633ddfe"/>
                  <p:cNvSpPr/>
                  <p:nvPr/>
                </p:nvSpPr>
                <p:spPr>
                  <a:xfrm flipH="1">
                    <a:off x="4087463" y="3938283"/>
                    <a:ext cx="2990041" cy="1299298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200" b="0" i="0" u="none" strike="noStrike">
                        <a:solidFill>
                          <a:srgbClr val="2F2F2F"/>
                        </a:solidFill>
                        <a:ea typeface="微软雅黑" panose="020B0503020204020204" charset="-122"/>
                      </a:rPr>
                      <a:t>层高0.1mm，填充率40%，需要添加支撑，保证齿轮打印质量。</a:t>
                    </a:r>
                    <a:endParaRPr lang="en-US" sz="1200" b="0" i="0" u="none" strike="noStrike">
                      <a:solidFill>
                        <a:srgbClr val="2F2F2F"/>
                      </a:solidFill>
                      <a:ea typeface="微软雅黑" panose="020B0503020204020204" charset="-122"/>
                    </a:endParaRPr>
                  </a:p>
                </p:txBody>
              </p:sp>
            </p:grpSp>
            <p:sp>
              <p:nvSpPr>
                <p:cNvPr id="6" name="矩形 5" descr="d2baf21f-680f-40b4-88d9-7fa1c41a6d19"/>
                <p:cNvSpPr/>
                <p:nvPr/>
              </p:nvSpPr>
              <p:spPr>
                <a:xfrm>
                  <a:off x="3791187" y="4727952"/>
                  <a:ext cx="552185" cy="45719"/>
                </a:xfrm>
                <a:prstGeom prst="rect">
                  <a:avLst/>
                </a:prstGeom>
                <a:solidFill>
                  <a:schemeClr val="accent1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</a:p>
              </p:txBody>
            </p:sp>
          </p:grpSp>
          <p:sp>
            <p:nvSpPr>
              <p:cNvPr id="9" name="矩形 8" descr="efc15657-f9b8-41dc-b172-ad17dbc07089"/>
              <p:cNvSpPr/>
              <p:nvPr/>
            </p:nvSpPr>
            <p:spPr>
              <a:xfrm>
                <a:off x="4321172" y="3510515"/>
                <a:ext cx="3541707" cy="45719"/>
              </a:xfrm>
              <a:prstGeom prst="rect">
                <a:avLst/>
              </a:prstGeom>
              <a:solidFill>
                <a:schemeClr val="accent1"/>
              </a:solidFill>
              <a:ln w="3810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</a:p>
            </p:txBody>
          </p:sp>
        </p:grpSp>
        <p:grpSp>
          <p:nvGrpSpPr>
            <p:cNvPr id="25" name="组合 24" descr="f078f12c-4f40-4773-a5ab-1bef9b7db58b"/>
            <p:cNvGrpSpPr/>
            <p:nvPr/>
          </p:nvGrpSpPr>
          <p:grpSpPr>
            <a:xfrm>
              <a:off x="6177903" y="3097530"/>
              <a:ext cx="5340996" cy="3760470"/>
              <a:chOff x="4321172" y="3510515"/>
              <a:chExt cx="3545681" cy="3345826"/>
            </a:xfrm>
          </p:grpSpPr>
          <p:grpSp>
            <p:nvGrpSpPr>
              <p:cNvPr id="26" name="组合 25" descr="3b3fc7c5-44c7-4cc1-a903-6df3a03088b5"/>
              <p:cNvGrpSpPr/>
              <p:nvPr/>
            </p:nvGrpSpPr>
            <p:grpSpPr>
              <a:xfrm>
                <a:off x="4325146" y="3556234"/>
                <a:ext cx="3541707" cy="3300107"/>
                <a:chOff x="3417009" y="3559409"/>
                <a:chExt cx="3541707" cy="3300107"/>
              </a:xfrm>
            </p:grpSpPr>
            <p:sp>
              <p:nvSpPr>
                <p:cNvPr id="30" name="矩形 29" descr="c1300526-bb9c-4735-b6e9-d9bbf3917f41"/>
                <p:cNvSpPr/>
                <p:nvPr/>
              </p:nvSpPr>
              <p:spPr>
                <a:xfrm>
                  <a:off x="3417009" y="3559409"/>
                  <a:ext cx="3541707" cy="3300107"/>
                </a:xfrm>
                <a:prstGeom prst="rect">
                  <a:avLst/>
                </a:prstGeom>
                <a:solidFill>
                  <a:schemeClr val="tx2">
                    <a:alpha val="10000"/>
                  </a:schemeClr>
                </a:solidFill>
                <a:ln w="38100">
                  <a:noFill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noAutofit/>
                </a:bodyPr>
                <a:lstStyle/>
                <a:p>
                  <a:pPr algn="ctr"/>
                </a:p>
              </p:txBody>
            </p:sp>
            <p:grpSp>
              <p:nvGrpSpPr>
                <p:cNvPr id="31" name="组合 30" descr="42ae581e-6545-4d92-bfd9-27f2a836f0a7"/>
                <p:cNvGrpSpPr/>
                <p:nvPr/>
              </p:nvGrpSpPr>
              <p:grpSpPr>
                <a:xfrm>
                  <a:off x="3702668" y="4235562"/>
                  <a:ext cx="2990041" cy="1979874"/>
                  <a:chOff x="4087463" y="3257707"/>
                  <a:chExt cx="2990041" cy="1979874"/>
                </a:xfrm>
              </p:grpSpPr>
              <p:sp>
                <p:nvSpPr>
                  <p:cNvPr id="33" name="Bullet2" descr="ff750fe6-505e-4729-87cb-27e890bb79c3"/>
                  <p:cNvSpPr txBox="1"/>
                  <p:nvPr/>
                </p:nvSpPr>
                <p:spPr>
                  <a:xfrm>
                    <a:off x="4087466" y="3257707"/>
                    <a:ext cx="2628459" cy="32860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91440" tIns="45720" rIns="91440" bIns="45720" anchor="ctr" anchorCtr="0">
                    <a:normAutofit/>
                  </a:bodyPr>
                  <a:lstStyle/>
                  <a:p>
                    <a:pPr algn="l"/>
                    <a:r>
                      <a:rPr lang="en-US" sz="1800" b="1" i="0" u="none">
                        <a:solidFill>
                          <a:srgbClr val="2F2F2F"/>
                        </a:solidFill>
                        <a:ea typeface="微软雅黑" panose="020B0503020204020204" charset="-122"/>
                      </a:rPr>
                      <a:t>支架打印设置</a:t>
                    </a:r>
                    <a:endParaRPr lang="en-US" sz="1800" b="1" i="0" u="none">
                      <a:solidFill>
                        <a:srgbClr val="2F2F2F"/>
                      </a:solidFill>
                      <a:ea typeface="微软雅黑" panose="020B0503020204020204" charset="-122"/>
                    </a:endParaRPr>
                  </a:p>
                </p:txBody>
              </p:sp>
              <p:sp>
                <p:nvSpPr>
                  <p:cNvPr id="34" name="Text2" descr="bc222ffd-7a40-4a17-a6e4-7ee7b817a192"/>
                  <p:cNvSpPr/>
                  <p:nvPr/>
                </p:nvSpPr>
                <p:spPr>
                  <a:xfrm flipH="1">
                    <a:off x="4087463" y="3938283"/>
                    <a:ext cx="2990041" cy="1299298"/>
                  </a:xfrm>
                  <a:prstGeom prst="rect">
                    <a:avLst/>
                  </a:prstGeom>
                  <a:ln>
                    <a:noFill/>
                  </a:ln>
                </p:spPr>
                <p:txBody>
                  <a:bodyPr wrap="square" lIns="91440" tIns="45720" rIns="91440" bIns="45720" anchor="t" anchorCtr="0">
                    <a:normAutofit/>
                  </a:bodyPr>
                  <a:lstStyle/>
                  <a:p>
                    <a:pPr algn="l">
                      <a:lnSpc>
                        <a:spcPct val="12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200" b="0" i="0" u="none" strike="noStrike">
                        <a:solidFill>
                          <a:srgbClr val="2F2F2F"/>
                        </a:solidFill>
                        <a:ea typeface="微软雅黑" panose="020B0503020204020204" charset="-122"/>
                      </a:rPr>
                      <a:t>层高0.2mm，填充率20%，根据情况添加支撑。</a:t>
                    </a:r>
                    <a:endParaRPr lang="en-US" sz="1200" b="0" i="0" u="none" strike="noStrike">
                      <a:solidFill>
                        <a:srgbClr val="2F2F2F"/>
                      </a:solidFill>
                      <a:ea typeface="微软雅黑" panose="020B0503020204020204" charset="-122"/>
                    </a:endParaRPr>
                  </a:p>
                </p:txBody>
              </p:sp>
            </p:grpSp>
            <p:sp>
              <p:nvSpPr>
                <p:cNvPr id="32" name="矩形 31" descr="7e83b794-875c-4858-a5eb-eacc17bfdae3"/>
                <p:cNvSpPr/>
                <p:nvPr/>
              </p:nvSpPr>
              <p:spPr>
                <a:xfrm>
                  <a:off x="3791187" y="4727952"/>
                  <a:ext cx="552185" cy="45719"/>
                </a:xfrm>
                <a:prstGeom prst="rect">
                  <a:avLst/>
                </a:prstGeom>
                <a:solidFill>
                  <a:schemeClr val="tx2"/>
                </a:solidFill>
                <a:ln w="1270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 fontScale="2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</a:p>
              </p:txBody>
            </p:sp>
          </p:grpSp>
          <p:sp>
            <p:nvSpPr>
              <p:cNvPr id="28" name="矩形 27" descr="21885490-e3f9-4a15-886e-432b83b38628"/>
              <p:cNvSpPr/>
              <p:nvPr/>
            </p:nvSpPr>
            <p:spPr>
              <a:xfrm>
                <a:off x="4321172" y="3510515"/>
                <a:ext cx="3541707" cy="45719"/>
              </a:xfrm>
              <a:prstGeom prst="rect">
                <a:avLst/>
              </a:prstGeom>
              <a:solidFill>
                <a:schemeClr val="tx2"/>
              </a:solidFill>
              <a:ln w="3810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</a:p>
            </p:txBody>
          </p:sp>
        </p:grpSp>
        <p:sp>
          <p:nvSpPr>
            <p:cNvPr id="59" name="Title" descr="27941d3c-b822-4d04-92f3-62ec51b631c5"/>
            <p:cNvSpPr/>
            <p:nvPr/>
          </p:nvSpPr>
          <p:spPr>
            <a:xfrm>
              <a:off x="660401" y="1130300"/>
              <a:ext cx="10858499" cy="8636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t" anchorCtr="1">
              <a:normAutofit/>
            </a:bodyPr>
            <a:lstStyle/>
            <a:p>
              <a:pPr algn="ctr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了解齿轮和支架的打印设置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996c1bd6-ee8b-4bdb-afb3-6257a38c0d94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200" b="1" i="0" u="none">
                <a:solidFill>
                  <a:srgbClr val="FFFFFF"/>
                </a:solidFill>
                <a:ea typeface="微软雅黑" panose="020B0503020204020204" charset="-122"/>
              </a:rPr>
              <a:t>课堂实践活动</a:t>
            </a:r>
            <a:endParaRPr lang="en-US" sz="32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25" name="文本占位符 24" descr="44baebfc-3f01-4325-9d05-b477b54ad857"/>
          <p:cNvSpPr>
            <a:spLocks noGrp="1"/>
          </p:cNvSpPr>
          <p:nvPr>
            <p:ph type="body" sz="quarter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sz="2000" b="0" i="0" u="none">
                <a:solidFill>
                  <a:srgbClr val="FFFFFF"/>
                </a:solidFill>
                <a:ea typeface="微软雅黑" panose="020B0503020204020204" charset="-122"/>
              </a:rPr>
              <a:t>通过实践活动巩固所学知识</a:t>
            </a:r>
            <a:endParaRPr lang="en-US" sz="20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f3f0832-5463-4a2e-8a52-eef781e99330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活动1：齿轮传动比实验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grpSp>
        <p:nvGrpSpPr>
          <p:cNvPr id="139" name="57b04623-ff38-47ef-b542-3d5366cb8b03.source.2.zh-Hans.pptx" descr="3fe662d8-b511-4b0a-8b62-19fbded94dcb"/>
          <p:cNvGrpSpPr/>
          <p:nvPr/>
        </p:nvGrpSpPr>
        <p:grpSpPr>
          <a:xfrm>
            <a:off x="660400" y="1130300"/>
            <a:ext cx="10858500" cy="4869588"/>
            <a:chOff x="660400" y="1130300"/>
            <a:chExt cx="10858500" cy="4869588"/>
          </a:xfrm>
        </p:grpSpPr>
        <p:grpSp>
          <p:nvGrpSpPr>
            <p:cNvPr id="8" name="组合 7" descr="40dd1f6a-6c80-4120-8144-d6516ad1608b"/>
            <p:cNvGrpSpPr/>
            <p:nvPr/>
          </p:nvGrpSpPr>
          <p:grpSpPr>
            <a:xfrm>
              <a:off x="660400" y="1130300"/>
              <a:ext cx="10858500" cy="4256737"/>
              <a:chOff x="660400" y="1130300"/>
              <a:chExt cx="10858500" cy="4256737"/>
            </a:xfrm>
          </p:grpSpPr>
          <p:sp>
            <p:nvSpPr>
              <p:cNvPr id="3" name="Title" descr="8e4f288d-4215-4031-a880-a16e9acc63f0"/>
              <p:cNvSpPr txBox="1"/>
              <p:nvPr/>
            </p:nvSpPr>
            <p:spPr>
              <a:xfrm>
                <a:off x="660400" y="1130300"/>
                <a:ext cx="10858500" cy="461665"/>
              </a:xfrm>
              <a:prstGeom prst="rect">
                <a:avLst/>
              </a:prstGeom>
              <a:noFill/>
            </p:spPr>
            <p:txBody>
              <a:bodyPr vert="horz" wrap="square" rtlCol="0" anchor="t" anchorCtr="1">
                <a:normAutofit/>
              </a:bodyPr>
              <a:lstStyle/>
              <a:p>
                <a:pPr algn="ctr"/>
                <a:r>
                  <a:rPr lang="en-US" sz="24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测量不同齿轮组合的转速比</a:t>
                </a:r>
                <a:endParaRPr lang="en-US" sz="24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grpSp>
            <p:nvGrpSpPr>
              <p:cNvPr id="5" name="组合 4" descr="dc5abf55-5d29-4607-a828-5f0434967f4e"/>
              <p:cNvGrpSpPr/>
              <p:nvPr/>
            </p:nvGrpSpPr>
            <p:grpSpPr>
              <a:xfrm>
                <a:off x="5221998" y="2554715"/>
                <a:ext cx="5244255" cy="1414619"/>
                <a:chOff x="5221998" y="2554715"/>
                <a:chExt cx="5244255" cy="1414619"/>
              </a:xfrm>
            </p:grpSpPr>
            <p:sp>
              <p:nvSpPr>
                <p:cNvPr id="10" name="Bullet1" descr="c089bf63-e18e-4322-bab3-2d2bcdb4123c"/>
                <p:cNvSpPr txBox="1"/>
                <p:nvPr/>
              </p:nvSpPr>
              <p:spPr>
                <a:xfrm>
                  <a:off x="5221998" y="2554715"/>
                  <a:ext cx="5244255" cy="525465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/>
                <a:p>
                  <a:pPr algn="l"/>
                  <a:r>
                    <a:rPr lang="en-US" sz="1800" b="1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材料准备</a:t>
                  </a:r>
                  <a:endPara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11" name="Text1" descr="00b13dd6-2292-46e0-88bd-0d3ca976ef75"/>
                <p:cNvSpPr txBox="1"/>
                <p:nvPr/>
              </p:nvSpPr>
              <p:spPr>
                <a:xfrm>
                  <a:off x="5221998" y="3080180"/>
                  <a:ext cx="5244253" cy="889154"/>
                </a:xfrm>
                <a:prstGeom prst="rect">
                  <a:avLst/>
                </a:prstGeom>
                <a:noFill/>
              </p:spPr>
              <p:txBody>
                <a:bodyPr wrap="square" rtlCol="0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 strike="noStrik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准备不同大小的齿轮组合，用于实验测量。</a:t>
                  </a:r>
                  <a:endParaRPr 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6" name="组合 5" descr="4b4e3f8b-9991-4a6c-bf19-1dda0438cf4f"/>
              <p:cNvGrpSpPr/>
              <p:nvPr/>
            </p:nvGrpSpPr>
            <p:grpSpPr>
              <a:xfrm>
                <a:off x="5221998" y="3972418"/>
                <a:ext cx="5244255" cy="1414619"/>
                <a:chOff x="5221998" y="3972418"/>
                <a:chExt cx="5244255" cy="1414619"/>
              </a:xfrm>
            </p:grpSpPr>
            <p:sp>
              <p:nvSpPr>
                <p:cNvPr id="12" name="Bullet2" descr="36c3ec03-551c-476a-be54-81eb47f6d728"/>
                <p:cNvSpPr txBox="1"/>
                <p:nvPr/>
              </p:nvSpPr>
              <p:spPr>
                <a:xfrm>
                  <a:off x="5221998" y="3972418"/>
                  <a:ext cx="5244255" cy="525465"/>
                </a:xfrm>
                <a:prstGeom prst="rect">
                  <a:avLst/>
                </a:prstGeom>
                <a:noFill/>
              </p:spPr>
              <p:txBody>
                <a:bodyPr wrap="square" rtlCol="0" anchor="b" anchorCtr="0">
                  <a:normAutofit/>
                </a:bodyPr>
                <a:lstStyle/>
                <a:p>
                  <a:pPr algn="l"/>
                  <a:r>
                    <a:rPr lang="en-US" sz="1800" b="1" i="0" u="non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任务要求</a:t>
                  </a:r>
                  <a:endPara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  <p:sp>
              <p:nvSpPr>
                <p:cNvPr id="13" name="Text2" descr="104b5a44-b09f-4dec-bd20-dd4e53169b15"/>
                <p:cNvSpPr txBox="1"/>
                <p:nvPr/>
              </p:nvSpPr>
              <p:spPr>
                <a:xfrm>
                  <a:off x="5221998" y="4497883"/>
                  <a:ext cx="5244253" cy="889154"/>
                </a:xfrm>
                <a:prstGeom prst="rect">
                  <a:avLst/>
                </a:prstGeom>
                <a:noFill/>
              </p:spPr>
              <p:txBody>
                <a:bodyPr wrap="square" rtlCol="0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 strike="noStrike">
                      <a:solidFill>
                        <a:srgbClr val="2F2F2F"/>
                      </a:solidFill>
                      <a:ea typeface="微软雅黑" panose="020B0503020204020204" charset="-122"/>
                    </a:rPr>
                    <a:t>测量不同齿轮组合的转速比，加深对传动比的理解。</a:t>
                  </a:r>
                  <a:endParaRPr lang="en-US" sz="1200" b="0" i="0" u="none" strike="noStrike">
                    <a:solidFill>
                      <a:srgbClr val="2F2F2F"/>
                    </a:solidFill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4" name="图形 2" descr="03d10b74-0d79-48dd-88c0-b9899ec176c8"/>
            <p:cNvGrpSpPr/>
            <p:nvPr/>
          </p:nvGrpSpPr>
          <p:grpSpPr>
            <a:xfrm>
              <a:off x="1270374" y="1944948"/>
              <a:ext cx="3313056" cy="4054940"/>
              <a:chOff x="3662407" y="452437"/>
              <a:chExt cx="4867610" cy="5957601"/>
            </a:xfrm>
          </p:grpSpPr>
          <p:sp>
            <p:nvSpPr>
              <p:cNvPr id="7" name="任意多边形: 形状 3" descr="2fb896c1-81b6-423c-b1b0-4ea548c026ed"/>
              <p:cNvSpPr/>
              <p:nvPr/>
            </p:nvSpPr>
            <p:spPr>
              <a:xfrm>
                <a:off x="4339113" y="2436494"/>
                <a:ext cx="3612451" cy="3612451"/>
              </a:xfrm>
              <a:custGeom>
                <a:avLst/>
                <a:gdLst>
                  <a:gd name="connsiteX0" fmla="*/ 0 w 3612451"/>
                  <a:gd name="connsiteY0" fmla="*/ 1806226 h 3612451"/>
                  <a:gd name="connsiteX1" fmla="*/ 1806226 w 3612451"/>
                  <a:gd name="connsiteY1" fmla="*/ 0 h 3612451"/>
                  <a:gd name="connsiteX2" fmla="*/ 3612452 w 3612451"/>
                  <a:gd name="connsiteY2" fmla="*/ 1806226 h 3612451"/>
                  <a:gd name="connsiteX3" fmla="*/ 1806226 w 3612451"/>
                  <a:gd name="connsiteY3" fmla="*/ 3612452 h 3612451"/>
                  <a:gd name="connsiteX4" fmla="*/ 0 w 3612451"/>
                  <a:gd name="connsiteY4" fmla="*/ 1806226 h 3612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12451" h="3612451">
                    <a:moveTo>
                      <a:pt x="0" y="1806226"/>
                    </a:moveTo>
                    <a:cubicBezTo>
                      <a:pt x="0" y="808673"/>
                      <a:pt x="808672" y="0"/>
                      <a:pt x="1806226" y="0"/>
                    </a:cubicBezTo>
                    <a:cubicBezTo>
                      <a:pt x="2803779" y="0"/>
                      <a:pt x="3612452" y="808673"/>
                      <a:pt x="3612452" y="1806226"/>
                    </a:cubicBezTo>
                    <a:cubicBezTo>
                      <a:pt x="3612452" y="2803779"/>
                      <a:pt x="2803779" y="3612452"/>
                      <a:pt x="1806226" y="3612452"/>
                    </a:cubicBezTo>
                    <a:cubicBezTo>
                      <a:pt x="808672" y="3612356"/>
                      <a:pt x="0" y="2803779"/>
                      <a:pt x="0" y="1806226"/>
                    </a:cubicBezTo>
                    <a:close/>
                  </a:path>
                </a:pathLst>
              </a:custGeom>
              <a:solidFill>
                <a:srgbClr val="FEE6C8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grpSp>
            <p:nvGrpSpPr>
              <p:cNvPr id="9" name="图形 2" descr="3e97a28c-2302-4f53-b39e-735ce18477a6"/>
              <p:cNvGrpSpPr/>
              <p:nvPr/>
            </p:nvGrpSpPr>
            <p:grpSpPr>
              <a:xfrm>
                <a:off x="3662407" y="3136927"/>
                <a:ext cx="4824929" cy="2807203"/>
                <a:chOff x="3662407" y="3136927"/>
                <a:chExt cx="4824929" cy="2807203"/>
              </a:xfrm>
            </p:grpSpPr>
            <p:grpSp>
              <p:nvGrpSpPr>
                <p:cNvPr id="91" name="图形 2" descr="40d37e2d-a10f-4d95-b0d4-3788932b4748"/>
                <p:cNvGrpSpPr/>
                <p:nvPr/>
              </p:nvGrpSpPr>
              <p:grpSpPr>
                <a:xfrm>
                  <a:off x="4264688" y="3159600"/>
                  <a:ext cx="858128" cy="1827392"/>
                  <a:chOff x="4264688" y="3159600"/>
                  <a:chExt cx="858128" cy="1827392"/>
                </a:xfrm>
              </p:grpSpPr>
              <p:sp>
                <p:nvSpPr>
                  <p:cNvPr id="132" name="任意多边形: 形状 131" descr="1055aa25-ba16-46cc-ab23-4bff355046d9"/>
                  <p:cNvSpPr/>
                  <p:nvPr/>
                </p:nvSpPr>
                <p:spPr>
                  <a:xfrm>
                    <a:off x="4264688" y="3159600"/>
                    <a:ext cx="858128" cy="1827392"/>
                  </a:xfrm>
                  <a:custGeom>
                    <a:avLst/>
                    <a:gdLst>
                      <a:gd name="connsiteX0" fmla="*/ 212156 w 858128"/>
                      <a:gd name="connsiteY0" fmla="*/ 1827308 h 1827392"/>
                      <a:gd name="connsiteX1" fmla="*/ 7845 w 858128"/>
                      <a:gd name="connsiteY1" fmla="*/ 886904 h 1827392"/>
                      <a:gd name="connsiteX2" fmla="*/ 764415 w 858128"/>
                      <a:gd name="connsiteY2" fmla="*/ 603 h 1827392"/>
                      <a:gd name="connsiteX3" fmla="*/ 777465 w 858128"/>
                      <a:gd name="connsiteY3" fmla="*/ 1114266 h 1827392"/>
                      <a:gd name="connsiteX4" fmla="*/ 212156 w 858128"/>
                      <a:gd name="connsiteY4" fmla="*/ 1827308 h 18273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58128" h="1827392">
                        <a:moveTo>
                          <a:pt x="212156" y="1827308"/>
                        </a:moveTo>
                        <a:cubicBezTo>
                          <a:pt x="150434" y="1834261"/>
                          <a:pt x="-40828" y="1411637"/>
                          <a:pt x="7845" y="886904"/>
                        </a:cubicBezTo>
                        <a:cubicBezTo>
                          <a:pt x="63566" y="287115"/>
                          <a:pt x="688596" y="-15399"/>
                          <a:pt x="764415" y="603"/>
                        </a:cubicBezTo>
                        <a:cubicBezTo>
                          <a:pt x="831376" y="14795"/>
                          <a:pt x="930055" y="609822"/>
                          <a:pt x="777465" y="1114266"/>
                        </a:cubicBezTo>
                        <a:cubicBezTo>
                          <a:pt x="624969" y="1618710"/>
                          <a:pt x="332361" y="1813687"/>
                          <a:pt x="212156" y="1827308"/>
                        </a:cubicBezTo>
                        <a:close/>
                      </a:path>
                    </a:pathLst>
                  </a:custGeom>
                  <a:solidFill>
                    <a:srgbClr val="FF560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  <p:grpSp>
                <p:nvGrpSpPr>
                  <p:cNvPr id="133" name="图形 2" descr="f9fd2f24-b184-479b-9dd2-b0784e5eb9b8"/>
                  <p:cNvGrpSpPr/>
                  <p:nvPr/>
                </p:nvGrpSpPr>
                <p:grpSpPr>
                  <a:xfrm>
                    <a:off x="4355372" y="3269310"/>
                    <a:ext cx="699948" cy="1565959"/>
                    <a:chOff x="4355372" y="3269310"/>
                    <a:chExt cx="699948" cy="1565959"/>
                  </a:xfrm>
                  <a:solidFill>
                    <a:srgbClr val="FFFFFF"/>
                  </a:solidFill>
                </p:grpSpPr>
                <p:sp>
                  <p:nvSpPr>
                    <p:cNvPr id="134" name="任意多边形: 形状 133" descr="3b849b65-b85c-4ca6-a07c-4b22f3cd8d25"/>
                    <p:cNvSpPr/>
                    <p:nvPr/>
                  </p:nvSpPr>
                  <p:spPr>
                    <a:xfrm>
                      <a:off x="4548272" y="3269310"/>
                      <a:ext cx="432494" cy="1565959"/>
                    </a:xfrm>
                    <a:custGeom>
                      <a:avLst/>
                      <a:gdLst>
                        <a:gd name="connsiteX0" fmla="*/ 16393 w 432494"/>
                        <a:gd name="connsiteY0" fmla="*/ 1565960 h 1565959"/>
                        <a:gd name="connsiteX1" fmla="*/ 12012 w 432494"/>
                        <a:gd name="connsiteY1" fmla="*/ 1562245 h 1565959"/>
                        <a:gd name="connsiteX2" fmla="*/ 424158 w 432494"/>
                        <a:gd name="connsiteY2" fmla="*/ 2145 h 1565959"/>
                        <a:gd name="connsiteX3" fmla="*/ 430350 w 432494"/>
                        <a:gd name="connsiteY3" fmla="*/ 621 h 1565959"/>
                        <a:gd name="connsiteX4" fmla="*/ 431874 w 432494"/>
                        <a:gd name="connsiteY4" fmla="*/ 6812 h 1565959"/>
                        <a:gd name="connsiteX5" fmla="*/ 20965 w 432494"/>
                        <a:gd name="connsiteY5" fmla="*/ 1560626 h 1565959"/>
                        <a:gd name="connsiteX6" fmla="*/ 17346 w 432494"/>
                        <a:gd name="connsiteY6" fmla="*/ 1565864 h 1565959"/>
                        <a:gd name="connsiteX7" fmla="*/ 16393 w 432494"/>
                        <a:gd name="connsiteY7" fmla="*/ 1565960 h 15659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32494" h="1565959">
                          <a:moveTo>
                            <a:pt x="16393" y="1565960"/>
                          </a:moveTo>
                          <a:cubicBezTo>
                            <a:pt x="14298" y="1565960"/>
                            <a:pt x="12393" y="1564436"/>
                            <a:pt x="12012" y="1562245"/>
                          </a:cubicBezTo>
                          <a:cubicBezTo>
                            <a:pt x="10773" y="1555387"/>
                            <a:pt x="-107337" y="870730"/>
                            <a:pt x="424158" y="2145"/>
                          </a:cubicBezTo>
                          <a:cubicBezTo>
                            <a:pt x="425492" y="49"/>
                            <a:pt x="428254" y="-617"/>
                            <a:pt x="430350" y="621"/>
                          </a:cubicBezTo>
                          <a:cubicBezTo>
                            <a:pt x="432445" y="1955"/>
                            <a:pt x="433112" y="4717"/>
                            <a:pt x="431874" y="6812"/>
                          </a:cubicBezTo>
                          <a:cubicBezTo>
                            <a:pt x="-97716" y="872254"/>
                            <a:pt x="19632" y="1553768"/>
                            <a:pt x="20965" y="1560626"/>
                          </a:cubicBezTo>
                          <a:cubicBezTo>
                            <a:pt x="21441" y="1563102"/>
                            <a:pt x="19822" y="1565388"/>
                            <a:pt x="17346" y="1565864"/>
                          </a:cubicBezTo>
                          <a:cubicBezTo>
                            <a:pt x="16965" y="1565960"/>
                            <a:pt x="16679" y="1565960"/>
                            <a:pt x="16393" y="156596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  <p:sp>
                  <p:nvSpPr>
                    <p:cNvPr id="135" name="任意多边形: 形状 134" descr="2e5d5273-8961-4fc2-8427-1960ada14d57"/>
                    <p:cNvSpPr/>
                    <p:nvPr/>
                  </p:nvSpPr>
                  <p:spPr>
                    <a:xfrm>
                      <a:off x="4355372" y="3992184"/>
                      <a:ext cx="211797" cy="457799"/>
                    </a:xfrm>
                    <a:custGeom>
                      <a:avLst/>
                      <a:gdLst>
                        <a:gd name="connsiteX0" fmla="*/ 207387 w 211797"/>
                        <a:gd name="connsiteY0" fmla="*/ 457800 h 457799"/>
                        <a:gd name="connsiteX1" fmla="*/ 203292 w 211797"/>
                        <a:gd name="connsiteY1" fmla="*/ 455133 h 457799"/>
                        <a:gd name="connsiteX2" fmla="*/ 409 w 211797"/>
                        <a:gd name="connsiteY2" fmla="*/ 6315 h 457799"/>
                        <a:gd name="connsiteX3" fmla="*/ 2600 w 211797"/>
                        <a:gd name="connsiteY3" fmla="*/ 409 h 457799"/>
                        <a:gd name="connsiteX4" fmla="*/ 8505 w 211797"/>
                        <a:gd name="connsiteY4" fmla="*/ 2600 h 457799"/>
                        <a:gd name="connsiteX5" fmla="*/ 211388 w 211797"/>
                        <a:gd name="connsiteY5" fmla="*/ 451418 h 457799"/>
                        <a:gd name="connsiteX6" fmla="*/ 209197 w 211797"/>
                        <a:gd name="connsiteY6" fmla="*/ 457324 h 457799"/>
                        <a:gd name="connsiteX7" fmla="*/ 207387 w 211797"/>
                        <a:gd name="connsiteY7" fmla="*/ 457800 h 45779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11797" h="457799">
                          <a:moveTo>
                            <a:pt x="207387" y="457800"/>
                          </a:moveTo>
                          <a:cubicBezTo>
                            <a:pt x="205673" y="457800"/>
                            <a:pt x="204054" y="456847"/>
                            <a:pt x="203292" y="455133"/>
                          </a:cubicBezTo>
                          <a:lnTo>
                            <a:pt x="409" y="6315"/>
                          </a:lnTo>
                          <a:cubicBezTo>
                            <a:pt x="-639" y="4029"/>
                            <a:pt x="409" y="1362"/>
                            <a:pt x="2600" y="409"/>
                          </a:cubicBezTo>
                          <a:cubicBezTo>
                            <a:pt x="4886" y="-639"/>
                            <a:pt x="7553" y="409"/>
                            <a:pt x="8505" y="2600"/>
                          </a:cubicBezTo>
                          <a:lnTo>
                            <a:pt x="211388" y="451418"/>
                          </a:lnTo>
                          <a:cubicBezTo>
                            <a:pt x="212436" y="453704"/>
                            <a:pt x="211388" y="456371"/>
                            <a:pt x="209197" y="457324"/>
                          </a:cubicBezTo>
                          <a:cubicBezTo>
                            <a:pt x="208626" y="457609"/>
                            <a:pt x="208054" y="457800"/>
                            <a:pt x="207387" y="45780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  <p:sp>
                  <p:nvSpPr>
                    <p:cNvPr id="136" name="任意多边形: 形状 135" descr="9fcbb2e1-81e5-4906-878a-d2ee99419a0a"/>
                    <p:cNvSpPr/>
                    <p:nvPr/>
                  </p:nvSpPr>
                  <p:spPr>
                    <a:xfrm>
                      <a:off x="4657987" y="3784925"/>
                      <a:ext cx="397333" cy="251387"/>
                    </a:xfrm>
                    <a:custGeom>
                      <a:avLst/>
                      <a:gdLst>
                        <a:gd name="connsiteX0" fmla="*/ 4500 w 397333"/>
                        <a:gd name="connsiteY0" fmla="*/ 251388 h 251387"/>
                        <a:gd name="connsiteX1" fmla="*/ 690 w 397333"/>
                        <a:gd name="connsiteY1" fmla="*/ 249292 h 251387"/>
                        <a:gd name="connsiteX2" fmla="*/ 2118 w 397333"/>
                        <a:gd name="connsiteY2" fmla="*/ 243101 h 251387"/>
                        <a:gd name="connsiteX3" fmla="*/ 390453 w 397333"/>
                        <a:gd name="connsiteY3" fmla="*/ 690 h 251387"/>
                        <a:gd name="connsiteX4" fmla="*/ 396644 w 397333"/>
                        <a:gd name="connsiteY4" fmla="*/ 2118 h 251387"/>
                        <a:gd name="connsiteX5" fmla="*/ 395215 w 397333"/>
                        <a:gd name="connsiteY5" fmla="*/ 8310 h 251387"/>
                        <a:gd name="connsiteX6" fmla="*/ 6786 w 397333"/>
                        <a:gd name="connsiteY6" fmla="*/ 250721 h 251387"/>
                        <a:gd name="connsiteX7" fmla="*/ 4500 w 397333"/>
                        <a:gd name="connsiteY7" fmla="*/ 251388 h 2513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397333" h="251387">
                          <a:moveTo>
                            <a:pt x="4500" y="251388"/>
                          </a:moveTo>
                          <a:cubicBezTo>
                            <a:pt x="2976" y="251388"/>
                            <a:pt x="1547" y="250626"/>
                            <a:pt x="690" y="249292"/>
                          </a:cubicBezTo>
                          <a:cubicBezTo>
                            <a:pt x="-644" y="247197"/>
                            <a:pt x="23" y="244434"/>
                            <a:pt x="2118" y="243101"/>
                          </a:cubicBezTo>
                          <a:lnTo>
                            <a:pt x="390453" y="690"/>
                          </a:lnTo>
                          <a:cubicBezTo>
                            <a:pt x="392548" y="-644"/>
                            <a:pt x="395310" y="23"/>
                            <a:pt x="396644" y="2118"/>
                          </a:cubicBezTo>
                          <a:cubicBezTo>
                            <a:pt x="397977" y="4214"/>
                            <a:pt x="397311" y="6976"/>
                            <a:pt x="395215" y="8310"/>
                          </a:cubicBezTo>
                          <a:lnTo>
                            <a:pt x="6786" y="250721"/>
                          </a:lnTo>
                          <a:cubicBezTo>
                            <a:pt x="6119" y="251102"/>
                            <a:pt x="5357" y="251388"/>
                            <a:pt x="4500" y="251388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  <p:sp>
                  <p:nvSpPr>
                    <p:cNvPr id="137" name="任意多边形: 形状 136" descr="30e47cb7-d914-45b9-bd9e-b5a429663fbc"/>
                    <p:cNvSpPr/>
                    <p:nvPr/>
                  </p:nvSpPr>
                  <p:spPr>
                    <a:xfrm>
                      <a:off x="4551935" y="4553649"/>
                      <a:ext cx="287016" cy="144841"/>
                    </a:xfrm>
                    <a:custGeom>
                      <a:avLst/>
                      <a:gdLst>
                        <a:gd name="connsiteX0" fmla="*/ 4443 w 287016"/>
                        <a:gd name="connsiteY0" fmla="*/ 144842 h 144841"/>
                        <a:gd name="connsiteX1" fmla="*/ 443 w 287016"/>
                        <a:gd name="connsiteY1" fmla="*/ 142365 h 144841"/>
                        <a:gd name="connsiteX2" fmla="*/ 2538 w 287016"/>
                        <a:gd name="connsiteY2" fmla="*/ 136365 h 144841"/>
                        <a:gd name="connsiteX3" fmla="*/ 280573 w 287016"/>
                        <a:gd name="connsiteY3" fmla="*/ 443 h 144841"/>
                        <a:gd name="connsiteX4" fmla="*/ 286574 w 287016"/>
                        <a:gd name="connsiteY4" fmla="*/ 2538 h 144841"/>
                        <a:gd name="connsiteX5" fmla="*/ 284478 w 287016"/>
                        <a:gd name="connsiteY5" fmla="*/ 8539 h 144841"/>
                        <a:gd name="connsiteX6" fmla="*/ 6443 w 287016"/>
                        <a:gd name="connsiteY6" fmla="*/ 144461 h 144841"/>
                        <a:gd name="connsiteX7" fmla="*/ 4443 w 287016"/>
                        <a:gd name="connsiteY7" fmla="*/ 144842 h 1448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87016" h="144841">
                          <a:moveTo>
                            <a:pt x="4443" y="144842"/>
                          </a:moveTo>
                          <a:cubicBezTo>
                            <a:pt x="2824" y="144842"/>
                            <a:pt x="1205" y="143889"/>
                            <a:pt x="443" y="142365"/>
                          </a:cubicBezTo>
                          <a:cubicBezTo>
                            <a:pt x="-605" y="140174"/>
                            <a:pt x="252" y="137412"/>
                            <a:pt x="2538" y="136365"/>
                          </a:cubicBezTo>
                          <a:lnTo>
                            <a:pt x="280573" y="443"/>
                          </a:lnTo>
                          <a:cubicBezTo>
                            <a:pt x="282764" y="-605"/>
                            <a:pt x="285526" y="252"/>
                            <a:pt x="286574" y="2538"/>
                          </a:cubicBezTo>
                          <a:cubicBezTo>
                            <a:pt x="287621" y="4729"/>
                            <a:pt x="286764" y="7491"/>
                            <a:pt x="284478" y="8539"/>
                          </a:cubicBezTo>
                          <a:lnTo>
                            <a:pt x="6443" y="144461"/>
                          </a:lnTo>
                          <a:cubicBezTo>
                            <a:pt x="5777" y="144746"/>
                            <a:pt x="5110" y="144842"/>
                            <a:pt x="4443" y="144842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  <p:sp>
                  <p:nvSpPr>
                    <p:cNvPr id="138" name="任意多边形: 形状 137" descr="fa40ed23-f945-4633-a0f5-f018bed5b223"/>
                    <p:cNvSpPr/>
                    <p:nvPr/>
                  </p:nvSpPr>
                  <p:spPr>
                    <a:xfrm>
                      <a:off x="4755653" y="3369289"/>
                      <a:ext cx="49315" cy="213729"/>
                    </a:xfrm>
                    <a:custGeom>
                      <a:avLst/>
                      <a:gdLst>
                        <a:gd name="connsiteX0" fmla="*/ 44851 w 49315"/>
                        <a:gd name="connsiteY0" fmla="*/ 213729 h 213729"/>
                        <a:gd name="connsiteX1" fmla="*/ 40469 w 49315"/>
                        <a:gd name="connsiteY1" fmla="*/ 210110 h 213729"/>
                        <a:gd name="connsiteX2" fmla="*/ 83 w 49315"/>
                        <a:gd name="connsiteY2" fmla="*/ 5322 h 213729"/>
                        <a:gd name="connsiteX3" fmla="*/ 3608 w 49315"/>
                        <a:gd name="connsiteY3" fmla="*/ 83 h 213729"/>
                        <a:gd name="connsiteX4" fmla="*/ 8846 w 49315"/>
                        <a:gd name="connsiteY4" fmla="*/ 3607 h 213729"/>
                        <a:gd name="connsiteX5" fmla="*/ 49232 w 49315"/>
                        <a:gd name="connsiteY5" fmla="*/ 208395 h 213729"/>
                        <a:gd name="connsiteX6" fmla="*/ 45708 w 49315"/>
                        <a:gd name="connsiteY6" fmla="*/ 213634 h 213729"/>
                        <a:gd name="connsiteX7" fmla="*/ 44851 w 49315"/>
                        <a:gd name="connsiteY7" fmla="*/ 213729 h 2137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9315" h="213729">
                          <a:moveTo>
                            <a:pt x="44851" y="213729"/>
                          </a:moveTo>
                          <a:cubicBezTo>
                            <a:pt x="42755" y="213729"/>
                            <a:pt x="40850" y="212205"/>
                            <a:pt x="40469" y="210110"/>
                          </a:cubicBezTo>
                          <a:lnTo>
                            <a:pt x="83" y="5322"/>
                          </a:lnTo>
                          <a:cubicBezTo>
                            <a:pt x="-393" y="2846"/>
                            <a:pt x="1226" y="560"/>
                            <a:pt x="3608" y="83"/>
                          </a:cubicBezTo>
                          <a:cubicBezTo>
                            <a:pt x="6084" y="-393"/>
                            <a:pt x="8370" y="1226"/>
                            <a:pt x="8846" y="3607"/>
                          </a:cubicBezTo>
                          <a:lnTo>
                            <a:pt x="49232" y="208395"/>
                          </a:lnTo>
                          <a:cubicBezTo>
                            <a:pt x="49709" y="210872"/>
                            <a:pt x="48089" y="213157"/>
                            <a:pt x="45708" y="213634"/>
                          </a:cubicBezTo>
                          <a:cubicBezTo>
                            <a:pt x="45422" y="213729"/>
                            <a:pt x="45136" y="213729"/>
                            <a:pt x="44851" y="213729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</p:grpSp>
            </p:grpSp>
            <p:grpSp>
              <p:nvGrpSpPr>
                <p:cNvPr id="92" name="图形 2" descr="fdfe1c68-d39a-429b-8035-c850d3a9f542"/>
                <p:cNvGrpSpPr/>
                <p:nvPr/>
              </p:nvGrpSpPr>
              <p:grpSpPr>
                <a:xfrm>
                  <a:off x="3662407" y="3992312"/>
                  <a:ext cx="1369349" cy="1725834"/>
                  <a:chOff x="3662407" y="3992312"/>
                  <a:chExt cx="1369349" cy="1725834"/>
                </a:xfrm>
              </p:grpSpPr>
              <p:sp>
                <p:nvSpPr>
                  <p:cNvPr id="125" name="任意多边形: 形状 124" descr="8990cac0-67e0-4579-b199-981006508aac"/>
                  <p:cNvSpPr/>
                  <p:nvPr/>
                </p:nvSpPr>
                <p:spPr>
                  <a:xfrm>
                    <a:off x="3662407" y="3992312"/>
                    <a:ext cx="1369349" cy="1725834"/>
                  </a:xfrm>
                  <a:custGeom>
                    <a:avLst/>
                    <a:gdLst>
                      <a:gd name="connsiteX0" fmla="*/ 1281924 w 1369349"/>
                      <a:gd name="connsiteY0" fmla="*/ 1724497 h 1725834"/>
                      <a:gd name="connsiteX1" fmla="*/ 1227632 w 1369349"/>
                      <a:gd name="connsiteY1" fmla="*/ 717418 h 1725834"/>
                      <a:gd name="connsiteX2" fmla="*/ 27768 w 1369349"/>
                      <a:gd name="connsiteY2" fmla="*/ 4758 h 1725834"/>
                      <a:gd name="connsiteX3" fmla="*/ 369048 w 1369349"/>
                      <a:gd name="connsiteY3" fmla="*/ 1140328 h 1725834"/>
                      <a:gd name="connsiteX4" fmla="*/ 1281924 w 1369349"/>
                      <a:gd name="connsiteY4" fmla="*/ 1724497 h 17258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369349" h="1725834">
                        <a:moveTo>
                          <a:pt x="1281924" y="1724497"/>
                        </a:moveTo>
                        <a:cubicBezTo>
                          <a:pt x="1358886" y="1716210"/>
                          <a:pt x="1454803" y="1238817"/>
                          <a:pt x="1227632" y="717418"/>
                        </a:cubicBezTo>
                        <a:cubicBezTo>
                          <a:pt x="967885" y="121534"/>
                          <a:pt x="114445" y="-30389"/>
                          <a:pt x="27768" y="4758"/>
                        </a:cubicBezTo>
                        <a:cubicBezTo>
                          <a:pt x="-48718" y="35809"/>
                          <a:pt x="22719" y="665507"/>
                          <a:pt x="369048" y="1140328"/>
                        </a:cubicBezTo>
                        <a:cubicBezTo>
                          <a:pt x="715282" y="1615245"/>
                          <a:pt x="1131906" y="1740594"/>
                          <a:pt x="1281924" y="1724497"/>
                        </a:cubicBezTo>
                        <a:close/>
                      </a:path>
                    </a:pathLst>
                  </a:custGeom>
                  <a:solidFill>
                    <a:srgbClr val="ADC2F0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  <p:grpSp>
                <p:nvGrpSpPr>
                  <p:cNvPr id="126" name="图形 2" descr="ea83a4e5-90e5-4b88-8675-a0b21e2ee362"/>
                  <p:cNvGrpSpPr/>
                  <p:nvPr/>
                </p:nvGrpSpPr>
                <p:grpSpPr>
                  <a:xfrm>
                    <a:off x="3786067" y="4094867"/>
                    <a:ext cx="1006259" cy="1489543"/>
                    <a:chOff x="3786067" y="4094867"/>
                    <a:chExt cx="1006259" cy="1489543"/>
                  </a:xfrm>
                  <a:solidFill>
                    <a:srgbClr val="FFFFFF"/>
                  </a:solidFill>
                </p:grpSpPr>
                <p:sp>
                  <p:nvSpPr>
                    <p:cNvPr id="127" name="任意多边形: 形状 126" descr="ac38617e-d77e-4e44-9128-c18d72065104"/>
                    <p:cNvSpPr/>
                    <p:nvPr/>
                  </p:nvSpPr>
                  <p:spPr>
                    <a:xfrm>
                      <a:off x="3786067" y="4094867"/>
                      <a:ext cx="1006259" cy="1489543"/>
                    </a:xfrm>
                    <a:custGeom>
                      <a:avLst/>
                      <a:gdLst>
                        <a:gd name="connsiteX0" fmla="*/ 1001769 w 1006259"/>
                        <a:gd name="connsiteY0" fmla="*/ 1489544 h 1489543"/>
                        <a:gd name="connsiteX1" fmla="*/ 997292 w 1006259"/>
                        <a:gd name="connsiteY1" fmla="*/ 1485448 h 1489543"/>
                        <a:gd name="connsiteX2" fmla="*/ 847940 w 1006259"/>
                        <a:gd name="connsiteY2" fmla="*/ 1030535 h 1489543"/>
                        <a:gd name="connsiteX3" fmla="*/ 1644 w 1006259"/>
                        <a:gd name="connsiteY3" fmla="*/ 7930 h 1489543"/>
                        <a:gd name="connsiteX4" fmla="*/ 977 w 1006259"/>
                        <a:gd name="connsiteY4" fmla="*/ 1644 h 1489543"/>
                        <a:gd name="connsiteX5" fmla="*/ 7264 w 1006259"/>
                        <a:gd name="connsiteY5" fmla="*/ 977 h 1489543"/>
                        <a:gd name="connsiteX6" fmla="*/ 856227 w 1006259"/>
                        <a:gd name="connsiteY6" fmla="*/ 1027105 h 1489543"/>
                        <a:gd name="connsiteX7" fmla="*/ 1006246 w 1006259"/>
                        <a:gd name="connsiteY7" fmla="*/ 1484591 h 1489543"/>
                        <a:gd name="connsiteX8" fmla="*/ 1002150 w 1006259"/>
                        <a:gd name="connsiteY8" fmla="*/ 1489449 h 1489543"/>
                        <a:gd name="connsiteX9" fmla="*/ 1001769 w 1006259"/>
                        <a:gd name="connsiteY9" fmla="*/ 1489544 h 14895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006259" h="1489543">
                          <a:moveTo>
                            <a:pt x="1001769" y="1489544"/>
                          </a:moveTo>
                          <a:cubicBezTo>
                            <a:pt x="999483" y="1489544"/>
                            <a:pt x="997483" y="1487830"/>
                            <a:pt x="997292" y="1485448"/>
                          </a:cubicBezTo>
                          <a:cubicBezTo>
                            <a:pt x="997102" y="1483639"/>
                            <a:pt x="979100" y="1302092"/>
                            <a:pt x="847940" y="1030535"/>
                          </a:cubicBezTo>
                          <a:cubicBezTo>
                            <a:pt x="726782" y="779836"/>
                            <a:pt x="481609" y="398932"/>
                            <a:pt x="1644" y="7930"/>
                          </a:cubicBezTo>
                          <a:cubicBezTo>
                            <a:pt x="-261" y="6406"/>
                            <a:pt x="-547" y="3549"/>
                            <a:pt x="977" y="1644"/>
                          </a:cubicBezTo>
                          <a:cubicBezTo>
                            <a:pt x="2501" y="-261"/>
                            <a:pt x="5359" y="-547"/>
                            <a:pt x="7264" y="977"/>
                          </a:cubicBezTo>
                          <a:cubicBezTo>
                            <a:pt x="488753" y="393121"/>
                            <a:pt x="734688" y="775455"/>
                            <a:pt x="856227" y="1027105"/>
                          </a:cubicBezTo>
                          <a:cubicBezTo>
                            <a:pt x="988053" y="1300092"/>
                            <a:pt x="1006055" y="1482782"/>
                            <a:pt x="1006246" y="1484591"/>
                          </a:cubicBezTo>
                          <a:cubicBezTo>
                            <a:pt x="1006436" y="1487068"/>
                            <a:pt x="1004627" y="1489259"/>
                            <a:pt x="1002150" y="1489449"/>
                          </a:cubicBezTo>
                          <a:cubicBezTo>
                            <a:pt x="1002055" y="1489544"/>
                            <a:pt x="1001960" y="1489544"/>
                            <a:pt x="1001769" y="1489544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  <p:sp>
                  <p:nvSpPr>
                    <p:cNvPr id="128" name="任意多边形: 形状 127" descr="a9b767c4-b393-4803-83b4-ae957ddf6da7"/>
                    <p:cNvSpPr/>
                    <p:nvPr/>
                  </p:nvSpPr>
                  <p:spPr>
                    <a:xfrm>
                      <a:off x="4687577" y="4676218"/>
                      <a:ext cx="85169" cy="503285"/>
                    </a:xfrm>
                    <a:custGeom>
                      <a:avLst/>
                      <a:gdLst>
                        <a:gd name="connsiteX0" fmla="*/ 4437 w 85169"/>
                        <a:gd name="connsiteY0" fmla="*/ 503285 h 503285"/>
                        <a:gd name="connsiteX1" fmla="*/ 3770 w 85169"/>
                        <a:gd name="connsiteY1" fmla="*/ 503190 h 503285"/>
                        <a:gd name="connsiteX2" fmla="*/ 55 w 85169"/>
                        <a:gd name="connsiteY2" fmla="*/ 498047 h 503285"/>
                        <a:gd name="connsiteX3" fmla="*/ 76255 w 85169"/>
                        <a:gd name="connsiteY3" fmla="*/ 3794 h 503285"/>
                        <a:gd name="connsiteX4" fmla="*/ 81399 w 85169"/>
                        <a:gd name="connsiteY4" fmla="*/ 80 h 503285"/>
                        <a:gd name="connsiteX5" fmla="*/ 85114 w 85169"/>
                        <a:gd name="connsiteY5" fmla="*/ 5223 h 503285"/>
                        <a:gd name="connsiteX6" fmla="*/ 8914 w 85169"/>
                        <a:gd name="connsiteY6" fmla="*/ 499475 h 503285"/>
                        <a:gd name="connsiteX7" fmla="*/ 4437 w 85169"/>
                        <a:gd name="connsiteY7" fmla="*/ 503285 h 5032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85169" h="503285">
                          <a:moveTo>
                            <a:pt x="4437" y="503285"/>
                          </a:moveTo>
                          <a:cubicBezTo>
                            <a:pt x="4246" y="503285"/>
                            <a:pt x="3961" y="503285"/>
                            <a:pt x="3770" y="503190"/>
                          </a:cubicBezTo>
                          <a:cubicBezTo>
                            <a:pt x="1294" y="502809"/>
                            <a:pt x="-326" y="500523"/>
                            <a:pt x="55" y="498047"/>
                          </a:cubicBezTo>
                          <a:lnTo>
                            <a:pt x="76255" y="3794"/>
                          </a:lnTo>
                          <a:cubicBezTo>
                            <a:pt x="76636" y="1318"/>
                            <a:pt x="78827" y="-397"/>
                            <a:pt x="81399" y="80"/>
                          </a:cubicBezTo>
                          <a:cubicBezTo>
                            <a:pt x="83875" y="460"/>
                            <a:pt x="85495" y="2747"/>
                            <a:pt x="85114" y="5223"/>
                          </a:cubicBezTo>
                          <a:lnTo>
                            <a:pt x="8914" y="499475"/>
                          </a:lnTo>
                          <a:cubicBezTo>
                            <a:pt x="8533" y="501761"/>
                            <a:pt x="6628" y="503285"/>
                            <a:pt x="4437" y="503285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  <p:sp>
                  <p:nvSpPr>
                    <p:cNvPr id="129" name="任意多边形: 形状 128" descr="cf8eaba4-e8ce-4cd9-8a50-69edfb4dafd6"/>
                    <p:cNvSpPr/>
                    <p:nvPr/>
                  </p:nvSpPr>
                  <p:spPr>
                    <a:xfrm>
                      <a:off x="3861079" y="4637653"/>
                      <a:ext cx="556778" cy="158755"/>
                    </a:xfrm>
                    <a:custGeom>
                      <a:avLst/>
                      <a:gdLst>
                        <a:gd name="connsiteX0" fmla="*/ 552233 w 556778"/>
                        <a:gd name="connsiteY0" fmla="*/ 158755 h 158755"/>
                        <a:gd name="connsiteX1" fmla="*/ 551090 w 556778"/>
                        <a:gd name="connsiteY1" fmla="*/ 158565 h 158755"/>
                        <a:gd name="connsiteX2" fmla="*/ 3307 w 556778"/>
                        <a:gd name="connsiteY2" fmla="*/ 8832 h 158755"/>
                        <a:gd name="connsiteX3" fmla="*/ 164 w 556778"/>
                        <a:gd name="connsiteY3" fmla="*/ 3307 h 158755"/>
                        <a:gd name="connsiteX4" fmla="*/ 5689 w 556778"/>
                        <a:gd name="connsiteY4" fmla="*/ 164 h 158755"/>
                        <a:gd name="connsiteX5" fmla="*/ 553471 w 556778"/>
                        <a:gd name="connsiteY5" fmla="*/ 149897 h 158755"/>
                        <a:gd name="connsiteX6" fmla="*/ 556615 w 556778"/>
                        <a:gd name="connsiteY6" fmla="*/ 155421 h 158755"/>
                        <a:gd name="connsiteX7" fmla="*/ 552233 w 556778"/>
                        <a:gd name="connsiteY7" fmla="*/ 158755 h 15875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556778" h="158755">
                          <a:moveTo>
                            <a:pt x="552233" y="158755"/>
                          </a:moveTo>
                          <a:cubicBezTo>
                            <a:pt x="551852" y="158755"/>
                            <a:pt x="551471" y="158660"/>
                            <a:pt x="551090" y="158565"/>
                          </a:cubicBezTo>
                          <a:lnTo>
                            <a:pt x="3307" y="8832"/>
                          </a:lnTo>
                          <a:cubicBezTo>
                            <a:pt x="926" y="8165"/>
                            <a:pt x="-503" y="5688"/>
                            <a:pt x="164" y="3307"/>
                          </a:cubicBezTo>
                          <a:cubicBezTo>
                            <a:pt x="831" y="926"/>
                            <a:pt x="3307" y="-503"/>
                            <a:pt x="5689" y="164"/>
                          </a:cubicBezTo>
                          <a:lnTo>
                            <a:pt x="553471" y="149897"/>
                          </a:lnTo>
                          <a:cubicBezTo>
                            <a:pt x="555853" y="150564"/>
                            <a:pt x="557281" y="153040"/>
                            <a:pt x="556615" y="155421"/>
                          </a:cubicBezTo>
                          <a:cubicBezTo>
                            <a:pt x="555948" y="157422"/>
                            <a:pt x="554138" y="158755"/>
                            <a:pt x="552233" y="158755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  <p:sp>
                  <p:nvSpPr>
                    <p:cNvPr id="130" name="任意多边形: 形状 129" descr="2a0fd3cc-5b1c-47ec-8d09-162f4d22125c"/>
                    <p:cNvSpPr/>
                    <p:nvPr/>
                  </p:nvSpPr>
                  <p:spPr>
                    <a:xfrm>
                      <a:off x="4369347" y="5365256"/>
                      <a:ext cx="324722" cy="62278"/>
                    </a:xfrm>
                    <a:custGeom>
                      <a:avLst/>
                      <a:gdLst>
                        <a:gd name="connsiteX0" fmla="*/ 320286 w 324722"/>
                        <a:gd name="connsiteY0" fmla="*/ 62278 h 62278"/>
                        <a:gd name="connsiteX1" fmla="*/ 319524 w 324722"/>
                        <a:gd name="connsiteY1" fmla="*/ 62183 h 62278"/>
                        <a:gd name="connsiteX2" fmla="*/ 3770 w 324722"/>
                        <a:gd name="connsiteY2" fmla="*/ 8938 h 62278"/>
                        <a:gd name="connsiteX3" fmla="*/ 55 w 324722"/>
                        <a:gd name="connsiteY3" fmla="*/ 3794 h 62278"/>
                        <a:gd name="connsiteX4" fmla="*/ 5199 w 324722"/>
                        <a:gd name="connsiteY4" fmla="*/ 80 h 62278"/>
                        <a:gd name="connsiteX5" fmla="*/ 320953 w 324722"/>
                        <a:gd name="connsiteY5" fmla="*/ 53325 h 62278"/>
                        <a:gd name="connsiteX6" fmla="*/ 324667 w 324722"/>
                        <a:gd name="connsiteY6" fmla="*/ 58468 h 62278"/>
                        <a:gd name="connsiteX7" fmla="*/ 320286 w 324722"/>
                        <a:gd name="connsiteY7" fmla="*/ 62278 h 6227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324722" h="62278">
                          <a:moveTo>
                            <a:pt x="320286" y="62278"/>
                          </a:moveTo>
                          <a:cubicBezTo>
                            <a:pt x="320000" y="62278"/>
                            <a:pt x="319810" y="62278"/>
                            <a:pt x="319524" y="62183"/>
                          </a:cubicBezTo>
                          <a:lnTo>
                            <a:pt x="3770" y="8938"/>
                          </a:lnTo>
                          <a:cubicBezTo>
                            <a:pt x="1294" y="8557"/>
                            <a:pt x="-326" y="6176"/>
                            <a:pt x="55" y="3794"/>
                          </a:cubicBezTo>
                          <a:cubicBezTo>
                            <a:pt x="436" y="1318"/>
                            <a:pt x="2722" y="-397"/>
                            <a:pt x="5199" y="80"/>
                          </a:cubicBezTo>
                          <a:lnTo>
                            <a:pt x="320953" y="53325"/>
                          </a:lnTo>
                          <a:cubicBezTo>
                            <a:pt x="323429" y="53705"/>
                            <a:pt x="325048" y="56087"/>
                            <a:pt x="324667" y="58468"/>
                          </a:cubicBezTo>
                          <a:cubicBezTo>
                            <a:pt x="324382" y="60754"/>
                            <a:pt x="322477" y="62278"/>
                            <a:pt x="320286" y="62278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  <p:sp>
                  <p:nvSpPr>
                    <p:cNvPr id="131" name="任意多边形: 形状 130" descr="74c0e29f-bcc4-4335-b6db-157028055b46"/>
                    <p:cNvSpPr/>
                    <p:nvPr/>
                  </p:nvSpPr>
                  <p:spPr>
                    <a:xfrm>
                      <a:off x="4079543" y="4142449"/>
                      <a:ext cx="25840" cy="227429"/>
                    </a:xfrm>
                    <a:custGeom>
                      <a:avLst/>
                      <a:gdLst>
                        <a:gd name="connsiteX0" fmla="*/ 21350 w 25840"/>
                        <a:gd name="connsiteY0" fmla="*/ 227430 h 227429"/>
                        <a:gd name="connsiteX1" fmla="*/ 16873 w 25840"/>
                        <a:gd name="connsiteY1" fmla="*/ 223239 h 227429"/>
                        <a:gd name="connsiteX2" fmla="*/ 14 w 25840"/>
                        <a:gd name="connsiteY2" fmla="*/ 4926 h 227429"/>
                        <a:gd name="connsiteX3" fmla="*/ 4110 w 25840"/>
                        <a:gd name="connsiteY3" fmla="*/ 68 h 227429"/>
                        <a:gd name="connsiteX4" fmla="*/ 8967 w 25840"/>
                        <a:gd name="connsiteY4" fmla="*/ 4164 h 227429"/>
                        <a:gd name="connsiteX5" fmla="*/ 25826 w 25840"/>
                        <a:gd name="connsiteY5" fmla="*/ 222477 h 227429"/>
                        <a:gd name="connsiteX6" fmla="*/ 21731 w 25840"/>
                        <a:gd name="connsiteY6" fmla="*/ 227334 h 227429"/>
                        <a:gd name="connsiteX7" fmla="*/ 21350 w 25840"/>
                        <a:gd name="connsiteY7" fmla="*/ 227430 h 2274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5840" h="227429">
                          <a:moveTo>
                            <a:pt x="21350" y="227430"/>
                          </a:moveTo>
                          <a:cubicBezTo>
                            <a:pt x="19064" y="227430"/>
                            <a:pt x="17064" y="225620"/>
                            <a:pt x="16873" y="223239"/>
                          </a:cubicBezTo>
                          <a:lnTo>
                            <a:pt x="14" y="4926"/>
                          </a:lnTo>
                          <a:cubicBezTo>
                            <a:pt x="-177" y="2449"/>
                            <a:pt x="1633" y="258"/>
                            <a:pt x="4110" y="68"/>
                          </a:cubicBezTo>
                          <a:cubicBezTo>
                            <a:pt x="6491" y="-408"/>
                            <a:pt x="8777" y="1687"/>
                            <a:pt x="8967" y="4164"/>
                          </a:cubicBezTo>
                          <a:lnTo>
                            <a:pt x="25826" y="222477"/>
                          </a:lnTo>
                          <a:cubicBezTo>
                            <a:pt x="26017" y="224953"/>
                            <a:pt x="24207" y="227144"/>
                            <a:pt x="21731" y="227334"/>
                          </a:cubicBezTo>
                          <a:cubicBezTo>
                            <a:pt x="21540" y="227430"/>
                            <a:pt x="21445" y="227430"/>
                            <a:pt x="21350" y="22743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</p:grpSp>
            </p:grpSp>
            <p:sp>
              <p:nvSpPr>
                <p:cNvPr id="93" name="任意多边形: 形状 92" descr="3f0bd9d4-0006-446d-bc98-d0f631220d1c"/>
                <p:cNvSpPr/>
                <p:nvPr/>
              </p:nvSpPr>
              <p:spPr>
                <a:xfrm>
                  <a:off x="7408037" y="5500085"/>
                  <a:ext cx="47209" cy="157383"/>
                </a:xfrm>
                <a:custGeom>
                  <a:avLst/>
                  <a:gdLst>
                    <a:gd name="connsiteX0" fmla="*/ 42798 w 47209"/>
                    <a:gd name="connsiteY0" fmla="*/ 157384 h 157383"/>
                    <a:gd name="connsiteX1" fmla="*/ 38416 w 47209"/>
                    <a:gd name="connsiteY1" fmla="*/ 154049 h 157383"/>
                    <a:gd name="connsiteX2" fmla="*/ 126 w 47209"/>
                    <a:gd name="connsiteY2" fmla="*/ 5555 h 157383"/>
                    <a:gd name="connsiteX3" fmla="*/ 3364 w 47209"/>
                    <a:gd name="connsiteY3" fmla="*/ 126 h 157383"/>
                    <a:gd name="connsiteX4" fmla="*/ 8793 w 47209"/>
                    <a:gd name="connsiteY4" fmla="*/ 3364 h 157383"/>
                    <a:gd name="connsiteX5" fmla="*/ 47084 w 47209"/>
                    <a:gd name="connsiteY5" fmla="*/ 151859 h 157383"/>
                    <a:gd name="connsiteX6" fmla="*/ 43845 w 47209"/>
                    <a:gd name="connsiteY6" fmla="*/ 157288 h 157383"/>
                    <a:gd name="connsiteX7" fmla="*/ 42798 w 47209"/>
                    <a:gd name="connsiteY7" fmla="*/ 157384 h 1573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7209" h="157383">
                      <a:moveTo>
                        <a:pt x="42798" y="157384"/>
                      </a:moveTo>
                      <a:cubicBezTo>
                        <a:pt x="40797" y="157384"/>
                        <a:pt x="38988" y="156050"/>
                        <a:pt x="38416" y="154049"/>
                      </a:cubicBezTo>
                      <a:lnTo>
                        <a:pt x="126" y="5555"/>
                      </a:lnTo>
                      <a:cubicBezTo>
                        <a:pt x="-446" y="3174"/>
                        <a:pt x="983" y="697"/>
                        <a:pt x="3364" y="126"/>
                      </a:cubicBezTo>
                      <a:cubicBezTo>
                        <a:pt x="5745" y="-446"/>
                        <a:pt x="8222" y="983"/>
                        <a:pt x="8793" y="3364"/>
                      </a:cubicBezTo>
                      <a:lnTo>
                        <a:pt x="47084" y="151859"/>
                      </a:lnTo>
                      <a:cubicBezTo>
                        <a:pt x="47655" y="154240"/>
                        <a:pt x="46227" y="156717"/>
                        <a:pt x="43845" y="157288"/>
                      </a:cubicBezTo>
                      <a:cubicBezTo>
                        <a:pt x="43464" y="157288"/>
                        <a:pt x="43179" y="157384"/>
                        <a:pt x="42798" y="15738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grpSp>
              <p:nvGrpSpPr>
                <p:cNvPr id="94" name="图形 2" descr="a18c5cfb-9747-443c-93b9-93e9537a6e7e"/>
                <p:cNvGrpSpPr/>
                <p:nvPr/>
              </p:nvGrpSpPr>
              <p:grpSpPr>
                <a:xfrm>
                  <a:off x="7140561" y="3136927"/>
                  <a:ext cx="871087" cy="2031592"/>
                  <a:chOff x="7140561" y="3136927"/>
                  <a:chExt cx="871087" cy="2031592"/>
                </a:xfrm>
              </p:grpSpPr>
              <p:sp>
                <p:nvSpPr>
                  <p:cNvPr id="118" name="任意多边形: 形状 117" descr="5424c29c-3a08-4824-8600-01b512b3f52a"/>
                  <p:cNvSpPr/>
                  <p:nvPr/>
                </p:nvSpPr>
                <p:spPr>
                  <a:xfrm>
                    <a:off x="7140561" y="3136927"/>
                    <a:ext cx="871087" cy="2031592"/>
                  </a:xfrm>
                  <a:custGeom>
                    <a:avLst/>
                    <a:gdLst>
                      <a:gd name="connsiteX0" fmla="*/ 367900 w 871087"/>
                      <a:gd name="connsiteY0" fmla="*/ 2030384 h 2031592"/>
                      <a:gd name="connsiteX1" fmla="*/ 854056 w 871087"/>
                      <a:gd name="connsiteY1" fmla="*/ 1129224 h 2031592"/>
                      <a:gd name="connsiteX2" fmla="*/ 341897 w 871087"/>
                      <a:gd name="connsiteY2" fmla="*/ 35 h 2031592"/>
                      <a:gd name="connsiteX3" fmla="*/ 140 w 871087"/>
                      <a:gd name="connsiteY3" fmla="*/ 1134653 h 2031592"/>
                      <a:gd name="connsiteX4" fmla="*/ 367900 w 871087"/>
                      <a:gd name="connsiteY4" fmla="*/ 2030384 h 20315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71087" h="2031592">
                        <a:moveTo>
                          <a:pt x="367900" y="2030384"/>
                        </a:moveTo>
                        <a:cubicBezTo>
                          <a:pt x="428955" y="2055721"/>
                          <a:pt x="749090" y="1680055"/>
                          <a:pt x="854056" y="1129224"/>
                        </a:cubicBezTo>
                        <a:cubicBezTo>
                          <a:pt x="973976" y="499622"/>
                          <a:pt x="424193" y="6036"/>
                          <a:pt x="341897" y="35"/>
                        </a:cubicBezTo>
                        <a:cubicBezTo>
                          <a:pt x="269316" y="-5203"/>
                          <a:pt x="-7099" y="574012"/>
                          <a:pt x="140" y="1134653"/>
                        </a:cubicBezTo>
                        <a:cubicBezTo>
                          <a:pt x="7379" y="1695390"/>
                          <a:pt x="248933" y="1980950"/>
                          <a:pt x="367900" y="2030384"/>
                        </a:cubicBezTo>
                        <a:close/>
                      </a:path>
                    </a:pathLst>
                  </a:custGeom>
                  <a:solidFill>
                    <a:srgbClr val="FBC849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  <p:grpSp>
                <p:nvGrpSpPr>
                  <p:cNvPr id="119" name="图形 2" descr="1776e4fd-b70c-4f88-bee5-58c7856e188f"/>
                  <p:cNvGrpSpPr/>
                  <p:nvPr/>
                </p:nvGrpSpPr>
                <p:grpSpPr>
                  <a:xfrm>
                    <a:off x="7329216" y="3178181"/>
                    <a:ext cx="589237" cy="1859019"/>
                    <a:chOff x="7329216" y="3178181"/>
                    <a:chExt cx="589237" cy="1859019"/>
                  </a:xfrm>
                  <a:solidFill>
                    <a:srgbClr val="FFFFFF"/>
                  </a:solidFill>
                </p:grpSpPr>
                <p:sp>
                  <p:nvSpPr>
                    <p:cNvPr id="120" name="任意多边形: 形状 119" descr="f0fe2bbe-f3cc-45b4-8022-a85809c60e93"/>
                    <p:cNvSpPr/>
                    <p:nvPr/>
                  </p:nvSpPr>
                  <p:spPr>
                    <a:xfrm>
                      <a:off x="7471670" y="3178181"/>
                      <a:ext cx="179999" cy="1859019"/>
                    </a:xfrm>
                    <a:custGeom>
                      <a:avLst/>
                      <a:gdLst>
                        <a:gd name="connsiteX0" fmla="*/ 4502 w 179999"/>
                        <a:gd name="connsiteY0" fmla="*/ 1859019 h 1859019"/>
                        <a:gd name="connsiteX1" fmla="*/ 2216 w 179999"/>
                        <a:gd name="connsiteY1" fmla="*/ 1858352 h 1859019"/>
                        <a:gd name="connsiteX2" fmla="*/ 596 w 179999"/>
                        <a:gd name="connsiteY2" fmla="*/ 1852161 h 1859019"/>
                        <a:gd name="connsiteX3" fmla="*/ 144710 w 179999"/>
                        <a:gd name="connsiteY3" fmla="*/ 1376387 h 1859019"/>
                        <a:gd name="connsiteX4" fmla="*/ 1073 w 179999"/>
                        <a:gd name="connsiteY4" fmla="*/ 5835 h 1859019"/>
                        <a:gd name="connsiteX5" fmla="*/ 3930 w 179999"/>
                        <a:gd name="connsiteY5" fmla="*/ 215 h 1859019"/>
                        <a:gd name="connsiteX6" fmla="*/ 9550 w 179999"/>
                        <a:gd name="connsiteY6" fmla="*/ 3073 h 1859019"/>
                        <a:gd name="connsiteX7" fmla="*/ 153473 w 179999"/>
                        <a:gd name="connsiteY7" fmla="*/ 1378292 h 1859019"/>
                        <a:gd name="connsiteX8" fmla="*/ 8312 w 179999"/>
                        <a:gd name="connsiteY8" fmla="*/ 1856733 h 1859019"/>
                        <a:gd name="connsiteX9" fmla="*/ 4502 w 179999"/>
                        <a:gd name="connsiteY9" fmla="*/ 1859019 h 18590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79999" h="1859019">
                          <a:moveTo>
                            <a:pt x="4502" y="1859019"/>
                          </a:moveTo>
                          <a:cubicBezTo>
                            <a:pt x="3740" y="1859019"/>
                            <a:pt x="2978" y="1858829"/>
                            <a:pt x="2216" y="1858352"/>
                          </a:cubicBezTo>
                          <a:cubicBezTo>
                            <a:pt x="120" y="1857114"/>
                            <a:pt x="-642" y="1854352"/>
                            <a:pt x="596" y="1852161"/>
                          </a:cubicBezTo>
                          <a:cubicBezTo>
                            <a:pt x="1549" y="1850542"/>
                            <a:pt x="97180" y="1685283"/>
                            <a:pt x="144710" y="1376387"/>
                          </a:cubicBezTo>
                          <a:cubicBezTo>
                            <a:pt x="188620" y="1091304"/>
                            <a:pt x="199288" y="622103"/>
                            <a:pt x="1073" y="5835"/>
                          </a:cubicBezTo>
                          <a:cubicBezTo>
                            <a:pt x="311" y="3454"/>
                            <a:pt x="1644" y="977"/>
                            <a:pt x="3930" y="215"/>
                          </a:cubicBezTo>
                          <a:cubicBezTo>
                            <a:pt x="6216" y="-547"/>
                            <a:pt x="8788" y="787"/>
                            <a:pt x="9550" y="3073"/>
                          </a:cubicBezTo>
                          <a:cubicBezTo>
                            <a:pt x="208432" y="621341"/>
                            <a:pt x="197574" y="1092161"/>
                            <a:pt x="153473" y="1378292"/>
                          </a:cubicBezTo>
                          <a:cubicBezTo>
                            <a:pt x="105657" y="1688617"/>
                            <a:pt x="9264" y="1855019"/>
                            <a:pt x="8312" y="1856733"/>
                          </a:cubicBezTo>
                          <a:cubicBezTo>
                            <a:pt x="7454" y="1858257"/>
                            <a:pt x="6026" y="1859019"/>
                            <a:pt x="4502" y="1859019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  <p:sp>
                  <p:nvSpPr>
                    <p:cNvPr id="121" name="任意多边形: 形状 120" descr="0bd42f04-e70a-4e53-bc5c-61f3230b6998"/>
                    <p:cNvSpPr/>
                    <p:nvPr/>
                  </p:nvSpPr>
                  <p:spPr>
                    <a:xfrm>
                      <a:off x="7597795" y="3395365"/>
                      <a:ext cx="133561" cy="258233"/>
                    </a:xfrm>
                    <a:custGeom>
                      <a:avLst/>
                      <a:gdLst>
                        <a:gd name="connsiteX0" fmla="*/ 4487 w 133561"/>
                        <a:gd name="connsiteY0" fmla="*/ 258233 h 258233"/>
                        <a:gd name="connsiteX1" fmla="*/ 2487 w 133561"/>
                        <a:gd name="connsiteY1" fmla="*/ 257757 h 258233"/>
                        <a:gd name="connsiteX2" fmla="*/ 487 w 133561"/>
                        <a:gd name="connsiteY2" fmla="*/ 251756 h 258233"/>
                        <a:gd name="connsiteX3" fmla="*/ 125073 w 133561"/>
                        <a:gd name="connsiteY3" fmla="*/ 2487 h 258233"/>
                        <a:gd name="connsiteX4" fmla="*/ 131074 w 133561"/>
                        <a:gd name="connsiteY4" fmla="*/ 487 h 258233"/>
                        <a:gd name="connsiteX5" fmla="*/ 133075 w 133561"/>
                        <a:gd name="connsiteY5" fmla="*/ 6487 h 258233"/>
                        <a:gd name="connsiteX6" fmla="*/ 8488 w 133561"/>
                        <a:gd name="connsiteY6" fmla="*/ 255757 h 258233"/>
                        <a:gd name="connsiteX7" fmla="*/ 4487 w 133561"/>
                        <a:gd name="connsiteY7" fmla="*/ 258233 h 25823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33561" h="258233">
                          <a:moveTo>
                            <a:pt x="4487" y="258233"/>
                          </a:moveTo>
                          <a:cubicBezTo>
                            <a:pt x="3820" y="258233"/>
                            <a:pt x="3154" y="258043"/>
                            <a:pt x="2487" y="257757"/>
                          </a:cubicBezTo>
                          <a:cubicBezTo>
                            <a:pt x="296" y="256614"/>
                            <a:pt x="-656" y="253947"/>
                            <a:pt x="487" y="251756"/>
                          </a:cubicBezTo>
                          <a:lnTo>
                            <a:pt x="125073" y="2487"/>
                          </a:lnTo>
                          <a:cubicBezTo>
                            <a:pt x="126217" y="296"/>
                            <a:pt x="128884" y="-656"/>
                            <a:pt x="131074" y="487"/>
                          </a:cubicBezTo>
                          <a:cubicBezTo>
                            <a:pt x="133265" y="1630"/>
                            <a:pt x="134218" y="4297"/>
                            <a:pt x="133075" y="6487"/>
                          </a:cubicBezTo>
                          <a:lnTo>
                            <a:pt x="8488" y="255757"/>
                          </a:lnTo>
                          <a:cubicBezTo>
                            <a:pt x="7726" y="257281"/>
                            <a:pt x="6106" y="258233"/>
                            <a:pt x="4487" y="258233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  <p:sp>
                  <p:nvSpPr>
                    <p:cNvPr id="122" name="任意多边形: 形状 121" descr="e89fa2a5-6f31-4868-851d-df2bfeebcfee"/>
                    <p:cNvSpPr/>
                    <p:nvPr/>
                  </p:nvSpPr>
                  <p:spPr>
                    <a:xfrm>
                      <a:off x="7334868" y="3717530"/>
                      <a:ext cx="306829" cy="405365"/>
                    </a:xfrm>
                    <a:custGeom>
                      <a:avLst/>
                      <a:gdLst>
                        <a:gd name="connsiteX0" fmla="*/ 302372 w 306829"/>
                        <a:gd name="connsiteY0" fmla="*/ 405365 h 405365"/>
                        <a:gd name="connsiteX1" fmla="*/ 298752 w 306829"/>
                        <a:gd name="connsiteY1" fmla="*/ 403555 h 405365"/>
                        <a:gd name="connsiteX2" fmla="*/ 905 w 306829"/>
                        <a:gd name="connsiteY2" fmla="*/ 7220 h 405365"/>
                        <a:gd name="connsiteX3" fmla="*/ 1763 w 306829"/>
                        <a:gd name="connsiteY3" fmla="*/ 934 h 405365"/>
                        <a:gd name="connsiteX4" fmla="*/ 8049 w 306829"/>
                        <a:gd name="connsiteY4" fmla="*/ 1791 h 405365"/>
                        <a:gd name="connsiteX5" fmla="*/ 305896 w 306829"/>
                        <a:gd name="connsiteY5" fmla="*/ 398126 h 405365"/>
                        <a:gd name="connsiteX6" fmla="*/ 305039 w 306829"/>
                        <a:gd name="connsiteY6" fmla="*/ 404413 h 405365"/>
                        <a:gd name="connsiteX7" fmla="*/ 302372 w 306829"/>
                        <a:gd name="connsiteY7" fmla="*/ 405365 h 4053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306829" h="405365">
                          <a:moveTo>
                            <a:pt x="302372" y="405365"/>
                          </a:moveTo>
                          <a:cubicBezTo>
                            <a:pt x="301038" y="405365"/>
                            <a:pt x="299705" y="404698"/>
                            <a:pt x="298752" y="403555"/>
                          </a:cubicBezTo>
                          <a:lnTo>
                            <a:pt x="905" y="7220"/>
                          </a:lnTo>
                          <a:cubicBezTo>
                            <a:pt x="-619" y="5220"/>
                            <a:pt x="-142" y="2457"/>
                            <a:pt x="1763" y="934"/>
                          </a:cubicBezTo>
                          <a:cubicBezTo>
                            <a:pt x="3763" y="-590"/>
                            <a:pt x="6525" y="-210"/>
                            <a:pt x="8049" y="1791"/>
                          </a:cubicBezTo>
                          <a:lnTo>
                            <a:pt x="305896" y="398126"/>
                          </a:lnTo>
                          <a:cubicBezTo>
                            <a:pt x="307420" y="400126"/>
                            <a:pt x="307039" y="402888"/>
                            <a:pt x="305039" y="404413"/>
                          </a:cubicBezTo>
                          <a:cubicBezTo>
                            <a:pt x="304181" y="405079"/>
                            <a:pt x="303229" y="405365"/>
                            <a:pt x="302372" y="405365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  <p:sp>
                  <p:nvSpPr>
                    <p:cNvPr id="123" name="任意多边形: 形状 122" descr="72a00577-9588-4b7a-aece-78550f2a8b89"/>
                    <p:cNvSpPr/>
                    <p:nvPr/>
                  </p:nvSpPr>
                  <p:spPr>
                    <a:xfrm>
                      <a:off x="7630536" y="4240303"/>
                      <a:ext cx="287917" cy="281785"/>
                    </a:xfrm>
                    <a:custGeom>
                      <a:avLst/>
                      <a:gdLst>
                        <a:gd name="connsiteX0" fmla="*/ 4513 w 287917"/>
                        <a:gd name="connsiteY0" fmla="*/ 281786 h 281785"/>
                        <a:gd name="connsiteX1" fmla="*/ 1274 w 287917"/>
                        <a:gd name="connsiteY1" fmla="*/ 280452 h 281785"/>
                        <a:gd name="connsiteX2" fmla="*/ 1369 w 287917"/>
                        <a:gd name="connsiteY2" fmla="*/ 274070 h 281785"/>
                        <a:gd name="connsiteX3" fmla="*/ 280261 w 287917"/>
                        <a:gd name="connsiteY3" fmla="*/ 1274 h 281785"/>
                        <a:gd name="connsiteX4" fmla="*/ 286643 w 287917"/>
                        <a:gd name="connsiteY4" fmla="*/ 1369 h 281785"/>
                        <a:gd name="connsiteX5" fmla="*/ 286548 w 287917"/>
                        <a:gd name="connsiteY5" fmla="*/ 7751 h 281785"/>
                        <a:gd name="connsiteX6" fmla="*/ 7656 w 287917"/>
                        <a:gd name="connsiteY6" fmla="*/ 280547 h 281785"/>
                        <a:gd name="connsiteX7" fmla="*/ 4513 w 287917"/>
                        <a:gd name="connsiteY7" fmla="*/ 281786 h 2817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87917" h="281785">
                          <a:moveTo>
                            <a:pt x="4513" y="281786"/>
                          </a:moveTo>
                          <a:cubicBezTo>
                            <a:pt x="3370" y="281786"/>
                            <a:pt x="2131" y="281309"/>
                            <a:pt x="1274" y="280452"/>
                          </a:cubicBezTo>
                          <a:cubicBezTo>
                            <a:pt x="-440" y="278642"/>
                            <a:pt x="-440" y="275880"/>
                            <a:pt x="1369" y="274070"/>
                          </a:cubicBezTo>
                          <a:lnTo>
                            <a:pt x="280261" y="1274"/>
                          </a:lnTo>
                          <a:cubicBezTo>
                            <a:pt x="281976" y="-440"/>
                            <a:pt x="284834" y="-440"/>
                            <a:pt x="286643" y="1369"/>
                          </a:cubicBezTo>
                          <a:cubicBezTo>
                            <a:pt x="288358" y="3179"/>
                            <a:pt x="288358" y="5941"/>
                            <a:pt x="286548" y="7751"/>
                          </a:cubicBezTo>
                          <a:lnTo>
                            <a:pt x="7656" y="280547"/>
                          </a:lnTo>
                          <a:cubicBezTo>
                            <a:pt x="6799" y="281309"/>
                            <a:pt x="5656" y="281786"/>
                            <a:pt x="4513" y="281786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  <p:sp>
                  <p:nvSpPr>
                    <p:cNvPr id="124" name="任意多边形: 形状 123" descr="f1959cc0-0c49-4ae7-a2b9-5c5ef7aabce9"/>
                    <p:cNvSpPr/>
                    <p:nvPr/>
                  </p:nvSpPr>
                  <p:spPr>
                    <a:xfrm>
                      <a:off x="7329216" y="4551440"/>
                      <a:ext cx="217520" cy="322120"/>
                    </a:xfrm>
                    <a:custGeom>
                      <a:avLst/>
                      <a:gdLst>
                        <a:gd name="connsiteX0" fmla="*/ 213059 w 217520"/>
                        <a:gd name="connsiteY0" fmla="*/ 322120 h 322120"/>
                        <a:gd name="connsiteX1" fmla="*/ 209344 w 217520"/>
                        <a:gd name="connsiteY1" fmla="*/ 320120 h 322120"/>
                        <a:gd name="connsiteX2" fmla="*/ 747 w 217520"/>
                        <a:gd name="connsiteY2" fmla="*/ 6938 h 322120"/>
                        <a:gd name="connsiteX3" fmla="*/ 1985 w 217520"/>
                        <a:gd name="connsiteY3" fmla="*/ 747 h 322120"/>
                        <a:gd name="connsiteX4" fmla="*/ 8176 w 217520"/>
                        <a:gd name="connsiteY4" fmla="*/ 1985 h 322120"/>
                        <a:gd name="connsiteX5" fmla="*/ 216774 w 217520"/>
                        <a:gd name="connsiteY5" fmla="*/ 315167 h 322120"/>
                        <a:gd name="connsiteX6" fmla="*/ 215536 w 217520"/>
                        <a:gd name="connsiteY6" fmla="*/ 321358 h 322120"/>
                        <a:gd name="connsiteX7" fmla="*/ 213059 w 217520"/>
                        <a:gd name="connsiteY7" fmla="*/ 322120 h 3221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17520" h="322120">
                          <a:moveTo>
                            <a:pt x="213059" y="322120"/>
                          </a:moveTo>
                          <a:cubicBezTo>
                            <a:pt x="211630" y="322120"/>
                            <a:pt x="210202" y="321453"/>
                            <a:pt x="209344" y="320120"/>
                          </a:cubicBezTo>
                          <a:lnTo>
                            <a:pt x="747" y="6938"/>
                          </a:lnTo>
                          <a:cubicBezTo>
                            <a:pt x="-587" y="4843"/>
                            <a:pt x="-111" y="2080"/>
                            <a:pt x="1985" y="747"/>
                          </a:cubicBezTo>
                          <a:cubicBezTo>
                            <a:pt x="4080" y="-587"/>
                            <a:pt x="6843" y="-111"/>
                            <a:pt x="8176" y="1985"/>
                          </a:cubicBezTo>
                          <a:lnTo>
                            <a:pt x="216774" y="315167"/>
                          </a:lnTo>
                          <a:cubicBezTo>
                            <a:pt x="218107" y="317262"/>
                            <a:pt x="217631" y="320025"/>
                            <a:pt x="215536" y="321358"/>
                          </a:cubicBezTo>
                          <a:cubicBezTo>
                            <a:pt x="214773" y="321835"/>
                            <a:pt x="213916" y="322120"/>
                            <a:pt x="213059" y="32212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</p:grpSp>
            </p:grpSp>
            <p:grpSp>
              <p:nvGrpSpPr>
                <p:cNvPr id="95" name="图形 2" descr="21e7488b-09ec-4a9c-935c-1344a6bdc2c0"/>
                <p:cNvGrpSpPr/>
                <p:nvPr/>
              </p:nvGrpSpPr>
              <p:grpSpPr>
                <a:xfrm>
                  <a:off x="7304734" y="4024548"/>
                  <a:ext cx="1182602" cy="1606952"/>
                  <a:chOff x="7304734" y="4024548"/>
                  <a:chExt cx="1182602" cy="1606952"/>
                </a:xfrm>
              </p:grpSpPr>
              <p:sp>
                <p:nvSpPr>
                  <p:cNvPr id="111" name="任意多边形: 形状 110" descr="9bc9857a-130b-49d9-b6d3-cae187c8a953"/>
                  <p:cNvSpPr/>
                  <p:nvPr/>
                </p:nvSpPr>
                <p:spPr>
                  <a:xfrm>
                    <a:off x="7304734" y="4024548"/>
                    <a:ext cx="1182602" cy="1606952"/>
                  </a:xfrm>
                  <a:custGeom>
                    <a:avLst/>
                    <a:gdLst>
                      <a:gd name="connsiteX0" fmla="*/ 46470 w 1182602"/>
                      <a:gd name="connsiteY0" fmla="*/ 1595582 h 1606952"/>
                      <a:gd name="connsiteX1" fmla="*/ 900481 w 1182602"/>
                      <a:gd name="connsiteY1" fmla="*/ 1152194 h 1606952"/>
                      <a:gd name="connsiteX2" fmla="*/ 1099268 w 1182602"/>
                      <a:gd name="connsiteY2" fmla="*/ 3955 h 1606952"/>
                      <a:gd name="connsiteX3" fmla="*/ 234017 w 1182602"/>
                      <a:gd name="connsiteY3" fmla="*/ 705090 h 1606952"/>
                      <a:gd name="connsiteX4" fmla="*/ 46470 w 1182602"/>
                      <a:gd name="connsiteY4" fmla="*/ 1595582 h 16069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182602" h="1606952">
                        <a:moveTo>
                          <a:pt x="46470" y="1595582"/>
                        </a:moveTo>
                        <a:cubicBezTo>
                          <a:pt x="80569" y="1647589"/>
                          <a:pt x="527864" y="1524812"/>
                          <a:pt x="900481" y="1152194"/>
                        </a:cubicBezTo>
                        <a:cubicBezTo>
                          <a:pt x="1326439" y="726331"/>
                          <a:pt x="1160038" y="52151"/>
                          <a:pt x="1099268" y="3955"/>
                        </a:cubicBezTo>
                        <a:cubicBezTo>
                          <a:pt x="1045642" y="-38526"/>
                          <a:pt x="524720" y="265607"/>
                          <a:pt x="234017" y="705090"/>
                        </a:cubicBezTo>
                        <a:cubicBezTo>
                          <a:pt x="-56686" y="1144574"/>
                          <a:pt x="-19824" y="1494237"/>
                          <a:pt x="46470" y="1595582"/>
                        </a:cubicBezTo>
                        <a:close/>
                      </a:path>
                    </a:pathLst>
                  </a:custGeom>
                  <a:solidFill>
                    <a:srgbClr val="FF560B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  <p:grpSp>
                <p:nvGrpSpPr>
                  <p:cNvPr id="112" name="图形 2" descr="35b6ca97-6dae-447f-843e-09285d46094c"/>
                  <p:cNvGrpSpPr/>
                  <p:nvPr/>
                </p:nvGrpSpPr>
                <p:grpSpPr>
                  <a:xfrm>
                    <a:off x="7410713" y="4137292"/>
                    <a:ext cx="1005341" cy="1319960"/>
                    <a:chOff x="7410713" y="4137292"/>
                    <a:chExt cx="1005341" cy="1319960"/>
                  </a:xfrm>
                  <a:solidFill>
                    <a:srgbClr val="FFFFFF"/>
                  </a:solidFill>
                </p:grpSpPr>
                <p:sp>
                  <p:nvSpPr>
                    <p:cNvPr id="113" name="任意多边形: 形状 112" descr="826d78f5-430a-4b7b-8e58-1bab07e8e9fe"/>
                    <p:cNvSpPr/>
                    <p:nvPr/>
                  </p:nvSpPr>
                  <p:spPr>
                    <a:xfrm>
                      <a:off x="7410713" y="4137292"/>
                      <a:ext cx="944220" cy="1319960"/>
                    </a:xfrm>
                    <a:custGeom>
                      <a:avLst/>
                      <a:gdLst>
                        <a:gd name="connsiteX0" fmla="*/ 4498 w 944220"/>
                        <a:gd name="connsiteY0" fmla="*/ 1319961 h 1319960"/>
                        <a:gd name="connsiteX1" fmla="*/ 593 w 944220"/>
                        <a:gd name="connsiteY1" fmla="*/ 1317675 h 1319960"/>
                        <a:gd name="connsiteX2" fmla="*/ 2308 w 944220"/>
                        <a:gd name="connsiteY2" fmla="*/ 1311579 h 1319960"/>
                        <a:gd name="connsiteX3" fmla="*/ 935472 w 944220"/>
                        <a:gd name="connsiteY3" fmla="*/ 3034 h 1319960"/>
                        <a:gd name="connsiteX4" fmla="*/ 941187 w 944220"/>
                        <a:gd name="connsiteY4" fmla="*/ 272 h 1319960"/>
                        <a:gd name="connsiteX5" fmla="*/ 943949 w 944220"/>
                        <a:gd name="connsiteY5" fmla="*/ 5987 h 1319960"/>
                        <a:gd name="connsiteX6" fmla="*/ 6689 w 944220"/>
                        <a:gd name="connsiteY6" fmla="*/ 1319484 h 1319960"/>
                        <a:gd name="connsiteX7" fmla="*/ 4498 w 944220"/>
                        <a:gd name="connsiteY7" fmla="*/ 1319961 h 13199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944220" h="1319960">
                          <a:moveTo>
                            <a:pt x="4498" y="1319961"/>
                          </a:moveTo>
                          <a:cubicBezTo>
                            <a:pt x="2974" y="1319961"/>
                            <a:pt x="1450" y="1319103"/>
                            <a:pt x="593" y="1317675"/>
                          </a:cubicBezTo>
                          <a:cubicBezTo>
                            <a:pt x="-645" y="1315484"/>
                            <a:pt x="117" y="1312817"/>
                            <a:pt x="2308" y="1311579"/>
                          </a:cubicBezTo>
                          <a:cubicBezTo>
                            <a:pt x="8308" y="1308245"/>
                            <a:pt x="607717" y="963249"/>
                            <a:pt x="935472" y="3034"/>
                          </a:cubicBezTo>
                          <a:cubicBezTo>
                            <a:pt x="936234" y="653"/>
                            <a:pt x="938806" y="-586"/>
                            <a:pt x="941187" y="272"/>
                          </a:cubicBezTo>
                          <a:cubicBezTo>
                            <a:pt x="943568" y="1034"/>
                            <a:pt x="944806" y="3605"/>
                            <a:pt x="943949" y="5987"/>
                          </a:cubicBezTo>
                          <a:cubicBezTo>
                            <a:pt x="615051" y="969726"/>
                            <a:pt x="12690" y="1316150"/>
                            <a:pt x="6689" y="1319484"/>
                          </a:cubicBezTo>
                          <a:cubicBezTo>
                            <a:pt x="6022" y="1319770"/>
                            <a:pt x="5260" y="1319961"/>
                            <a:pt x="4498" y="131996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  <p:sp>
                  <p:nvSpPr>
                    <p:cNvPr id="114" name="任意多边形: 形状 113" descr="7bd7127c-7fd5-43b1-899b-213dc88ed6bd"/>
                    <p:cNvSpPr/>
                    <p:nvPr/>
                  </p:nvSpPr>
                  <p:spPr>
                    <a:xfrm>
                      <a:off x="7708513" y="5073073"/>
                      <a:ext cx="483912" cy="139577"/>
                    </a:xfrm>
                    <a:custGeom>
                      <a:avLst/>
                      <a:gdLst>
                        <a:gd name="connsiteX0" fmla="*/ 4450 w 483912"/>
                        <a:gd name="connsiteY0" fmla="*/ 139578 h 139577"/>
                        <a:gd name="connsiteX1" fmla="*/ 164 w 483912"/>
                        <a:gd name="connsiteY1" fmla="*/ 136244 h 139577"/>
                        <a:gd name="connsiteX2" fmla="*/ 3307 w 483912"/>
                        <a:gd name="connsiteY2" fmla="*/ 130719 h 139577"/>
                        <a:gd name="connsiteX3" fmla="*/ 478224 w 483912"/>
                        <a:gd name="connsiteY3" fmla="*/ 132 h 139577"/>
                        <a:gd name="connsiteX4" fmla="*/ 483748 w 483912"/>
                        <a:gd name="connsiteY4" fmla="*/ 3275 h 139577"/>
                        <a:gd name="connsiteX5" fmla="*/ 480605 w 483912"/>
                        <a:gd name="connsiteY5" fmla="*/ 8799 h 139577"/>
                        <a:gd name="connsiteX6" fmla="*/ 5689 w 483912"/>
                        <a:gd name="connsiteY6" fmla="*/ 139387 h 139577"/>
                        <a:gd name="connsiteX7" fmla="*/ 4450 w 483912"/>
                        <a:gd name="connsiteY7" fmla="*/ 139578 h 13957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83912" h="139577">
                          <a:moveTo>
                            <a:pt x="4450" y="139578"/>
                          </a:moveTo>
                          <a:cubicBezTo>
                            <a:pt x="2450" y="139578"/>
                            <a:pt x="640" y="138244"/>
                            <a:pt x="164" y="136244"/>
                          </a:cubicBezTo>
                          <a:cubicBezTo>
                            <a:pt x="-503" y="133863"/>
                            <a:pt x="926" y="131386"/>
                            <a:pt x="3307" y="130719"/>
                          </a:cubicBezTo>
                          <a:lnTo>
                            <a:pt x="478224" y="132"/>
                          </a:lnTo>
                          <a:cubicBezTo>
                            <a:pt x="480605" y="-440"/>
                            <a:pt x="483082" y="894"/>
                            <a:pt x="483748" y="3275"/>
                          </a:cubicBezTo>
                          <a:cubicBezTo>
                            <a:pt x="484415" y="5656"/>
                            <a:pt x="482986" y="8133"/>
                            <a:pt x="480605" y="8799"/>
                          </a:cubicBezTo>
                          <a:lnTo>
                            <a:pt x="5689" y="139387"/>
                          </a:lnTo>
                          <a:cubicBezTo>
                            <a:pt x="5212" y="139482"/>
                            <a:pt x="4831" y="139578"/>
                            <a:pt x="4450" y="139578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  <p:sp>
                  <p:nvSpPr>
                    <p:cNvPr id="115" name="任意多边形: 形状 114" descr="e70b2781-f242-4545-a031-4be32fca564c"/>
                    <p:cNvSpPr/>
                    <p:nvPr/>
                  </p:nvSpPr>
                  <p:spPr>
                    <a:xfrm>
                      <a:off x="7901527" y="4408994"/>
                      <a:ext cx="70452" cy="462661"/>
                    </a:xfrm>
                    <a:custGeom>
                      <a:avLst/>
                      <a:gdLst>
                        <a:gd name="connsiteX0" fmla="*/ 66039 w 70452"/>
                        <a:gd name="connsiteY0" fmla="*/ 462662 h 462661"/>
                        <a:gd name="connsiteX1" fmla="*/ 61563 w 70452"/>
                        <a:gd name="connsiteY1" fmla="*/ 458756 h 462661"/>
                        <a:gd name="connsiteX2" fmla="*/ 31 w 70452"/>
                        <a:gd name="connsiteY2" fmla="*/ 5081 h 462661"/>
                        <a:gd name="connsiteX3" fmla="*/ 3841 w 70452"/>
                        <a:gd name="connsiteY3" fmla="*/ 33 h 462661"/>
                        <a:gd name="connsiteX4" fmla="*/ 8889 w 70452"/>
                        <a:gd name="connsiteY4" fmla="*/ 3843 h 462661"/>
                        <a:gd name="connsiteX5" fmla="*/ 70421 w 70452"/>
                        <a:gd name="connsiteY5" fmla="*/ 457518 h 462661"/>
                        <a:gd name="connsiteX6" fmla="*/ 66611 w 70452"/>
                        <a:gd name="connsiteY6" fmla="*/ 462567 h 462661"/>
                        <a:gd name="connsiteX7" fmla="*/ 66039 w 70452"/>
                        <a:gd name="connsiteY7" fmla="*/ 462662 h 46266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70452" h="462661">
                          <a:moveTo>
                            <a:pt x="66039" y="462662"/>
                          </a:moveTo>
                          <a:cubicBezTo>
                            <a:pt x="63849" y="462662"/>
                            <a:pt x="61944" y="461043"/>
                            <a:pt x="61563" y="458756"/>
                          </a:cubicBezTo>
                          <a:lnTo>
                            <a:pt x="31" y="5081"/>
                          </a:lnTo>
                          <a:cubicBezTo>
                            <a:pt x="-255" y="2604"/>
                            <a:pt x="1460" y="413"/>
                            <a:pt x="3841" y="33"/>
                          </a:cubicBezTo>
                          <a:cubicBezTo>
                            <a:pt x="6222" y="-253"/>
                            <a:pt x="8509" y="1366"/>
                            <a:pt x="8889" y="3843"/>
                          </a:cubicBezTo>
                          <a:lnTo>
                            <a:pt x="70421" y="457518"/>
                          </a:lnTo>
                          <a:cubicBezTo>
                            <a:pt x="70707" y="459995"/>
                            <a:pt x="68992" y="462186"/>
                            <a:pt x="66611" y="462567"/>
                          </a:cubicBezTo>
                          <a:cubicBezTo>
                            <a:pt x="66420" y="462662"/>
                            <a:pt x="66230" y="462662"/>
                            <a:pt x="66039" y="462662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  <p:sp>
                  <p:nvSpPr>
                    <p:cNvPr id="116" name="任意多边形: 形状 115" descr="12ce8c04-0589-4986-8986-530453ead540"/>
                    <p:cNvSpPr/>
                    <p:nvPr/>
                  </p:nvSpPr>
                  <p:spPr>
                    <a:xfrm>
                      <a:off x="7448328" y="5066507"/>
                      <a:ext cx="82070" cy="309687"/>
                    </a:xfrm>
                    <a:custGeom>
                      <a:avLst/>
                      <a:gdLst>
                        <a:gd name="connsiteX0" fmla="*/ 77468 w 82070"/>
                        <a:gd name="connsiteY0" fmla="*/ 309688 h 309687"/>
                        <a:gd name="connsiteX1" fmla="*/ 73087 w 82070"/>
                        <a:gd name="connsiteY1" fmla="*/ 306259 h 309687"/>
                        <a:gd name="connsiteX2" fmla="*/ 125 w 82070"/>
                        <a:gd name="connsiteY2" fmla="*/ 5555 h 309687"/>
                        <a:gd name="connsiteX3" fmla="*/ 3459 w 82070"/>
                        <a:gd name="connsiteY3" fmla="*/ 125 h 309687"/>
                        <a:gd name="connsiteX4" fmla="*/ 8889 w 82070"/>
                        <a:gd name="connsiteY4" fmla="*/ 3459 h 309687"/>
                        <a:gd name="connsiteX5" fmla="*/ 81945 w 82070"/>
                        <a:gd name="connsiteY5" fmla="*/ 304259 h 309687"/>
                        <a:gd name="connsiteX6" fmla="*/ 78612 w 82070"/>
                        <a:gd name="connsiteY6" fmla="*/ 309688 h 309687"/>
                        <a:gd name="connsiteX7" fmla="*/ 77468 w 82070"/>
                        <a:gd name="connsiteY7" fmla="*/ 309688 h 3096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82070" h="309687">
                          <a:moveTo>
                            <a:pt x="77468" y="309688"/>
                          </a:moveTo>
                          <a:cubicBezTo>
                            <a:pt x="75468" y="309688"/>
                            <a:pt x="73563" y="308260"/>
                            <a:pt x="73087" y="306259"/>
                          </a:cubicBezTo>
                          <a:lnTo>
                            <a:pt x="125" y="5555"/>
                          </a:lnTo>
                          <a:cubicBezTo>
                            <a:pt x="-446" y="3173"/>
                            <a:pt x="983" y="697"/>
                            <a:pt x="3459" y="125"/>
                          </a:cubicBezTo>
                          <a:cubicBezTo>
                            <a:pt x="5936" y="-446"/>
                            <a:pt x="8317" y="983"/>
                            <a:pt x="8889" y="3459"/>
                          </a:cubicBezTo>
                          <a:lnTo>
                            <a:pt x="81945" y="304259"/>
                          </a:lnTo>
                          <a:cubicBezTo>
                            <a:pt x="82517" y="306640"/>
                            <a:pt x="81088" y="309116"/>
                            <a:pt x="78612" y="309688"/>
                          </a:cubicBezTo>
                          <a:cubicBezTo>
                            <a:pt x="78135" y="309688"/>
                            <a:pt x="77849" y="309688"/>
                            <a:pt x="77468" y="309688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  <p:sp>
                  <p:nvSpPr>
                    <p:cNvPr id="117" name="任意多边形: 形状 116" descr="a8aa4787-af88-467a-a1e4-f3e57a2db015"/>
                    <p:cNvSpPr/>
                    <p:nvPr/>
                  </p:nvSpPr>
                  <p:spPr>
                    <a:xfrm>
                      <a:off x="8223737" y="4367255"/>
                      <a:ext cx="192317" cy="108732"/>
                    </a:xfrm>
                    <a:custGeom>
                      <a:avLst/>
                      <a:gdLst>
                        <a:gd name="connsiteX0" fmla="*/ 4433 w 192317"/>
                        <a:gd name="connsiteY0" fmla="*/ 108732 h 108732"/>
                        <a:gd name="connsiteX1" fmla="*/ 528 w 192317"/>
                        <a:gd name="connsiteY1" fmla="*/ 106351 h 108732"/>
                        <a:gd name="connsiteX2" fmla="*/ 2338 w 192317"/>
                        <a:gd name="connsiteY2" fmla="*/ 100255 h 108732"/>
                        <a:gd name="connsiteX3" fmla="*/ 185694 w 192317"/>
                        <a:gd name="connsiteY3" fmla="*/ 528 h 108732"/>
                        <a:gd name="connsiteX4" fmla="*/ 191790 w 192317"/>
                        <a:gd name="connsiteY4" fmla="*/ 2338 h 108732"/>
                        <a:gd name="connsiteX5" fmla="*/ 189980 w 192317"/>
                        <a:gd name="connsiteY5" fmla="*/ 8434 h 108732"/>
                        <a:gd name="connsiteX6" fmla="*/ 6624 w 192317"/>
                        <a:gd name="connsiteY6" fmla="*/ 108160 h 108732"/>
                        <a:gd name="connsiteX7" fmla="*/ 4433 w 192317"/>
                        <a:gd name="connsiteY7" fmla="*/ 108732 h 10873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92317" h="108732">
                          <a:moveTo>
                            <a:pt x="4433" y="108732"/>
                          </a:moveTo>
                          <a:cubicBezTo>
                            <a:pt x="2814" y="108732"/>
                            <a:pt x="1290" y="107875"/>
                            <a:pt x="528" y="106351"/>
                          </a:cubicBezTo>
                          <a:cubicBezTo>
                            <a:pt x="-615" y="104160"/>
                            <a:pt x="147" y="101398"/>
                            <a:pt x="2338" y="100255"/>
                          </a:cubicBezTo>
                          <a:lnTo>
                            <a:pt x="185694" y="528"/>
                          </a:lnTo>
                          <a:cubicBezTo>
                            <a:pt x="187885" y="-615"/>
                            <a:pt x="190647" y="147"/>
                            <a:pt x="191790" y="2338"/>
                          </a:cubicBezTo>
                          <a:cubicBezTo>
                            <a:pt x="192933" y="4529"/>
                            <a:pt x="192171" y="7291"/>
                            <a:pt x="189980" y="8434"/>
                          </a:cubicBezTo>
                          <a:lnTo>
                            <a:pt x="6624" y="108160"/>
                          </a:lnTo>
                          <a:cubicBezTo>
                            <a:pt x="5957" y="108541"/>
                            <a:pt x="5195" y="108732"/>
                            <a:pt x="4433" y="108732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</p:grpSp>
            </p:grpSp>
            <p:grpSp>
              <p:nvGrpSpPr>
                <p:cNvPr id="96" name="图形 2" descr="0b54ea79-7489-4031-82e7-5d7d9ed386ad"/>
                <p:cNvGrpSpPr/>
                <p:nvPr/>
              </p:nvGrpSpPr>
              <p:grpSpPr>
                <a:xfrm>
                  <a:off x="6952743" y="5264335"/>
                  <a:ext cx="957786" cy="661234"/>
                  <a:chOff x="6952743" y="5264335"/>
                  <a:chExt cx="957786" cy="661234"/>
                </a:xfrm>
              </p:grpSpPr>
              <p:sp>
                <p:nvSpPr>
                  <p:cNvPr id="105" name="任意多边形: 形状 104" descr="6c9ad6aa-f5e8-4ead-9d5f-05700c3445bf"/>
                  <p:cNvSpPr/>
                  <p:nvPr/>
                </p:nvSpPr>
                <p:spPr>
                  <a:xfrm>
                    <a:off x="6952743" y="5264335"/>
                    <a:ext cx="957786" cy="661234"/>
                  </a:xfrm>
                  <a:custGeom>
                    <a:avLst/>
                    <a:gdLst>
                      <a:gd name="connsiteX0" fmla="*/ 5650 w 957786"/>
                      <a:gd name="connsiteY0" fmla="*/ 628115 h 661234"/>
                      <a:gd name="connsiteX1" fmla="*/ 285113 w 957786"/>
                      <a:gd name="connsiteY1" fmla="*/ 144817 h 661234"/>
                      <a:gd name="connsiteX2" fmla="*/ 955863 w 957786"/>
                      <a:gd name="connsiteY2" fmla="*/ 59854 h 661234"/>
                      <a:gd name="connsiteX3" fmla="*/ 526667 w 957786"/>
                      <a:gd name="connsiteY3" fmla="*/ 542866 h 661234"/>
                      <a:gd name="connsiteX4" fmla="*/ 5650 w 957786"/>
                      <a:gd name="connsiteY4" fmla="*/ 628115 h 6612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957786" h="661234">
                        <a:moveTo>
                          <a:pt x="5650" y="628115"/>
                        </a:moveTo>
                        <a:cubicBezTo>
                          <a:pt x="-23592" y="606969"/>
                          <a:pt x="59371" y="350938"/>
                          <a:pt x="285113" y="144817"/>
                        </a:cubicBezTo>
                        <a:cubicBezTo>
                          <a:pt x="543145" y="-90832"/>
                          <a:pt x="929575" y="23373"/>
                          <a:pt x="955863" y="59854"/>
                        </a:cubicBezTo>
                        <a:cubicBezTo>
                          <a:pt x="979105" y="92048"/>
                          <a:pt x="789081" y="385990"/>
                          <a:pt x="526667" y="542866"/>
                        </a:cubicBezTo>
                        <a:cubicBezTo>
                          <a:pt x="264253" y="699743"/>
                          <a:pt x="62609" y="669263"/>
                          <a:pt x="5650" y="628115"/>
                        </a:cubicBezTo>
                        <a:close/>
                      </a:path>
                    </a:pathLst>
                  </a:custGeom>
                  <a:solidFill>
                    <a:srgbClr val="F1D9AE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  <p:grpSp>
                <p:nvGrpSpPr>
                  <p:cNvPr id="106" name="图形 2" descr="57c88711-0172-4c23-a99c-f4c81b0d85a3"/>
                  <p:cNvGrpSpPr/>
                  <p:nvPr/>
                </p:nvGrpSpPr>
                <p:grpSpPr>
                  <a:xfrm>
                    <a:off x="6963028" y="5294047"/>
                    <a:ext cx="911547" cy="560397"/>
                    <a:chOff x="6963028" y="5294047"/>
                    <a:chExt cx="911547" cy="560397"/>
                  </a:xfrm>
                  <a:solidFill>
                    <a:srgbClr val="FFFFFF"/>
                  </a:solidFill>
                </p:grpSpPr>
                <p:sp>
                  <p:nvSpPr>
                    <p:cNvPr id="107" name="任意多边形: 形状 106" descr="8834c479-63cd-4e2d-9282-8699b9f9cf7d"/>
                    <p:cNvSpPr/>
                    <p:nvPr/>
                  </p:nvSpPr>
                  <p:spPr>
                    <a:xfrm>
                      <a:off x="6963028" y="5336883"/>
                      <a:ext cx="911547" cy="517562"/>
                    </a:xfrm>
                    <a:custGeom>
                      <a:avLst/>
                      <a:gdLst>
                        <a:gd name="connsiteX0" fmla="*/ 4509 w 911547"/>
                        <a:gd name="connsiteY0" fmla="*/ 517562 h 517562"/>
                        <a:gd name="connsiteX1" fmla="*/ 794 w 911547"/>
                        <a:gd name="connsiteY1" fmla="*/ 515657 h 517562"/>
                        <a:gd name="connsiteX2" fmla="*/ 1937 w 911547"/>
                        <a:gd name="connsiteY2" fmla="*/ 509371 h 517562"/>
                        <a:gd name="connsiteX3" fmla="*/ 905859 w 911547"/>
                        <a:gd name="connsiteY3" fmla="*/ 164 h 517562"/>
                        <a:gd name="connsiteX4" fmla="*/ 911384 w 911547"/>
                        <a:gd name="connsiteY4" fmla="*/ 3307 h 517562"/>
                        <a:gd name="connsiteX5" fmla="*/ 908241 w 911547"/>
                        <a:gd name="connsiteY5" fmla="*/ 8832 h 517562"/>
                        <a:gd name="connsiteX6" fmla="*/ 6985 w 911547"/>
                        <a:gd name="connsiteY6" fmla="*/ 516800 h 517562"/>
                        <a:gd name="connsiteX7" fmla="*/ 4509 w 911547"/>
                        <a:gd name="connsiteY7" fmla="*/ 517562 h 51756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911547" h="517562">
                          <a:moveTo>
                            <a:pt x="4509" y="517562"/>
                          </a:moveTo>
                          <a:cubicBezTo>
                            <a:pt x="3080" y="517562"/>
                            <a:pt x="1651" y="516895"/>
                            <a:pt x="794" y="515657"/>
                          </a:cubicBezTo>
                          <a:cubicBezTo>
                            <a:pt x="-635" y="513657"/>
                            <a:pt x="-64" y="510799"/>
                            <a:pt x="1937" y="509371"/>
                          </a:cubicBezTo>
                          <a:cubicBezTo>
                            <a:pt x="8223" y="504989"/>
                            <a:pt x="632301" y="74650"/>
                            <a:pt x="905859" y="164"/>
                          </a:cubicBezTo>
                          <a:cubicBezTo>
                            <a:pt x="908336" y="-503"/>
                            <a:pt x="910717" y="926"/>
                            <a:pt x="911384" y="3307"/>
                          </a:cubicBezTo>
                          <a:cubicBezTo>
                            <a:pt x="912051" y="5689"/>
                            <a:pt x="910622" y="8165"/>
                            <a:pt x="908241" y="8832"/>
                          </a:cubicBezTo>
                          <a:cubicBezTo>
                            <a:pt x="636111" y="82936"/>
                            <a:pt x="13272" y="512418"/>
                            <a:pt x="6985" y="516800"/>
                          </a:cubicBezTo>
                          <a:cubicBezTo>
                            <a:pt x="6223" y="517276"/>
                            <a:pt x="5366" y="517562"/>
                            <a:pt x="4509" y="517562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  <p:sp>
                  <p:nvSpPr>
                    <p:cNvPr id="108" name="任意多边形: 形状 107" descr="da8dbd4b-5b6e-424b-a916-d7fa231e088d"/>
                    <p:cNvSpPr/>
                    <p:nvPr/>
                  </p:nvSpPr>
                  <p:spPr>
                    <a:xfrm>
                      <a:off x="7544710" y="5294047"/>
                      <a:ext cx="143054" cy="191970"/>
                    </a:xfrm>
                    <a:custGeom>
                      <a:avLst/>
                      <a:gdLst>
                        <a:gd name="connsiteX0" fmla="*/ 4519 w 143054"/>
                        <a:gd name="connsiteY0" fmla="*/ 191971 h 191970"/>
                        <a:gd name="connsiteX1" fmla="*/ 1852 w 143054"/>
                        <a:gd name="connsiteY1" fmla="*/ 191113 h 191970"/>
                        <a:gd name="connsiteX2" fmla="*/ 899 w 143054"/>
                        <a:gd name="connsiteY2" fmla="*/ 184827 h 191970"/>
                        <a:gd name="connsiteX3" fmla="*/ 134916 w 143054"/>
                        <a:gd name="connsiteY3" fmla="*/ 1852 h 191970"/>
                        <a:gd name="connsiteX4" fmla="*/ 141203 w 143054"/>
                        <a:gd name="connsiteY4" fmla="*/ 899 h 191970"/>
                        <a:gd name="connsiteX5" fmla="*/ 142155 w 143054"/>
                        <a:gd name="connsiteY5" fmla="*/ 7186 h 191970"/>
                        <a:gd name="connsiteX6" fmla="*/ 8138 w 143054"/>
                        <a:gd name="connsiteY6" fmla="*/ 190161 h 191970"/>
                        <a:gd name="connsiteX7" fmla="*/ 4519 w 143054"/>
                        <a:gd name="connsiteY7" fmla="*/ 191971 h 1919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43054" h="191970">
                          <a:moveTo>
                            <a:pt x="4519" y="191971"/>
                          </a:moveTo>
                          <a:cubicBezTo>
                            <a:pt x="3566" y="191971"/>
                            <a:pt x="2709" y="191685"/>
                            <a:pt x="1852" y="191113"/>
                          </a:cubicBezTo>
                          <a:cubicBezTo>
                            <a:pt x="-149" y="189684"/>
                            <a:pt x="-625" y="186827"/>
                            <a:pt x="899" y="184827"/>
                          </a:cubicBezTo>
                          <a:lnTo>
                            <a:pt x="134916" y="1852"/>
                          </a:lnTo>
                          <a:cubicBezTo>
                            <a:pt x="136345" y="-148"/>
                            <a:pt x="139202" y="-625"/>
                            <a:pt x="141203" y="899"/>
                          </a:cubicBezTo>
                          <a:cubicBezTo>
                            <a:pt x="143203" y="2328"/>
                            <a:pt x="143679" y="5185"/>
                            <a:pt x="142155" y="7186"/>
                          </a:cubicBezTo>
                          <a:lnTo>
                            <a:pt x="8138" y="190161"/>
                          </a:lnTo>
                          <a:cubicBezTo>
                            <a:pt x="7186" y="191304"/>
                            <a:pt x="5852" y="191971"/>
                            <a:pt x="4519" y="19197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  <p:sp>
                  <p:nvSpPr>
                    <p:cNvPr id="109" name="任意多边形: 形状 108" descr="8b264ab7-41eb-43e8-9ef5-d5bcf8f6b11b"/>
                    <p:cNvSpPr/>
                    <p:nvPr/>
                  </p:nvSpPr>
                  <p:spPr>
                    <a:xfrm>
                      <a:off x="7370610" y="5588769"/>
                      <a:ext cx="245316" cy="83843"/>
                    </a:xfrm>
                    <a:custGeom>
                      <a:avLst/>
                      <a:gdLst>
                        <a:gd name="connsiteX0" fmla="*/ 240816 w 245316"/>
                        <a:gd name="connsiteY0" fmla="*/ 83844 h 83843"/>
                        <a:gd name="connsiteX1" fmla="*/ 239483 w 245316"/>
                        <a:gd name="connsiteY1" fmla="*/ 83654 h 83843"/>
                        <a:gd name="connsiteX2" fmla="*/ 3167 w 245316"/>
                        <a:gd name="connsiteY2" fmla="*/ 8787 h 83843"/>
                        <a:gd name="connsiteX3" fmla="*/ 215 w 245316"/>
                        <a:gd name="connsiteY3" fmla="*/ 3167 h 83843"/>
                        <a:gd name="connsiteX4" fmla="*/ 5834 w 245316"/>
                        <a:gd name="connsiteY4" fmla="*/ 215 h 83843"/>
                        <a:gd name="connsiteX5" fmla="*/ 242149 w 245316"/>
                        <a:gd name="connsiteY5" fmla="*/ 75081 h 83843"/>
                        <a:gd name="connsiteX6" fmla="*/ 245102 w 245316"/>
                        <a:gd name="connsiteY6" fmla="*/ 80700 h 83843"/>
                        <a:gd name="connsiteX7" fmla="*/ 240816 w 245316"/>
                        <a:gd name="connsiteY7" fmla="*/ 83844 h 838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45316" h="83843">
                          <a:moveTo>
                            <a:pt x="240816" y="83844"/>
                          </a:moveTo>
                          <a:cubicBezTo>
                            <a:pt x="240340" y="83844"/>
                            <a:pt x="239864" y="83749"/>
                            <a:pt x="239483" y="83654"/>
                          </a:cubicBezTo>
                          <a:lnTo>
                            <a:pt x="3167" y="8787"/>
                          </a:lnTo>
                          <a:cubicBezTo>
                            <a:pt x="786" y="8025"/>
                            <a:pt x="-547" y="5549"/>
                            <a:pt x="215" y="3167"/>
                          </a:cubicBezTo>
                          <a:cubicBezTo>
                            <a:pt x="977" y="786"/>
                            <a:pt x="3453" y="-548"/>
                            <a:pt x="5834" y="215"/>
                          </a:cubicBezTo>
                          <a:lnTo>
                            <a:pt x="242149" y="75081"/>
                          </a:lnTo>
                          <a:cubicBezTo>
                            <a:pt x="244531" y="75843"/>
                            <a:pt x="245864" y="78319"/>
                            <a:pt x="245102" y="80700"/>
                          </a:cubicBezTo>
                          <a:cubicBezTo>
                            <a:pt x="244531" y="82701"/>
                            <a:pt x="242721" y="83844"/>
                            <a:pt x="240816" y="83844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  <p:sp>
                  <p:nvSpPr>
                    <p:cNvPr id="110" name="任意多边形: 形状 109" descr="74760ac1-297c-4dc7-af4b-0fe814392153"/>
                    <p:cNvSpPr/>
                    <p:nvPr/>
                  </p:nvSpPr>
                  <p:spPr>
                    <a:xfrm>
                      <a:off x="7086651" y="5535600"/>
                      <a:ext cx="112291" cy="231786"/>
                    </a:xfrm>
                    <a:custGeom>
                      <a:avLst/>
                      <a:gdLst>
                        <a:gd name="connsiteX0" fmla="*/ 4520 w 112291"/>
                        <a:gd name="connsiteY0" fmla="*/ 231787 h 231786"/>
                        <a:gd name="connsiteX1" fmla="*/ 2615 w 112291"/>
                        <a:gd name="connsiteY1" fmla="*/ 231406 h 231786"/>
                        <a:gd name="connsiteX2" fmla="*/ 424 w 112291"/>
                        <a:gd name="connsiteY2" fmla="*/ 225405 h 231786"/>
                        <a:gd name="connsiteX3" fmla="*/ 103676 w 112291"/>
                        <a:gd name="connsiteY3" fmla="*/ 2615 h 231786"/>
                        <a:gd name="connsiteX4" fmla="*/ 109676 w 112291"/>
                        <a:gd name="connsiteY4" fmla="*/ 425 h 231786"/>
                        <a:gd name="connsiteX5" fmla="*/ 111867 w 112291"/>
                        <a:gd name="connsiteY5" fmla="*/ 6425 h 231786"/>
                        <a:gd name="connsiteX6" fmla="*/ 8616 w 112291"/>
                        <a:gd name="connsiteY6" fmla="*/ 229215 h 231786"/>
                        <a:gd name="connsiteX7" fmla="*/ 4520 w 112291"/>
                        <a:gd name="connsiteY7" fmla="*/ 231787 h 23178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12291" h="231786">
                          <a:moveTo>
                            <a:pt x="4520" y="231787"/>
                          </a:moveTo>
                          <a:cubicBezTo>
                            <a:pt x="3854" y="231787"/>
                            <a:pt x="3282" y="231596"/>
                            <a:pt x="2615" y="231406"/>
                          </a:cubicBezTo>
                          <a:cubicBezTo>
                            <a:pt x="329" y="230358"/>
                            <a:pt x="-623" y="227691"/>
                            <a:pt x="424" y="225405"/>
                          </a:cubicBezTo>
                          <a:lnTo>
                            <a:pt x="103676" y="2615"/>
                          </a:lnTo>
                          <a:cubicBezTo>
                            <a:pt x="104723" y="329"/>
                            <a:pt x="107390" y="-624"/>
                            <a:pt x="109676" y="425"/>
                          </a:cubicBezTo>
                          <a:cubicBezTo>
                            <a:pt x="111962" y="1472"/>
                            <a:pt x="112915" y="4139"/>
                            <a:pt x="111867" y="6425"/>
                          </a:cubicBezTo>
                          <a:lnTo>
                            <a:pt x="8616" y="229215"/>
                          </a:lnTo>
                          <a:cubicBezTo>
                            <a:pt x="7854" y="230834"/>
                            <a:pt x="6235" y="231787"/>
                            <a:pt x="4520" y="231787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</p:grpSp>
            </p:grpSp>
            <p:grpSp>
              <p:nvGrpSpPr>
                <p:cNvPr id="97" name="图形 2" descr="44f4730a-a69c-47c7-8a8c-50eb9833bb3a"/>
                <p:cNvGrpSpPr/>
                <p:nvPr/>
              </p:nvGrpSpPr>
              <p:grpSpPr>
                <a:xfrm>
                  <a:off x="3874410" y="5245730"/>
                  <a:ext cx="1536131" cy="698400"/>
                  <a:chOff x="3874410" y="5245730"/>
                  <a:chExt cx="1536131" cy="698400"/>
                </a:xfrm>
              </p:grpSpPr>
              <p:sp>
                <p:nvSpPr>
                  <p:cNvPr id="98" name="任意多边形: 形状 97" descr="b7186f8d-a86f-48c7-b03c-40e70cd48949"/>
                  <p:cNvSpPr/>
                  <p:nvPr/>
                </p:nvSpPr>
                <p:spPr>
                  <a:xfrm>
                    <a:off x="3874410" y="5245730"/>
                    <a:ext cx="1536131" cy="698400"/>
                  </a:xfrm>
                  <a:custGeom>
                    <a:avLst/>
                    <a:gdLst>
                      <a:gd name="connsiteX0" fmla="*/ 1534265 w 1536131"/>
                      <a:gd name="connsiteY0" fmla="*/ 508607 h 698400"/>
                      <a:gd name="connsiteX1" fmla="*/ 909139 w 1536131"/>
                      <a:gd name="connsiteY1" fmla="*/ 41120 h 698400"/>
                      <a:gd name="connsiteX2" fmla="*/ 264 w 1536131"/>
                      <a:gd name="connsiteY2" fmla="*/ 300867 h 698400"/>
                      <a:gd name="connsiteX3" fmla="*/ 817604 w 1536131"/>
                      <a:gd name="connsiteY3" fmla="*/ 685677 h 698400"/>
                      <a:gd name="connsiteX4" fmla="*/ 1534265 w 1536131"/>
                      <a:gd name="connsiteY4" fmla="*/ 508607 h 6984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536131" h="698400">
                        <a:moveTo>
                          <a:pt x="1534265" y="508607"/>
                        </a:moveTo>
                        <a:cubicBezTo>
                          <a:pt x="1560268" y="465364"/>
                          <a:pt x="1312714" y="181900"/>
                          <a:pt x="909139" y="41120"/>
                        </a:cubicBezTo>
                        <a:cubicBezTo>
                          <a:pt x="447844" y="-119853"/>
                          <a:pt x="13980" y="239526"/>
                          <a:pt x="264" y="300867"/>
                        </a:cubicBezTo>
                        <a:cubicBezTo>
                          <a:pt x="-11833" y="355064"/>
                          <a:pt x="394027" y="628241"/>
                          <a:pt x="817604" y="685677"/>
                        </a:cubicBezTo>
                        <a:cubicBezTo>
                          <a:pt x="1241276" y="743017"/>
                          <a:pt x="1483687" y="592808"/>
                          <a:pt x="1534265" y="508607"/>
                        </a:cubicBezTo>
                        <a:close/>
                      </a:path>
                    </a:pathLst>
                  </a:custGeom>
                  <a:solidFill>
                    <a:srgbClr val="728EE1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  <p:grpSp>
                <p:nvGrpSpPr>
                  <p:cNvPr id="99" name="图形 2" descr="aa66c5b5-af76-4502-bed9-560cda0cf5b9"/>
                  <p:cNvGrpSpPr/>
                  <p:nvPr/>
                </p:nvGrpSpPr>
                <p:grpSpPr>
                  <a:xfrm>
                    <a:off x="3971988" y="5330008"/>
                    <a:ext cx="1296468" cy="548249"/>
                    <a:chOff x="3971988" y="5330008"/>
                    <a:chExt cx="1296468" cy="548249"/>
                  </a:xfrm>
                  <a:solidFill>
                    <a:srgbClr val="FFFFFF"/>
                  </a:solidFill>
                </p:grpSpPr>
                <p:sp>
                  <p:nvSpPr>
                    <p:cNvPr id="100" name="任意多边形: 形状 99" descr="fd11027f-e067-4ea4-923f-76a39f3fd2a5"/>
                    <p:cNvSpPr/>
                    <p:nvPr/>
                  </p:nvSpPr>
                  <p:spPr>
                    <a:xfrm>
                      <a:off x="3971988" y="5522037"/>
                      <a:ext cx="1296468" cy="249064"/>
                    </a:xfrm>
                    <a:custGeom>
                      <a:avLst/>
                      <a:gdLst>
                        <a:gd name="connsiteX0" fmla="*/ 1291907 w 1296468"/>
                        <a:gd name="connsiteY0" fmla="*/ 249065 h 249064"/>
                        <a:gd name="connsiteX1" fmla="*/ 1289335 w 1296468"/>
                        <a:gd name="connsiteY1" fmla="*/ 248207 h 249064"/>
                        <a:gd name="connsiteX2" fmla="*/ 4984 w 1296468"/>
                        <a:gd name="connsiteY2" fmla="*/ 28180 h 249064"/>
                        <a:gd name="connsiteX3" fmla="*/ 31 w 1296468"/>
                        <a:gd name="connsiteY3" fmla="*/ 24274 h 249064"/>
                        <a:gd name="connsiteX4" fmla="*/ 3936 w 1296468"/>
                        <a:gd name="connsiteY4" fmla="*/ 19322 h 249064"/>
                        <a:gd name="connsiteX5" fmla="*/ 1294574 w 1296468"/>
                        <a:gd name="connsiteY5" fmla="*/ 240873 h 249064"/>
                        <a:gd name="connsiteX6" fmla="*/ 1295717 w 1296468"/>
                        <a:gd name="connsiteY6" fmla="*/ 247160 h 249064"/>
                        <a:gd name="connsiteX7" fmla="*/ 1291907 w 1296468"/>
                        <a:gd name="connsiteY7" fmla="*/ 249065 h 24906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296468" h="249064">
                          <a:moveTo>
                            <a:pt x="1291907" y="249065"/>
                          </a:moveTo>
                          <a:cubicBezTo>
                            <a:pt x="1291050" y="249065"/>
                            <a:pt x="1290097" y="248779"/>
                            <a:pt x="1289335" y="248207"/>
                          </a:cubicBezTo>
                          <a:cubicBezTo>
                            <a:pt x="1284763" y="244969"/>
                            <a:pt x="821562" y="-70976"/>
                            <a:pt x="4984" y="28180"/>
                          </a:cubicBezTo>
                          <a:cubicBezTo>
                            <a:pt x="2603" y="28465"/>
                            <a:pt x="317" y="26751"/>
                            <a:pt x="31" y="24274"/>
                          </a:cubicBezTo>
                          <a:cubicBezTo>
                            <a:pt x="-255" y="21798"/>
                            <a:pt x="1460" y="19607"/>
                            <a:pt x="3936" y="19322"/>
                          </a:cubicBezTo>
                          <a:cubicBezTo>
                            <a:pt x="824134" y="-80310"/>
                            <a:pt x="1289907" y="237635"/>
                            <a:pt x="1294574" y="240873"/>
                          </a:cubicBezTo>
                          <a:cubicBezTo>
                            <a:pt x="1296574" y="242302"/>
                            <a:pt x="1297050" y="245064"/>
                            <a:pt x="1295717" y="247160"/>
                          </a:cubicBezTo>
                          <a:cubicBezTo>
                            <a:pt x="1294669" y="248398"/>
                            <a:pt x="1293336" y="249065"/>
                            <a:pt x="1291907" y="249065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  <p:sp>
                  <p:nvSpPr>
                    <p:cNvPr id="101" name="任意多边形: 形状 100" descr="d6b859c8-2083-4be5-ad07-965ae2da2224"/>
                    <p:cNvSpPr/>
                    <p:nvPr/>
                  </p:nvSpPr>
                  <p:spPr>
                    <a:xfrm>
                      <a:off x="4712883" y="5330008"/>
                      <a:ext cx="274491" cy="290788"/>
                    </a:xfrm>
                    <a:custGeom>
                      <a:avLst/>
                      <a:gdLst>
                        <a:gd name="connsiteX0" fmla="*/ 269929 w 274491"/>
                        <a:gd name="connsiteY0" fmla="*/ 290788 h 290788"/>
                        <a:gd name="connsiteX1" fmla="*/ 266690 w 274491"/>
                        <a:gd name="connsiteY1" fmla="*/ 289360 h 290788"/>
                        <a:gd name="connsiteX2" fmla="*/ 1229 w 274491"/>
                        <a:gd name="connsiteY2" fmla="*/ 7610 h 290788"/>
                        <a:gd name="connsiteX3" fmla="*/ 1419 w 274491"/>
                        <a:gd name="connsiteY3" fmla="*/ 1229 h 290788"/>
                        <a:gd name="connsiteX4" fmla="*/ 7801 w 274491"/>
                        <a:gd name="connsiteY4" fmla="*/ 1419 h 290788"/>
                        <a:gd name="connsiteX5" fmla="*/ 273262 w 274491"/>
                        <a:gd name="connsiteY5" fmla="*/ 283168 h 290788"/>
                        <a:gd name="connsiteX6" fmla="*/ 273072 w 274491"/>
                        <a:gd name="connsiteY6" fmla="*/ 289550 h 290788"/>
                        <a:gd name="connsiteX7" fmla="*/ 269929 w 274491"/>
                        <a:gd name="connsiteY7" fmla="*/ 290788 h 2907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274491" h="290788">
                          <a:moveTo>
                            <a:pt x="269929" y="290788"/>
                          </a:moveTo>
                          <a:cubicBezTo>
                            <a:pt x="268691" y="290788"/>
                            <a:pt x="267548" y="290312"/>
                            <a:pt x="266690" y="289360"/>
                          </a:cubicBezTo>
                          <a:lnTo>
                            <a:pt x="1229" y="7610"/>
                          </a:lnTo>
                          <a:cubicBezTo>
                            <a:pt x="-486" y="5800"/>
                            <a:pt x="-391" y="2943"/>
                            <a:pt x="1419" y="1229"/>
                          </a:cubicBezTo>
                          <a:cubicBezTo>
                            <a:pt x="3229" y="-486"/>
                            <a:pt x="6086" y="-391"/>
                            <a:pt x="7801" y="1419"/>
                          </a:cubicBezTo>
                          <a:lnTo>
                            <a:pt x="273262" y="283168"/>
                          </a:lnTo>
                          <a:cubicBezTo>
                            <a:pt x="274977" y="284978"/>
                            <a:pt x="274882" y="287836"/>
                            <a:pt x="273072" y="289550"/>
                          </a:cubicBezTo>
                          <a:cubicBezTo>
                            <a:pt x="272120" y="290408"/>
                            <a:pt x="271072" y="290788"/>
                            <a:pt x="269929" y="290788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  <p:sp>
                  <p:nvSpPr>
                    <p:cNvPr id="102" name="任意多边形: 形状 101" descr="5f6c47c6-73fc-417f-9719-fe7ac0499b11"/>
                    <p:cNvSpPr/>
                    <p:nvPr/>
                  </p:nvSpPr>
                  <p:spPr>
                    <a:xfrm>
                      <a:off x="4327151" y="5565091"/>
                      <a:ext cx="318531" cy="213915"/>
                    </a:xfrm>
                    <a:custGeom>
                      <a:avLst/>
                      <a:gdLst>
                        <a:gd name="connsiteX0" fmla="*/ 4437 w 318531"/>
                        <a:gd name="connsiteY0" fmla="*/ 213916 h 213915"/>
                        <a:gd name="connsiteX1" fmla="*/ 722 w 318531"/>
                        <a:gd name="connsiteY1" fmla="*/ 211916 h 213915"/>
                        <a:gd name="connsiteX2" fmla="*/ 1960 w 318531"/>
                        <a:gd name="connsiteY2" fmla="*/ 205725 h 213915"/>
                        <a:gd name="connsiteX3" fmla="*/ 311618 w 318531"/>
                        <a:gd name="connsiteY3" fmla="*/ 747 h 213915"/>
                        <a:gd name="connsiteX4" fmla="*/ 317809 w 318531"/>
                        <a:gd name="connsiteY4" fmla="*/ 1985 h 213915"/>
                        <a:gd name="connsiteX5" fmla="*/ 316571 w 318531"/>
                        <a:gd name="connsiteY5" fmla="*/ 8176 h 213915"/>
                        <a:gd name="connsiteX6" fmla="*/ 6913 w 318531"/>
                        <a:gd name="connsiteY6" fmla="*/ 213154 h 213915"/>
                        <a:gd name="connsiteX7" fmla="*/ 4437 w 318531"/>
                        <a:gd name="connsiteY7" fmla="*/ 213916 h 21391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318531" h="213915">
                          <a:moveTo>
                            <a:pt x="4437" y="213916"/>
                          </a:moveTo>
                          <a:cubicBezTo>
                            <a:pt x="3008" y="213916"/>
                            <a:pt x="1579" y="213250"/>
                            <a:pt x="722" y="211916"/>
                          </a:cubicBezTo>
                          <a:cubicBezTo>
                            <a:pt x="-612" y="209820"/>
                            <a:pt x="-40" y="207058"/>
                            <a:pt x="1960" y="205725"/>
                          </a:cubicBezTo>
                          <a:lnTo>
                            <a:pt x="311618" y="747"/>
                          </a:lnTo>
                          <a:cubicBezTo>
                            <a:pt x="313618" y="-587"/>
                            <a:pt x="316476" y="-111"/>
                            <a:pt x="317809" y="1985"/>
                          </a:cubicBezTo>
                          <a:cubicBezTo>
                            <a:pt x="319143" y="4080"/>
                            <a:pt x="318571" y="6842"/>
                            <a:pt x="316571" y="8176"/>
                          </a:cubicBezTo>
                          <a:lnTo>
                            <a:pt x="6913" y="213154"/>
                          </a:lnTo>
                          <a:cubicBezTo>
                            <a:pt x="6151" y="213726"/>
                            <a:pt x="5294" y="213916"/>
                            <a:pt x="4437" y="213916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  <p:sp>
                  <p:nvSpPr>
                    <p:cNvPr id="103" name="任意多边形: 形状 102" descr="a002b165-d7d2-4272-a502-a46b38750418"/>
                    <p:cNvSpPr/>
                    <p:nvPr/>
                  </p:nvSpPr>
                  <p:spPr>
                    <a:xfrm>
                      <a:off x="4967279" y="5734899"/>
                      <a:ext cx="167750" cy="143358"/>
                    </a:xfrm>
                    <a:custGeom>
                      <a:avLst/>
                      <a:gdLst>
                        <a:gd name="connsiteX0" fmla="*/ 4484 w 167750"/>
                        <a:gd name="connsiteY0" fmla="*/ 143359 h 143358"/>
                        <a:gd name="connsiteX1" fmla="*/ 1055 w 167750"/>
                        <a:gd name="connsiteY1" fmla="*/ 141739 h 143358"/>
                        <a:gd name="connsiteX2" fmla="*/ 1627 w 167750"/>
                        <a:gd name="connsiteY2" fmla="*/ 135453 h 143358"/>
                        <a:gd name="connsiteX3" fmla="*/ 160313 w 167750"/>
                        <a:gd name="connsiteY3" fmla="*/ 1055 h 143358"/>
                        <a:gd name="connsiteX4" fmla="*/ 166695 w 167750"/>
                        <a:gd name="connsiteY4" fmla="*/ 1627 h 143358"/>
                        <a:gd name="connsiteX5" fmla="*/ 166124 w 167750"/>
                        <a:gd name="connsiteY5" fmla="*/ 7913 h 143358"/>
                        <a:gd name="connsiteX6" fmla="*/ 7437 w 167750"/>
                        <a:gd name="connsiteY6" fmla="*/ 142311 h 143358"/>
                        <a:gd name="connsiteX7" fmla="*/ 4484 w 167750"/>
                        <a:gd name="connsiteY7" fmla="*/ 143359 h 14335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67750" h="143358">
                          <a:moveTo>
                            <a:pt x="4484" y="143359"/>
                          </a:moveTo>
                          <a:cubicBezTo>
                            <a:pt x="3246" y="143359"/>
                            <a:pt x="1913" y="142787"/>
                            <a:pt x="1055" y="141739"/>
                          </a:cubicBezTo>
                          <a:cubicBezTo>
                            <a:pt x="-564" y="139835"/>
                            <a:pt x="-278" y="136977"/>
                            <a:pt x="1627" y="135453"/>
                          </a:cubicBezTo>
                          <a:lnTo>
                            <a:pt x="160313" y="1055"/>
                          </a:lnTo>
                          <a:cubicBezTo>
                            <a:pt x="162218" y="-564"/>
                            <a:pt x="165076" y="-278"/>
                            <a:pt x="166695" y="1627"/>
                          </a:cubicBezTo>
                          <a:cubicBezTo>
                            <a:pt x="168314" y="3532"/>
                            <a:pt x="168029" y="6389"/>
                            <a:pt x="166124" y="7913"/>
                          </a:cubicBezTo>
                          <a:lnTo>
                            <a:pt x="7437" y="142311"/>
                          </a:lnTo>
                          <a:cubicBezTo>
                            <a:pt x="6580" y="143073"/>
                            <a:pt x="5532" y="143359"/>
                            <a:pt x="4484" y="143359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  <p:sp>
                  <p:nvSpPr>
                    <p:cNvPr id="104" name="任意多边形: 形状 103" descr="9b416890-b14f-44ab-8193-ac4cf655ce4a"/>
                    <p:cNvSpPr/>
                    <p:nvPr/>
                  </p:nvSpPr>
                  <p:spPr>
                    <a:xfrm>
                      <a:off x="4118260" y="5415565"/>
                      <a:ext cx="146525" cy="107790"/>
                    </a:xfrm>
                    <a:custGeom>
                      <a:avLst/>
                      <a:gdLst>
                        <a:gd name="connsiteX0" fmla="*/ 142081 w 146525"/>
                        <a:gd name="connsiteY0" fmla="*/ 107791 h 107790"/>
                        <a:gd name="connsiteX1" fmla="*/ 139414 w 146525"/>
                        <a:gd name="connsiteY1" fmla="*/ 106933 h 107790"/>
                        <a:gd name="connsiteX2" fmla="*/ 1873 w 146525"/>
                        <a:gd name="connsiteY2" fmla="*/ 8159 h 107790"/>
                        <a:gd name="connsiteX3" fmla="*/ 825 w 146525"/>
                        <a:gd name="connsiteY3" fmla="*/ 1873 h 107790"/>
                        <a:gd name="connsiteX4" fmla="*/ 7111 w 146525"/>
                        <a:gd name="connsiteY4" fmla="*/ 825 h 107790"/>
                        <a:gd name="connsiteX5" fmla="*/ 144652 w 146525"/>
                        <a:gd name="connsiteY5" fmla="*/ 99599 h 107790"/>
                        <a:gd name="connsiteX6" fmla="*/ 145700 w 146525"/>
                        <a:gd name="connsiteY6" fmla="*/ 105886 h 107790"/>
                        <a:gd name="connsiteX7" fmla="*/ 142081 w 146525"/>
                        <a:gd name="connsiteY7" fmla="*/ 107791 h 10779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146525" h="107790">
                          <a:moveTo>
                            <a:pt x="142081" y="107791"/>
                          </a:moveTo>
                          <a:cubicBezTo>
                            <a:pt x="141128" y="107791"/>
                            <a:pt x="140271" y="107505"/>
                            <a:pt x="139414" y="106933"/>
                          </a:cubicBezTo>
                          <a:lnTo>
                            <a:pt x="1873" y="8159"/>
                          </a:lnTo>
                          <a:cubicBezTo>
                            <a:pt x="-128" y="6731"/>
                            <a:pt x="-604" y="3873"/>
                            <a:pt x="825" y="1873"/>
                          </a:cubicBezTo>
                          <a:cubicBezTo>
                            <a:pt x="2254" y="-128"/>
                            <a:pt x="5111" y="-604"/>
                            <a:pt x="7111" y="825"/>
                          </a:cubicBezTo>
                          <a:lnTo>
                            <a:pt x="144652" y="99599"/>
                          </a:lnTo>
                          <a:cubicBezTo>
                            <a:pt x="146653" y="101028"/>
                            <a:pt x="147129" y="103885"/>
                            <a:pt x="145700" y="105886"/>
                          </a:cubicBezTo>
                          <a:cubicBezTo>
                            <a:pt x="144938" y="107124"/>
                            <a:pt x="143510" y="107791"/>
                            <a:pt x="142081" y="10779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 anchorCtr="0"/>
                    <a:lstStyle/>
                    <a:p>
                      <a:pPr algn="l"/>
                    </a:p>
                  </p:txBody>
                </p:sp>
              </p:grpSp>
            </p:grpSp>
          </p:grpSp>
          <p:grpSp>
            <p:nvGrpSpPr>
              <p:cNvPr id="14" name="图形 2" descr="03d702f6-490a-4757-b288-aca4ee11b315"/>
              <p:cNvGrpSpPr/>
              <p:nvPr/>
            </p:nvGrpSpPr>
            <p:grpSpPr>
              <a:xfrm>
                <a:off x="4781657" y="452437"/>
                <a:ext cx="2727279" cy="5813393"/>
                <a:chOff x="4781657" y="452437"/>
                <a:chExt cx="2727279" cy="5813393"/>
              </a:xfrm>
            </p:grpSpPr>
            <p:grpSp>
              <p:nvGrpSpPr>
                <p:cNvPr id="83" name="图形 2" descr="d4b0e218-cede-4975-9dd2-2961689b005d"/>
                <p:cNvGrpSpPr/>
                <p:nvPr/>
              </p:nvGrpSpPr>
              <p:grpSpPr>
                <a:xfrm>
                  <a:off x="5230843" y="3916108"/>
                  <a:ext cx="1828895" cy="2349722"/>
                  <a:chOff x="5230843" y="3916108"/>
                  <a:chExt cx="1828895" cy="2349722"/>
                </a:xfrm>
              </p:grpSpPr>
              <p:sp>
                <p:nvSpPr>
                  <p:cNvPr id="89" name="任意多边形: 形状 88" descr="43d4564e-c090-4264-a371-49dc6f539644"/>
                  <p:cNvSpPr/>
                  <p:nvPr/>
                </p:nvSpPr>
                <p:spPr>
                  <a:xfrm>
                    <a:off x="5230843" y="3916108"/>
                    <a:ext cx="1828895" cy="2349722"/>
                  </a:xfrm>
                  <a:custGeom>
                    <a:avLst/>
                    <a:gdLst>
                      <a:gd name="connsiteX0" fmla="*/ 0 w 1828895"/>
                      <a:gd name="connsiteY0" fmla="*/ 0 h 2349722"/>
                      <a:gd name="connsiteX1" fmla="*/ 1828895 w 1828895"/>
                      <a:gd name="connsiteY1" fmla="*/ 0 h 2349722"/>
                      <a:gd name="connsiteX2" fmla="*/ 1828895 w 1828895"/>
                      <a:gd name="connsiteY2" fmla="*/ 2349722 h 2349722"/>
                      <a:gd name="connsiteX3" fmla="*/ 0 w 1828895"/>
                      <a:gd name="connsiteY3" fmla="*/ 2349722 h 2349722"/>
                      <a:gd name="connsiteX4" fmla="*/ 0 w 1828895"/>
                      <a:gd name="connsiteY4" fmla="*/ 0 h 2349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828895" h="2349722">
                        <a:moveTo>
                          <a:pt x="0" y="0"/>
                        </a:moveTo>
                        <a:lnTo>
                          <a:pt x="1828895" y="0"/>
                        </a:lnTo>
                        <a:lnTo>
                          <a:pt x="1828895" y="2349722"/>
                        </a:lnTo>
                        <a:lnTo>
                          <a:pt x="0" y="234972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1D5FC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  <p:sp>
                <p:nvSpPr>
                  <p:cNvPr id="90" name="任意多边形: 形状 89" descr="98e01210-8d51-479a-8a0d-389e9ad9136e"/>
                  <p:cNvSpPr/>
                  <p:nvPr/>
                </p:nvSpPr>
                <p:spPr>
                  <a:xfrm>
                    <a:off x="5342667" y="4059745"/>
                    <a:ext cx="1605343" cy="2062448"/>
                  </a:xfrm>
                  <a:custGeom>
                    <a:avLst/>
                    <a:gdLst>
                      <a:gd name="connsiteX0" fmla="*/ 0 w 1605343"/>
                      <a:gd name="connsiteY0" fmla="*/ 0 h 2062448"/>
                      <a:gd name="connsiteX1" fmla="*/ 1605344 w 1605343"/>
                      <a:gd name="connsiteY1" fmla="*/ 0 h 2062448"/>
                      <a:gd name="connsiteX2" fmla="*/ 1605344 w 1605343"/>
                      <a:gd name="connsiteY2" fmla="*/ 2062448 h 2062448"/>
                      <a:gd name="connsiteX3" fmla="*/ 0 w 1605343"/>
                      <a:gd name="connsiteY3" fmla="*/ 2062448 h 2062448"/>
                      <a:gd name="connsiteX4" fmla="*/ 0 w 1605343"/>
                      <a:gd name="connsiteY4" fmla="*/ 0 h 20624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605343" h="2062448">
                        <a:moveTo>
                          <a:pt x="0" y="0"/>
                        </a:moveTo>
                        <a:lnTo>
                          <a:pt x="1605344" y="0"/>
                        </a:lnTo>
                        <a:lnTo>
                          <a:pt x="1605344" y="2062448"/>
                        </a:lnTo>
                        <a:lnTo>
                          <a:pt x="0" y="206244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DFEDF8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</p:grpSp>
            <p:grpSp>
              <p:nvGrpSpPr>
                <p:cNvPr id="84" name="图形 2" descr="e4cd0b99-fb07-484c-86da-efd27f106925"/>
                <p:cNvGrpSpPr/>
                <p:nvPr/>
              </p:nvGrpSpPr>
              <p:grpSpPr>
                <a:xfrm>
                  <a:off x="4781657" y="452437"/>
                  <a:ext cx="2727279" cy="3556444"/>
                  <a:chOff x="4781657" y="452437"/>
                  <a:chExt cx="2727279" cy="3556444"/>
                </a:xfrm>
              </p:grpSpPr>
              <p:sp>
                <p:nvSpPr>
                  <p:cNvPr id="85" name="任意多边形: 形状 84" descr="d286da69-84f9-4bc1-b82e-a7916e7ab72f"/>
                  <p:cNvSpPr/>
                  <p:nvPr/>
                </p:nvSpPr>
                <p:spPr>
                  <a:xfrm>
                    <a:off x="4781657" y="1060989"/>
                    <a:ext cx="2727279" cy="2947892"/>
                  </a:xfrm>
                  <a:custGeom>
                    <a:avLst/>
                    <a:gdLst>
                      <a:gd name="connsiteX0" fmla="*/ 395465 w 2727279"/>
                      <a:gd name="connsiteY0" fmla="*/ 95 h 2947892"/>
                      <a:gd name="connsiteX1" fmla="*/ 395465 w 2727279"/>
                      <a:gd name="connsiteY1" fmla="*/ 2667 h 2947892"/>
                      <a:gd name="connsiteX2" fmla="*/ 134956 w 2727279"/>
                      <a:gd name="connsiteY2" fmla="*/ 111919 h 2947892"/>
                      <a:gd name="connsiteX3" fmla="*/ 43516 w 2727279"/>
                      <a:gd name="connsiteY3" fmla="*/ 212312 h 2947892"/>
                      <a:gd name="connsiteX4" fmla="*/ 889717 w 2727279"/>
                      <a:gd name="connsiteY4" fmla="*/ 1477232 h 2947892"/>
                      <a:gd name="connsiteX5" fmla="*/ 1224521 w 2727279"/>
                      <a:gd name="connsiteY5" fmla="*/ 1672876 h 2947892"/>
                      <a:gd name="connsiteX6" fmla="*/ 1224521 w 2727279"/>
                      <a:gd name="connsiteY6" fmla="*/ 2620709 h 2947892"/>
                      <a:gd name="connsiteX7" fmla="*/ 587299 w 2727279"/>
                      <a:gd name="connsiteY7" fmla="*/ 2947892 h 2947892"/>
                      <a:gd name="connsiteX8" fmla="*/ 2108822 w 2727279"/>
                      <a:gd name="connsiteY8" fmla="*/ 2947892 h 2947892"/>
                      <a:gd name="connsiteX9" fmla="*/ 1490078 w 2727279"/>
                      <a:gd name="connsiteY9" fmla="*/ 2621947 h 2947892"/>
                      <a:gd name="connsiteX10" fmla="*/ 1490078 w 2727279"/>
                      <a:gd name="connsiteY10" fmla="*/ 1672781 h 2947892"/>
                      <a:gd name="connsiteX11" fmla="*/ 1828692 w 2727279"/>
                      <a:gd name="connsiteY11" fmla="*/ 1473327 h 2947892"/>
                      <a:gd name="connsiteX12" fmla="*/ 2683751 w 2727279"/>
                      <a:gd name="connsiteY12" fmla="*/ 212217 h 2947892"/>
                      <a:gd name="connsiteX13" fmla="*/ 2592311 w 2727279"/>
                      <a:gd name="connsiteY13" fmla="*/ 111823 h 2947892"/>
                      <a:gd name="connsiteX14" fmla="*/ 2319134 w 2727279"/>
                      <a:gd name="connsiteY14" fmla="*/ 667 h 2947892"/>
                      <a:gd name="connsiteX15" fmla="*/ 2319134 w 2727279"/>
                      <a:gd name="connsiteY15" fmla="*/ 0 h 2947892"/>
                      <a:gd name="connsiteX16" fmla="*/ 2314086 w 2727279"/>
                      <a:gd name="connsiteY16" fmla="*/ 0 h 2947892"/>
                      <a:gd name="connsiteX17" fmla="*/ 413277 w 2727279"/>
                      <a:gd name="connsiteY17" fmla="*/ 0 h 2947892"/>
                      <a:gd name="connsiteX18" fmla="*/ 395465 w 2727279"/>
                      <a:gd name="connsiteY18" fmla="*/ 0 h 2947892"/>
                      <a:gd name="connsiteX19" fmla="*/ 397942 w 2727279"/>
                      <a:gd name="connsiteY19" fmla="*/ 163354 h 2947892"/>
                      <a:gd name="connsiteX20" fmla="*/ 404323 w 2727279"/>
                      <a:gd name="connsiteY20" fmla="*/ 163354 h 2947892"/>
                      <a:gd name="connsiteX21" fmla="*/ 744271 w 2727279"/>
                      <a:gd name="connsiteY21" fmla="*/ 1302449 h 2947892"/>
                      <a:gd name="connsiteX22" fmla="*/ 221443 w 2727279"/>
                      <a:gd name="connsiteY22" fmla="*/ 755428 h 2947892"/>
                      <a:gd name="connsiteX23" fmla="*/ 163627 w 2727279"/>
                      <a:gd name="connsiteY23" fmla="*/ 293561 h 2947892"/>
                      <a:gd name="connsiteX24" fmla="*/ 397942 w 2727279"/>
                      <a:gd name="connsiteY24" fmla="*/ 163354 h 2947892"/>
                      <a:gd name="connsiteX25" fmla="*/ 2329326 w 2727279"/>
                      <a:gd name="connsiteY25" fmla="*/ 163354 h 2947892"/>
                      <a:gd name="connsiteX26" fmla="*/ 2563736 w 2727279"/>
                      <a:gd name="connsiteY26" fmla="*/ 293561 h 2947892"/>
                      <a:gd name="connsiteX27" fmla="*/ 2505920 w 2727279"/>
                      <a:gd name="connsiteY27" fmla="*/ 755428 h 2947892"/>
                      <a:gd name="connsiteX28" fmla="*/ 1969757 w 2727279"/>
                      <a:gd name="connsiteY28" fmla="*/ 1303115 h 2947892"/>
                      <a:gd name="connsiteX29" fmla="*/ 2310276 w 2727279"/>
                      <a:gd name="connsiteY29" fmla="*/ 164021 h 2947892"/>
                      <a:gd name="connsiteX30" fmla="*/ 2329326 w 2727279"/>
                      <a:gd name="connsiteY30" fmla="*/ 163354 h 29478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</a:cxnLst>
                    <a:rect l="l" t="t" r="r" b="b"/>
                    <a:pathLst>
                      <a:path w="2727279" h="2947892">
                        <a:moveTo>
                          <a:pt x="395465" y="95"/>
                        </a:moveTo>
                        <a:cubicBezTo>
                          <a:pt x="395465" y="953"/>
                          <a:pt x="395465" y="1810"/>
                          <a:pt x="395465" y="2667"/>
                        </a:cubicBezTo>
                        <a:cubicBezTo>
                          <a:pt x="304120" y="8287"/>
                          <a:pt x="214395" y="42958"/>
                          <a:pt x="134956" y="111919"/>
                        </a:cubicBezTo>
                        <a:cubicBezTo>
                          <a:pt x="102762" y="139922"/>
                          <a:pt x="69520" y="170498"/>
                          <a:pt x="43516" y="212312"/>
                        </a:cubicBezTo>
                        <a:cubicBezTo>
                          <a:pt x="-177940" y="568643"/>
                          <a:pt x="498335" y="1694498"/>
                          <a:pt x="889717" y="1477232"/>
                        </a:cubicBezTo>
                        <a:cubicBezTo>
                          <a:pt x="991349" y="1576768"/>
                          <a:pt x="1104506" y="1643729"/>
                          <a:pt x="1224521" y="1672876"/>
                        </a:cubicBezTo>
                        <a:lnTo>
                          <a:pt x="1224521" y="2620709"/>
                        </a:lnTo>
                        <a:cubicBezTo>
                          <a:pt x="840283" y="2674334"/>
                          <a:pt x="460235" y="2947892"/>
                          <a:pt x="587299" y="2947892"/>
                        </a:cubicBezTo>
                        <a:lnTo>
                          <a:pt x="2108822" y="2947892"/>
                        </a:lnTo>
                        <a:cubicBezTo>
                          <a:pt x="2288083" y="2947892"/>
                          <a:pt x="1878603" y="2680907"/>
                          <a:pt x="1490078" y="2621947"/>
                        </a:cubicBezTo>
                        <a:lnTo>
                          <a:pt x="1490078" y="1672781"/>
                        </a:lnTo>
                        <a:cubicBezTo>
                          <a:pt x="1611617" y="1643253"/>
                          <a:pt x="1726108" y="1574864"/>
                          <a:pt x="1828692" y="1473327"/>
                        </a:cubicBezTo>
                        <a:cubicBezTo>
                          <a:pt x="2218646" y="1712309"/>
                          <a:pt x="2906922" y="571214"/>
                          <a:pt x="2683751" y="212217"/>
                        </a:cubicBezTo>
                        <a:cubicBezTo>
                          <a:pt x="2657748" y="170402"/>
                          <a:pt x="2624506" y="139827"/>
                          <a:pt x="2592311" y="111823"/>
                        </a:cubicBezTo>
                        <a:cubicBezTo>
                          <a:pt x="2509158" y="39624"/>
                          <a:pt x="2414956" y="3524"/>
                          <a:pt x="2319134" y="667"/>
                        </a:cubicBezTo>
                        <a:cubicBezTo>
                          <a:pt x="2319134" y="476"/>
                          <a:pt x="2319134" y="286"/>
                          <a:pt x="2319134" y="0"/>
                        </a:cubicBezTo>
                        <a:lnTo>
                          <a:pt x="2314086" y="0"/>
                        </a:lnTo>
                        <a:lnTo>
                          <a:pt x="413277" y="0"/>
                        </a:lnTo>
                        <a:lnTo>
                          <a:pt x="395465" y="0"/>
                        </a:lnTo>
                        <a:close/>
                        <a:moveTo>
                          <a:pt x="397942" y="163354"/>
                        </a:moveTo>
                        <a:cubicBezTo>
                          <a:pt x="400037" y="163163"/>
                          <a:pt x="402228" y="163544"/>
                          <a:pt x="404323" y="163354"/>
                        </a:cubicBezTo>
                        <a:cubicBezTo>
                          <a:pt x="429660" y="619887"/>
                          <a:pt x="553866" y="1025462"/>
                          <a:pt x="744271" y="1302449"/>
                        </a:cubicBezTo>
                        <a:cubicBezTo>
                          <a:pt x="602634" y="1309402"/>
                          <a:pt x="351650" y="1040701"/>
                          <a:pt x="221443" y="755428"/>
                        </a:cubicBezTo>
                        <a:cubicBezTo>
                          <a:pt x="145529" y="589217"/>
                          <a:pt x="111144" y="349472"/>
                          <a:pt x="163627" y="293561"/>
                        </a:cubicBezTo>
                        <a:cubicBezTo>
                          <a:pt x="237922" y="214503"/>
                          <a:pt x="317646" y="171831"/>
                          <a:pt x="397942" y="163354"/>
                        </a:cubicBezTo>
                        <a:close/>
                        <a:moveTo>
                          <a:pt x="2329326" y="163354"/>
                        </a:moveTo>
                        <a:cubicBezTo>
                          <a:pt x="2409717" y="171926"/>
                          <a:pt x="2489441" y="214503"/>
                          <a:pt x="2563736" y="293561"/>
                        </a:cubicBezTo>
                        <a:cubicBezTo>
                          <a:pt x="2616219" y="349472"/>
                          <a:pt x="2581834" y="589217"/>
                          <a:pt x="2505920" y="755428"/>
                        </a:cubicBezTo>
                        <a:cubicBezTo>
                          <a:pt x="2371807" y="1049274"/>
                          <a:pt x="2108537" y="1327785"/>
                          <a:pt x="1969757" y="1303115"/>
                        </a:cubicBezTo>
                        <a:cubicBezTo>
                          <a:pt x="2160257" y="1026224"/>
                          <a:pt x="2284844" y="620744"/>
                          <a:pt x="2310276" y="164021"/>
                        </a:cubicBezTo>
                        <a:cubicBezTo>
                          <a:pt x="2316563" y="164211"/>
                          <a:pt x="2322944" y="162687"/>
                          <a:pt x="2329326" y="163354"/>
                        </a:cubicBezTo>
                        <a:close/>
                      </a:path>
                    </a:pathLst>
                  </a:custGeom>
                  <a:solidFill>
                    <a:srgbClr val="FBC849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  <p:sp>
                <p:nvSpPr>
                  <p:cNvPr id="86" name="任意多边形: 形状 85" descr="f4057315-aba0-4be8-825f-f46961783b90"/>
                  <p:cNvSpPr/>
                  <p:nvPr/>
                </p:nvSpPr>
                <p:spPr>
                  <a:xfrm>
                    <a:off x="5177122" y="452437"/>
                    <a:ext cx="1923668" cy="608647"/>
                  </a:xfrm>
                  <a:custGeom>
                    <a:avLst/>
                    <a:gdLst>
                      <a:gd name="connsiteX0" fmla="*/ 961835 w 1923668"/>
                      <a:gd name="connsiteY0" fmla="*/ 0 h 608647"/>
                      <a:gd name="connsiteX1" fmla="*/ 877348 w 1923668"/>
                      <a:gd name="connsiteY1" fmla="*/ 113062 h 608647"/>
                      <a:gd name="connsiteX2" fmla="*/ 896398 w 1923668"/>
                      <a:gd name="connsiteY2" fmla="*/ 182975 h 608647"/>
                      <a:gd name="connsiteX3" fmla="*/ 0 w 1923668"/>
                      <a:gd name="connsiteY3" fmla="*/ 608648 h 608647"/>
                      <a:gd name="connsiteX4" fmla="*/ 1923669 w 1923668"/>
                      <a:gd name="connsiteY4" fmla="*/ 608648 h 608647"/>
                      <a:gd name="connsiteX5" fmla="*/ 1027271 w 1923668"/>
                      <a:gd name="connsiteY5" fmla="*/ 182975 h 608647"/>
                      <a:gd name="connsiteX6" fmla="*/ 1046321 w 1923668"/>
                      <a:gd name="connsiteY6" fmla="*/ 113062 h 608647"/>
                      <a:gd name="connsiteX7" fmla="*/ 961835 w 1923668"/>
                      <a:gd name="connsiteY7" fmla="*/ 0 h 6086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1923668" h="608647">
                        <a:moveTo>
                          <a:pt x="961835" y="0"/>
                        </a:moveTo>
                        <a:cubicBezTo>
                          <a:pt x="915162" y="0"/>
                          <a:pt x="877348" y="50387"/>
                          <a:pt x="877348" y="113062"/>
                        </a:cubicBezTo>
                        <a:cubicBezTo>
                          <a:pt x="877348" y="139732"/>
                          <a:pt x="884968" y="163544"/>
                          <a:pt x="896398" y="182975"/>
                        </a:cubicBezTo>
                        <a:cubicBezTo>
                          <a:pt x="396145" y="198215"/>
                          <a:pt x="0" y="382048"/>
                          <a:pt x="0" y="608648"/>
                        </a:cubicBezTo>
                        <a:lnTo>
                          <a:pt x="1923669" y="608648"/>
                        </a:lnTo>
                        <a:cubicBezTo>
                          <a:pt x="1923669" y="382048"/>
                          <a:pt x="1527429" y="198215"/>
                          <a:pt x="1027271" y="182975"/>
                        </a:cubicBezTo>
                        <a:cubicBezTo>
                          <a:pt x="1038701" y="163640"/>
                          <a:pt x="1046321" y="139732"/>
                          <a:pt x="1046321" y="113062"/>
                        </a:cubicBezTo>
                        <a:cubicBezTo>
                          <a:pt x="1046321" y="50387"/>
                          <a:pt x="1008507" y="0"/>
                          <a:pt x="961835" y="0"/>
                        </a:cubicBezTo>
                        <a:close/>
                      </a:path>
                    </a:pathLst>
                  </a:custGeom>
                  <a:solidFill>
                    <a:srgbClr val="FBC849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  <p:sp>
                <p:nvSpPr>
                  <p:cNvPr id="87" name="任意多边形: 形状 86" descr="693fce12-f551-42ec-8746-8165877c5079"/>
                  <p:cNvSpPr/>
                  <p:nvPr/>
                </p:nvSpPr>
                <p:spPr>
                  <a:xfrm>
                    <a:off x="5176837" y="1060703"/>
                    <a:ext cx="1924240" cy="17335"/>
                  </a:xfrm>
                  <a:custGeom>
                    <a:avLst/>
                    <a:gdLst>
                      <a:gd name="connsiteX0" fmla="*/ 0 w 1924240"/>
                      <a:gd name="connsiteY0" fmla="*/ 0 h 17335"/>
                      <a:gd name="connsiteX1" fmla="*/ 1924240 w 1924240"/>
                      <a:gd name="connsiteY1" fmla="*/ 0 h 17335"/>
                      <a:gd name="connsiteX2" fmla="*/ 1924240 w 1924240"/>
                      <a:gd name="connsiteY2" fmla="*/ 17335 h 17335"/>
                      <a:gd name="connsiteX3" fmla="*/ 0 w 1924240"/>
                      <a:gd name="connsiteY3" fmla="*/ 17335 h 17335"/>
                      <a:gd name="connsiteX4" fmla="*/ 0 w 1924240"/>
                      <a:gd name="connsiteY4" fmla="*/ 0 h 173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924240" h="17335">
                        <a:moveTo>
                          <a:pt x="0" y="0"/>
                        </a:moveTo>
                        <a:lnTo>
                          <a:pt x="1924240" y="0"/>
                        </a:lnTo>
                        <a:lnTo>
                          <a:pt x="1924240" y="17335"/>
                        </a:lnTo>
                        <a:lnTo>
                          <a:pt x="0" y="17335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4931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  <p:sp>
                <p:nvSpPr>
                  <p:cNvPr id="88" name="任意多边形: 形状 87" descr="31ecf40a-32f4-45da-a0fc-1d87bddc36f4"/>
                  <p:cNvSpPr/>
                  <p:nvPr/>
                </p:nvSpPr>
                <p:spPr>
                  <a:xfrm>
                    <a:off x="6029705" y="1259299"/>
                    <a:ext cx="218503" cy="951738"/>
                  </a:xfrm>
                  <a:custGeom>
                    <a:avLst/>
                    <a:gdLst>
                      <a:gd name="connsiteX0" fmla="*/ 0 w 218503"/>
                      <a:gd name="connsiteY0" fmla="*/ 0 h 951738"/>
                      <a:gd name="connsiteX1" fmla="*/ 0 w 218503"/>
                      <a:gd name="connsiteY1" fmla="*/ 51435 h 951738"/>
                      <a:gd name="connsiteX2" fmla="*/ 45720 w 218503"/>
                      <a:gd name="connsiteY2" fmla="*/ 51435 h 951738"/>
                      <a:gd name="connsiteX3" fmla="*/ 45720 w 218503"/>
                      <a:gd name="connsiteY3" fmla="*/ 900874 h 951738"/>
                      <a:gd name="connsiteX4" fmla="*/ 0 w 218503"/>
                      <a:gd name="connsiteY4" fmla="*/ 900874 h 951738"/>
                      <a:gd name="connsiteX5" fmla="*/ 0 w 218503"/>
                      <a:gd name="connsiteY5" fmla="*/ 951738 h 951738"/>
                      <a:gd name="connsiteX6" fmla="*/ 218504 w 218503"/>
                      <a:gd name="connsiteY6" fmla="*/ 951738 h 951738"/>
                      <a:gd name="connsiteX7" fmla="*/ 218504 w 218503"/>
                      <a:gd name="connsiteY7" fmla="*/ 900874 h 951738"/>
                      <a:gd name="connsiteX8" fmla="*/ 172784 w 218503"/>
                      <a:gd name="connsiteY8" fmla="*/ 900874 h 951738"/>
                      <a:gd name="connsiteX9" fmla="*/ 172784 w 218503"/>
                      <a:gd name="connsiteY9" fmla="*/ 51435 h 951738"/>
                      <a:gd name="connsiteX10" fmla="*/ 218504 w 218503"/>
                      <a:gd name="connsiteY10" fmla="*/ 51435 h 951738"/>
                      <a:gd name="connsiteX11" fmla="*/ 218504 w 218503"/>
                      <a:gd name="connsiteY11" fmla="*/ 0 h 951738"/>
                      <a:gd name="connsiteX12" fmla="*/ 0 w 218503"/>
                      <a:gd name="connsiteY12" fmla="*/ 0 h 9517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18503" h="951738">
                        <a:moveTo>
                          <a:pt x="0" y="0"/>
                        </a:moveTo>
                        <a:lnTo>
                          <a:pt x="0" y="51435"/>
                        </a:lnTo>
                        <a:lnTo>
                          <a:pt x="45720" y="51435"/>
                        </a:lnTo>
                        <a:lnTo>
                          <a:pt x="45720" y="900874"/>
                        </a:lnTo>
                        <a:lnTo>
                          <a:pt x="0" y="900874"/>
                        </a:lnTo>
                        <a:lnTo>
                          <a:pt x="0" y="951738"/>
                        </a:lnTo>
                        <a:lnTo>
                          <a:pt x="218504" y="951738"/>
                        </a:lnTo>
                        <a:lnTo>
                          <a:pt x="218504" y="900874"/>
                        </a:lnTo>
                        <a:lnTo>
                          <a:pt x="172784" y="900874"/>
                        </a:lnTo>
                        <a:lnTo>
                          <a:pt x="172784" y="51435"/>
                        </a:lnTo>
                        <a:lnTo>
                          <a:pt x="218504" y="51435"/>
                        </a:lnTo>
                        <a:lnTo>
                          <a:pt x="218504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49313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</p:grpSp>
          </p:grpSp>
          <p:sp>
            <p:nvSpPr>
              <p:cNvPr id="15" name="任意多边形: 形状 14" descr="64173d02-fa72-49bf-9433-2b303a607de2"/>
              <p:cNvSpPr/>
              <p:nvPr/>
            </p:nvSpPr>
            <p:spPr>
              <a:xfrm>
                <a:off x="4021549" y="3158870"/>
                <a:ext cx="4325492" cy="3067050"/>
              </a:xfrm>
              <a:custGeom>
                <a:avLst/>
                <a:gdLst>
                  <a:gd name="connsiteX0" fmla="*/ 3525012 w 4325492"/>
                  <a:gd name="connsiteY0" fmla="*/ 3067050 h 3067050"/>
                  <a:gd name="connsiteX1" fmla="*/ 3518249 w 4325492"/>
                  <a:gd name="connsiteY1" fmla="*/ 3060287 h 3067050"/>
                  <a:gd name="connsiteX2" fmla="*/ 3525012 w 4325492"/>
                  <a:gd name="connsiteY2" fmla="*/ 3053524 h 3067050"/>
                  <a:gd name="connsiteX3" fmla="*/ 3563874 w 4325492"/>
                  <a:gd name="connsiteY3" fmla="*/ 3049715 h 3067050"/>
                  <a:gd name="connsiteX4" fmla="*/ 3571780 w 4325492"/>
                  <a:gd name="connsiteY4" fmla="*/ 3054858 h 3067050"/>
                  <a:gd name="connsiteX5" fmla="*/ 3571970 w 4325492"/>
                  <a:gd name="connsiteY5" fmla="*/ 3056191 h 3067050"/>
                  <a:gd name="connsiteX6" fmla="*/ 3566541 w 4325492"/>
                  <a:gd name="connsiteY6" fmla="*/ 3062668 h 3067050"/>
                  <a:gd name="connsiteX7" fmla="*/ 3525012 w 4325492"/>
                  <a:gd name="connsiteY7" fmla="*/ 3067050 h 3067050"/>
                  <a:gd name="connsiteX8" fmla="*/ 3608261 w 4325492"/>
                  <a:gd name="connsiteY8" fmla="*/ 3050858 h 3067050"/>
                  <a:gd name="connsiteX9" fmla="*/ 3608261 w 4325492"/>
                  <a:gd name="connsiteY9" fmla="*/ 3050858 h 3067050"/>
                  <a:gd name="connsiteX10" fmla="*/ 3601974 w 4325492"/>
                  <a:gd name="connsiteY10" fmla="*/ 3046190 h 3067050"/>
                  <a:gd name="connsiteX11" fmla="*/ 3602165 w 4325492"/>
                  <a:gd name="connsiteY11" fmla="*/ 3041237 h 3067050"/>
                  <a:gd name="connsiteX12" fmla="*/ 3605975 w 4325492"/>
                  <a:gd name="connsiteY12" fmla="*/ 3037618 h 3067050"/>
                  <a:gd name="connsiteX13" fmla="*/ 3645027 w 4325492"/>
                  <a:gd name="connsiteY13" fmla="*/ 3022568 h 3067050"/>
                  <a:gd name="connsiteX14" fmla="*/ 3647504 w 4325492"/>
                  <a:gd name="connsiteY14" fmla="*/ 3021711 h 3067050"/>
                  <a:gd name="connsiteX15" fmla="*/ 3656267 w 4325492"/>
                  <a:gd name="connsiteY15" fmla="*/ 3025331 h 3067050"/>
                  <a:gd name="connsiteX16" fmla="*/ 3656934 w 4325492"/>
                  <a:gd name="connsiteY16" fmla="*/ 3027997 h 3067050"/>
                  <a:gd name="connsiteX17" fmla="*/ 3652647 w 4325492"/>
                  <a:gd name="connsiteY17" fmla="*/ 3034093 h 3067050"/>
                  <a:gd name="connsiteX18" fmla="*/ 3648361 w 4325492"/>
                  <a:gd name="connsiteY18" fmla="*/ 3035903 h 3067050"/>
                  <a:gd name="connsiteX19" fmla="*/ 3610451 w 4325492"/>
                  <a:gd name="connsiteY19" fmla="*/ 3050477 h 3067050"/>
                  <a:gd name="connsiteX20" fmla="*/ 3608261 w 4325492"/>
                  <a:gd name="connsiteY20" fmla="*/ 3050858 h 3067050"/>
                  <a:gd name="connsiteX21" fmla="*/ 3692271 w 4325492"/>
                  <a:gd name="connsiteY21" fmla="*/ 3018568 h 3067050"/>
                  <a:gd name="connsiteX22" fmla="*/ 3685794 w 4325492"/>
                  <a:gd name="connsiteY22" fmla="*/ 3014091 h 3067050"/>
                  <a:gd name="connsiteX23" fmla="*/ 3686270 w 4325492"/>
                  <a:gd name="connsiteY23" fmla="*/ 3008947 h 3067050"/>
                  <a:gd name="connsiteX24" fmla="*/ 3690080 w 4325492"/>
                  <a:gd name="connsiteY24" fmla="*/ 3005614 h 3067050"/>
                  <a:gd name="connsiteX25" fmla="*/ 3692557 w 4325492"/>
                  <a:gd name="connsiteY25" fmla="*/ 3004947 h 3067050"/>
                  <a:gd name="connsiteX26" fmla="*/ 3732943 w 4325492"/>
                  <a:gd name="connsiteY26" fmla="*/ 2991707 h 3067050"/>
                  <a:gd name="connsiteX27" fmla="*/ 3741515 w 4325492"/>
                  <a:gd name="connsiteY27" fmla="*/ 2995993 h 3067050"/>
                  <a:gd name="connsiteX28" fmla="*/ 3741706 w 4325492"/>
                  <a:gd name="connsiteY28" fmla="*/ 2997994 h 3067050"/>
                  <a:gd name="connsiteX29" fmla="*/ 3737039 w 4325492"/>
                  <a:gd name="connsiteY29" fmla="*/ 3004471 h 3067050"/>
                  <a:gd name="connsiteX30" fmla="*/ 3696843 w 4325492"/>
                  <a:gd name="connsiteY30" fmla="*/ 3017520 h 3067050"/>
                  <a:gd name="connsiteX31" fmla="*/ 3695700 w 4325492"/>
                  <a:gd name="connsiteY31" fmla="*/ 3017996 h 3067050"/>
                  <a:gd name="connsiteX32" fmla="*/ 3694367 w 4325492"/>
                  <a:gd name="connsiteY32" fmla="*/ 3018472 h 3067050"/>
                  <a:gd name="connsiteX33" fmla="*/ 3692271 w 4325492"/>
                  <a:gd name="connsiteY33" fmla="*/ 3018568 h 3067050"/>
                  <a:gd name="connsiteX34" fmla="*/ 3777710 w 4325492"/>
                  <a:gd name="connsiteY34" fmla="*/ 2991136 h 3067050"/>
                  <a:gd name="connsiteX35" fmla="*/ 3771234 w 4325492"/>
                  <a:gd name="connsiteY35" fmla="*/ 2986468 h 3067050"/>
                  <a:gd name="connsiteX36" fmla="*/ 3775710 w 4325492"/>
                  <a:gd name="connsiteY36" fmla="*/ 2978182 h 3067050"/>
                  <a:gd name="connsiteX37" fmla="*/ 3784664 w 4325492"/>
                  <a:gd name="connsiteY37" fmla="*/ 2975229 h 3067050"/>
                  <a:gd name="connsiteX38" fmla="*/ 3818572 w 4325492"/>
                  <a:gd name="connsiteY38" fmla="*/ 2964466 h 3067050"/>
                  <a:gd name="connsiteX39" fmla="*/ 3818763 w 4325492"/>
                  <a:gd name="connsiteY39" fmla="*/ 2964275 h 3067050"/>
                  <a:gd name="connsiteX40" fmla="*/ 3826859 w 4325492"/>
                  <a:gd name="connsiteY40" fmla="*/ 2968752 h 3067050"/>
                  <a:gd name="connsiteX41" fmla="*/ 3827336 w 4325492"/>
                  <a:gd name="connsiteY41" fmla="*/ 2970753 h 3067050"/>
                  <a:gd name="connsiteX42" fmla="*/ 3822573 w 4325492"/>
                  <a:gd name="connsiteY42" fmla="*/ 2977229 h 3067050"/>
                  <a:gd name="connsiteX43" fmla="*/ 3779901 w 4325492"/>
                  <a:gd name="connsiteY43" fmla="*/ 2990945 h 3067050"/>
                  <a:gd name="connsiteX44" fmla="*/ 3777710 w 4325492"/>
                  <a:gd name="connsiteY44" fmla="*/ 2991136 h 3067050"/>
                  <a:gd name="connsiteX45" fmla="*/ 482156 w 4325492"/>
                  <a:gd name="connsiteY45" fmla="*/ 2965609 h 3067050"/>
                  <a:gd name="connsiteX46" fmla="*/ 482156 w 4325492"/>
                  <a:gd name="connsiteY46" fmla="*/ 2965609 h 3067050"/>
                  <a:gd name="connsiteX47" fmla="*/ 481965 w 4325492"/>
                  <a:gd name="connsiteY47" fmla="*/ 2965609 h 3067050"/>
                  <a:gd name="connsiteX48" fmla="*/ 475202 w 4325492"/>
                  <a:gd name="connsiteY48" fmla="*/ 2959132 h 3067050"/>
                  <a:gd name="connsiteX49" fmla="*/ 477012 w 4325492"/>
                  <a:gd name="connsiteY49" fmla="*/ 2954465 h 3067050"/>
                  <a:gd name="connsiteX50" fmla="*/ 481679 w 4325492"/>
                  <a:gd name="connsiteY50" fmla="*/ 2952179 h 3067050"/>
                  <a:gd name="connsiteX51" fmla="*/ 525875 w 4325492"/>
                  <a:gd name="connsiteY51" fmla="*/ 2949226 h 3067050"/>
                  <a:gd name="connsiteX52" fmla="*/ 533305 w 4325492"/>
                  <a:gd name="connsiteY52" fmla="*/ 2955036 h 3067050"/>
                  <a:gd name="connsiteX53" fmla="*/ 533305 w 4325492"/>
                  <a:gd name="connsiteY53" fmla="*/ 2955703 h 3067050"/>
                  <a:gd name="connsiteX54" fmla="*/ 527495 w 4325492"/>
                  <a:gd name="connsiteY54" fmla="*/ 2962465 h 3067050"/>
                  <a:gd name="connsiteX55" fmla="*/ 482156 w 4325492"/>
                  <a:gd name="connsiteY55" fmla="*/ 2965609 h 3067050"/>
                  <a:gd name="connsiteX56" fmla="*/ 437007 w 4325492"/>
                  <a:gd name="connsiteY56" fmla="*/ 2964466 h 3067050"/>
                  <a:gd name="connsiteX57" fmla="*/ 436531 w 4325492"/>
                  <a:gd name="connsiteY57" fmla="*/ 2964466 h 3067050"/>
                  <a:gd name="connsiteX58" fmla="*/ 421291 w 4325492"/>
                  <a:gd name="connsiteY58" fmla="*/ 2963132 h 3067050"/>
                  <a:gd name="connsiteX59" fmla="*/ 391668 w 4325492"/>
                  <a:gd name="connsiteY59" fmla="*/ 2959799 h 3067050"/>
                  <a:gd name="connsiteX60" fmla="*/ 385572 w 4325492"/>
                  <a:gd name="connsiteY60" fmla="*/ 2952369 h 3067050"/>
                  <a:gd name="connsiteX61" fmla="*/ 393002 w 4325492"/>
                  <a:gd name="connsiteY61" fmla="*/ 2946559 h 3067050"/>
                  <a:gd name="connsiteX62" fmla="*/ 422815 w 4325492"/>
                  <a:gd name="connsiteY62" fmla="*/ 2949702 h 3067050"/>
                  <a:gd name="connsiteX63" fmla="*/ 437388 w 4325492"/>
                  <a:gd name="connsiteY63" fmla="*/ 2951036 h 3067050"/>
                  <a:gd name="connsiteX64" fmla="*/ 443675 w 4325492"/>
                  <a:gd name="connsiteY64" fmla="*/ 2957798 h 3067050"/>
                  <a:gd name="connsiteX65" fmla="*/ 443675 w 4325492"/>
                  <a:gd name="connsiteY65" fmla="*/ 2958274 h 3067050"/>
                  <a:gd name="connsiteX66" fmla="*/ 437007 w 4325492"/>
                  <a:gd name="connsiteY66" fmla="*/ 2964466 h 3067050"/>
                  <a:gd name="connsiteX67" fmla="*/ 3863245 w 4325492"/>
                  <a:gd name="connsiteY67" fmla="*/ 2963609 h 3067050"/>
                  <a:gd name="connsiteX68" fmla="*/ 3856959 w 4325492"/>
                  <a:gd name="connsiteY68" fmla="*/ 2958941 h 3067050"/>
                  <a:gd name="connsiteX69" fmla="*/ 3857149 w 4325492"/>
                  <a:gd name="connsiteY69" fmla="*/ 2953798 h 3067050"/>
                  <a:gd name="connsiteX70" fmla="*/ 3860959 w 4325492"/>
                  <a:gd name="connsiteY70" fmla="*/ 2950464 h 3067050"/>
                  <a:gd name="connsiteX71" fmla="*/ 3903345 w 4325492"/>
                  <a:gd name="connsiteY71" fmla="*/ 2936081 h 3067050"/>
                  <a:gd name="connsiteX72" fmla="*/ 3903345 w 4325492"/>
                  <a:gd name="connsiteY72" fmla="*/ 2935891 h 3067050"/>
                  <a:gd name="connsiteX73" fmla="*/ 3912108 w 4325492"/>
                  <a:gd name="connsiteY73" fmla="*/ 2940177 h 3067050"/>
                  <a:gd name="connsiteX74" fmla="*/ 3912299 w 4325492"/>
                  <a:gd name="connsiteY74" fmla="*/ 2942463 h 3067050"/>
                  <a:gd name="connsiteX75" fmla="*/ 3908012 w 4325492"/>
                  <a:gd name="connsiteY75" fmla="*/ 2948749 h 3067050"/>
                  <a:gd name="connsiteX76" fmla="*/ 3865340 w 4325492"/>
                  <a:gd name="connsiteY76" fmla="*/ 2963323 h 3067050"/>
                  <a:gd name="connsiteX77" fmla="*/ 3863245 w 4325492"/>
                  <a:gd name="connsiteY77" fmla="*/ 2963609 h 3067050"/>
                  <a:gd name="connsiteX78" fmla="*/ 570833 w 4325492"/>
                  <a:gd name="connsiteY78" fmla="*/ 2954845 h 3067050"/>
                  <a:gd name="connsiteX79" fmla="*/ 564356 w 4325492"/>
                  <a:gd name="connsiteY79" fmla="*/ 2949702 h 3067050"/>
                  <a:gd name="connsiteX80" fmla="*/ 565214 w 4325492"/>
                  <a:gd name="connsiteY80" fmla="*/ 2944559 h 3067050"/>
                  <a:gd name="connsiteX81" fmla="*/ 569214 w 4325492"/>
                  <a:gd name="connsiteY81" fmla="*/ 2941415 h 3067050"/>
                  <a:gd name="connsiteX82" fmla="*/ 611219 w 4325492"/>
                  <a:gd name="connsiteY82" fmla="*/ 2928366 h 3067050"/>
                  <a:gd name="connsiteX83" fmla="*/ 619982 w 4325492"/>
                  <a:gd name="connsiteY83" fmla="*/ 2931986 h 3067050"/>
                  <a:gd name="connsiteX84" fmla="*/ 620459 w 4325492"/>
                  <a:gd name="connsiteY84" fmla="*/ 2934652 h 3067050"/>
                  <a:gd name="connsiteX85" fmla="*/ 616172 w 4325492"/>
                  <a:gd name="connsiteY85" fmla="*/ 2940749 h 3067050"/>
                  <a:gd name="connsiteX86" fmla="*/ 572453 w 4325492"/>
                  <a:gd name="connsiteY86" fmla="*/ 2954655 h 3067050"/>
                  <a:gd name="connsiteX87" fmla="*/ 570833 w 4325492"/>
                  <a:gd name="connsiteY87" fmla="*/ 2954845 h 3067050"/>
                  <a:gd name="connsiteX88" fmla="*/ 347948 w 4325492"/>
                  <a:gd name="connsiteY88" fmla="*/ 2954369 h 3067050"/>
                  <a:gd name="connsiteX89" fmla="*/ 347091 w 4325492"/>
                  <a:gd name="connsiteY89" fmla="*/ 2954369 h 3067050"/>
                  <a:gd name="connsiteX90" fmla="*/ 302419 w 4325492"/>
                  <a:gd name="connsiteY90" fmla="*/ 2947225 h 3067050"/>
                  <a:gd name="connsiteX91" fmla="*/ 298133 w 4325492"/>
                  <a:gd name="connsiteY91" fmla="*/ 2944559 h 3067050"/>
                  <a:gd name="connsiteX92" fmla="*/ 296990 w 4325492"/>
                  <a:gd name="connsiteY92" fmla="*/ 2939415 h 3067050"/>
                  <a:gd name="connsiteX93" fmla="*/ 304800 w 4325492"/>
                  <a:gd name="connsiteY93" fmla="*/ 2933986 h 3067050"/>
                  <a:gd name="connsiteX94" fmla="*/ 348806 w 4325492"/>
                  <a:gd name="connsiteY94" fmla="*/ 2941129 h 3067050"/>
                  <a:gd name="connsiteX95" fmla="*/ 348996 w 4325492"/>
                  <a:gd name="connsiteY95" fmla="*/ 2941129 h 3067050"/>
                  <a:gd name="connsiteX96" fmla="*/ 354616 w 4325492"/>
                  <a:gd name="connsiteY96" fmla="*/ 2947606 h 3067050"/>
                  <a:gd name="connsiteX97" fmla="*/ 354616 w 4325492"/>
                  <a:gd name="connsiteY97" fmla="*/ 2948464 h 3067050"/>
                  <a:gd name="connsiteX98" fmla="*/ 347948 w 4325492"/>
                  <a:gd name="connsiteY98" fmla="*/ 2954369 h 3067050"/>
                  <a:gd name="connsiteX99" fmla="*/ 259937 w 4325492"/>
                  <a:gd name="connsiteY99" fmla="*/ 2937796 h 3067050"/>
                  <a:gd name="connsiteX100" fmla="*/ 258413 w 4325492"/>
                  <a:gd name="connsiteY100" fmla="*/ 2937605 h 3067050"/>
                  <a:gd name="connsiteX101" fmla="*/ 258223 w 4325492"/>
                  <a:gd name="connsiteY101" fmla="*/ 2937605 h 3067050"/>
                  <a:gd name="connsiteX102" fmla="*/ 257366 w 4325492"/>
                  <a:gd name="connsiteY102" fmla="*/ 2937415 h 3067050"/>
                  <a:gd name="connsiteX103" fmla="*/ 214694 w 4325492"/>
                  <a:gd name="connsiteY103" fmla="*/ 2925318 h 3067050"/>
                  <a:gd name="connsiteX104" fmla="*/ 210693 w 4325492"/>
                  <a:gd name="connsiteY104" fmla="*/ 2922175 h 3067050"/>
                  <a:gd name="connsiteX105" fmla="*/ 210217 w 4325492"/>
                  <a:gd name="connsiteY105" fmla="*/ 2917031 h 3067050"/>
                  <a:gd name="connsiteX106" fmla="*/ 218789 w 4325492"/>
                  <a:gd name="connsiteY106" fmla="*/ 2912554 h 3067050"/>
                  <a:gd name="connsiteX107" fmla="*/ 261652 w 4325492"/>
                  <a:gd name="connsiteY107" fmla="*/ 2924651 h 3067050"/>
                  <a:gd name="connsiteX108" fmla="*/ 261652 w 4325492"/>
                  <a:gd name="connsiteY108" fmla="*/ 2924651 h 3067050"/>
                  <a:gd name="connsiteX109" fmla="*/ 266605 w 4325492"/>
                  <a:gd name="connsiteY109" fmla="*/ 2930938 h 3067050"/>
                  <a:gd name="connsiteX110" fmla="*/ 266605 w 4325492"/>
                  <a:gd name="connsiteY110" fmla="*/ 2932747 h 3067050"/>
                  <a:gd name="connsiteX111" fmla="*/ 259937 w 4325492"/>
                  <a:gd name="connsiteY111" fmla="*/ 2937796 h 3067050"/>
                  <a:gd name="connsiteX112" fmla="*/ 3947827 w 4325492"/>
                  <a:gd name="connsiteY112" fmla="*/ 2933224 h 3067050"/>
                  <a:gd name="connsiteX113" fmla="*/ 3941540 w 4325492"/>
                  <a:gd name="connsiteY113" fmla="*/ 2928938 h 3067050"/>
                  <a:gd name="connsiteX114" fmla="*/ 3941731 w 4325492"/>
                  <a:gd name="connsiteY114" fmla="*/ 2923794 h 3067050"/>
                  <a:gd name="connsiteX115" fmla="*/ 3945541 w 4325492"/>
                  <a:gd name="connsiteY115" fmla="*/ 2920174 h 3067050"/>
                  <a:gd name="connsiteX116" fmla="*/ 3987070 w 4325492"/>
                  <a:gd name="connsiteY116" fmla="*/ 2903601 h 3067050"/>
                  <a:gd name="connsiteX117" fmla="*/ 3995833 w 4325492"/>
                  <a:gd name="connsiteY117" fmla="*/ 2907220 h 3067050"/>
                  <a:gd name="connsiteX118" fmla="*/ 3996309 w 4325492"/>
                  <a:gd name="connsiteY118" fmla="*/ 2909888 h 3067050"/>
                  <a:gd name="connsiteX119" fmla="*/ 3992309 w 4325492"/>
                  <a:gd name="connsiteY119" fmla="*/ 2916174 h 3067050"/>
                  <a:gd name="connsiteX120" fmla="*/ 3950303 w 4325492"/>
                  <a:gd name="connsiteY120" fmla="*/ 2932747 h 3067050"/>
                  <a:gd name="connsiteX121" fmla="*/ 3947827 w 4325492"/>
                  <a:gd name="connsiteY121" fmla="*/ 2933224 h 3067050"/>
                  <a:gd name="connsiteX122" fmla="*/ 175546 w 4325492"/>
                  <a:gd name="connsiteY122" fmla="*/ 2907506 h 3067050"/>
                  <a:gd name="connsiteX123" fmla="*/ 172403 w 4325492"/>
                  <a:gd name="connsiteY123" fmla="*/ 2906649 h 3067050"/>
                  <a:gd name="connsiteX124" fmla="*/ 155829 w 4325492"/>
                  <a:gd name="connsiteY124" fmla="*/ 2896362 h 3067050"/>
                  <a:gd name="connsiteX125" fmla="*/ 134017 w 4325492"/>
                  <a:gd name="connsiteY125" fmla="*/ 2883599 h 3067050"/>
                  <a:gd name="connsiteX126" fmla="*/ 130683 w 4325492"/>
                  <a:gd name="connsiteY126" fmla="*/ 2879598 h 3067050"/>
                  <a:gd name="connsiteX127" fmla="*/ 131350 w 4325492"/>
                  <a:gd name="connsiteY127" fmla="*/ 2874454 h 3067050"/>
                  <a:gd name="connsiteX128" fmla="*/ 140589 w 4325492"/>
                  <a:gd name="connsiteY128" fmla="*/ 2871978 h 3067050"/>
                  <a:gd name="connsiteX129" fmla="*/ 163259 w 4325492"/>
                  <a:gd name="connsiteY129" fmla="*/ 2885218 h 3067050"/>
                  <a:gd name="connsiteX130" fmla="*/ 179165 w 4325492"/>
                  <a:gd name="connsiteY130" fmla="*/ 2895124 h 3067050"/>
                  <a:gd name="connsiteX131" fmla="*/ 182309 w 4325492"/>
                  <a:gd name="connsiteY131" fmla="*/ 2901220 h 3067050"/>
                  <a:gd name="connsiteX132" fmla="*/ 181451 w 4325492"/>
                  <a:gd name="connsiteY132" fmla="*/ 2904363 h 3067050"/>
                  <a:gd name="connsiteX133" fmla="*/ 175546 w 4325492"/>
                  <a:gd name="connsiteY133" fmla="*/ 2907506 h 3067050"/>
                  <a:gd name="connsiteX134" fmla="*/ 4030885 w 4325492"/>
                  <a:gd name="connsiteY134" fmla="*/ 2898743 h 3067050"/>
                  <a:gd name="connsiteX135" fmla="*/ 4024598 w 4325492"/>
                  <a:gd name="connsiteY135" fmla="*/ 2894743 h 3067050"/>
                  <a:gd name="connsiteX136" fmla="*/ 4024408 w 4325492"/>
                  <a:gd name="connsiteY136" fmla="*/ 2889599 h 3067050"/>
                  <a:gd name="connsiteX137" fmla="*/ 4028027 w 4325492"/>
                  <a:gd name="connsiteY137" fmla="*/ 2885980 h 3067050"/>
                  <a:gd name="connsiteX138" fmla="*/ 4068223 w 4325492"/>
                  <a:gd name="connsiteY138" fmla="*/ 2866263 h 3067050"/>
                  <a:gd name="connsiteX139" fmla="*/ 4077176 w 4325492"/>
                  <a:gd name="connsiteY139" fmla="*/ 2869216 h 3067050"/>
                  <a:gd name="connsiteX140" fmla="*/ 4078034 w 4325492"/>
                  <a:gd name="connsiteY140" fmla="*/ 2872168 h 3067050"/>
                  <a:gd name="connsiteX141" fmla="*/ 4074224 w 4325492"/>
                  <a:gd name="connsiteY141" fmla="*/ 2878455 h 3067050"/>
                  <a:gd name="connsiteX142" fmla="*/ 4033552 w 4325492"/>
                  <a:gd name="connsiteY142" fmla="*/ 2898171 h 3067050"/>
                  <a:gd name="connsiteX143" fmla="*/ 4030885 w 4325492"/>
                  <a:gd name="connsiteY143" fmla="*/ 2898743 h 3067050"/>
                  <a:gd name="connsiteX144" fmla="*/ 97917 w 4325492"/>
                  <a:gd name="connsiteY144" fmla="*/ 2862548 h 3067050"/>
                  <a:gd name="connsiteX145" fmla="*/ 94583 w 4325492"/>
                  <a:gd name="connsiteY145" fmla="*/ 2861881 h 3067050"/>
                  <a:gd name="connsiteX146" fmla="*/ 94583 w 4325492"/>
                  <a:gd name="connsiteY146" fmla="*/ 2861691 h 3067050"/>
                  <a:gd name="connsiteX147" fmla="*/ 93917 w 4325492"/>
                  <a:gd name="connsiteY147" fmla="*/ 2861500 h 3067050"/>
                  <a:gd name="connsiteX148" fmla="*/ 57341 w 4325492"/>
                  <a:gd name="connsiteY148" fmla="*/ 2833878 h 3067050"/>
                  <a:gd name="connsiteX149" fmla="*/ 55531 w 4325492"/>
                  <a:gd name="connsiteY149" fmla="*/ 2828925 h 3067050"/>
                  <a:gd name="connsiteX150" fmla="*/ 57531 w 4325492"/>
                  <a:gd name="connsiteY150" fmla="*/ 2824258 h 3067050"/>
                  <a:gd name="connsiteX151" fmla="*/ 66961 w 4325492"/>
                  <a:gd name="connsiteY151" fmla="*/ 2824448 h 3067050"/>
                  <a:gd name="connsiteX152" fmla="*/ 101251 w 4325492"/>
                  <a:gd name="connsiteY152" fmla="*/ 2850261 h 3067050"/>
                  <a:gd name="connsiteX153" fmla="*/ 104584 w 4325492"/>
                  <a:gd name="connsiteY153" fmla="*/ 2855880 h 3067050"/>
                  <a:gd name="connsiteX154" fmla="*/ 103727 w 4325492"/>
                  <a:gd name="connsiteY154" fmla="*/ 2859500 h 3067050"/>
                  <a:gd name="connsiteX155" fmla="*/ 97917 w 4325492"/>
                  <a:gd name="connsiteY155" fmla="*/ 2862548 h 3067050"/>
                  <a:gd name="connsiteX156" fmla="*/ 4110609 w 4325492"/>
                  <a:gd name="connsiteY156" fmla="*/ 2857405 h 3067050"/>
                  <a:gd name="connsiteX157" fmla="*/ 4104799 w 4325492"/>
                  <a:gd name="connsiteY157" fmla="*/ 2854071 h 3067050"/>
                  <a:gd name="connsiteX158" fmla="*/ 4104132 w 4325492"/>
                  <a:gd name="connsiteY158" fmla="*/ 2848927 h 3067050"/>
                  <a:gd name="connsiteX159" fmla="*/ 4107276 w 4325492"/>
                  <a:gd name="connsiteY159" fmla="*/ 2844927 h 3067050"/>
                  <a:gd name="connsiteX160" fmla="*/ 4144994 w 4325492"/>
                  <a:gd name="connsiteY160" fmla="*/ 2821400 h 3067050"/>
                  <a:gd name="connsiteX161" fmla="*/ 4154234 w 4325492"/>
                  <a:gd name="connsiteY161" fmla="*/ 2823210 h 3067050"/>
                  <a:gd name="connsiteX162" fmla="*/ 4155377 w 4325492"/>
                  <a:gd name="connsiteY162" fmla="*/ 2826829 h 3067050"/>
                  <a:gd name="connsiteX163" fmla="*/ 4152424 w 4325492"/>
                  <a:gd name="connsiteY163" fmla="*/ 2832449 h 3067050"/>
                  <a:gd name="connsiteX164" fmla="*/ 4114038 w 4325492"/>
                  <a:gd name="connsiteY164" fmla="*/ 2856643 h 3067050"/>
                  <a:gd name="connsiteX165" fmla="*/ 4110609 w 4325492"/>
                  <a:gd name="connsiteY165" fmla="*/ 2857405 h 3067050"/>
                  <a:gd name="connsiteX166" fmla="*/ 4184904 w 4325492"/>
                  <a:gd name="connsiteY166" fmla="*/ 2806922 h 3067050"/>
                  <a:gd name="connsiteX167" fmla="*/ 4179570 w 4325492"/>
                  <a:gd name="connsiteY167" fmla="*/ 2804446 h 3067050"/>
                  <a:gd name="connsiteX168" fmla="*/ 4178237 w 4325492"/>
                  <a:gd name="connsiteY168" fmla="*/ 2799493 h 3067050"/>
                  <a:gd name="connsiteX169" fmla="*/ 4180713 w 4325492"/>
                  <a:gd name="connsiteY169" fmla="*/ 2795016 h 3067050"/>
                  <a:gd name="connsiteX170" fmla="*/ 4213955 w 4325492"/>
                  <a:gd name="connsiteY170" fmla="*/ 2765870 h 3067050"/>
                  <a:gd name="connsiteX171" fmla="*/ 4223385 w 4325492"/>
                  <a:gd name="connsiteY171" fmla="*/ 2765870 h 3067050"/>
                  <a:gd name="connsiteX172" fmla="*/ 4225386 w 4325492"/>
                  <a:gd name="connsiteY172" fmla="*/ 2770822 h 3067050"/>
                  <a:gd name="connsiteX173" fmla="*/ 4223385 w 4325492"/>
                  <a:gd name="connsiteY173" fmla="*/ 2775490 h 3067050"/>
                  <a:gd name="connsiteX174" fmla="*/ 4189095 w 4325492"/>
                  <a:gd name="connsiteY174" fmla="*/ 2805589 h 3067050"/>
                  <a:gd name="connsiteX175" fmla="*/ 4184904 w 4325492"/>
                  <a:gd name="connsiteY175" fmla="*/ 2806922 h 3067050"/>
                  <a:gd name="connsiteX176" fmla="*/ 37052 w 4325492"/>
                  <a:gd name="connsiteY176" fmla="*/ 2798826 h 3067050"/>
                  <a:gd name="connsiteX177" fmla="*/ 30956 w 4325492"/>
                  <a:gd name="connsiteY177" fmla="*/ 2795206 h 3067050"/>
                  <a:gd name="connsiteX178" fmla="*/ 13430 w 4325492"/>
                  <a:gd name="connsiteY178" fmla="*/ 2752534 h 3067050"/>
                  <a:gd name="connsiteX179" fmla="*/ 17907 w 4325492"/>
                  <a:gd name="connsiteY179" fmla="*/ 2743962 h 3067050"/>
                  <a:gd name="connsiteX180" fmla="*/ 26480 w 4325492"/>
                  <a:gd name="connsiteY180" fmla="*/ 2748439 h 3067050"/>
                  <a:gd name="connsiteX181" fmla="*/ 42863 w 4325492"/>
                  <a:gd name="connsiteY181" fmla="*/ 2788825 h 3067050"/>
                  <a:gd name="connsiteX182" fmla="*/ 43529 w 4325492"/>
                  <a:gd name="connsiteY182" fmla="*/ 2791968 h 3067050"/>
                  <a:gd name="connsiteX183" fmla="*/ 39910 w 4325492"/>
                  <a:gd name="connsiteY183" fmla="*/ 2797778 h 3067050"/>
                  <a:gd name="connsiteX184" fmla="*/ 37052 w 4325492"/>
                  <a:gd name="connsiteY184" fmla="*/ 2798826 h 3067050"/>
                  <a:gd name="connsiteX185" fmla="*/ 4248817 w 4325492"/>
                  <a:gd name="connsiteY185" fmla="*/ 2744248 h 3067050"/>
                  <a:gd name="connsiteX186" fmla="*/ 4244531 w 4325492"/>
                  <a:gd name="connsiteY186" fmla="*/ 2742914 h 3067050"/>
                  <a:gd name="connsiteX187" fmla="*/ 4243673 w 4325492"/>
                  <a:gd name="connsiteY187" fmla="*/ 2733294 h 3067050"/>
                  <a:gd name="connsiteX188" fmla="*/ 4269296 w 4325492"/>
                  <a:gd name="connsiteY188" fmla="*/ 2697575 h 3067050"/>
                  <a:gd name="connsiteX189" fmla="*/ 4278535 w 4325492"/>
                  <a:gd name="connsiteY189" fmla="*/ 2695384 h 3067050"/>
                  <a:gd name="connsiteX190" fmla="*/ 4281678 w 4325492"/>
                  <a:gd name="connsiteY190" fmla="*/ 2701195 h 3067050"/>
                  <a:gd name="connsiteX191" fmla="*/ 4280821 w 4325492"/>
                  <a:gd name="connsiteY191" fmla="*/ 2704814 h 3067050"/>
                  <a:gd name="connsiteX192" fmla="*/ 4254151 w 4325492"/>
                  <a:gd name="connsiteY192" fmla="*/ 2741866 h 3067050"/>
                  <a:gd name="connsiteX193" fmla="*/ 4248817 w 4325492"/>
                  <a:gd name="connsiteY193" fmla="*/ 2744248 h 3067050"/>
                  <a:gd name="connsiteX194" fmla="*/ 10382 w 4325492"/>
                  <a:gd name="connsiteY194" fmla="*/ 2713578 h 3067050"/>
                  <a:gd name="connsiteX195" fmla="*/ 3620 w 4325492"/>
                  <a:gd name="connsiteY195" fmla="*/ 2707767 h 3067050"/>
                  <a:gd name="connsiteX196" fmla="*/ 0 w 4325492"/>
                  <a:gd name="connsiteY196" fmla="*/ 2662238 h 3067050"/>
                  <a:gd name="connsiteX197" fmla="*/ 1810 w 4325492"/>
                  <a:gd name="connsiteY197" fmla="*/ 2657570 h 3067050"/>
                  <a:gd name="connsiteX198" fmla="*/ 13526 w 4325492"/>
                  <a:gd name="connsiteY198" fmla="*/ 2662047 h 3067050"/>
                  <a:gd name="connsiteX199" fmla="*/ 16859 w 4325492"/>
                  <a:gd name="connsiteY199" fmla="*/ 2706052 h 3067050"/>
                  <a:gd name="connsiteX200" fmla="*/ 17050 w 4325492"/>
                  <a:gd name="connsiteY200" fmla="*/ 2706910 h 3067050"/>
                  <a:gd name="connsiteX201" fmla="*/ 11240 w 4325492"/>
                  <a:gd name="connsiteY201" fmla="*/ 2713672 h 3067050"/>
                  <a:gd name="connsiteX202" fmla="*/ 10382 w 4325492"/>
                  <a:gd name="connsiteY202" fmla="*/ 2713578 h 3067050"/>
                  <a:gd name="connsiteX203" fmla="*/ 4295585 w 4325492"/>
                  <a:gd name="connsiteY203" fmla="*/ 2668238 h 3067050"/>
                  <a:gd name="connsiteX204" fmla="*/ 4292918 w 4325492"/>
                  <a:gd name="connsiteY204" fmla="*/ 2667572 h 3067050"/>
                  <a:gd name="connsiteX205" fmla="*/ 4289298 w 4325492"/>
                  <a:gd name="connsiteY205" fmla="*/ 2658809 h 3067050"/>
                  <a:gd name="connsiteX206" fmla="*/ 4303205 w 4325492"/>
                  <a:gd name="connsiteY206" fmla="*/ 2617279 h 3067050"/>
                  <a:gd name="connsiteX207" fmla="*/ 4311301 w 4325492"/>
                  <a:gd name="connsiteY207" fmla="*/ 2612612 h 3067050"/>
                  <a:gd name="connsiteX208" fmla="*/ 4316445 w 4325492"/>
                  <a:gd name="connsiteY208" fmla="*/ 2619089 h 3067050"/>
                  <a:gd name="connsiteX209" fmla="*/ 4316254 w 4325492"/>
                  <a:gd name="connsiteY209" fmla="*/ 2620709 h 3067050"/>
                  <a:gd name="connsiteX210" fmla="*/ 4301681 w 4325492"/>
                  <a:gd name="connsiteY210" fmla="*/ 2664047 h 3067050"/>
                  <a:gd name="connsiteX211" fmla="*/ 4295585 w 4325492"/>
                  <a:gd name="connsiteY211" fmla="*/ 2668238 h 3067050"/>
                  <a:gd name="connsiteX212" fmla="*/ 8287 w 4325492"/>
                  <a:gd name="connsiteY212" fmla="*/ 2623947 h 3067050"/>
                  <a:gd name="connsiteX213" fmla="*/ 7810 w 4325492"/>
                  <a:gd name="connsiteY213" fmla="*/ 2623947 h 3067050"/>
                  <a:gd name="connsiteX214" fmla="*/ 1524 w 4325492"/>
                  <a:gd name="connsiteY214" fmla="*/ 2617184 h 3067050"/>
                  <a:gd name="connsiteX215" fmla="*/ 1524 w 4325492"/>
                  <a:gd name="connsiteY215" fmla="*/ 2616994 h 3067050"/>
                  <a:gd name="connsiteX216" fmla="*/ 1524 w 4325492"/>
                  <a:gd name="connsiteY216" fmla="*/ 2616518 h 3067050"/>
                  <a:gd name="connsiteX217" fmla="*/ 1524 w 4325492"/>
                  <a:gd name="connsiteY217" fmla="*/ 2615851 h 3067050"/>
                  <a:gd name="connsiteX218" fmla="*/ 7144 w 4325492"/>
                  <a:gd name="connsiteY218" fmla="*/ 2571655 h 3067050"/>
                  <a:gd name="connsiteX219" fmla="*/ 15050 w 4325492"/>
                  <a:gd name="connsiteY219" fmla="*/ 2566035 h 3067050"/>
                  <a:gd name="connsiteX220" fmla="*/ 20669 w 4325492"/>
                  <a:gd name="connsiteY220" fmla="*/ 2573655 h 3067050"/>
                  <a:gd name="connsiteX221" fmla="*/ 15050 w 4325492"/>
                  <a:gd name="connsiteY221" fmla="*/ 2617661 h 3067050"/>
                  <a:gd name="connsiteX222" fmla="*/ 15050 w 4325492"/>
                  <a:gd name="connsiteY222" fmla="*/ 2617851 h 3067050"/>
                  <a:gd name="connsiteX223" fmla="*/ 8287 w 4325492"/>
                  <a:gd name="connsiteY223" fmla="*/ 2623947 h 3067050"/>
                  <a:gd name="connsiteX224" fmla="*/ 4317111 w 4325492"/>
                  <a:gd name="connsiteY224" fmla="*/ 2581561 h 3067050"/>
                  <a:gd name="connsiteX225" fmla="*/ 4316635 w 4325492"/>
                  <a:gd name="connsiteY225" fmla="*/ 2581561 h 3067050"/>
                  <a:gd name="connsiteX226" fmla="*/ 4311968 w 4325492"/>
                  <a:gd name="connsiteY226" fmla="*/ 2579084 h 3067050"/>
                  <a:gd name="connsiteX227" fmla="*/ 4310634 w 4325492"/>
                  <a:gd name="connsiteY227" fmla="*/ 2574131 h 3067050"/>
                  <a:gd name="connsiteX228" fmla="*/ 4311968 w 4325492"/>
                  <a:gd name="connsiteY228" fmla="*/ 2544985 h 3067050"/>
                  <a:gd name="connsiteX229" fmla="*/ 4311777 w 4325492"/>
                  <a:gd name="connsiteY229" fmla="*/ 2535365 h 3067050"/>
                  <a:gd name="connsiteX230" fmla="*/ 4311587 w 4325492"/>
                  <a:gd name="connsiteY230" fmla="*/ 2530411 h 3067050"/>
                  <a:gd name="connsiteX231" fmla="*/ 4311587 w 4325492"/>
                  <a:gd name="connsiteY231" fmla="*/ 2529935 h 3067050"/>
                  <a:gd name="connsiteX232" fmla="*/ 4318349 w 4325492"/>
                  <a:gd name="connsiteY232" fmla="*/ 2523458 h 3067050"/>
                  <a:gd name="connsiteX233" fmla="*/ 4318349 w 4325492"/>
                  <a:gd name="connsiteY233" fmla="*/ 2523458 h 3067050"/>
                  <a:gd name="connsiteX234" fmla="*/ 4325112 w 4325492"/>
                  <a:gd name="connsiteY234" fmla="*/ 2529935 h 3067050"/>
                  <a:gd name="connsiteX235" fmla="*/ 4325303 w 4325492"/>
                  <a:gd name="connsiteY235" fmla="*/ 2534888 h 3067050"/>
                  <a:gd name="connsiteX236" fmla="*/ 4325493 w 4325492"/>
                  <a:gd name="connsiteY236" fmla="*/ 2544985 h 3067050"/>
                  <a:gd name="connsiteX237" fmla="*/ 4323874 w 4325492"/>
                  <a:gd name="connsiteY237" fmla="*/ 2575465 h 3067050"/>
                  <a:gd name="connsiteX238" fmla="*/ 4317111 w 4325492"/>
                  <a:gd name="connsiteY238" fmla="*/ 2581561 h 3067050"/>
                  <a:gd name="connsiteX239" fmla="*/ 22670 w 4325492"/>
                  <a:gd name="connsiteY239" fmla="*/ 2535555 h 3067050"/>
                  <a:gd name="connsiteX240" fmla="*/ 21336 w 4325492"/>
                  <a:gd name="connsiteY240" fmla="*/ 2535365 h 3067050"/>
                  <a:gd name="connsiteX241" fmla="*/ 16002 w 4325492"/>
                  <a:gd name="connsiteY241" fmla="*/ 2528888 h 3067050"/>
                  <a:gd name="connsiteX242" fmla="*/ 16193 w 4325492"/>
                  <a:gd name="connsiteY242" fmla="*/ 2527363 h 3067050"/>
                  <a:gd name="connsiteX243" fmla="*/ 27908 w 4325492"/>
                  <a:gd name="connsiteY243" fmla="*/ 2483644 h 3067050"/>
                  <a:gd name="connsiteX244" fmla="*/ 36195 w 4325492"/>
                  <a:gd name="connsiteY244" fmla="*/ 2478881 h 3067050"/>
                  <a:gd name="connsiteX245" fmla="*/ 40672 w 4325492"/>
                  <a:gd name="connsiteY245" fmla="*/ 2487454 h 3067050"/>
                  <a:gd name="connsiteX246" fmla="*/ 29432 w 4325492"/>
                  <a:gd name="connsiteY246" fmla="*/ 2530507 h 3067050"/>
                  <a:gd name="connsiteX247" fmla="*/ 22670 w 4325492"/>
                  <a:gd name="connsiteY247" fmla="*/ 2535555 h 3067050"/>
                  <a:gd name="connsiteX248" fmla="*/ 4317111 w 4325492"/>
                  <a:gd name="connsiteY248" fmla="*/ 2492026 h 3067050"/>
                  <a:gd name="connsiteX249" fmla="*/ 4316921 w 4325492"/>
                  <a:gd name="connsiteY249" fmla="*/ 2492026 h 3067050"/>
                  <a:gd name="connsiteX250" fmla="*/ 4310158 w 4325492"/>
                  <a:gd name="connsiteY250" fmla="*/ 2485549 h 3067050"/>
                  <a:gd name="connsiteX251" fmla="*/ 4306348 w 4325492"/>
                  <a:gd name="connsiteY251" fmla="*/ 2441353 h 3067050"/>
                  <a:gd name="connsiteX252" fmla="*/ 4306348 w 4325492"/>
                  <a:gd name="connsiteY252" fmla="*/ 2440495 h 3067050"/>
                  <a:gd name="connsiteX253" fmla="*/ 4312158 w 4325492"/>
                  <a:gd name="connsiteY253" fmla="*/ 2434018 h 3067050"/>
                  <a:gd name="connsiteX254" fmla="*/ 4319588 w 4325492"/>
                  <a:gd name="connsiteY254" fmla="*/ 2439829 h 3067050"/>
                  <a:gd name="connsiteX255" fmla="*/ 4323588 w 4325492"/>
                  <a:gd name="connsiteY255" fmla="*/ 2484978 h 3067050"/>
                  <a:gd name="connsiteX256" fmla="*/ 4317302 w 4325492"/>
                  <a:gd name="connsiteY256" fmla="*/ 2492121 h 3067050"/>
                  <a:gd name="connsiteX257" fmla="*/ 4317111 w 4325492"/>
                  <a:gd name="connsiteY257" fmla="*/ 2492026 h 3067050"/>
                  <a:gd name="connsiteX258" fmla="*/ 47816 w 4325492"/>
                  <a:gd name="connsiteY258" fmla="*/ 2449163 h 3067050"/>
                  <a:gd name="connsiteX259" fmla="*/ 45530 w 4325492"/>
                  <a:gd name="connsiteY259" fmla="*/ 2448973 h 3067050"/>
                  <a:gd name="connsiteX260" fmla="*/ 41053 w 4325492"/>
                  <a:gd name="connsiteY260" fmla="*/ 2442686 h 3067050"/>
                  <a:gd name="connsiteX261" fmla="*/ 41529 w 4325492"/>
                  <a:gd name="connsiteY261" fmla="*/ 2440400 h 3067050"/>
                  <a:gd name="connsiteX262" fmla="*/ 56769 w 4325492"/>
                  <a:gd name="connsiteY262" fmla="*/ 2397728 h 3067050"/>
                  <a:gd name="connsiteX263" fmla="*/ 65532 w 4325492"/>
                  <a:gd name="connsiteY263" fmla="*/ 2393918 h 3067050"/>
                  <a:gd name="connsiteX264" fmla="*/ 69342 w 4325492"/>
                  <a:gd name="connsiteY264" fmla="*/ 2402681 h 3067050"/>
                  <a:gd name="connsiteX265" fmla="*/ 54102 w 4325492"/>
                  <a:gd name="connsiteY265" fmla="*/ 2444686 h 3067050"/>
                  <a:gd name="connsiteX266" fmla="*/ 47816 w 4325492"/>
                  <a:gd name="connsiteY266" fmla="*/ 2449163 h 3067050"/>
                  <a:gd name="connsiteX267" fmla="*/ 4304348 w 4325492"/>
                  <a:gd name="connsiteY267" fmla="*/ 2403348 h 3067050"/>
                  <a:gd name="connsiteX268" fmla="*/ 4297871 w 4325492"/>
                  <a:gd name="connsiteY268" fmla="*/ 2398395 h 3067050"/>
                  <a:gd name="connsiteX269" fmla="*/ 4281012 w 4325492"/>
                  <a:gd name="connsiteY269" fmla="*/ 2359343 h 3067050"/>
                  <a:gd name="connsiteX270" fmla="*/ 4280821 w 4325492"/>
                  <a:gd name="connsiteY270" fmla="*/ 2359152 h 3067050"/>
                  <a:gd name="connsiteX271" fmla="*/ 4279678 w 4325492"/>
                  <a:gd name="connsiteY271" fmla="*/ 2355342 h 3067050"/>
                  <a:gd name="connsiteX272" fmla="*/ 4282631 w 4325492"/>
                  <a:gd name="connsiteY272" fmla="*/ 2350008 h 3067050"/>
                  <a:gd name="connsiteX273" fmla="*/ 4292061 w 4325492"/>
                  <a:gd name="connsiteY273" fmla="*/ 2351818 h 3067050"/>
                  <a:gd name="connsiteX274" fmla="*/ 4310920 w 4325492"/>
                  <a:gd name="connsiteY274" fmla="*/ 2394680 h 3067050"/>
                  <a:gd name="connsiteX275" fmla="*/ 4306253 w 4325492"/>
                  <a:gd name="connsiteY275" fmla="*/ 2402967 h 3067050"/>
                  <a:gd name="connsiteX276" fmla="*/ 4304348 w 4325492"/>
                  <a:gd name="connsiteY276" fmla="*/ 2403348 h 3067050"/>
                  <a:gd name="connsiteX277" fmla="*/ 79724 w 4325492"/>
                  <a:gd name="connsiteY277" fmla="*/ 2365153 h 3067050"/>
                  <a:gd name="connsiteX278" fmla="*/ 77248 w 4325492"/>
                  <a:gd name="connsiteY278" fmla="*/ 2364677 h 3067050"/>
                  <a:gd name="connsiteX279" fmla="*/ 73247 w 4325492"/>
                  <a:gd name="connsiteY279" fmla="*/ 2358581 h 3067050"/>
                  <a:gd name="connsiteX280" fmla="*/ 73724 w 4325492"/>
                  <a:gd name="connsiteY280" fmla="*/ 2355913 h 3067050"/>
                  <a:gd name="connsiteX281" fmla="*/ 91631 w 4325492"/>
                  <a:gd name="connsiteY281" fmla="*/ 2314575 h 3067050"/>
                  <a:gd name="connsiteX282" fmla="*/ 100394 w 4325492"/>
                  <a:gd name="connsiteY282" fmla="*/ 2310956 h 3067050"/>
                  <a:gd name="connsiteX283" fmla="*/ 104013 w 4325492"/>
                  <a:gd name="connsiteY283" fmla="*/ 2314765 h 3067050"/>
                  <a:gd name="connsiteX284" fmla="*/ 103823 w 4325492"/>
                  <a:gd name="connsiteY284" fmla="*/ 2319909 h 3067050"/>
                  <a:gd name="connsiteX285" fmla="*/ 86106 w 4325492"/>
                  <a:gd name="connsiteY285" fmla="*/ 2360962 h 3067050"/>
                  <a:gd name="connsiteX286" fmla="*/ 79724 w 4325492"/>
                  <a:gd name="connsiteY286" fmla="*/ 2365153 h 3067050"/>
                  <a:gd name="connsiteX287" fmla="*/ 4259199 w 4325492"/>
                  <a:gd name="connsiteY287" fmla="*/ 2326577 h 3067050"/>
                  <a:gd name="connsiteX288" fmla="*/ 4254056 w 4325492"/>
                  <a:gd name="connsiteY288" fmla="*/ 2324100 h 3067050"/>
                  <a:gd name="connsiteX289" fmla="*/ 4223576 w 4325492"/>
                  <a:gd name="connsiteY289" fmla="*/ 2292668 h 3067050"/>
                  <a:gd name="connsiteX290" fmla="*/ 4221290 w 4325492"/>
                  <a:gd name="connsiteY290" fmla="*/ 2287524 h 3067050"/>
                  <a:gd name="connsiteX291" fmla="*/ 4223099 w 4325492"/>
                  <a:gd name="connsiteY291" fmla="*/ 2283047 h 3067050"/>
                  <a:gd name="connsiteX292" fmla="*/ 4232529 w 4325492"/>
                  <a:gd name="connsiteY292" fmla="*/ 2282571 h 3067050"/>
                  <a:gd name="connsiteX293" fmla="*/ 4264438 w 4325492"/>
                  <a:gd name="connsiteY293" fmla="*/ 2315337 h 3067050"/>
                  <a:gd name="connsiteX294" fmla="*/ 4265962 w 4325492"/>
                  <a:gd name="connsiteY294" fmla="*/ 2320290 h 3067050"/>
                  <a:gd name="connsiteX295" fmla="*/ 4263771 w 4325492"/>
                  <a:gd name="connsiteY295" fmla="*/ 2324957 h 3067050"/>
                  <a:gd name="connsiteX296" fmla="*/ 4259199 w 4325492"/>
                  <a:gd name="connsiteY296" fmla="*/ 2326577 h 3067050"/>
                  <a:gd name="connsiteX297" fmla="*/ 116300 w 4325492"/>
                  <a:gd name="connsiteY297" fmla="*/ 2283238 h 3067050"/>
                  <a:gd name="connsiteX298" fmla="*/ 113348 w 4325492"/>
                  <a:gd name="connsiteY298" fmla="*/ 2282571 h 3067050"/>
                  <a:gd name="connsiteX299" fmla="*/ 109538 w 4325492"/>
                  <a:gd name="connsiteY299" fmla="*/ 2276475 h 3067050"/>
                  <a:gd name="connsiteX300" fmla="*/ 110204 w 4325492"/>
                  <a:gd name="connsiteY300" fmla="*/ 2273522 h 3067050"/>
                  <a:gd name="connsiteX301" fmla="*/ 130397 w 4325492"/>
                  <a:gd name="connsiteY301" fmla="*/ 2233136 h 3067050"/>
                  <a:gd name="connsiteX302" fmla="*/ 139637 w 4325492"/>
                  <a:gd name="connsiteY302" fmla="*/ 2230469 h 3067050"/>
                  <a:gd name="connsiteX303" fmla="*/ 142970 w 4325492"/>
                  <a:gd name="connsiteY303" fmla="*/ 2234470 h 3067050"/>
                  <a:gd name="connsiteX304" fmla="*/ 142304 w 4325492"/>
                  <a:gd name="connsiteY304" fmla="*/ 2239423 h 3067050"/>
                  <a:gd name="connsiteX305" fmla="*/ 122301 w 4325492"/>
                  <a:gd name="connsiteY305" fmla="*/ 2279142 h 3067050"/>
                  <a:gd name="connsiteX306" fmla="*/ 116300 w 4325492"/>
                  <a:gd name="connsiteY306" fmla="*/ 2283238 h 3067050"/>
                  <a:gd name="connsiteX307" fmla="*/ 4193001 w 4325492"/>
                  <a:gd name="connsiteY307" fmla="*/ 2266188 h 3067050"/>
                  <a:gd name="connsiteX308" fmla="*/ 4189190 w 4325492"/>
                  <a:gd name="connsiteY308" fmla="*/ 2264854 h 3067050"/>
                  <a:gd name="connsiteX309" fmla="*/ 4152138 w 4325492"/>
                  <a:gd name="connsiteY309" fmla="*/ 2241518 h 3067050"/>
                  <a:gd name="connsiteX310" fmla="*/ 4151947 w 4325492"/>
                  <a:gd name="connsiteY310" fmla="*/ 2241328 h 3067050"/>
                  <a:gd name="connsiteX311" fmla="*/ 4148328 w 4325492"/>
                  <a:gd name="connsiteY311" fmla="*/ 2235518 h 3067050"/>
                  <a:gd name="connsiteX312" fmla="*/ 4149185 w 4325492"/>
                  <a:gd name="connsiteY312" fmla="*/ 2232374 h 3067050"/>
                  <a:gd name="connsiteX313" fmla="*/ 4158425 w 4325492"/>
                  <a:gd name="connsiteY313" fmla="*/ 2229707 h 3067050"/>
                  <a:gd name="connsiteX314" fmla="*/ 4197001 w 4325492"/>
                  <a:gd name="connsiteY314" fmla="*/ 2253901 h 3067050"/>
                  <a:gd name="connsiteX315" fmla="*/ 4199668 w 4325492"/>
                  <a:gd name="connsiteY315" fmla="*/ 2258377 h 3067050"/>
                  <a:gd name="connsiteX316" fmla="*/ 4198525 w 4325492"/>
                  <a:gd name="connsiteY316" fmla="*/ 2263331 h 3067050"/>
                  <a:gd name="connsiteX317" fmla="*/ 4193001 w 4325492"/>
                  <a:gd name="connsiteY317" fmla="*/ 2266188 h 3067050"/>
                  <a:gd name="connsiteX318" fmla="*/ 4114895 w 4325492"/>
                  <a:gd name="connsiteY318" fmla="*/ 2222659 h 3067050"/>
                  <a:gd name="connsiteX319" fmla="*/ 4112228 w 4325492"/>
                  <a:gd name="connsiteY319" fmla="*/ 2221992 h 3067050"/>
                  <a:gd name="connsiteX320" fmla="*/ 4070699 w 4325492"/>
                  <a:gd name="connsiteY320" fmla="*/ 2206752 h 3067050"/>
                  <a:gd name="connsiteX321" fmla="*/ 4066032 w 4325492"/>
                  <a:gd name="connsiteY321" fmla="*/ 2200275 h 3067050"/>
                  <a:gd name="connsiteX322" fmla="*/ 4066509 w 4325492"/>
                  <a:gd name="connsiteY322" fmla="*/ 2198275 h 3067050"/>
                  <a:gd name="connsiteX323" fmla="*/ 4075081 w 4325492"/>
                  <a:gd name="connsiteY323" fmla="*/ 2193988 h 3067050"/>
                  <a:gd name="connsiteX324" fmla="*/ 4117753 w 4325492"/>
                  <a:gd name="connsiteY324" fmla="*/ 2209705 h 3067050"/>
                  <a:gd name="connsiteX325" fmla="*/ 4121087 w 4325492"/>
                  <a:gd name="connsiteY325" fmla="*/ 2218468 h 3067050"/>
                  <a:gd name="connsiteX326" fmla="*/ 4114895 w 4325492"/>
                  <a:gd name="connsiteY326" fmla="*/ 2222659 h 3067050"/>
                  <a:gd name="connsiteX327" fmla="*/ 158020 w 4325492"/>
                  <a:gd name="connsiteY327" fmla="*/ 2203799 h 3067050"/>
                  <a:gd name="connsiteX328" fmla="*/ 154877 w 4325492"/>
                  <a:gd name="connsiteY328" fmla="*/ 2202942 h 3067050"/>
                  <a:gd name="connsiteX329" fmla="*/ 151257 w 4325492"/>
                  <a:gd name="connsiteY329" fmla="*/ 2197132 h 3067050"/>
                  <a:gd name="connsiteX330" fmla="*/ 152114 w 4325492"/>
                  <a:gd name="connsiteY330" fmla="*/ 2193798 h 3067050"/>
                  <a:gd name="connsiteX331" fmla="*/ 155067 w 4325492"/>
                  <a:gd name="connsiteY331" fmla="*/ 2188654 h 3067050"/>
                  <a:gd name="connsiteX332" fmla="*/ 158877 w 4325492"/>
                  <a:gd name="connsiteY332" fmla="*/ 2181701 h 3067050"/>
                  <a:gd name="connsiteX333" fmla="*/ 173927 w 4325492"/>
                  <a:gd name="connsiteY333" fmla="*/ 2154555 h 3067050"/>
                  <a:gd name="connsiteX334" fmla="*/ 183166 w 4325492"/>
                  <a:gd name="connsiteY334" fmla="*/ 2152078 h 3067050"/>
                  <a:gd name="connsiteX335" fmla="*/ 185833 w 4325492"/>
                  <a:gd name="connsiteY335" fmla="*/ 2161032 h 3067050"/>
                  <a:gd name="connsiteX336" fmla="*/ 170783 w 4325492"/>
                  <a:gd name="connsiteY336" fmla="*/ 2188178 h 3067050"/>
                  <a:gd name="connsiteX337" fmla="*/ 167164 w 4325492"/>
                  <a:gd name="connsiteY337" fmla="*/ 2194655 h 3067050"/>
                  <a:gd name="connsiteX338" fmla="*/ 163830 w 4325492"/>
                  <a:gd name="connsiteY338" fmla="*/ 2200465 h 3067050"/>
                  <a:gd name="connsiteX339" fmla="*/ 158020 w 4325492"/>
                  <a:gd name="connsiteY339" fmla="*/ 2203799 h 3067050"/>
                  <a:gd name="connsiteX340" fmla="*/ 4029551 w 4325492"/>
                  <a:gd name="connsiteY340" fmla="*/ 2195036 h 3067050"/>
                  <a:gd name="connsiteX341" fmla="*/ 4028027 w 4325492"/>
                  <a:gd name="connsiteY341" fmla="*/ 2194846 h 3067050"/>
                  <a:gd name="connsiteX342" fmla="*/ 3984498 w 4325492"/>
                  <a:gd name="connsiteY342" fmla="*/ 2186083 h 3067050"/>
                  <a:gd name="connsiteX343" fmla="*/ 3978878 w 4325492"/>
                  <a:gd name="connsiteY343" fmla="*/ 2179320 h 3067050"/>
                  <a:gd name="connsiteX344" fmla="*/ 3978878 w 4325492"/>
                  <a:gd name="connsiteY344" fmla="*/ 2178463 h 3067050"/>
                  <a:gd name="connsiteX345" fmla="*/ 3986689 w 4325492"/>
                  <a:gd name="connsiteY345" fmla="*/ 2172843 h 3067050"/>
                  <a:gd name="connsiteX346" fmla="*/ 4031171 w 4325492"/>
                  <a:gd name="connsiteY346" fmla="*/ 2181797 h 3067050"/>
                  <a:gd name="connsiteX347" fmla="*/ 4036124 w 4325492"/>
                  <a:gd name="connsiteY347" fmla="*/ 2189893 h 3067050"/>
                  <a:gd name="connsiteX348" fmla="*/ 4029551 w 4325492"/>
                  <a:gd name="connsiteY348" fmla="*/ 2195036 h 3067050"/>
                  <a:gd name="connsiteX349" fmla="*/ 3940683 w 4325492"/>
                  <a:gd name="connsiteY349" fmla="*/ 2182082 h 3067050"/>
                  <a:gd name="connsiteX350" fmla="*/ 3940493 w 4325492"/>
                  <a:gd name="connsiteY350" fmla="*/ 2182082 h 3067050"/>
                  <a:gd name="connsiteX351" fmla="*/ 3920109 w 4325492"/>
                  <a:gd name="connsiteY351" fmla="*/ 2180939 h 3067050"/>
                  <a:gd name="connsiteX352" fmla="*/ 3895630 w 4325492"/>
                  <a:gd name="connsiteY352" fmla="*/ 2179605 h 3067050"/>
                  <a:gd name="connsiteX353" fmla="*/ 3889153 w 4325492"/>
                  <a:gd name="connsiteY353" fmla="*/ 2172843 h 3067050"/>
                  <a:gd name="connsiteX354" fmla="*/ 3889153 w 4325492"/>
                  <a:gd name="connsiteY354" fmla="*/ 2172652 h 3067050"/>
                  <a:gd name="connsiteX355" fmla="*/ 3896297 w 4325492"/>
                  <a:gd name="connsiteY355" fmla="*/ 2166175 h 3067050"/>
                  <a:gd name="connsiteX356" fmla="*/ 3922109 w 4325492"/>
                  <a:gd name="connsiteY356" fmla="*/ 2167509 h 3067050"/>
                  <a:gd name="connsiteX357" fmla="*/ 3941159 w 4325492"/>
                  <a:gd name="connsiteY357" fmla="*/ 2168652 h 3067050"/>
                  <a:gd name="connsiteX358" fmla="*/ 3947446 w 4325492"/>
                  <a:gd name="connsiteY358" fmla="*/ 2175605 h 3067050"/>
                  <a:gd name="connsiteX359" fmla="*/ 3940683 w 4325492"/>
                  <a:gd name="connsiteY359" fmla="*/ 2182082 h 3067050"/>
                  <a:gd name="connsiteX360" fmla="*/ 3851148 w 4325492"/>
                  <a:gd name="connsiteY360" fmla="*/ 2175986 h 3067050"/>
                  <a:gd name="connsiteX361" fmla="*/ 3850291 w 4325492"/>
                  <a:gd name="connsiteY361" fmla="*/ 2175986 h 3067050"/>
                  <a:gd name="connsiteX362" fmla="*/ 3805142 w 4325492"/>
                  <a:gd name="connsiteY362" fmla="*/ 2167890 h 3067050"/>
                  <a:gd name="connsiteX363" fmla="*/ 3800189 w 4325492"/>
                  <a:gd name="connsiteY363" fmla="*/ 2161413 h 3067050"/>
                  <a:gd name="connsiteX364" fmla="*/ 3800380 w 4325492"/>
                  <a:gd name="connsiteY364" fmla="*/ 2159603 h 3067050"/>
                  <a:gd name="connsiteX365" fmla="*/ 3808667 w 4325492"/>
                  <a:gd name="connsiteY365" fmla="*/ 2154936 h 3067050"/>
                  <a:gd name="connsiteX366" fmla="*/ 3851720 w 4325492"/>
                  <a:gd name="connsiteY366" fmla="*/ 2162556 h 3067050"/>
                  <a:gd name="connsiteX367" fmla="*/ 3856196 w 4325492"/>
                  <a:gd name="connsiteY367" fmla="*/ 2165223 h 3067050"/>
                  <a:gd name="connsiteX368" fmla="*/ 3857816 w 4325492"/>
                  <a:gd name="connsiteY368" fmla="*/ 2170176 h 3067050"/>
                  <a:gd name="connsiteX369" fmla="*/ 3851148 w 4325492"/>
                  <a:gd name="connsiteY369" fmla="*/ 2175986 h 3067050"/>
                  <a:gd name="connsiteX370" fmla="*/ 3765423 w 4325492"/>
                  <a:gd name="connsiteY370" fmla="*/ 2151316 h 3067050"/>
                  <a:gd name="connsiteX371" fmla="*/ 3761804 w 4325492"/>
                  <a:gd name="connsiteY371" fmla="*/ 2150174 h 3067050"/>
                  <a:gd name="connsiteX372" fmla="*/ 3738277 w 4325492"/>
                  <a:gd name="connsiteY372" fmla="*/ 2128647 h 3067050"/>
                  <a:gd name="connsiteX373" fmla="*/ 3732467 w 4325492"/>
                  <a:gd name="connsiteY373" fmla="*/ 2111121 h 3067050"/>
                  <a:gd name="connsiteX374" fmla="*/ 3732276 w 4325492"/>
                  <a:gd name="connsiteY374" fmla="*/ 2110454 h 3067050"/>
                  <a:gd name="connsiteX375" fmla="*/ 3738372 w 4325492"/>
                  <a:gd name="connsiteY375" fmla="*/ 2103691 h 3067050"/>
                  <a:gd name="connsiteX376" fmla="*/ 3745802 w 4325492"/>
                  <a:gd name="connsiteY376" fmla="*/ 2109502 h 3067050"/>
                  <a:gd name="connsiteX377" fmla="*/ 3749421 w 4325492"/>
                  <a:gd name="connsiteY377" fmla="*/ 2120741 h 3067050"/>
                  <a:gd name="connsiteX378" fmla="*/ 3769424 w 4325492"/>
                  <a:gd name="connsiteY378" fmla="*/ 2138934 h 3067050"/>
                  <a:gd name="connsiteX379" fmla="*/ 3771424 w 4325492"/>
                  <a:gd name="connsiteY379" fmla="*/ 2148173 h 3067050"/>
                  <a:gd name="connsiteX380" fmla="*/ 3765423 w 4325492"/>
                  <a:gd name="connsiteY380" fmla="*/ 2151316 h 3067050"/>
                  <a:gd name="connsiteX381" fmla="*/ 202025 w 4325492"/>
                  <a:gd name="connsiteY381" fmla="*/ 2125504 h 3067050"/>
                  <a:gd name="connsiteX382" fmla="*/ 198692 w 4325492"/>
                  <a:gd name="connsiteY382" fmla="*/ 2124647 h 3067050"/>
                  <a:gd name="connsiteX383" fmla="*/ 195358 w 4325492"/>
                  <a:gd name="connsiteY383" fmla="*/ 2118836 h 3067050"/>
                  <a:gd name="connsiteX384" fmla="*/ 196215 w 4325492"/>
                  <a:gd name="connsiteY384" fmla="*/ 2115502 h 3067050"/>
                  <a:gd name="connsiteX385" fmla="*/ 218885 w 4325492"/>
                  <a:gd name="connsiteY385" fmla="*/ 2076450 h 3067050"/>
                  <a:gd name="connsiteX386" fmla="*/ 228124 w 4325492"/>
                  <a:gd name="connsiteY386" fmla="*/ 2073973 h 3067050"/>
                  <a:gd name="connsiteX387" fmla="*/ 230600 w 4325492"/>
                  <a:gd name="connsiteY387" fmla="*/ 2083213 h 3067050"/>
                  <a:gd name="connsiteX388" fmla="*/ 207931 w 4325492"/>
                  <a:gd name="connsiteY388" fmla="*/ 2122265 h 3067050"/>
                  <a:gd name="connsiteX389" fmla="*/ 202025 w 4325492"/>
                  <a:gd name="connsiteY389" fmla="*/ 2125504 h 3067050"/>
                  <a:gd name="connsiteX390" fmla="*/ 3744278 w 4325492"/>
                  <a:gd name="connsiteY390" fmla="*/ 2072735 h 3067050"/>
                  <a:gd name="connsiteX391" fmla="*/ 3742754 w 4325492"/>
                  <a:gd name="connsiteY391" fmla="*/ 2072545 h 3067050"/>
                  <a:gd name="connsiteX392" fmla="*/ 3737801 w 4325492"/>
                  <a:gd name="connsiteY392" fmla="*/ 2064258 h 3067050"/>
                  <a:gd name="connsiteX393" fmla="*/ 3752184 w 4325492"/>
                  <a:gd name="connsiteY393" fmla="*/ 2020919 h 3067050"/>
                  <a:gd name="connsiteX394" fmla="*/ 3760756 w 4325492"/>
                  <a:gd name="connsiteY394" fmla="*/ 2017109 h 3067050"/>
                  <a:gd name="connsiteX395" fmla="*/ 3765233 w 4325492"/>
                  <a:gd name="connsiteY395" fmla="*/ 2023396 h 3067050"/>
                  <a:gd name="connsiteX396" fmla="*/ 3764756 w 4325492"/>
                  <a:gd name="connsiteY396" fmla="*/ 2025872 h 3067050"/>
                  <a:gd name="connsiteX397" fmla="*/ 3750850 w 4325492"/>
                  <a:gd name="connsiteY397" fmla="*/ 2067877 h 3067050"/>
                  <a:gd name="connsiteX398" fmla="*/ 3744278 w 4325492"/>
                  <a:gd name="connsiteY398" fmla="*/ 2072735 h 3067050"/>
                  <a:gd name="connsiteX399" fmla="*/ 247364 w 4325492"/>
                  <a:gd name="connsiteY399" fmla="*/ 2047780 h 3067050"/>
                  <a:gd name="connsiteX400" fmla="*/ 244031 w 4325492"/>
                  <a:gd name="connsiteY400" fmla="*/ 2046923 h 3067050"/>
                  <a:gd name="connsiteX401" fmla="*/ 240697 w 4325492"/>
                  <a:gd name="connsiteY401" fmla="*/ 2041112 h 3067050"/>
                  <a:gd name="connsiteX402" fmla="*/ 241840 w 4325492"/>
                  <a:gd name="connsiteY402" fmla="*/ 2037778 h 3067050"/>
                  <a:gd name="connsiteX403" fmla="*/ 264986 w 4325492"/>
                  <a:gd name="connsiteY403" fmla="*/ 1999202 h 3067050"/>
                  <a:gd name="connsiteX404" fmla="*/ 274225 w 4325492"/>
                  <a:gd name="connsiteY404" fmla="*/ 1996916 h 3067050"/>
                  <a:gd name="connsiteX405" fmla="*/ 276416 w 4325492"/>
                  <a:gd name="connsiteY405" fmla="*/ 2006156 h 3067050"/>
                  <a:gd name="connsiteX406" fmla="*/ 253270 w 4325492"/>
                  <a:gd name="connsiteY406" fmla="*/ 2044541 h 3067050"/>
                  <a:gd name="connsiteX407" fmla="*/ 253270 w 4325492"/>
                  <a:gd name="connsiteY407" fmla="*/ 2044732 h 3067050"/>
                  <a:gd name="connsiteX408" fmla="*/ 247364 w 4325492"/>
                  <a:gd name="connsiteY408" fmla="*/ 2047780 h 3067050"/>
                  <a:gd name="connsiteX409" fmla="*/ 2100644 w 4325492"/>
                  <a:gd name="connsiteY409" fmla="*/ 2016157 h 3067050"/>
                  <a:gd name="connsiteX410" fmla="*/ 2100167 w 4325492"/>
                  <a:gd name="connsiteY410" fmla="*/ 2016157 h 3067050"/>
                  <a:gd name="connsiteX411" fmla="*/ 2054828 w 4325492"/>
                  <a:gd name="connsiteY411" fmla="*/ 2008060 h 3067050"/>
                  <a:gd name="connsiteX412" fmla="*/ 2049875 w 4325492"/>
                  <a:gd name="connsiteY412" fmla="*/ 2001298 h 3067050"/>
                  <a:gd name="connsiteX413" fmla="*/ 2050066 w 4325492"/>
                  <a:gd name="connsiteY413" fmla="*/ 1999774 h 3067050"/>
                  <a:gd name="connsiteX414" fmla="*/ 2058353 w 4325492"/>
                  <a:gd name="connsiteY414" fmla="*/ 1995106 h 3067050"/>
                  <a:gd name="connsiteX415" fmla="*/ 2101215 w 4325492"/>
                  <a:gd name="connsiteY415" fmla="*/ 2002726 h 3067050"/>
                  <a:gd name="connsiteX416" fmla="*/ 2107311 w 4325492"/>
                  <a:gd name="connsiteY416" fmla="*/ 2009870 h 3067050"/>
                  <a:gd name="connsiteX417" fmla="*/ 2100644 w 4325492"/>
                  <a:gd name="connsiteY417" fmla="*/ 2016157 h 3067050"/>
                  <a:gd name="connsiteX418" fmla="*/ 2145506 w 4325492"/>
                  <a:gd name="connsiteY418" fmla="*/ 2015966 h 3067050"/>
                  <a:gd name="connsiteX419" fmla="*/ 2138744 w 4325492"/>
                  <a:gd name="connsiteY419" fmla="*/ 2009870 h 3067050"/>
                  <a:gd name="connsiteX420" fmla="*/ 2138744 w 4325492"/>
                  <a:gd name="connsiteY420" fmla="*/ 2009203 h 3067050"/>
                  <a:gd name="connsiteX421" fmla="*/ 2144840 w 4325492"/>
                  <a:gd name="connsiteY421" fmla="*/ 2002441 h 3067050"/>
                  <a:gd name="connsiteX422" fmla="*/ 2187988 w 4325492"/>
                  <a:gd name="connsiteY422" fmla="*/ 1994344 h 3067050"/>
                  <a:gd name="connsiteX423" fmla="*/ 2196275 w 4325492"/>
                  <a:gd name="connsiteY423" fmla="*/ 1999012 h 3067050"/>
                  <a:gd name="connsiteX424" fmla="*/ 2191322 w 4325492"/>
                  <a:gd name="connsiteY424" fmla="*/ 2007298 h 3067050"/>
                  <a:gd name="connsiteX425" fmla="*/ 2146173 w 4325492"/>
                  <a:gd name="connsiteY425" fmla="*/ 2015871 h 3067050"/>
                  <a:gd name="connsiteX426" fmla="*/ 2145506 w 4325492"/>
                  <a:gd name="connsiteY426" fmla="*/ 2015966 h 3067050"/>
                  <a:gd name="connsiteX427" fmla="*/ 2232374 w 4325492"/>
                  <a:gd name="connsiteY427" fmla="*/ 1993964 h 3067050"/>
                  <a:gd name="connsiteX428" fmla="*/ 2226088 w 4325492"/>
                  <a:gd name="connsiteY428" fmla="*/ 1989487 h 3067050"/>
                  <a:gd name="connsiteX429" fmla="*/ 2225612 w 4325492"/>
                  <a:gd name="connsiteY429" fmla="*/ 1987201 h 3067050"/>
                  <a:gd name="connsiteX430" fmla="*/ 2230088 w 4325492"/>
                  <a:gd name="connsiteY430" fmla="*/ 1980914 h 3067050"/>
                  <a:gd name="connsiteX431" fmla="*/ 2270951 w 4325492"/>
                  <a:gd name="connsiteY431" fmla="*/ 1963864 h 3067050"/>
                  <a:gd name="connsiteX432" fmla="*/ 2279904 w 4325492"/>
                  <a:gd name="connsiteY432" fmla="*/ 1967198 h 3067050"/>
                  <a:gd name="connsiteX433" fmla="*/ 2276570 w 4325492"/>
                  <a:gd name="connsiteY433" fmla="*/ 1976152 h 3067050"/>
                  <a:gd name="connsiteX434" fmla="*/ 2234851 w 4325492"/>
                  <a:gd name="connsiteY434" fmla="*/ 1993392 h 3067050"/>
                  <a:gd name="connsiteX435" fmla="*/ 2234851 w 4325492"/>
                  <a:gd name="connsiteY435" fmla="*/ 1993392 h 3067050"/>
                  <a:gd name="connsiteX436" fmla="*/ 2232374 w 4325492"/>
                  <a:gd name="connsiteY436" fmla="*/ 1993964 h 3067050"/>
                  <a:gd name="connsiteX437" fmla="*/ 2015395 w 4325492"/>
                  <a:gd name="connsiteY437" fmla="*/ 1990820 h 3067050"/>
                  <a:gd name="connsiteX438" fmla="*/ 2011775 w 4325492"/>
                  <a:gd name="connsiteY438" fmla="*/ 1989677 h 3067050"/>
                  <a:gd name="connsiteX439" fmla="*/ 1981295 w 4325492"/>
                  <a:gd name="connsiteY439" fmla="*/ 1958054 h 3067050"/>
                  <a:gd name="connsiteX440" fmla="*/ 1979676 w 4325492"/>
                  <a:gd name="connsiteY440" fmla="*/ 1954911 h 3067050"/>
                  <a:gd name="connsiteX441" fmla="*/ 1979486 w 4325492"/>
                  <a:gd name="connsiteY441" fmla="*/ 1954435 h 3067050"/>
                  <a:gd name="connsiteX442" fmla="*/ 1978819 w 4325492"/>
                  <a:gd name="connsiteY442" fmla="*/ 1951482 h 3067050"/>
                  <a:gd name="connsiteX443" fmla="*/ 1982438 w 4325492"/>
                  <a:gd name="connsiteY443" fmla="*/ 1945386 h 3067050"/>
                  <a:gd name="connsiteX444" fmla="*/ 1991678 w 4325492"/>
                  <a:gd name="connsiteY444" fmla="*/ 1948339 h 3067050"/>
                  <a:gd name="connsiteX445" fmla="*/ 1993202 w 4325492"/>
                  <a:gd name="connsiteY445" fmla="*/ 1951673 h 3067050"/>
                  <a:gd name="connsiteX446" fmla="*/ 2019014 w 4325492"/>
                  <a:gd name="connsiteY446" fmla="*/ 1978152 h 3067050"/>
                  <a:gd name="connsiteX447" fmla="*/ 2021967 w 4325492"/>
                  <a:gd name="connsiteY447" fmla="*/ 1982438 h 3067050"/>
                  <a:gd name="connsiteX448" fmla="*/ 2021110 w 4325492"/>
                  <a:gd name="connsiteY448" fmla="*/ 1987582 h 3067050"/>
                  <a:gd name="connsiteX449" fmla="*/ 2015395 w 4325492"/>
                  <a:gd name="connsiteY449" fmla="*/ 1990820 h 3067050"/>
                  <a:gd name="connsiteX450" fmla="*/ 3775520 w 4325492"/>
                  <a:gd name="connsiteY450" fmla="*/ 1988534 h 3067050"/>
                  <a:gd name="connsiteX451" fmla="*/ 3772853 w 4325492"/>
                  <a:gd name="connsiteY451" fmla="*/ 1987867 h 3067050"/>
                  <a:gd name="connsiteX452" fmla="*/ 3769519 w 4325492"/>
                  <a:gd name="connsiteY452" fmla="*/ 1979105 h 3067050"/>
                  <a:gd name="connsiteX453" fmla="*/ 3783235 w 4325492"/>
                  <a:gd name="connsiteY453" fmla="*/ 1949482 h 3067050"/>
                  <a:gd name="connsiteX454" fmla="*/ 3787045 w 4325492"/>
                  <a:gd name="connsiteY454" fmla="*/ 1941195 h 3067050"/>
                  <a:gd name="connsiteX455" fmla="*/ 3788378 w 4325492"/>
                  <a:gd name="connsiteY455" fmla="*/ 1938242 h 3067050"/>
                  <a:gd name="connsiteX456" fmla="*/ 3797332 w 4325492"/>
                  <a:gd name="connsiteY456" fmla="*/ 1934623 h 3067050"/>
                  <a:gd name="connsiteX457" fmla="*/ 3801142 w 4325492"/>
                  <a:gd name="connsiteY457" fmla="*/ 1940909 h 3067050"/>
                  <a:gd name="connsiteX458" fmla="*/ 3800666 w 4325492"/>
                  <a:gd name="connsiteY458" fmla="*/ 1943576 h 3067050"/>
                  <a:gd name="connsiteX459" fmla="*/ 3799332 w 4325492"/>
                  <a:gd name="connsiteY459" fmla="*/ 1946719 h 3067050"/>
                  <a:gd name="connsiteX460" fmla="*/ 3795522 w 4325492"/>
                  <a:gd name="connsiteY460" fmla="*/ 1954530 h 3067050"/>
                  <a:gd name="connsiteX461" fmla="*/ 3781806 w 4325492"/>
                  <a:gd name="connsiteY461" fmla="*/ 1984343 h 3067050"/>
                  <a:gd name="connsiteX462" fmla="*/ 3775520 w 4325492"/>
                  <a:gd name="connsiteY462" fmla="*/ 1988534 h 3067050"/>
                  <a:gd name="connsiteX463" fmla="*/ 294323 w 4325492"/>
                  <a:gd name="connsiteY463" fmla="*/ 1971103 h 3067050"/>
                  <a:gd name="connsiteX464" fmla="*/ 290703 w 4325492"/>
                  <a:gd name="connsiteY464" fmla="*/ 1970246 h 3067050"/>
                  <a:gd name="connsiteX465" fmla="*/ 287560 w 4325492"/>
                  <a:gd name="connsiteY465" fmla="*/ 1964436 h 3067050"/>
                  <a:gd name="connsiteX466" fmla="*/ 288417 w 4325492"/>
                  <a:gd name="connsiteY466" fmla="*/ 1960816 h 3067050"/>
                  <a:gd name="connsiteX467" fmla="*/ 312420 w 4325492"/>
                  <a:gd name="connsiteY467" fmla="*/ 1922621 h 3067050"/>
                  <a:gd name="connsiteX468" fmla="*/ 321659 w 4325492"/>
                  <a:gd name="connsiteY468" fmla="*/ 1920621 h 3067050"/>
                  <a:gd name="connsiteX469" fmla="*/ 324612 w 4325492"/>
                  <a:gd name="connsiteY469" fmla="*/ 1924907 h 3067050"/>
                  <a:gd name="connsiteX470" fmla="*/ 323945 w 4325492"/>
                  <a:gd name="connsiteY470" fmla="*/ 1930051 h 3067050"/>
                  <a:gd name="connsiteX471" fmla="*/ 299942 w 4325492"/>
                  <a:gd name="connsiteY471" fmla="*/ 1967960 h 3067050"/>
                  <a:gd name="connsiteX472" fmla="*/ 294323 w 4325492"/>
                  <a:gd name="connsiteY472" fmla="*/ 1971103 h 3067050"/>
                  <a:gd name="connsiteX473" fmla="*/ 2314289 w 4325492"/>
                  <a:gd name="connsiteY473" fmla="*/ 1957102 h 3067050"/>
                  <a:gd name="connsiteX474" fmla="*/ 2308193 w 4325492"/>
                  <a:gd name="connsiteY474" fmla="*/ 1953292 h 3067050"/>
                  <a:gd name="connsiteX475" fmla="*/ 2307527 w 4325492"/>
                  <a:gd name="connsiteY475" fmla="*/ 1950148 h 3067050"/>
                  <a:gd name="connsiteX476" fmla="*/ 2311146 w 4325492"/>
                  <a:gd name="connsiteY476" fmla="*/ 1944338 h 3067050"/>
                  <a:gd name="connsiteX477" fmla="*/ 2350389 w 4325492"/>
                  <a:gd name="connsiteY477" fmla="*/ 1923002 h 3067050"/>
                  <a:gd name="connsiteX478" fmla="*/ 2359343 w 4325492"/>
                  <a:gd name="connsiteY478" fmla="*/ 1925479 h 3067050"/>
                  <a:gd name="connsiteX479" fmla="*/ 2360009 w 4325492"/>
                  <a:gd name="connsiteY479" fmla="*/ 1930622 h 3067050"/>
                  <a:gd name="connsiteX480" fmla="*/ 2356866 w 4325492"/>
                  <a:gd name="connsiteY480" fmla="*/ 1934623 h 3067050"/>
                  <a:gd name="connsiteX481" fmla="*/ 2317147 w 4325492"/>
                  <a:gd name="connsiteY481" fmla="*/ 1956149 h 3067050"/>
                  <a:gd name="connsiteX482" fmla="*/ 2314289 w 4325492"/>
                  <a:gd name="connsiteY482" fmla="*/ 1957102 h 3067050"/>
                  <a:gd name="connsiteX483" fmla="*/ 1970437 w 4325492"/>
                  <a:gd name="connsiteY483" fmla="*/ 1916049 h 3067050"/>
                  <a:gd name="connsiteX484" fmla="*/ 1963960 w 4325492"/>
                  <a:gd name="connsiteY484" fmla="*/ 1910715 h 3067050"/>
                  <a:gd name="connsiteX485" fmla="*/ 1958150 w 4325492"/>
                  <a:gd name="connsiteY485" fmla="*/ 1865185 h 3067050"/>
                  <a:gd name="connsiteX486" fmla="*/ 1958150 w 4325492"/>
                  <a:gd name="connsiteY486" fmla="*/ 1864709 h 3067050"/>
                  <a:gd name="connsiteX487" fmla="*/ 1964627 w 4325492"/>
                  <a:gd name="connsiteY487" fmla="*/ 1858232 h 3067050"/>
                  <a:gd name="connsiteX488" fmla="*/ 1964817 w 4325492"/>
                  <a:gd name="connsiteY488" fmla="*/ 1858232 h 3067050"/>
                  <a:gd name="connsiteX489" fmla="*/ 1971580 w 4325492"/>
                  <a:gd name="connsiteY489" fmla="*/ 1864519 h 3067050"/>
                  <a:gd name="connsiteX490" fmla="*/ 1977009 w 4325492"/>
                  <a:gd name="connsiteY490" fmla="*/ 1907857 h 3067050"/>
                  <a:gd name="connsiteX491" fmla="*/ 1972056 w 4325492"/>
                  <a:gd name="connsiteY491" fmla="*/ 1915954 h 3067050"/>
                  <a:gd name="connsiteX492" fmla="*/ 1970437 w 4325492"/>
                  <a:gd name="connsiteY492" fmla="*/ 1916049 h 3067050"/>
                  <a:gd name="connsiteX493" fmla="*/ 2392394 w 4325492"/>
                  <a:gd name="connsiteY493" fmla="*/ 1912906 h 3067050"/>
                  <a:gd name="connsiteX494" fmla="*/ 2386775 w 4325492"/>
                  <a:gd name="connsiteY494" fmla="*/ 1909763 h 3067050"/>
                  <a:gd name="connsiteX495" fmla="*/ 2385632 w 4325492"/>
                  <a:gd name="connsiteY495" fmla="*/ 1906143 h 3067050"/>
                  <a:gd name="connsiteX496" fmla="*/ 2388965 w 4325492"/>
                  <a:gd name="connsiteY496" fmla="*/ 1900523 h 3067050"/>
                  <a:gd name="connsiteX497" fmla="*/ 2427161 w 4325492"/>
                  <a:gd name="connsiteY497" fmla="*/ 1877187 h 3067050"/>
                  <a:gd name="connsiteX498" fmla="*/ 2436590 w 4325492"/>
                  <a:gd name="connsiteY498" fmla="*/ 1879187 h 3067050"/>
                  <a:gd name="connsiteX499" fmla="*/ 2437257 w 4325492"/>
                  <a:gd name="connsiteY499" fmla="*/ 1884331 h 3067050"/>
                  <a:gd name="connsiteX500" fmla="*/ 2434304 w 4325492"/>
                  <a:gd name="connsiteY500" fmla="*/ 1888617 h 3067050"/>
                  <a:gd name="connsiteX501" fmla="*/ 2395919 w 4325492"/>
                  <a:gd name="connsiteY501" fmla="*/ 1911953 h 3067050"/>
                  <a:gd name="connsiteX502" fmla="*/ 2392394 w 4325492"/>
                  <a:gd name="connsiteY502" fmla="*/ 1912906 h 3067050"/>
                  <a:gd name="connsiteX503" fmla="*/ 3813620 w 4325492"/>
                  <a:gd name="connsiteY503" fmla="*/ 1907095 h 3067050"/>
                  <a:gd name="connsiteX504" fmla="*/ 3810476 w 4325492"/>
                  <a:gd name="connsiteY504" fmla="*/ 1906429 h 3067050"/>
                  <a:gd name="connsiteX505" fmla="*/ 3807524 w 4325492"/>
                  <a:gd name="connsiteY505" fmla="*/ 1897475 h 3067050"/>
                  <a:gd name="connsiteX506" fmla="*/ 3827717 w 4325492"/>
                  <a:gd name="connsiteY506" fmla="*/ 1857089 h 3067050"/>
                  <a:gd name="connsiteX507" fmla="*/ 3827717 w 4325492"/>
                  <a:gd name="connsiteY507" fmla="*/ 1857089 h 3067050"/>
                  <a:gd name="connsiteX508" fmla="*/ 3836670 w 4325492"/>
                  <a:gd name="connsiteY508" fmla="*/ 1854136 h 3067050"/>
                  <a:gd name="connsiteX509" fmla="*/ 3840480 w 4325492"/>
                  <a:gd name="connsiteY509" fmla="*/ 1859947 h 3067050"/>
                  <a:gd name="connsiteX510" fmla="*/ 3839813 w 4325492"/>
                  <a:gd name="connsiteY510" fmla="*/ 1863090 h 3067050"/>
                  <a:gd name="connsiteX511" fmla="*/ 3839623 w 4325492"/>
                  <a:gd name="connsiteY511" fmla="*/ 1863281 h 3067050"/>
                  <a:gd name="connsiteX512" fmla="*/ 3839432 w 4325492"/>
                  <a:gd name="connsiteY512" fmla="*/ 1863757 h 3067050"/>
                  <a:gd name="connsiteX513" fmla="*/ 3819716 w 4325492"/>
                  <a:gd name="connsiteY513" fmla="*/ 1903285 h 3067050"/>
                  <a:gd name="connsiteX514" fmla="*/ 3813620 w 4325492"/>
                  <a:gd name="connsiteY514" fmla="*/ 1907095 h 3067050"/>
                  <a:gd name="connsiteX515" fmla="*/ 342329 w 4325492"/>
                  <a:gd name="connsiteY515" fmla="*/ 1895189 h 3067050"/>
                  <a:gd name="connsiteX516" fmla="*/ 338709 w 4325492"/>
                  <a:gd name="connsiteY516" fmla="*/ 1894046 h 3067050"/>
                  <a:gd name="connsiteX517" fmla="*/ 335566 w 4325492"/>
                  <a:gd name="connsiteY517" fmla="*/ 1888426 h 3067050"/>
                  <a:gd name="connsiteX518" fmla="*/ 336423 w 4325492"/>
                  <a:gd name="connsiteY518" fmla="*/ 1885093 h 3067050"/>
                  <a:gd name="connsiteX519" fmla="*/ 336614 w 4325492"/>
                  <a:gd name="connsiteY519" fmla="*/ 1884902 h 3067050"/>
                  <a:gd name="connsiteX520" fmla="*/ 337090 w 4325492"/>
                  <a:gd name="connsiteY520" fmla="*/ 1884235 h 3067050"/>
                  <a:gd name="connsiteX521" fmla="*/ 361093 w 4325492"/>
                  <a:gd name="connsiteY521" fmla="*/ 1847183 h 3067050"/>
                  <a:gd name="connsiteX522" fmla="*/ 370523 w 4325492"/>
                  <a:gd name="connsiteY522" fmla="*/ 1845183 h 3067050"/>
                  <a:gd name="connsiteX523" fmla="*/ 373475 w 4325492"/>
                  <a:gd name="connsiteY523" fmla="*/ 1849469 h 3067050"/>
                  <a:gd name="connsiteX524" fmla="*/ 372332 w 4325492"/>
                  <a:gd name="connsiteY524" fmla="*/ 1854613 h 3067050"/>
                  <a:gd name="connsiteX525" fmla="*/ 347853 w 4325492"/>
                  <a:gd name="connsiteY525" fmla="*/ 1892141 h 3067050"/>
                  <a:gd name="connsiteX526" fmla="*/ 347853 w 4325492"/>
                  <a:gd name="connsiteY526" fmla="*/ 1892332 h 3067050"/>
                  <a:gd name="connsiteX527" fmla="*/ 342329 w 4325492"/>
                  <a:gd name="connsiteY527" fmla="*/ 1895189 h 3067050"/>
                  <a:gd name="connsiteX528" fmla="*/ 2468976 w 4325492"/>
                  <a:gd name="connsiteY528" fmla="*/ 1865757 h 3067050"/>
                  <a:gd name="connsiteX529" fmla="*/ 2463356 w 4325492"/>
                  <a:gd name="connsiteY529" fmla="*/ 1862614 h 3067050"/>
                  <a:gd name="connsiteX530" fmla="*/ 2462213 w 4325492"/>
                  <a:gd name="connsiteY530" fmla="*/ 1859280 h 3067050"/>
                  <a:gd name="connsiteX531" fmla="*/ 2465356 w 4325492"/>
                  <a:gd name="connsiteY531" fmla="*/ 1853470 h 3067050"/>
                  <a:gd name="connsiteX532" fmla="*/ 2468499 w 4325492"/>
                  <a:gd name="connsiteY532" fmla="*/ 1851469 h 3067050"/>
                  <a:gd name="connsiteX533" fmla="*/ 2503742 w 4325492"/>
                  <a:gd name="connsiteY533" fmla="*/ 1829943 h 3067050"/>
                  <a:gd name="connsiteX534" fmla="*/ 2512981 w 4325492"/>
                  <a:gd name="connsiteY534" fmla="*/ 1832229 h 3067050"/>
                  <a:gd name="connsiteX535" fmla="*/ 2510695 w 4325492"/>
                  <a:gd name="connsiteY535" fmla="*/ 1841468 h 3067050"/>
                  <a:gd name="connsiteX536" fmla="*/ 2472500 w 4325492"/>
                  <a:gd name="connsiteY536" fmla="*/ 1864995 h 3067050"/>
                  <a:gd name="connsiteX537" fmla="*/ 2468976 w 4325492"/>
                  <a:gd name="connsiteY537" fmla="*/ 1865757 h 3067050"/>
                  <a:gd name="connsiteX538" fmla="*/ 3854482 w 4325492"/>
                  <a:gd name="connsiteY538" fmla="*/ 1826990 h 3067050"/>
                  <a:gd name="connsiteX539" fmla="*/ 3851339 w 4325492"/>
                  <a:gd name="connsiteY539" fmla="*/ 1826323 h 3067050"/>
                  <a:gd name="connsiteX540" fmla="*/ 3848386 w 4325492"/>
                  <a:gd name="connsiteY540" fmla="*/ 1817370 h 3067050"/>
                  <a:gd name="connsiteX541" fmla="*/ 3850196 w 4325492"/>
                  <a:gd name="connsiteY541" fmla="*/ 1813750 h 3067050"/>
                  <a:gd name="connsiteX542" fmla="*/ 3869055 w 4325492"/>
                  <a:gd name="connsiteY542" fmla="*/ 1777365 h 3067050"/>
                  <a:gd name="connsiteX543" fmla="*/ 3878009 w 4325492"/>
                  <a:gd name="connsiteY543" fmla="*/ 1774412 h 3067050"/>
                  <a:gd name="connsiteX544" fmla="*/ 3881819 w 4325492"/>
                  <a:gd name="connsiteY544" fmla="*/ 1780508 h 3067050"/>
                  <a:gd name="connsiteX545" fmla="*/ 3881152 w 4325492"/>
                  <a:gd name="connsiteY545" fmla="*/ 1783461 h 3067050"/>
                  <a:gd name="connsiteX546" fmla="*/ 3880961 w 4325492"/>
                  <a:gd name="connsiteY546" fmla="*/ 1783651 h 3067050"/>
                  <a:gd name="connsiteX547" fmla="*/ 3880961 w 4325492"/>
                  <a:gd name="connsiteY547" fmla="*/ 1783842 h 3067050"/>
                  <a:gd name="connsiteX548" fmla="*/ 3862769 w 4325492"/>
                  <a:gd name="connsiteY548" fmla="*/ 1818608 h 3067050"/>
                  <a:gd name="connsiteX549" fmla="*/ 3860292 w 4325492"/>
                  <a:gd name="connsiteY549" fmla="*/ 1823275 h 3067050"/>
                  <a:gd name="connsiteX550" fmla="*/ 3854482 w 4325492"/>
                  <a:gd name="connsiteY550" fmla="*/ 1826990 h 3067050"/>
                  <a:gd name="connsiteX551" fmla="*/ 1966436 w 4325492"/>
                  <a:gd name="connsiteY551" fmla="*/ 1826705 h 3067050"/>
                  <a:gd name="connsiteX552" fmla="*/ 1965770 w 4325492"/>
                  <a:gd name="connsiteY552" fmla="*/ 1826705 h 3067050"/>
                  <a:gd name="connsiteX553" fmla="*/ 1961102 w 4325492"/>
                  <a:gd name="connsiteY553" fmla="*/ 1824228 h 3067050"/>
                  <a:gd name="connsiteX554" fmla="*/ 1959769 w 4325492"/>
                  <a:gd name="connsiteY554" fmla="*/ 1819275 h 3067050"/>
                  <a:gd name="connsiteX555" fmla="*/ 1966532 w 4325492"/>
                  <a:gd name="connsiteY555" fmla="*/ 1774126 h 3067050"/>
                  <a:gd name="connsiteX556" fmla="*/ 1974628 w 4325492"/>
                  <a:gd name="connsiteY556" fmla="*/ 1768983 h 3067050"/>
                  <a:gd name="connsiteX557" fmla="*/ 1980057 w 4325492"/>
                  <a:gd name="connsiteY557" fmla="*/ 1775460 h 3067050"/>
                  <a:gd name="connsiteX558" fmla="*/ 1979867 w 4325492"/>
                  <a:gd name="connsiteY558" fmla="*/ 1776793 h 3067050"/>
                  <a:gd name="connsiteX559" fmla="*/ 1973104 w 4325492"/>
                  <a:gd name="connsiteY559" fmla="*/ 1820608 h 3067050"/>
                  <a:gd name="connsiteX560" fmla="*/ 1966436 w 4325492"/>
                  <a:gd name="connsiteY560" fmla="*/ 1826705 h 3067050"/>
                  <a:gd name="connsiteX561" fmla="*/ 391668 w 4325492"/>
                  <a:gd name="connsiteY561" fmla="*/ 1820227 h 3067050"/>
                  <a:gd name="connsiteX562" fmla="*/ 387858 w 4325492"/>
                  <a:gd name="connsiteY562" fmla="*/ 1819084 h 3067050"/>
                  <a:gd name="connsiteX563" fmla="*/ 384905 w 4325492"/>
                  <a:gd name="connsiteY563" fmla="*/ 1813465 h 3067050"/>
                  <a:gd name="connsiteX564" fmla="*/ 386048 w 4325492"/>
                  <a:gd name="connsiteY564" fmla="*/ 1809655 h 3067050"/>
                  <a:gd name="connsiteX565" fmla="*/ 411385 w 4325492"/>
                  <a:gd name="connsiteY565" fmla="*/ 1772412 h 3067050"/>
                  <a:gd name="connsiteX566" fmla="*/ 420624 w 4325492"/>
                  <a:gd name="connsiteY566" fmla="*/ 1770602 h 3067050"/>
                  <a:gd name="connsiteX567" fmla="*/ 422434 w 4325492"/>
                  <a:gd name="connsiteY567" fmla="*/ 1780032 h 3067050"/>
                  <a:gd name="connsiteX568" fmla="*/ 397288 w 4325492"/>
                  <a:gd name="connsiteY568" fmla="*/ 1817084 h 3067050"/>
                  <a:gd name="connsiteX569" fmla="*/ 391668 w 4325492"/>
                  <a:gd name="connsiteY569" fmla="*/ 1820227 h 3067050"/>
                  <a:gd name="connsiteX570" fmla="*/ 2545747 w 4325492"/>
                  <a:gd name="connsiteY570" fmla="*/ 1819370 h 3067050"/>
                  <a:gd name="connsiteX571" fmla="*/ 2539937 w 4325492"/>
                  <a:gd name="connsiteY571" fmla="*/ 1816036 h 3067050"/>
                  <a:gd name="connsiteX572" fmla="*/ 2539079 w 4325492"/>
                  <a:gd name="connsiteY572" fmla="*/ 1812703 h 3067050"/>
                  <a:gd name="connsiteX573" fmla="*/ 2542413 w 4325492"/>
                  <a:gd name="connsiteY573" fmla="*/ 1806892 h 3067050"/>
                  <a:gd name="connsiteX574" fmla="*/ 2553176 w 4325492"/>
                  <a:gd name="connsiteY574" fmla="*/ 1800606 h 3067050"/>
                  <a:gd name="connsiteX575" fmla="*/ 2580989 w 4325492"/>
                  <a:gd name="connsiteY575" fmla="*/ 1784032 h 3067050"/>
                  <a:gd name="connsiteX576" fmla="*/ 2590419 w 4325492"/>
                  <a:gd name="connsiteY576" fmla="*/ 1786509 h 3067050"/>
                  <a:gd name="connsiteX577" fmla="*/ 2591086 w 4325492"/>
                  <a:gd name="connsiteY577" fmla="*/ 1791652 h 3067050"/>
                  <a:gd name="connsiteX578" fmla="*/ 2587943 w 4325492"/>
                  <a:gd name="connsiteY578" fmla="*/ 1795653 h 3067050"/>
                  <a:gd name="connsiteX579" fmla="*/ 2549366 w 4325492"/>
                  <a:gd name="connsiteY579" fmla="*/ 1818323 h 3067050"/>
                  <a:gd name="connsiteX580" fmla="*/ 2549366 w 4325492"/>
                  <a:gd name="connsiteY580" fmla="*/ 1818513 h 3067050"/>
                  <a:gd name="connsiteX581" fmla="*/ 2545747 w 4325492"/>
                  <a:gd name="connsiteY581" fmla="*/ 1819370 h 3067050"/>
                  <a:gd name="connsiteX582" fmla="*/ 2623185 w 4325492"/>
                  <a:gd name="connsiteY582" fmla="*/ 1773745 h 3067050"/>
                  <a:gd name="connsiteX583" fmla="*/ 2617375 w 4325492"/>
                  <a:gd name="connsiteY583" fmla="*/ 1770412 h 3067050"/>
                  <a:gd name="connsiteX584" fmla="*/ 2616518 w 4325492"/>
                  <a:gd name="connsiteY584" fmla="*/ 1766792 h 3067050"/>
                  <a:gd name="connsiteX585" fmla="*/ 2619851 w 4325492"/>
                  <a:gd name="connsiteY585" fmla="*/ 1761173 h 3067050"/>
                  <a:gd name="connsiteX586" fmla="*/ 2658713 w 4325492"/>
                  <a:gd name="connsiteY586" fmla="*/ 1738503 h 3067050"/>
                  <a:gd name="connsiteX587" fmla="*/ 2667953 w 4325492"/>
                  <a:gd name="connsiteY587" fmla="*/ 1740980 h 3067050"/>
                  <a:gd name="connsiteX588" fmla="*/ 2665476 w 4325492"/>
                  <a:gd name="connsiteY588" fmla="*/ 1750219 h 3067050"/>
                  <a:gd name="connsiteX589" fmla="*/ 2626614 w 4325492"/>
                  <a:gd name="connsiteY589" fmla="*/ 1772698 h 3067050"/>
                  <a:gd name="connsiteX590" fmla="*/ 2623185 w 4325492"/>
                  <a:gd name="connsiteY590" fmla="*/ 1773745 h 3067050"/>
                  <a:gd name="connsiteX591" fmla="*/ 3895344 w 4325492"/>
                  <a:gd name="connsiteY591" fmla="*/ 1747075 h 3067050"/>
                  <a:gd name="connsiteX592" fmla="*/ 3892201 w 4325492"/>
                  <a:gd name="connsiteY592" fmla="*/ 1746409 h 3067050"/>
                  <a:gd name="connsiteX593" fmla="*/ 3889248 w 4325492"/>
                  <a:gd name="connsiteY593" fmla="*/ 1737455 h 3067050"/>
                  <a:gd name="connsiteX594" fmla="*/ 3908584 w 4325492"/>
                  <a:gd name="connsiteY594" fmla="*/ 1697069 h 3067050"/>
                  <a:gd name="connsiteX595" fmla="*/ 3917537 w 4325492"/>
                  <a:gd name="connsiteY595" fmla="*/ 1693735 h 3067050"/>
                  <a:gd name="connsiteX596" fmla="*/ 3921347 w 4325492"/>
                  <a:gd name="connsiteY596" fmla="*/ 1699831 h 3067050"/>
                  <a:gd name="connsiteX597" fmla="*/ 3920681 w 4325492"/>
                  <a:gd name="connsiteY597" fmla="*/ 1702784 h 3067050"/>
                  <a:gd name="connsiteX598" fmla="*/ 3901345 w 4325492"/>
                  <a:gd name="connsiteY598" fmla="*/ 1743361 h 3067050"/>
                  <a:gd name="connsiteX599" fmla="*/ 3895344 w 4325492"/>
                  <a:gd name="connsiteY599" fmla="*/ 1747075 h 3067050"/>
                  <a:gd name="connsiteX600" fmla="*/ 442436 w 4325492"/>
                  <a:gd name="connsiteY600" fmla="*/ 1745932 h 3067050"/>
                  <a:gd name="connsiteX601" fmla="*/ 438626 w 4325492"/>
                  <a:gd name="connsiteY601" fmla="*/ 1744789 h 3067050"/>
                  <a:gd name="connsiteX602" fmla="*/ 435673 w 4325492"/>
                  <a:gd name="connsiteY602" fmla="*/ 1739170 h 3067050"/>
                  <a:gd name="connsiteX603" fmla="*/ 436817 w 4325492"/>
                  <a:gd name="connsiteY603" fmla="*/ 1735360 h 3067050"/>
                  <a:gd name="connsiteX604" fmla="*/ 462629 w 4325492"/>
                  <a:gd name="connsiteY604" fmla="*/ 1698593 h 3067050"/>
                  <a:gd name="connsiteX605" fmla="*/ 472059 w 4325492"/>
                  <a:gd name="connsiteY605" fmla="*/ 1697069 h 3067050"/>
                  <a:gd name="connsiteX606" fmla="*/ 473583 w 4325492"/>
                  <a:gd name="connsiteY606" fmla="*/ 1706499 h 3067050"/>
                  <a:gd name="connsiteX607" fmla="*/ 447770 w 4325492"/>
                  <a:gd name="connsiteY607" fmla="*/ 1743075 h 3067050"/>
                  <a:gd name="connsiteX608" fmla="*/ 442436 w 4325492"/>
                  <a:gd name="connsiteY608" fmla="*/ 1745932 h 3067050"/>
                  <a:gd name="connsiteX609" fmla="*/ 1983677 w 4325492"/>
                  <a:gd name="connsiteY609" fmla="*/ 1738789 h 3067050"/>
                  <a:gd name="connsiteX610" fmla="*/ 1981867 w 4325492"/>
                  <a:gd name="connsiteY610" fmla="*/ 1738598 h 3067050"/>
                  <a:gd name="connsiteX611" fmla="*/ 1977200 w 4325492"/>
                  <a:gd name="connsiteY611" fmla="*/ 1730311 h 3067050"/>
                  <a:gd name="connsiteX612" fmla="*/ 1990630 w 4325492"/>
                  <a:gd name="connsiteY612" fmla="*/ 1686973 h 3067050"/>
                  <a:gd name="connsiteX613" fmla="*/ 1999202 w 4325492"/>
                  <a:gd name="connsiteY613" fmla="*/ 1682686 h 3067050"/>
                  <a:gd name="connsiteX614" fmla="*/ 2003679 w 4325492"/>
                  <a:gd name="connsiteY614" fmla="*/ 1688973 h 3067050"/>
                  <a:gd name="connsiteX615" fmla="*/ 2003489 w 4325492"/>
                  <a:gd name="connsiteY615" fmla="*/ 1691449 h 3067050"/>
                  <a:gd name="connsiteX616" fmla="*/ 1990249 w 4325492"/>
                  <a:gd name="connsiteY616" fmla="*/ 1733836 h 3067050"/>
                  <a:gd name="connsiteX617" fmla="*/ 1983677 w 4325492"/>
                  <a:gd name="connsiteY617" fmla="*/ 1738789 h 3067050"/>
                  <a:gd name="connsiteX618" fmla="*/ 2700814 w 4325492"/>
                  <a:gd name="connsiteY618" fmla="*/ 1728406 h 3067050"/>
                  <a:gd name="connsiteX619" fmla="*/ 2695004 w 4325492"/>
                  <a:gd name="connsiteY619" fmla="*/ 1725073 h 3067050"/>
                  <a:gd name="connsiteX620" fmla="*/ 2694146 w 4325492"/>
                  <a:gd name="connsiteY620" fmla="*/ 1721739 h 3067050"/>
                  <a:gd name="connsiteX621" fmla="*/ 2697480 w 4325492"/>
                  <a:gd name="connsiteY621" fmla="*/ 1715929 h 3067050"/>
                  <a:gd name="connsiteX622" fmla="*/ 2731103 w 4325492"/>
                  <a:gd name="connsiteY622" fmla="*/ 1696593 h 3067050"/>
                  <a:gd name="connsiteX623" fmla="*/ 2736533 w 4325492"/>
                  <a:gd name="connsiteY623" fmla="*/ 1693640 h 3067050"/>
                  <a:gd name="connsiteX624" fmla="*/ 2745772 w 4325492"/>
                  <a:gd name="connsiteY624" fmla="*/ 1696117 h 3067050"/>
                  <a:gd name="connsiteX625" fmla="*/ 2743105 w 4325492"/>
                  <a:gd name="connsiteY625" fmla="*/ 1705356 h 3067050"/>
                  <a:gd name="connsiteX626" fmla="*/ 2735676 w 4325492"/>
                  <a:gd name="connsiteY626" fmla="*/ 1709642 h 3067050"/>
                  <a:gd name="connsiteX627" fmla="*/ 2704434 w 4325492"/>
                  <a:gd name="connsiteY627" fmla="*/ 1727644 h 3067050"/>
                  <a:gd name="connsiteX628" fmla="*/ 2704243 w 4325492"/>
                  <a:gd name="connsiteY628" fmla="*/ 1727644 h 3067050"/>
                  <a:gd name="connsiteX629" fmla="*/ 2700814 w 4325492"/>
                  <a:gd name="connsiteY629" fmla="*/ 1728406 h 3067050"/>
                  <a:gd name="connsiteX630" fmla="*/ 2778919 w 4325492"/>
                  <a:gd name="connsiteY630" fmla="*/ 1684020 h 3067050"/>
                  <a:gd name="connsiteX631" fmla="*/ 2773109 w 4325492"/>
                  <a:gd name="connsiteY631" fmla="*/ 1680686 h 3067050"/>
                  <a:gd name="connsiteX632" fmla="*/ 2772251 w 4325492"/>
                  <a:gd name="connsiteY632" fmla="*/ 1677543 h 3067050"/>
                  <a:gd name="connsiteX633" fmla="*/ 2775395 w 4325492"/>
                  <a:gd name="connsiteY633" fmla="*/ 1671447 h 3067050"/>
                  <a:gd name="connsiteX634" fmla="*/ 2775585 w 4325492"/>
                  <a:gd name="connsiteY634" fmla="*/ 1671447 h 3067050"/>
                  <a:gd name="connsiteX635" fmla="*/ 2776252 w 4325492"/>
                  <a:gd name="connsiteY635" fmla="*/ 1670971 h 3067050"/>
                  <a:gd name="connsiteX636" fmla="*/ 2814828 w 4325492"/>
                  <a:gd name="connsiteY636" fmla="*/ 1649444 h 3067050"/>
                  <a:gd name="connsiteX637" fmla="*/ 2823782 w 4325492"/>
                  <a:gd name="connsiteY637" fmla="*/ 1652111 h 3067050"/>
                  <a:gd name="connsiteX638" fmla="*/ 2821305 w 4325492"/>
                  <a:gd name="connsiteY638" fmla="*/ 1661065 h 3067050"/>
                  <a:gd name="connsiteX639" fmla="*/ 2819495 w 4325492"/>
                  <a:gd name="connsiteY639" fmla="*/ 1662208 h 3067050"/>
                  <a:gd name="connsiteX640" fmla="*/ 2782062 w 4325492"/>
                  <a:gd name="connsiteY640" fmla="*/ 1683067 h 3067050"/>
                  <a:gd name="connsiteX641" fmla="*/ 2781872 w 4325492"/>
                  <a:gd name="connsiteY641" fmla="*/ 1683258 h 3067050"/>
                  <a:gd name="connsiteX642" fmla="*/ 2778919 w 4325492"/>
                  <a:gd name="connsiteY642" fmla="*/ 1684020 h 3067050"/>
                  <a:gd name="connsiteX643" fmla="*/ 494252 w 4325492"/>
                  <a:gd name="connsiteY643" fmla="*/ 1672781 h 3067050"/>
                  <a:gd name="connsiteX644" fmla="*/ 490442 w 4325492"/>
                  <a:gd name="connsiteY644" fmla="*/ 1671447 h 3067050"/>
                  <a:gd name="connsiteX645" fmla="*/ 487490 w 4325492"/>
                  <a:gd name="connsiteY645" fmla="*/ 1666018 h 3067050"/>
                  <a:gd name="connsiteX646" fmla="*/ 488823 w 4325492"/>
                  <a:gd name="connsiteY646" fmla="*/ 1662017 h 3067050"/>
                  <a:gd name="connsiteX647" fmla="*/ 515303 w 4325492"/>
                  <a:gd name="connsiteY647" fmla="*/ 1625632 h 3067050"/>
                  <a:gd name="connsiteX648" fmla="*/ 524732 w 4325492"/>
                  <a:gd name="connsiteY648" fmla="*/ 1624108 h 3067050"/>
                  <a:gd name="connsiteX649" fmla="*/ 527209 w 4325492"/>
                  <a:gd name="connsiteY649" fmla="*/ 1628584 h 3067050"/>
                  <a:gd name="connsiteX650" fmla="*/ 526066 w 4325492"/>
                  <a:gd name="connsiteY650" fmla="*/ 1633538 h 3067050"/>
                  <a:gd name="connsiteX651" fmla="*/ 499777 w 4325492"/>
                  <a:gd name="connsiteY651" fmla="*/ 1669923 h 3067050"/>
                  <a:gd name="connsiteX652" fmla="*/ 494252 w 4325492"/>
                  <a:gd name="connsiteY652" fmla="*/ 1672781 h 3067050"/>
                  <a:gd name="connsiteX653" fmla="*/ 3932587 w 4325492"/>
                  <a:gd name="connsiteY653" fmla="*/ 1665541 h 3067050"/>
                  <a:gd name="connsiteX654" fmla="*/ 3930110 w 4325492"/>
                  <a:gd name="connsiteY654" fmla="*/ 1664875 h 3067050"/>
                  <a:gd name="connsiteX655" fmla="*/ 3926491 w 4325492"/>
                  <a:gd name="connsiteY655" fmla="*/ 1661255 h 3067050"/>
                  <a:gd name="connsiteX656" fmla="*/ 3926491 w 4325492"/>
                  <a:gd name="connsiteY656" fmla="*/ 1656112 h 3067050"/>
                  <a:gd name="connsiteX657" fmla="*/ 3942397 w 4325492"/>
                  <a:gd name="connsiteY657" fmla="*/ 1614773 h 3067050"/>
                  <a:gd name="connsiteX658" fmla="*/ 3942397 w 4325492"/>
                  <a:gd name="connsiteY658" fmla="*/ 1614583 h 3067050"/>
                  <a:gd name="connsiteX659" fmla="*/ 3950970 w 4325492"/>
                  <a:gd name="connsiteY659" fmla="*/ 1610582 h 3067050"/>
                  <a:gd name="connsiteX660" fmla="*/ 3955447 w 4325492"/>
                  <a:gd name="connsiteY660" fmla="*/ 1616869 h 3067050"/>
                  <a:gd name="connsiteX661" fmla="*/ 3955256 w 4325492"/>
                  <a:gd name="connsiteY661" fmla="*/ 1619155 h 3067050"/>
                  <a:gd name="connsiteX662" fmla="*/ 3938873 w 4325492"/>
                  <a:gd name="connsiteY662" fmla="*/ 1661350 h 3067050"/>
                  <a:gd name="connsiteX663" fmla="*/ 3932587 w 4325492"/>
                  <a:gd name="connsiteY663" fmla="*/ 1665541 h 3067050"/>
                  <a:gd name="connsiteX664" fmla="*/ 2012442 w 4325492"/>
                  <a:gd name="connsiteY664" fmla="*/ 1653731 h 3067050"/>
                  <a:gd name="connsiteX665" fmla="*/ 2009966 w 4325492"/>
                  <a:gd name="connsiteY665" fmla="*/ 1653254 h 3067050"/>
                  <a:gd name="connsiteX666" fmla="*/ 2006156 w 4325492"/>
                  <a:gd name="connsiteY666" fmla="*/ 1644491 h 3067050"/>
                  <a:gd name="connsiteX667" fmla="*/ 2023205 w 4325492"/>
                  <a:gd name="connsiteY667" fmla="*/ 1602772 h 3067050"/>
                  <a:gd name="connsiteX668" fmla="*/ 2031968 w 4325492"/>
                  <a:gd name="connsiteY668" fmla="*/ 1599152 h 3067050"/>
                  <a:gd name="connsiteX669" fmla="*/ 2035969 w 4325492"/>
                  <a:gd name="connsiteY669" fmla="*/ 1605248 h 3067050"/>
                  <a:gd name="connsiteX670" fmla="*/ 2035493 w 4325492"/>
                  <a:gd name="connsiteY670" fmla="*/ 1607915 h 3067050"/>
                  <a:gd name="connsiteX671" fmla="*/ 2018633 w 4325492"/>
                  <a:gd name="connsiteY671" fmla="*/ 1649444 h 3067050"/>
                  <a:gd name="connsiteX672" fmla="*/ 2012442 w 4325492"/>
                  <a:gd name="connsiteY672" fmla="*/ 1653731 h 3067050"/>
                  <a:gd name="connsiteX673" fmla="*/ 2857310 w 4325492"/>
                  <a:gd name="connsiteY673" fmla="*/ 1640491 h 3067050"/>
                  <a:gd name="connsiteX674" fmla="*/ 2851499 w 4325492"/>
                  <a:gd name="connsiteY674" fmla="*/ 1636871 h 3067050"/>
                  <a:gd name="connsiteX675" fmla="*/ 2850642 w 4325492"/>
                  <a:gd name="connsiteY675" fmla="*/ 1633728 h 3067050"/>
                  <a:gd name="connsiteX676" fmla="*/ 2854262 w 4325492"/>
                  <a:gd name="connsiteY676" fmla="*/ 1627632 h 3067050"/>
                  <a:gd name="connsiteX677" fmla="*/ 2893790 w 4325492"/>
                  <a:gd name="connsiteY677" fmla="*/ 1606296 h 3067050"/>
                  <a:gd name="connsiteX678" fmla="*/ 2903030 w 4325492"/>
                  <a:gd name="connsiteY678" fmla="*/ 1608963 h 3067050"/>
                  <a:gd name="connsiteX679" fmla="*/ 2900077 w 4325492"/>
                  <a:gd name="connsiteY679" fmla="*/ 1617916 h 3067050"/>
                  <a:gd name="connsiteX680" fmla="*/ 2860834 w 4325492"/>
                  <a:gd name="connsiteY680" fmla="*/ 1639443 h 3067050"/>
                  <a:gd name="connsiteX681" fmla="*/ 2857310 w 4325492"/>
                  <a:gd name="connsiteY681" fmla="*/ 1640491 h 3067050"/>
                  <a:gd name="connsiteX682" fmla="*/ 547497 w 4325492"/>
                  <a:gd name="connsiteY682" fmla="*/ 1600295 h 3067050"/>
                  <a:gd name="connsiteX683" fmla="*/ 543497 w 4325492"/>
                  <a:gd name="connsiteY683" fmla="*/ 1598962 h 3067050"/>
                  <a:gd name="connsiteX684" fmla="*/ 540830 w 4325492"/>
                  <a:gd name="connsiteY684" fmla="*/ 1593532 h 3067050"/>
                  <a:gd name="connsiteX685" fmla="*/ 542163 w 4325492"/>
                  <a:gd name="connsiteY685" fmla="*/ 1589532 h 3067050"/>
                  <a:gd name="connsiteX686" fmla="*/ 569119 w 4325492"/>
                  <a:gd name="connsiteY686" fmla="*/ 1553623 h 3067050"/>
                  <a:gd name="connsiteX687" fmla="*/ 578549 w 4325492"/>
                  <a:gd name="connsiteY687" fmla="*/ 1552289 h 3067050"/>
                  <a:gd name="connsiteX688" fmla="*/ 579882 w 4325492"/>
                  <a:gd name="connsiteY688" fmla="*/ 1561719 h 3067050"/>
                  <a:gd name="connsiteX689" fmla="*/ 552926 w 4325492"/>
                  <a:gd name="connsiteY689" fmla="*/ 1597438 h 3067050"/>
                  <a:gd name="connsiteX690" fmla="*/ 552926 w 4325492"/>
                  <a:gd name="connsiteY690" fmla="*/ 1597628 h 3067050"/>
                  <a:gd name="connsiteX691" fmla="*/ 547497 w 4325492"/>
                  <a:gd name="connsiteY691" fmla="*/ 1600295 h 3067050"/>
                  <a:gd name="connsiteX692" fmla="*/ 2936462 w 4325492"/>
                  <a:gd name="connsiteY692" fmla="*/ 1597819 h 3067050"/>
                  <a:gd name="connsiteX693" fmla="*/ 2930366 w 4325492"/>
                  <a:gd name="connsiteY693" fmla="*/ 1594199 h 3067050"/>
                  <a:gd name="connsiteX694" fmla="*/ 2929700 w 4325492"/>
                  <a:gd name="connsiteY694" fmla="*/ 1591056 h 3067050"/>
                  <a:gd name="connsiteX695" fmla="*/ 2933319 w 4325492"/>
                  <a:gd name="connsiteY695" fmla="*/ 1584960 h 3067050"/>
                  <a:gd name="connsiteX696" fmla="*/ 2973038 w 4325492"/>
                  <a:gd name="connsiteY696" fmla="*/ 1564291 h 3067050"/>
                  <a:gd name="connsiteX697" fmla="*/ 2982278 w 4325492"/>
                  <a:gd name="connsiteY697" fmla="*/ 1567243 h 3067050"/>
                  <a:gd name="connsiteX698" fmla="*/ 2979325 w 4325492"/>
                  <a:gd name="connsiteY698" fmla="*/ 1576197 h 3067050"/>
                  <a:gd name="connsiteX699" fmla="*/ 2939606 w 4325492"/>
                  <a:gd name="connsiteY699" fmla="*/ 1596866 h 3067050"/>
                  <a:gd name="connsiteX700" fmla="*/ 2936462 w 4325492"/>
                  <a:gd name="connsiteY700" fmla="*/ 1597819 h 3067050"/>
                  <a:gd name="connsiteX701" fmla="*/ 3962210 w 4325492"/>
                  <a:gd name="connsiteY701" fmla="*/ 1580769 h 3067050"/>
                  <a:gd name="connsiteX702" fmla="*/ 3960686 w 4325492"/>
                  <a:gd name="connsiteY702" fmla="*/ 1580578 h 3067050"/>
                  <a:gd name="connsiteX703" fmla="*/ 3956399 w 4325492"/>
                  <a:gd name="connsiteY703" fmla="*/ 1577435 h 3067050"/>
                  <a:gd name="connsiteX704" fmla="*/ 3955923 w 4325492"/>
                  <a:gd name="connsiteY704" fmla="*/ 1572292 h 3067050"/>
                  <a:gd name="connsiteX705" fmla="*/ 3965543 w 4325492"/>
                  <a:gd name="connsiteY705" fmla="*/ 1529239 h 3067050"/>
                  <a:gd name="connsiteX706" fmla="*/ 3965734 w 4325492"/>
                  <a:gd name="connsiteY706" fmla="*/ 1529048 h 3067050"/>
                  <a:gd name="connsiteX707" fmla="*/ 3973354 w 4325492"/>
                  <a:gd name="connsiteY707" fmla="*/ 1523905 h 3067050"/>
                  <a:gd name="connsiteX708" fmla="*/ 3978974 w 4325492"/>
                  <a:gd name="connsiteY708" fmla="*/ 1530667 h 3067050"/>
                  <a:gd name="connsiteX709" fmla="*/ 3978974 w 4325492"/>
                  <a:gd name="connsiteY709" fmla="*/ 1531810 h 3067050"/>
                  <a:gd name="connsiteX710" fmla="*/ 3968877 w 4325492"/>
                  <a:gd name="connsiteY710" fmla="*/ 1576006 h 3067050"/>
                  <a:gd name="connsiteX711" fmla="*/ 3962210 w 4325492"/>
                  <a:gd name="connsiteY711" fmla="*/ 1580769 h 3067050"/>
                  <a:gd name="connsiteX712" fmla="*/ 2047208 w 4325492"/>
                  <a:gd name="connsiteY712" fmla="*/ 1570863 h 3067050"/>
                  <a:gd name="connsiteX713" fmla="*/ 2044541 w 4325492"/>
                  <a:gd name="connsiteY713" fmla="*/ 1570196 h 3067050"/>
                  <a:gd name="connsiteX714" fmla="*/ 2040922 w 4325492"/>
                  <a:gd name="connsiteY714" fmla="*/ 1561433 h 3067050"/>
                  <a:gd name="connsiteX715" fmla="*/ 2052161 w 4325492"/>
                  <a:gd name="connsiteY715" fmla="*/ 1536287 h 3067050"/>
                  <a:gd name="connsiteX716" fmla="*/ 2059305 w 4325492"/>
                  <a:gd name="connsiteY716" fmla="*/ 1520381 h 3067050"/>
                  <a:gd name="connsiteX717" fmla="*/ 2068259 w 4325492"/>
                  <a:gd name="connsiteY717" fmla="*/ 1517047 h 3067050"/>
                  <a:gd name="connsiteX718" fmla="*/ 2072069 w 4325492"/>
                  <a:gd name="connsiteY718" fmla="*/ 1523333 h 3067050"/>
                  <a:gd name="connsiteX719" fmla="*/ 2071592 w 4325492"/>
                  <a:gd name="connsiteY719" fmla="*/ 1525810 h 3067050"/>
                  <a:gd name="connsiteX720" fmla="*/ 2064449 w 4325492"/>
                  <a:gd name="connsiteY720" fmla="*/ 1541716 h 3067050"/>
                  <a:gd name="connsiteX721" fmla="*/ 2058162 w 4325492"/>
                  <a:gd name="connsiteY721" fmla="*/ 1555623 h 3067050"/>
                  <a:gd name="connsiteX722" fmla="*/ 2053209 w 4325492"/>
                  <a:gd name="connsiteY722" fmla="*/ 1566863 h 3067050"/>
                  <a:gd name="connsiteX723" fmla="*/ 2047208 w 4325492"/>
                  <a:gd name="connsiteY723" fmla="*/ 1570863 h 3067050"/>
                  <a:gd name="connsiteX724" fmla="*/ 3016187 w 4325492"/>
                  <a:gd name="connsiteY724" fmla="*/ 1556480 h 3067050"/>
                  <a:gd name="connsiteX725" fmla="*/ 3010091 w 4325492"/>
                  <a:gd name="connsiteY725" fmla="*/ 1552861 h 3067050"/>
                  <a:gd name="connsiteX726" fmla="*/ 3009424 w 4325492"/>
                  <a:gd name="connsiteY726" fmla="*/ 1549908 h 3067050"/>
                  <a:gd name="connsiteX727" fmla="*/ 3013234 w 4325492"/>
                  <a:gd name="connsiteY727" fmla="*/ 1543812 h 3067050"/>
                  <a:gd name="connsiteX728" fmla="*/ 3053429 w 4325492"/>
                  <a:gd name="connsiteY728" fmla="*/ 1523619 h 3067050"/>
                  <a:gd name="connsiteX729" fmla="*/ 3062383 w 4325492"/>
                  <a:gd name="connsiteY729" fmla="*/ 1526762 h 3067050"/>
                  <a:gd name="connsiteX730" fmla="*/ 3059240 w 4325492"/>
                  <a:gd name="connsiteY730" fmla="*/ 1535716 h 3067050"/>
                  <a:gd name="connsiteX731" fmla="*/ 3019330 w 4325492"/>
                  <a:gd name="connsiteY731" fmla="*/ 1555718 h 3067050"/>
                  <a:gd name="connsiteX732" fmla="*/ 3016187 w 4325492"/>
                  <a:gd name="connsiteY732" fmla="*/ 1556480 h 3067050"/>
                  <a:gd name="connsiteX733" fmla="*/ 601790 w 4325492"/>
                  <a:gd name="connsiteY733" fmla="*/ 1528667 h 3067050"/>
                  <a:gd name="connsiteX734" fmla="*/ 597503 w 4325492"/>
                  <a:gd name="connsiteY734" fmla="*/ 1527334 h 3067050"/>
                  <a:gd name="connsiteX735" fmla="*/ 595027 w 4325492"/>
                  <a:gd name="connsiteY735" fmla="*/ 1521905 h 3067050"/>
                  <a:gd name="connsiteX736" fmla="*/ 596360 w 4325492"/>
                  <a:gd name="connsiteY736" fmla="*/ 1517904 h 3067050"/>
                  <a:gd name="connsiteX737" fmla="*/ 623983 w 4325492"/>
                  <a:gd name="connsiteY737" fmla="*/ 1482471 h 3067050"/>
                  <a:gd name="connsiteX738" fmla="*/ 633413 w 4325492"/>
                  <a:gd name="connsiteY738" fmla="*/ 1481328 h 3067050"/>
                  <a:gd name="connsiteX739" fmla="*/ 634556 w 4325492"/>
                  <a:gd name="connsiteY739" fmla="*/ 1490758 h 3067050"/>
                  <a:gd name="connsiteX740" fmla="*/ 606933 w 4325492"/>
                  <a:gd name="connsiteY740" fmla="*/ 1526191 h 3067050"/>
                  <a:gd name="connsiteX741" fmla="*/ 601790 w 4325492"/>
                  <a:gd name="connsiteY741" fmla="*/ 1528667 h 3067050"/>
                  <a:gd name="connsiteX742" fmla="*/ 3096768 w 4325492"/>
                  <a:gd name="connsiteY742" fmla="*/ 1517047 h 3067050"/>
                  <a:gd name="connsiteX743" fmla="*/ 3090672 w 4325492"/>
                  <a:gd name="connsiteY743" fmla="*/ 1513237 h 3067050"/>
                  <a:gd name="connsiteX744" fmla="*/ 3090005 w 4325492"/>
                  <a:gd name="connsiteY744" fmla="*/ 1510284 h 3067050"/>
                  <a:gd name="connsiteX745" fmla="*/ 3093815 w 4325492"/>
                  <a:gd name="connsiteY745" fmla="*/ 1504188 h 3067050"/>
                  <a:gd name="connsiteX746" fmla="*/ 3134487 w 4325492"/>
                  <a:gd name="connsiteY746" fmla="*/ 1484852 h 3067050"/>
                  <a:gd name="connsiteX747" fmla="*/ 3143441 w 4325492"/>
                  <a:gd name="connsiteY747" fmla="*/ 1488186 h 3067050"/>
                  <a:gd name="connsiteX748" fmla="*/ 3140107 w 4325492"/>
                  <a:gd name="connsiteY748" fmla="*/ 1496949 h 3067050"/>
                  <a:gd name="connsiteX749" fmla="*/ 3099721 w 4325492"/>
                  <a:gd name="connsiteY749" fmla="*/ 1516285 h 3067050"/>
                  <a:gd name="connsiteX750" fmla="*/ 3096768 w 4325492"/>
                  <a:gd name="connsiteY750" fmla="*/ 1517047 h 3067050"/>
                  <a:gd name="connsiteX751" fmla="*/ 3976592 w 4325492"/>
                  <a:gd name="connsiteY751" fmla="*/ 1492567 h 3067050"/>
                  <a:gd name="connsiteX752" fmla="*/ 3976592 w 4325492"/>
                  <a:gd name="connsiteY752" fmla="*/ 1492567 h 3067050"/>
                  <a:gd name="connsiteX753" fmla="*/ 3970115 w 4325492"/>
                  <a:gd name="connsiteY753" fmla="*/ 1485614 h 3067050"/>
                  <a:gd name="connsiteX754" fmla="*/ 3970115 w 4325492"/>
                  <a:gd name="connsiteY754" fmla="*/ 1482947 h 3067050"/>
                  <a:gd name="connsiteX755" fmla="*/ 3970115 w 4325492"/>
                  <a:gd name="connsiteY755" fmla="*/ 1480280 h 3067050"/>
                  <a:gd name="connsiteX756" fmla="*/ 3967639 w 4325492"/>
                  <a:gd name="connsiteY756" fmla="*/ 1441894 h 3067050"/>
                  <a:gd name="connsiteX757" fmla="*/ 3967448 w 4325492"/>
                  <a:gd name="connsiteY757" fmla="*/ 1440751 h 3067050"/>
                  <a:gd name="connsiteX758" fmla="*/ 3973544 w 4325492"/>
                  <a:gd name="connsiteY758" fmla="*/ 1434274 h 3067050"/>
                  <a:gd name="connsiteX759" fmla="*/ 3980974 w 4325492"/>
                  <a:gd name="connsiteY759" fmla="*/ 1440085 h 3067050"/>
                  <a:gd name="connsiteX760" fmla="*/ 3983641 w 4325492"/>
                  <a:gd name="connsiteY760" fmla="*/ 1480280 h 3067050"/>
                  <a:gd name="connsiteX761" fmla="*/ 3983641 w 4325492"/>
                  <a:gd name="connsiteY761" fmla="*/ 1485900 h 3067050"/>
                  <a:gd name="connsiteX762" fmla="*/ 3976592 w 4325492"/>
                  <a:gd name="connsiteY762" fmla="*/ 1492567 h 3067050"/>
                  <a:gd name="connsiteX763" fmla="*/ 2084261 w 4325492"/>
                  <a:gd name="connsiteY763" fmla="*/ 1488948 h 3067050"/>
                  <a:gd name="connsiteX764" fmla="*/ 2081308 w 4325492"/>
                  <a:gd name="connsiteY764" fmla="*/ 1488472 h 3067050"/>
                  <a:gd name="connsiteX765" fmla="*/ 2078165 w 4325492"/>
                  <a:gd name="connsiteY765" fmla="*/ 1479518 h 3067050"/>
                  <a:gd name="connsiteX766" fmla="*/ 2097501 w 4325492"/>
                  <a:gd name="connsiteY766" fmla="*/ 1438942 h 3067050"/>
                  <a:gd name="connsiteX767" fmla="*/ 2106454 w 4325492"/>
                  <a:gd name="connsiteY767" fmla="*/ 1435798 h 3067050"/>
                  <a:gd name="connsiteX768" fmla="*/ 2110264 w 4325492"/>
                  <a:gd name="connsiteY768" fmla="*/ 1441894 h 3067050"/>
                  <a:gd name="connsiteX769" fmla="*/ 2109597 w 4325492"/>
                  <a:gd name="connsiteY769" fmla="*/ 1444847 h 3067050"/>
                  <a:gd name="connsiteX770" fmla="*/ 2090261 w 4325492"/>
                  <a:gd name="connsiteY770" fmla="*/ 1485233 h 3067050"/>
                  <a:gd name="connsiteX771" fmla="*/ 2084261 w 4325492"/>
                  <a:gd name="connsiteY771" fmla="*/ 1488948 h 3067050"/>
                  <a:gd name="connsiteX772" fmla="*/ 3178016 w 4325492"/>
                  <a:gd name="connsiteY772" fmla="*/ 1479042 h 3067050"/>
                  <a:gd name="connsiteX773" fmla="*/ 3171920 w 4325492"/>
                  <a:gd name="connsiteY773" fmla="*/ 1475041 h 3067050"/>
                  <a:gd name="connsiteX774" fmla="*/ 3171254 w 4325492"/>
                  <a:gd name="connsiteY774" fmla="*/ 1472089 h 3067050"/>
                  <a:gd name="connsiteX775" fmla="*/ 3175254 w 4325492"/>
                  <a:gd name="connsiteY775" fmla="*/ 1466278 h 3067050"/>
                  <a:gd name="connsiteX776" fmla="*/ 3216307 w 4325492"/>
                  <a:gd name="connsiteY776" fmla="*/ 1447895 h 3067050"/>
                  <a:gd name="connsiteX777" fmla="*/ 3225260 w 4325492"/>
                  <a:gd name="connsiteY777" fmla="*/ 1451515 h 3067050"/>
                  <a:gd name="connsiteX778" fmla="*/ 3225260 w 4325492"/>
                  <a:gd name="connsiteY778" fmla="*/ 1456658 h 3067050"/>
                  <a:gd name="connsiteX779" fmla="*/ 3221641 w 4325492"/>
                  <a:gd name="connsiteY779" fmla="*/ 1460278 h 3067050"/>
                  <a:gd name="connsiteX780" fmla="*/ 3180779 w 4325492"/>
                  <a:gd name="connsiteY780" fmla="*/ 1478470 h 3067050"/>
                  <a:gd name="connsiteX781" fmla="*/ 3178016 w 4325492"/>
                  <a:gd name="connsiteY781" fmla="*/ 1479042 h 3067050"/>
                  <a:gd name="connsiteX782" fmla="*/ 657035 w 4325492"/>
                  <a:gd name="connsiteY782" fmla="*/ 1457992 h 3067050"/>
                  <a:gd name="connsiteX783" fmla="*/ 653034 w 4325492"/>
                  <a:gd name="connsiteY783" fmla="*/ 1456658 h 3067050"/>
                  <a:gd name="connsiteX784" fmla="*/ 650367 w 4325492"/>
                  <a:gd name="connsiteY784" fmla="*/ 1451515 h 3067050"/>
                  <a:gd name="connsiteX785" fmla="*/ 651891 w 4325492"/>
                  <a:gd name="connsiteY785" fmla="*/ 1447228 h 3067050"/>
                  <a:gd name="connsiteX786" fmla="*/ 679990 w 4325492"/>
                  <a:gd name="connsiteY786" fmla="*/ 1412176 h 3067050"/>
                  <a:gd name="connsiteX787" fmla="*/ 689610 w 4325492"/>
                  <a:gd name="connsiteY787" fmla="*/ 1411033 h 3067050"/>
                  <a:gd name="connsiteX788" fmla="*/ 691896 w 4325492"/>
                  <a:gd name="connsiteY788" fmla="*/ 1415510 h 3067050"/>
                  <a:gd name="connsiteX789" fmla="*/ 690563 w 4325492"/>
                  <a:gd name="connsiteY789" fmla="*/ 1420463 h 3067050"/>
                  <a:gd name="connsiteX790" fmla="*/ 662464 w 4325492"/>
                  <a:gd name="connsiteY790" fmla="*/ 1455515 h 3067050"/>
                  <a:gd name="connsiteX791" fmla="*/ 662273 w 4325492"/>
                  <a:gd name="connsiteY791" fmla="*/ 1455706 h 3067050"/>
                  <a:gd name="connsiteX792" fmla="*/ 657035 w 4325492"/>
                  <a:gd name="connsiteY792" fmla="*/ 1457992 h 3067050"/>
                  <a:gd name="connsiteX793" fmla="*/ 3260408 w 4325492"/>
                  <a:gd name="connsiteY793" fmla="*/ 1443133 h 3067050"/>
                  <a:gd name="connsiteX794" fmla="*/ 3254121 w 4325492"/>
                  <a:gd name="connsiteY794" fmla="*/ 1438847 h 3067050"/>
                  <a:gd name="connsiteX795" fmla="*/ 3253645 w 4325492"/>
                  <a:gd name="connsiteY795" fmla="*/ 1436370 h 3067050"/>
                  <a:gd name="connsiteX796" fmla="*/ 3257645 w 4325492"/>
                  <a:gd name="connsiteY796" fmla="*/ 1430083 h 3067050"/>
                  <a:gd name="connsiteX797" fmla="*/ 3299174 w 4325492"/>
                  <a:gd name="connsiteY797" fmla="*/ 1413034 h 3067050"/>
                  <a:gd name="connsiteX798" fmla="*/ 3307937 w 4325492"/>
                  <a:gd name="connsiteY798" fmla="*/ 1416653 h 3067050"/>
                  <a:gd name="connsiteX799" fmla="*/ 3307937 w 4325492"/>
                  <a:gd name="connsiteY799" fmla="*/ 1421797 h 3067050"/>
                  <a:gd name="connsiteX800" fmla="*/ 3304318 w 4325492"/>
                  <a:gd name="connsiteY800" fmla="*/ 1425416 h 3067050"/>
                  <a:gd name="connsiteX801" fmla="*/ 3262789 w 4325492"/>
                  <a:gd name="connsiteY801" fmla="*/ 1442656 h 3067050"/>
                  <a:gd name="connsiteX802" fmla="*/ 3262789 w 4325492"/>
                  <a:gd name="connsiteY802" fmla="*/ 1442656 h 3067050"/>
                  <a:gd name="connsiteX803" fmla="*/ 3260408 w 4325492"/>
                  <a:gd name="connsiteY803" fmla="*/ 1443133 h 3067050"/>
                  <a:gd name="connsiteX804" fmla="*/ 3343466 w 4325492"/>
                  <a:gd name="connsiteY804" fmla="*/ 1409509 h 3067050"/>
                  <a:gd name="connsiteX805" fmla="*/ 3337179 w 4325492"/>
                  <a:gd name="connsiteY805" fmla="*/ 1405223 h 3067050"/>
                  <a:gd name="connsiteX806" fmla="*/ 3336703 w 4325492"/>
                  <a:gd name="connsiteY806" fmla="*/ 1402747 h 3067050"/>
                  <a:gd name="connsiteX807" fmla="*/ 3340989 w 4325492"/>
                  <a:gd name="connsiteY807" fmla="*/ 1396460 h 3067050"/>
                  <a:gd name="connsiteX808" fmla="*/ 3382994 w 4325492"/>
                  <a:gd name="connsiteY808" fmla="*/ 1380553 h 3067050"/>
                  <a:gd name="connsiteX809" fmla="*/ 3391757 w 4325492"/>
                  <a:gd name="connsiteY809" fmla="*/ 1384364 h 3067050"/>
                  <a:gd name="connsiteX810" fmla="*/ 3391567 w 4325492"/>
                  <a:gd name="connsiteY810" fmla="*/ 1389507 h 3067050"/>
                  <a:gd name="connsiteX811" fmla="*/ 3387757 w 4325492"/>
                  <a:gd name="connsiteY811" fmla="*/ 1393126 h 3067050"/>
                  <a:gd name="connsiteX812" fmla="*/ 3346037 w 4325492"/>
                  <a:gd name="connsiteY812" fmla="*/ 1409033 h 3067050"/>
                  <a:gd name="connsiteX813" fmla="*/ 3343466 w 4325492"/>
                  <a:gd name="connsiteY813" fmla="*/ 1409509 h 3067050"/>
                  <a:gd name="connsiteX814" fmla="*/ 2123313 w 4325492"/>
                  <a:gd name="connsiteY814" fmla="*/ 1408176 h 3067050"/>
                  <a:gd name="connsiteX815" fmla="*/ 2120170 w 4325492"/>
                  <a:gd name="connsiteY815" fmla="*/ 1407509 h 3067050"/>
                  <a:gd name="connsiteX816" fmla="*/ 2116836 w 4325492"/>
                  <a:gd name="connsiteY816" fmla="*/ 1403699 h 3067050"/>
                  <a:gd name="connsiteX817" fmla="*/ 2117312 w 4325492"/>
                  <a:gd name="connsiteY817" fmla="*/ 1398556 h 3067050"/>
                  <a:gd name="connsiteX818" fmla="*/ 2137505 w 4325492"/>
                  <a:gd name="connsiteY818" fmla="*/ 1358360 h 3067050"/>
                  <a:gd name="connsiteX819" fmla="*/ 2146745 w 4325492"/>
                  <a:gd name="connsiteY819" fmla="*/ 1355407 h 3067050"/>
                  <a:gd name="connsiteX820" fmla="*/ 2150364 w 4325492"/>
                  <a:gd name="connsiteY820" fmla="*/ 1361218 h 3067050"/>
                  <a:gd name="connsiteX821" fmla="*/ 2149507 w 4325492"/>
                  <a:gd name="connsiteY821" fmla="*/ 1364551 h 3067050"/>
                  <a:gd name="connsiteX822" fmla="*/ 2129504 w 4325492"/>
                  <a:gd name="connsiteY822" fmla="*/ 1404461 h 3067050"/>
                  <a:gd name="connsiteX823" fmla="*/ 2123313 w 4325492"/>
                  <a:gd name="connsiteY823" fmla="*/ 1408176 h 3067050"/>
                  <a:gd name="connsiteX824" fmla="*/ 3964210 w 4325492"/>
                  <a:gd name="connsiteY824" fmla="*/ 1403890 h 3067050"/>
                  <a:gd name="connsiteX825" fmla="*/ 3957733 w 4325492"/>
                  <a:gd name="connsiteY825" fmla="*/ 1399413 h 3067050"/>
                  <a:gd name="connsiteX826" fmla="*/ 3938207 w 4325492"/>
                  <a:gd name="connsiteY826" fmla="*/ 1361884 h 3067050"/>
                  <a:gd name="connsiteX827" fmla="*/ 3936587 w 4325492"/>
                  <a:gd name="connsiteY827" fmla="*/ 1357598 h 3067050"/>
                  <a:gd name="connsiteX828" fmla="*/ 3939064 w 4325492"/>
                  <a:gd name="connsiteY828" fmla="*/ 1352455 h 3067050"/>
                  <a:gd name="connsiteX829" fmla="*/ 3948684 w 4325492"/>
                  <a:gd name="connsiteY829" fmla="*/ 1353312 h 3067050"/>
                  <a:gd name="connsiteX830" fmla="*/ 3970496 w 4325492"/>
                  <a:gd name="connsiteY830" fmla="*/ 1394841 h 3067050"/>
                  <a:gd name="connsiteX831" fmla="*/ 3970306 w 4325492"/>
                  <a:gd name="connsiteY831" fmla="*/ 1399984 h 3067050"/>
                  <a:gd name="connsiteX832" fmla="*/ 3966496 w 4325492"/>
                  <a:gd name="connsiteY832" fmla="*/ 1403604 h 3067050"/>
                  <a:gd name="connsiteX833" fmla="*/ 3964210 w 4325492"/>
                  <a:gd name="connsiteY833" fmla="*/ 1403890 h 3067050"/>
                  <a:gd name="connsiteX834" fmla="*/ 713518 w 4325492"/>
                  <a:gd name="connsiteY834" fmla="*/ 1388173 h 3067050"/>
                  <a:gd name="connsiteX835" fmla="*/ 709232 w 4325492"/>
                  <a:gd name="connsiteY835" fmla="*/ 1386840 h 3067050"/>
                  <a:gd name="connsiteX836" fmla="*/ 706755 w 4325492"/>
                  <a:gd name="connsiteY836" fmla="*/ 1381411 h 3067050"/>
                  <a:gd name="connsiteX837" fmla="*/ 708279 w 4325492"/>
                  <a:gd name="connsiteY837" fmla="*/ 1377410 h 3067050"/>
                  <a:gd name="connsiteX838" fmla="*/ 708279 w 4325492"/>
                  <a:gd name="connsiteY838" fmla="*/ 1377220 h 3067050"/>
                  <a:gd name="connsiteX839" fmla="*/ 708755 w 4325492"/>
                  <a:gd name="connsiteY839" fmla="*/ 1376743 h 3067050"/>
                  <a:gd name="connsiteX840" fmla="*/ 737045 w 4325492"/>
                  <a:gd name="connsiteY840" fmla="*/ 1342644 h 3067050"/>
                  <a:gd name="connsiteX841" fmla="*/ 746474 w 4325492"/>
                  <a:gd name="connsiteY841" fmla="*/ 1341787 h 3067050"/>
                  <a:gd name="connsiteX842" fmla="*/ 748951 w 4325492"/>
                  <a:gd name="connsiteY842" fmla="*/ 1346454 h 3067050"/>
                  <a:gd name="connsiteX843" fmla="*/ 747427 w 4325492"/>
                  <a:gd name="connsiteY843" fmla="*/ 1351407 h 3067050"/>
                  <a:gd name="connsiteX844" fmla="*/ 718661 w 4325492"/>
                  <a:gd name="connsiteY844" fmla="*/ 1385983 h 3067050"/>
                  <a:gd name="connsiteX845" fmla="*/ 713518 w 4325492"/>
                  <a:gd name="connsiteY845" fmla="*/ 1388173 h 3067050"/>
                  <a:gd name="connsiteX846" fmla="*/ 3427381 w 4325492"/>
                  <a:gd name="connsiteY846" fmla="*/ 1378267 h 3067050"/>
                  <a:gd name="connsiteX847" fmla="*/ 3421094 w 4325492"/>
                  <a:gd name="connsiteY847" fmla="*/ 1373791 h 3067050"/>
                  <a:gd name="connsiteX848" fmla="*/ 3420618 w 4325492"/>
                  <a:gd name="connsiteY848" fmla="*/ 1371314 h 3067050"/>
                  <a:gd name="connsiteX849" fmla="*/ 3425285 w 4325492"/>
                  <a:gd name="connsiteY849" fmla="*/ 1365028 h 3067050"/>
                  <a:gd name="connsiteX850" fmla="*/ 3467672 w 4325492"/>
                  <a:gd name="connsiteY850" fmla="*/ 1350455 h 3067050"/>
                  <a:gd name="connsiteX851" fmla="*/ 3476244 w 4325492"/>
                  <a:gd name="connsiteY851" fmla="*/ 1354455 h 3067050"/>
                  <a:gd name="connsiteX852" fmla="*/ 3475768 w 4325492"/>
                  <a:gd name="connsiteY852" fmla="*/ 1359598 h 3067050"/>
                  <a:gd name="connsiteX853" fmla="*/ 3471958 w 4325492"/>
                  <a:gd name="connsiteY853" fmla="*/ 1362932 h 3067050"/>
                  <a:gd name="connsiteX854" fmla="*/ 3429762 w 4325492"/>
                  <a:gd name="connsiteY854" fmla="*/ 1377791 h 3067050"/>
                  <a:gd name="connsiteX855" fmla="*/ 3427381 w 4325492"/>
                  <a:gd name="connsiteY855" fmla="*/ 1378267 h 3067050"/>
                  <a:gd name="connsiteX856" fmla="*/ 3512630 w 4325492"/>
                  <a:gd name="connsiteY856" fmla="*/ 1349597 h 3067050"/>
                  <a:gd name="connsiteX857" fmla="*/ 3506153 w 4325492"/>
                  <a:gd name="connsiteY857" fmla="*/ 1344835 h 3067050"/>
                  <a:gd name="connsiteX858" fmla="*/ 3505962 w 4325492"/>
                  <a:gd name="connsiteY858" fmla="*/ 1342834 h 3067050"/>
                  <a:gd name="connsiteX859" fmla="*/ 3510629 w 4325492"/>
                  <a:gd name="connsiteY859" fmla="*/ 1336548 h 3067050"/>
                  <a:gd name="connsiteX860" fmla="*/ 3553968 w 4325492"/>
                  <a:gd name="connsiteY860" fmla="*/ 1324165 h 3067050"/>
                  <a:gd name="connsiteX861" fmla="*/ 3562255 w 4325492"/>
                  <a:gd name="connsiteY861" fmla="*/ 1328833 h 3067050"/>
                  <a:gd name="connsiteX862" fmla="*/ 3557588 w 4325492"/>
                  <a:gd name="connsiteY862" fmla="*/ 1337119 h 3067050"/>
                  <a:gd name="connsiteX863" fmla="*/ 3514439 w 4325492"/>
                  <a:gd name="connsiteY863" fmla="*/ 1349216 h 3067050"/>
                  <a:gd name="connsiteX864" fmla="*/ 3512630 w 4325492"/>
                  <a:gd name="connsiteY864" fmla="*/ 1349597 h 3067050"/>
                  <a:gd name="connsiteX865" fmla="*/ 3907917 w 4325492"/>
                  <a:gd name="connsiteY865" fmla="*/ 1337691 h 3067050"/>
                  <a:gd name="connsiteX866" fmla="*/ 3904964 w 4325492"/>
                  <a:gd name="connsiteY866" fmla="*/ 1337024 h 3067050"/>
                  <a:gd name="connsiteX867" fmla="*/ 3864102 w 4325492"/>
                  <a:gd name="connsiteY867" fmla="*/ 1321308 h 3067050"/>
                  <a:gd name="connsiteX868" fmla="*/ 3859435 w 4325492"/>
                  <a:gd name="connsiteY868" fmla="*/ 1315022 h 3067050"/>
                  <a:gd name="connsiteX869" fmla="*/ 3859626 w 4325492"/>
                  <a:gd name="connsiteY869" fmla="*/ 1313021 h 3067050"/>
                  <a:gd name="connsiteX870" fmla="*/ 3867912 w 4325492"/>
                  <a:gd name="connsiteY870" fmla="*/ 1308354 h 3067050"/>
                  <a:gd name="connsiteX871" fmla="*/ 3911060 w 4325492"/>
                  <a:gd name="connsiteY871" fmla="*/ 1324927 h 3067050"/>
                  <a:gd name="connsiteX872" fmla="*/ 3914013 w 4325492"/>
                  <a:gd name="connsiteY872" fmla="*/ 1333881 h 3067050"/>
                  <a:gd name="connsiteX873" fmla="*/ 3907917 w 4325492"/>
                  <a:gd name="connsiteY873" fmla="*/ 1337691 h 3067050"/>
                  <a:gd name="connsiteX874" fmla="*/ 2164176 w 4325492"/>
                  <a:gd name="connsiteY874" fmla="*/ 1328261 h 3067050"/>
                  <a:gd name="connsiteX875" fmla="*/ 2161032 w 4325492"/>
                  <a:gd name="connsiteY875" fmla="*/ 1327594 h 3067050"/>
                  <a:gd name="connsiteX876" fmla="*/ 2158079 w 4325492"/>
                  <a:gd name="connsiteY876" fmla="*/ 1318355 h 3067050"/>
                  <a:gd name="connsiteX877" fmla="*/ 2178939 w 4325492"/>
                  <a:gd name="connsiteY877" fmla="*/ 1278636 h 3067050"/>
                  <a:gd name="connsiteX878" fmla="*/ 2188178 w 4325492"/>
                  <a:gd name="connsiteY878" fmla="*/ 1275969 h 3067050"/>
                  <a:gd name="connsiteX879" fmla="*/ 2191798 w 4325492"/>
                  <a:gd name="connsiteY879" fmla="*/ 1281779 h 3067050"/>
                  <a:gd name="connsiteX880" fmla="*/ 2190941 w 4325492"/>
                  <a:gd name="connsiteY880" fmla="*/ 1284923 h 3067050"/>
                  <a:gd name="connsiteX881" fmla="*/ 2170081 w 4325492"/>
                  <a:gd name="connsiteY881" fmla="*/ 1324642 h 3067050"/>
                  <a:gd name="connsiteX882" fmla="*/ 2164176 w 4325492"/>
                  <a:gd name="connsiteY882" fmla="*/ 1328261 h 3067050"/>
                  <a:gd name="connsiteX883" fmla="*/ 3599497 w 4325492"/>
                  <a:gd name="connsiteY883" fmla="*/ 1326928 h 3067050"/>
                  <a:gd name="connsiteX884" fmla="*/ 3592735 w 4325492"/>
                  <a:gd name="connsiteY884" fmla="*/ 1321594 h 3067050"/>
                  <a:gd name="connsiteX885" fmla="*/ 3592735 w 4325492"/>
                  <a:gd name="connsiteY885" fmla="*/ 1320260 h 3067050"/>
                  <a:gd name="connsiteX886" fmla="*/ 3597878 w 4325492"/>
                  <a:gd name="connsiteY886" fmla="*/ 1313498 h 3067050"/>
                  <a:gd name="connsiteX887" fmla="*/ 3642360 w 4325492"/>
                  <a:gd name="connsiteY887" fmla="*/ 1304734 h 3067050"/>
                  <a:gd name="connsiteX888" fmla="*/ 3649980 w 4325492"/>
                  <a:gd name="connsiteY888" fmla="*/ 1310354 h 3067050"/>
                  <a:gd name="connsiteX889" fmla="*/ 3648837 w 4325492"/>
                  <a:gd name="connsiteY889" fmla="*/ 1315307 h 3067050"/>
                  <a:gd name="connsiteX890" fmla="*/ 3644551 w 4325492"/>
                  <a:gd name="connsiteY890" fmla="*/ 1318260 h 3067050"/>
                  <a:gd name="connsiteX891" fmla="*/ 3600736 w 4325492"/>
                  <a:gd name="connsiteY891" fmla="*/ 1326832 h 3067050"/>
                  <a:gd name="connsiteX892" fmla="*/ 3599497 w 4325492"/>
                  <a:gd name="connsiteY892" fmla="*/ 1326928 h 3067050"/>
                  <a:gd name="connsiteX893" fmla="*/ 771239 w 4325492"/>
                  <a:gd name="connsiteY893" fmla="*/ 1319308 h 3067050"/>
                  <a:gd name="connsiteX894" fmla="*/ 766763 w 4325492"/>
                  <a:gd name="connsiteY894" fmla="*/ 1317689 h 3067050"/>
                  <a:gd name="connsiteX895" fmla="*/ 764477 w 4325492"/>
                  <a:gd name="connsiteY895" fmla="*/ 1312545 h 3067050"/>
                  <a:gd name="connsiteX896" fmla="*/ 766096 w 4325492"/>
                  <a:gd name="connsiteY896" fmla="*/ 1308259 h 3067050"/>
                  <a:gd name="connsiteX897" fmla="*/ 795242 w 4325492"/>
                  <a:gd name="connsiteY897" fmla="*/ 1274159 h 3067050"/>
                  <a:gd name="connsiteX898" fmla="*/ 804672 w 4325492"/>
                  <a:gd name="connsiteY898" fmla="*/ 1273492 h 3067050"/>
                  <a:gd name="connsiteX899" fmla="*/ 805339 w 4325492"/>
                  <a:gd name="connsiteY899" fmla="*/ 1282922 h 3067050"/>
                  <a:gd name="connsiteX900" fmla="*/ 776192 w 4325492"/>
                  <a:gd name="connsiteY900" fmla="*/ 1317022 h 3067050"/>
                  <a:gd name="connsiteX901" fmla="*/ 771239 w 4325492"/>
                  <a:gd name="connsiteY901" fmla="*/ 1319308 h 3067050"/>
                  <a:gd name="connsiteX902" fmla="*/ 3822192 w 4325492"/>
                  <a:gd name="connsiteY902" fmla="*/ 1312259 h 3067050"/>
                  <a:gd name="connsiteX903" fmla="*/ 3821335 w 4325492"/>
                  <a:gd name="connsiteY903" fmla="*/ 1312069 h 3067050"/>
                  <a:gd name="connsiteX904" fmla="*/ 3777329 w 4325492"/>
                  <a:gd name="connsiteY904" fmla="*/ 1308068 h 3067050"/>
                  <a:gd name="connsiteX905" fmla="*/ 3770852 w 4325492"/>
                  <a:gd name="connsiteY905" fmla="*/ 1301591 h 3067050"/>
                  <a:gd name="connsiteX906" fmla="*/ 3770852 w 4325492"/>
                  <a:gd name="connsiteY906" fmla="*/ 1301115 h 3067050"/>
                  <a:gd name="connsiteX907" fmla="*/ 3777615 w 4325492"/>
                  <a:gd name="connsiteY907" fmla="*/ 1294638 h 3067050"/>
                  <a:gd name="connsiteX908" fmla="*/ 3777806 w 4325492"/>
                  <a:gd name="connsiteY908" fmla="*/ 1294638 h 3067050"/>
                  <a:gd name="connsiteX909" fmla="*/ 3823335 w 4325492"/>
                  <a:gd name="connsiteY909" fmla="*/ 1298924 h 3067050"/>
                  <a:gd name="connsiteX910" fmla="*/ 3828955 w 4325492"/>
                  <a:gd name="connsiteY910" fmla="*/ 1306544 h 3067050"/>
                  <a:gd name="connsiteX911" fmla="*/ 3822192 w 4325492"/>
                  <a:gd name="connsiteY911" fmla="*/ 1312259 h 3067050"/>
                  <a:gd name="connsiteX912" fmla="*/ 3687985 w 4325492"/>
                  <a:gd name="connsiteY912" fmla="*/ 1311878 h 3067050"/>
                  <a:gd name="connsiteX913" fmla="*/ 3681222 w 4325492"/>
                  <a:gd name="connsiteY913" fmla="*/ 1305782 h 3067050"/>
                  <a:gd name="connsiteX914" fmla="*/ 3681222 w 4325492"/>
                  <a:gd name="connsiteY914" fmla="*/ 1305115 h 3067050"/>
                  <a:gd name="connsiteX915" fmla="*/ 3687032 w 4325492"/>
                  <a:gd name="connsiteY915" fmla="*/ 1298353 h 3067050"/>
                  <a:gd name="connsiteX916" fmla="*/ 3732371 w 4325492"/>
                  <a:gd name="connsiteY916" fmla="*/ 1294733 h 3067050"/>
                  <a:gd name="connsiteX917" fmla="*/ 3732562 w 4325492"/>
                  <a:gd name="connsiteY917" fmla="*/ 1294733 h 3067050"/>
                  <a:gd name="connsiteX918" fmla="*/ 3739325 w 4325492"/>
                  <a:gd name="connsiteY918" fmla="*/ 1301210 h 3067050"/>
                  <a:gd name="connsiteX919" fmla="*/ 3737515 w 4325492"/>
                  <a:gd name="connsiteY919" fmla="*/ 1305877 h 3067050"/>
                  <a:gd name="connsiteX920" fmla="*/ 3733038 w 4325492"/>
                  <a:gd name="connsiteY920" fmla="*/ 1308164 h 3067050"/>
                  <a:gd name="connsiteX921" fmla="*/ 3688556 w 4325492"/>
                  <a:gd name="connsiteY921" fmla="*/ 1311783 h 3067050"/>
                  <a:gd name="connsiteX922" fmla="*/ 3687985 w 4325492"/>
                  <a:gd name="connsiteY922" fmla="*/ 1311878 h 3067050"/>
                  <a:gd name="connsiteX923" fmla="*/ 829628 w 4325492"/>
                  <a:gd name="connsiteY923" fmla="*/ 1251204 h 3067050"/>
                  <a:gd name="connsiteX924" fmla="*/ 825341 w 4325492"/>
                  <a:gd name="connsiteY924" fmla="*/ 1249680 h 3067050"/>
                  <a:gd name="connsiteX925" fmla="*/ 823055 w 4325492"/>
                  <a:gd name="connsiteY925" fmla="*/ 1244727 h 3067050"/>
                  <a:gd name="connsiteX926" fmla="*/ 824579 w 4325492"/>
                  <a:gd name="connsiteY926" fmla="*/ 1240250 h 3067050"/>
                  <a:gd name="connsiteX927" fmla="*/ 854202 w 4325492"/>
                  <a:gd name="connsiteY927" fmla="*/ 1206341 h 3067050"/>
                  <a:gd name="connsiteX928" fmla="*/ 863822 w 4325492"/>
                  <a:gd name="connsiteY928" fmla="*/ 1205865 h 3067050"/>
                  <a:gd name="connsiteX929" fmla="*/ 864299 w 4325492"/>
                  <a:gd name="connsiteY929" fmla="*/ 1215295 h 3067050"/>
                  <a:gd name="connsiteX930" fmla="*/ 836676 w 4325492"/>
                  <a:gd name="connsiteY930" fmla="*/ 1246727 h 3067050"/>
                  <a:gd name="connsiteX931" fmla="*/ 834676 w 4325492"/>
                  <a:gd name="connsiteY931" fmla="*/ 1249013 h 3067050"/>
                  <a:gd name="connsiteX932" fmla="*/ 829628 w 4325492"/>
                  <a:gd name="connsiteY932" fmla="*/ 1251204 h 3067050"/>
                  <a:gd name="connsiteX933" fmla="*/ 2206181 w 4325492"/>
                  <a:gd name="connsiteY933" fmla="*/ 1249013 h 3067050"/>
                  <a:gd name="connsiteX934" fmla="*/ 2203037 w 4325492"/>
                  <a:gd name="connsiteY934" fmla="*/ 1248156 h 3067050"/>
                  <a:gd name="connsiteX935" fmla="*/ 2200370 w 4325492"/>
                  <a:gd name="connsiteY935" fmla="*/ 1239202 h 3067050"/>
                  <a:gd name="connsiteX936" fmla="*/ 2221897 w 4325492"/>
                  <a:gd name="connsiteY936" fmla="*/ 1199674 h 3067050"/>
                  <a:gd name="connsiteX937" fmla="*/ 2230851 w 4325492"/>
                  <a:gd name="connsiteY937" fmla="*/ 1197007 h 3067050"/>
                  <a:gd name="connsiteX938" fmla="*/ 2234470 w 4325492"/>
                  <a:gd name="connsiteY938" fmla="*/ 1202817 h 3067050"/>
                  <a:gd name="connsiteX939" fmla="*/ 2233613 w 4325492"/>
                  <a:gd name="connsiteY939" fmla="*/ 1206151 h 3067050"/>
                  <a:gd name="connsiteX940" fmla="*/ 2212277 w 4325492"/>
                  <a:gd name="connsiteY940" fmla="*/ 1245394 h 3067050"/>
                  <a:gd name="connsiteX941" fmla="*/ 2206181 w 4325492"/>
                  <a:gd name="connsiteY941" fmla="*/ 1249013 h 3067050"/>
                  <a:gd name="connsiteX942" fmla="*/ 889254 w 4325492"/>
                  <a:gd name="connsiteY942" fmla="*/ 1184148 h 3067050"/>
                  <a:gd name="connsiteX943" fmla="*/ 884777 w 4325492"/>
                  <a:gd name="connsiteY943" fmla="*/ 1182529 h 3067050"/>
                  <a:gd name="connsiteX944" fmla="*/ 882491 w 4325492"/>
                  <a:gd name="connsiteY944" fmla="*/ 1177385 h 3067050"/>
                  <a:gd name="connsiteX945" fmla="*/ 884301 w 4325492"/>
                  <a:gd name="connsiteY945" fmla="*/ 1172908 h 3067050"/>
                  <a:gd name="connsiteX946" fmla="*/ 914400 w 4325492"/>
                  <a:gd name="connsiteY946" fmla="*/ 1139666 h 3067050"/>
                  <a:gd name="connsiteX947" fmla="*/ 924020 w 4325492"/>
                  <a:gd name="connsiteY947" fmla="*/ 1139190 h 3067050"/>
                  <a:gd name="connsiteX948" fmla="*/ 924211 w 4325492"/>
                  <a:gd name="connsiteY948" fmla="*/ 1148620 h 3067050"/>
                  <a:gd name="connsiteX949" fmla="*/ 894398 w 4325492"/>
                  <a:gd name="connsiteY949" fmla="*/ 1181576 h 3067050"/>
                  <a:gd name="connsiteX950" fmla="*/ 894207 w 4325492"/>
                  <a:gd name="connsiteY950" fmla="*/ 1181767 h 3067050"/>
                  <a:gd name="connsiteX951" fmla="*/ 889254 w 4325492"/>
                  <a:gd name="connsiteY951" fmla="*/ 1184148 h 3067050"/>
                  <a:gd name="connsiteX952" fmla="*/ 2249234 w 4325492"/>
                  <a:gd name="connsiteY952" fmla="*/ 1170241 h 3067050"/>
                  <a:gd name="connsiteX953" fmla="*/ 2246090 w 4325492"/>
                  <a:gd name="connsiteY953" fmla="*/ 1169384 h 3067050"/>
                  <a:gd name="connsiteX954" fmla="*/ 2242757 w 4325492"/>
                  <a:gd name="connsiteY954" fmla="*/ 1165384 h 3067050"/>
                  <a:gd name="connsiteX955" fmla="*/ 2243423 w 4325492"/>
                  <a:gd name="connsiteY955" fmla="*/ 1160240 h 3067050"/>
                  <a:gd name="connsiteX956" fmla="*/ 2265236 w 4325492"/>
                  <a:gd name="connsiteY956" fmla="*/ 1120997 h 3067050"/>
                  <a:gd name="connsiteX957" fmla="*/ 2274475 w 4325492"/>
                  <a:gd name="connsiteY957" fmla="*/ 1118521 h 3067050"/>
                  <a:gd name="connsiteX958" fmla="*/ 2277809 w 4325492"/>
                  <a:gd name="connsiteY958" fmla="*/ 1124331 h 3067050"/>
                  <a:gd name="connsiteX959" fmla="*/ 2276951 w 4325492"/>
                  <a:gd name="connsiteY959" fmla="*/ 1127665 h 3067050"/>
                  <a:gd name="connsiteX960" fmla="*/ 2262759 w 4325492"/>
                  <a:gd name="connsiteY960" fmla="*/ 1153287 h 3067050"/>
                  <a:gd name="connsiteX961" fmla="*/ 2255139 w 4325492"/>
                  <a:gd name="connsiteY961" fmla="*/ 1166717 h 3067050"/>
                  <a:gd name="connsiteX962" fmla="*/ 2249234 w 4325492"/>
                  <a:gd name="connsiteY962" fmla="*/ 1170241 h 3067050"/>
                  <a:gd name="connsiteX963" fmla="*/ 949643 w 4325492"/>
                  <a:gd name="connsiteY963" fmla="*/ 1117949 h 3067050"/>
                  <a:gd name="connsiteX964" fmla="*/ 945166 w 4325492"/>
                  <a:gd name="connsiteY964" fmla="*/ 1116139 h 3067050"/>
                  <a:gd name="connsiteX965" fmla="*/ 942880 w 4325492"/>
                  <a:gd name="connsiteY965" fmla="*/ 1110996 h 3067050"/>
                  <a:gd name="connsiteX966" fmla="*/ 944690 w 4325492"/>
                  <a:gd name="connsiteY966" fmla="*/ 1106519 h 3067050"/>
                  <a:gd name="connsiteX967" fmla="*/ 975455 w 4325492"/>
                  <a:gd name="connsiteY967" fmla="*/ 1073753 h 3067050"/>
                  <a:gd name="connsiteX968" fmla="*/ 984885 w 4325492"/>
                  <a:gd name="connsiteY968" fmla="*/ 1073563 h 3067050"/>
                  <a:gd name="connsiteX969" fmla="*/ 987171 w 4325492"/>
                  <a:gd name="connsiteY969" fmla="*/ 1078039 h 3067050"/>
                  <a:gd name="connsiteX970" fmla="*/ 985361 w 4325492"/>
                  <a:gd name="connsiteY970" fmla="*/ 1082992 h 3067050"/>
                  <a:gd name="connsiteX971" fmla="*/ 954786 w 4325492"/>
                  <a:gd name="connsiteY971" fmla="*/ 1115758 h 3067050"/>
                  <a:gd name="connsiteX972" fmla="*/ 949643 w 4325492"/>
                  <a:gd name="connsiteY972" fmla="*/ 1117949 h 3067050"/>
                  <a:gd name="connsiteX973" fmla="*/ 2292763 w 4325492"/>
                  <a:gd name="connsiteY973" fmla="*/ 1091660 h 3067050"/>
                  <a:gd name="connsiteX974" fmla="*/ 2289620 w 4325492"/>
                  <a:gd name="connsiteY974" fmla="*/ 1090803 h 3067050"/>
                  <a:gd name="connsiteX975" fmla="*/ 2286953 w 4325492"/>
                  <a:gd name="connsiteY975" fmla="*/ 1081849 h 3067050"/>
                  <a:gd name="connsiteX976" fmla="*/ 2308955 w 4325492"/>
                  <a:gd name="connsiteY976" fmla="*/ 1042606 h 3067050"/>
                  <a:gd name="connsiteX977" fmla="*/ 2317909 w 4325492"/>
                  <a:gd name="connsiteY977" fmla="*/ 1039939 h 3067050"/>
                  <a:gd name="connsiteX978" fmla="*/ 2321528 w 4325492"/>
                  <a:gd name="connsiteY978" fmla="*/ 1046035 h 3067050"/>
                  <a:gd name="connsiteX979" fmla="*/ 2320671 w 4325492"/>
                  <a:gd name="connsiteY979" fmla="*/ 1049179 h 3067050"/>
                  <a:gd name="connsiteX980" fmla="*/ 2310765 w 4325492"/>
                  <a:gd name="connsiteY980" fmla="*/ 1066895 h 3067050"/>
                  <a:gd name="connsiteX981" fmla="*/ 2298859 w 4325492"/>
                  <a:gd name="connsiteY981" fmla="*/ 1088422 h 3067050"/>
                  <a:gd name="connsiteX982" fmla="*/ 2292763 w 4325492"/>
                  <a:gd name="connsiteY982" fmla="*/ 1091660 h 3067050"/>
                  <a:gd name="connsiteX983" fmla="*/ 1011174 w 4325492"/>
                  <a:gd name="connsiteY983" fmla="*/ 1052417 h 3067050"/>
                  <a:gd name="connsiteX984" fmla="*/ 1006697 w 4325492"/>
                  <a:gd name="connsiteY984" fmla="*/ 1050607 h 3067050"/>
                  <a:gd name="connsiteX985" fmla="*/ 1004507 w 4325492"/>
                  <a:gd name="connsiteY985" fmla="*/ 1045464 h 3067050"/>
                  <a:gd name="connsiteX986" fmla="*/ 1006316 w 4325492"/>
                  <a:gd name="connsiteY986" fmla="*/ 1040987 h 3067050"/>
                  <a:gd name="connsiteX987" fmla="*/ 1037558 w 4325492"/>
                  <a:gd name="connsiteY987" fmla="*/ 1008697 h 3067050"/>
                  <a:gd name="connsiteX988" fmla="*/ 1046988 w 4325492"/>
                  <a:gd name="connsiteY988" fmla="*/ 1008507 h 3067050"/>
                  <a:gd name="connsiteX989" fmla="*/ 1048988 w 4325492"/>
                  <a:gd name="connsiteY989" fmla="*/ 1013174 h 3067050"/>
                  <a:gd name="connsiteX990" fmla="*/ 1047178 w 4325492"/>
                  <a:gd name="connsiteY990" fmla="*/ 1018127 h 3067050"/>
                  <a:gd name="connsiteX991" fmla="*/ 1016222 w 4325492"/>
                  <a:gd name="connsiteY991" fmla="*/ 1050417 h 3067050"/>
                  <a:gd name="connsiteX992" fmla="*/ 1011174 w 4325492"/>
                  <a:gd name="connsiteY992" fmla="*/ 1052417 h 3067050"/>
                  <a:gd name="connsiteX993" fmla="*/ 2336578 w 4325492"/>
                  <a:gd name="connsiteY993" fmla="*/ 1013365 h 3067050"/>
                  <a:gd name="connsiteX994" fmla="*/ 2333435 w 4325492"/>
                  <a:gd name="connsiteY994" fmla="*/ 1012507 h 3067050"/>
                  <a:gd name="connsiteX995" fmla="*/ 2330101 w 4325492"/>
                  <a:gd name="connsiteY995" fmla="*/ 1008507 h 3067050"/>
                  <a:gd name="connsiteX996" fmla="*/ 2330768 w 4325492"/>
                  <a:gd name="connsiteY996" fmla="*/ 1003363 h 3067050"/>
                  <a:gd name="connsiteX997" fmla="*/ 2352580 w 4325492"/>
                  <a:gd name="connsiteY997" fmla="*/ 964311 h 3067050"/>
                  <a:gd name="connsiteX998" fmla="*/ 2352770 w 4325492"/>
                  <a:gd name="connsiteY998" fmla="*/ 964120 h 3067050"/>
                  <a:gd name="connsiteX999" fmla="*/ 2361724 w 4325492"/>
                  <a:gd name="connsiteY999" fmla="*/ 961644 h 3067050"/>
                  <a:gd name="connsiteX1000" fmla="*/ 2365343 w 4325492"/>
                  <a:gd name="connsiteY1000" fmla="*/ 967740 h 3067050"/>
                  <a:gd name="connsiteX1001" fmla="*/ 2364486 w 4325492"/>
                  <a:gd name="connsiteY1001" fmla="*/ 970693 h 3067050"/>
                  <a:gd name="connsiteX1002" fmla="*/ 2364486 w 4325492"/>
                  <a:gd name="connsiteY1002" fmla="*/ 970883 h 3067050"/>
                  <a:gd name="connsiteX1003" fmla="*/ 2364010 w 4325492"/>
                  <a:gd name="connsiteY1003" fmla="*/ 971359 h 3067050"/>
                  <a:gd name="connsiteX1004" fmla="*/ 2346960 w 4325492"/>
                  <a:gd name="connsiteY1004" fmla="*/ 1002125 h 3067050"/>
                  <a:gd name="connsiteX1005" fmla="*/ 2342674 w 4325492"/>
                  <a:gd name="connsiteY1005" fmla="*/ 1010222 h 3067050"/>
                  <a:gd name="connsiteX1006" fmla="*/ 2336578 w 4325492"/>
                  <a:gd name="connsiteY1006" fmla="*/ 1013365 h 3067050"/>
                  <a:gd name="connsiteX1007" fmla="*/ 1073563 w 4325492"/>
                  <a:gd name="connsiteY1007" fmla="*/ 987742 h 3067050"/>
                  <a:gd name="connsiteX1008" fmla="*/ 1068896 w 4325492"/>
                  <a:gd name="connsiteY1008" fmla="*/ 985933 h 3067050"/>
                  <a:gd name="connsiteX1009" fmla="*/ 1066895 w 4325492"/>
                  <a:gd name="connsiteY1009" fmla="*/ 981265 h 3067050"/>
                  <a:gd name="connsiteX1010" fmla="*/ 1068705 w 4325492"/>
                  <a:gd name="connsiteY1010" fmla="*/ 976313 h 3067050"/>
                  <a:gd name="connsiteX1011" fmla="*/ 1100328 w 4325492"/>
                  <a:gd name="connsiteY1011" fmla="*/ 944404 h 3067050"/>
                  <a:gd name="connsiteX1012" fmla="*/ 1109758 w 4325492"/>
                  <a:gd name="connsiteY1012" fmla="*/ 944213 h 3067050"/>
                  <a:gd name="connsiteX1013" fmla="*/ 1109758 w 4325492"/>
                  <a:gd name="connsiteY1013" fmla="*/ 953833 h 3067050"/>
                  <a:gd name="connsiteX1014" fmla="*/ 1080802 w 4325492"/>
                  <a:gd name="connsiteY1014" fmla="*/ 983456 h 3067050"/>
                  <a:gd name="connsiteX1015" fmla="*/ 1078325 w 4325492"/>
                  <a:gd name="connsiteY1015" fmla="*/ 985647 h 3067050"/>
                  <a:gd name="connsiteX1016" fmla="*/ 1073563 w 4325492"/>
                  <a:gd name="connsiteY1016" fmla="*/ 987742 h 3067050"/>
                  <a:gd name="connsiteX1017" fmla="*/ 2380107 w 4325492"/>
                  <a:gd name="connsiteY1017" fmla="*/ 934783 h 3067050"/>
                  <a:gd name="connsiteX1018" fmla="*/ 2376964 w 4325492"/>
                  <a:gd name="connsiteY1018" fmla="*/ 933926 h 3067050"/>
                  <a:gd name="connsiteX1019" fmla="*/ 2374297 w 4325492"/>
                  <a:gd name="connsiteY1019" fmla="*/ 924973 h 3067050"/>
                  <a:gd name="connsiteX1020" fmla="*/ 2375440 w 4325492"/>
                  <a:gd name="connsiteY1020" fmla="*/ 922782 h 3067050"/>
                  <a:gd name="connsiteX1021" fmla="*/ 2395823 w 4325492"/>
                  <a:gd name="connsiteY1021" fmla="*/ 885539 h 3067050"/>
                  <a:gd name="connsiteX1022" fmla="*/ 2405063 w 4325492"/>
                  <a:gd name="connsiteY1022" fmla="*/ 882872 h 3067050"/>
                  <a:gd name="connsiteX1023" fmla="*/ 2408396 w 4325492"/>
                  <a:gd name="connsiteY1023" fmla="*/ 888968 h 3067050"/>
                  <a:gd name="connsiteX1024" fmla="*/ 2407730 w 4325492"/>
                  <a:gd name="connsiteY1024" fmla="*/ 892111 h 3067050"/>
                  <a:gd name="connsiteX1025" fmla="*/ 2385917 w 4325492"/>
                  <a:gd name="connsiteY1025" fmla="*/ 931640 h 3067050"/>
                  <a:gd name="connsiteX1026" fmla="*/ 2380107 w 4325492"/>
                  <a:gd name="connsiteY1026" fmla="*/ 934783 h 3067050"/>
                  <a:gd name="connsiteX1027" fmla="*/ 1136618 w 4325492"/>
                  <a:gd name="connsiteY1027" fmla="*/ 924020 h 3067050"/>
                  <a:gd name="connsiteX1028" fmla="*/ 1131951 w 4325492"/>
                  <a:gd name="connsiteY1028" fmla="*/ 922020 h 3067050"/>
                  <a:gd name="connsiteX1029" fmla="*/ 1129951 w 4325492"/>
                  <a:gd name="connsiteY1029" fmla="*/ 917353 h 3067050"/>
                  <a:gd name="connsiteX1030" fmla="*/ 1131951 w 4325492"/>
                  <a:gd name="connsiteY1030" fmla="*/ 912685 h 3067050"/>
                  <a:gd name="connsiteX1031" fmla="*/ 1163860 w 4325492"/>
                  <a:gd name="connsiteY1031" fmla="*/ 881063 h 3067050"/>
                  <a:gd name="connsiteX1032" fmla="*/ 1173480 w 4325492"/>
                  <a:gd name="connsiteY1032" fmla="*/ 881063 h 3067050"/>
                  <a:gd name="connsiteX1033" fmla="*/ 1175290 w 4325492"/>
                  <a:gd name="connsiteY1033" fmla="*/ 886015 h 3067050"/>
                  <a:gd name="connsiteX1034" fmla="*/ 1173290 w 4325492"/>
                  <a:gd name="connsiteY1034" fmla="*/ 890683 h 3067050"/>
                  <a:gd name="connsiteX1035" fmla="*/ 1141381 w 4325492"/>
                  <a:gd name="connsiteY1035" fmla="*/ 922115 h 3067050"/>
                  <a:gd name="connsiteX1036" fmla="*/ 1136618 w 4325492"/>
                  <a:gd name="connsiteY1036" fmla="*/ 924020 h 3067050"/>
                  <a:gd name="connsiteX1037" fmla="*/ 1200626 w 4325492"/>
                  <a:gd name="connsiteY1037" fmla="*/ 861155 h 3067050"/>
                  <a:gd name="connsiteX1038" fmla="*/ 1195959 w 4325492"/>
                  <a:gd name="connsiteY1038" fmla="*/ 859155 h 3067050"/>
                  <a:gd name="connsiteX1039" fmla="*/ 1193959 w 4325492"/>
                  <a:gd name="connsiteY1039" fmla="*/ 854202 h 3067050"/>
                  <a:gd name="connsiteX1040" fmla="*/ 1195959 w 4325492"/>
                  <a:gd name="connsiteY1040" fmla="*/ 849535 h 3067050"/>
                  <a:gd name="connsiteX1041" fmla="*/ 1228249 w 4325492"/>
                  <a:gd name="connsiteY1041" fmla="*/ 818293 h 3067050"/>
                  <a:gd name="connsiteX1042" fmla="*/ 1237869 w 4325492"/>
                  <a:gd name="connsiteY1042" fmla="*/ 818483 h 3067050"/>
                  <a:gd name="connsiteX1043" fmla="*/ 1237679 w 4325492"/>
                  <a:gd name="connsiteY1043" fmla="*/ 827913 h 3067050"/>
                  <a:gd name="connsiteX1044" fmla="*/ 1205389 w 4325492"/>
                  <a:gd name="connsiteY1044" fmla="*/ 859155 h 3067050"/>
                  <a:gd name="connsiteX1045" fmla="*/ 1200626 w 4325492"/>
                  <a:gd name="connsiteY1045" fmla="*/ 861155 h 3067050"/>
                  <a:gd name="connsiteX1046" fmla="*/ 2422970 w 4325492"/>
                  <a:gd name="connsiteY1046" fmla="*/ 856012 h 3067050"/>
                  <a:gd name="connsiteX1047" fmla="*/ 2419826 w 4325492"/>
                  <a:gd name="connsiteY1047" fmla="*/ 855155 h 3067050"/>
                  <a:gd name="connsiteX1048" fmla="*/ 2417159 w 4325492"/>
                  <a:gd name="connsiteY1048" fmla="*/ 846201 h 3067050"/>
                  <a:gd name="connsiteX1049" fmla="*/ 2438210 w 4325492"/>
                  <a:gd name="connsiteY1049" fmla="*/ 806482 h 3067050"/>
                  <a:gd name="connsiteX1050" fmla="*/ 2447449 w 4325492"/>
                  <a:gd name="connsiteY1050" fmla="*/ 803815 h 3067050"/>
                  <a:gd name="connsiteX1051" fmla="*/ 2450783 w 4325492"/>
                  <a:gd name="connsiteY1051" fmla="*/ 809625 h 3067050"/>
                  <a:gd name="connsiteX1052" fmla="*/ 2450116 w 4325492"/>
                  <a:gd name="connsiteY1052" fmla="*/ 812768 h 3067050"/>
                  <a:gd name="connsiteX1053" fmla="*/ 2429066 w 4325492"/>
                  <a:gd name="connsiteY1053" fmla="*/ 852488 h 3067050"/>
                  <a:gd name="connsiteX1054" fmla="*/ 2422970 w 4325492"/>
                  <a:gd name="connsiteY1054" fmla="*/ 856012 h 3067050"/>
                  <a:gd name="connsiteX1055" fmla="*/ 1265492 w 4325492"/>
                  <a:gd name="connsiteY1055" fmla="*/ 798957 h 3067050"/>
                  <a:gd name="connsiteX1056" fmla="*/ 1260539 w 4325492"/>
                  <a:gd name="connsiteY1056" fmla="*/ 796957 h 3067050"/>
                  <a:gd name="connsiteX1057" fmla="*/ 1258729 w 4325492"/>
                  <a:gd name="connsiteY1057" fmla="*/ 792289 h 3067050"/>
                  <a:gd name="connsiteX1058" fmla="*/ 1260539 w 4325492"/>
                  <a:gd name="connsiteY1058" fmla="*/ 787622 h 3067050"/>
                  <a:gd name="connsiteX1059" fmla="*/ 1260729 w 4325492"/>
                  <a:gd name="connsiteY1059" fmla="*/ 787432 h 3067050"/>
                  <a:gd name="connsiteX1060" fmla="*/ 1261396 w 4325492"/>
                  <a:gd name="connsiteY1060" fmla="*/ 786955 h 3067050"/>
                  <a:gd name="connsiteX1061" fmla="*/ 1288352 w 4325492"/>
                  <a:gd name="connsiteY1061" fmla="*/ 761333 h 3067050"/>
                  <a:gd name="connsiteX1062" fmla="*/ 1293495 w 4325492"/>
                  <a:gd name="connsiteY1062" fmla="*/ 756571 h 3067050"/>
                  <a:gd name="connsiteX1063" fmla="*/ 1302925 w 4325492"/>
                  <a:gd name="connsiteY1063" fmla="*/ 756761 h 3067050"/>
                  <a:gd name="connsiteX1064" fmla="*/ 1302734 w 4325492"/>
                  <a:gd name="connsiteY1064" fmla="*/ 766381 h 3067050"/>
                  <a:gd name="connsiteX1065" fmla="*/ 1269968 w 4325492"/>
                  <a:gd name="connsiteY1065" fmla="*/ 797147 h 3067050"/>
                  <a:gd name="connsiteX1066" fmla="*/ 1265492 w 4325492"/>
                  <a:gd name="connsiteY1066" fmla="*/ 798957 h 3067050"/>
                  <a:gd name="connsiteX1067" fmla="*/ 2464975 w 4325492"/>
                  <a:gd name="connsiteY1067" fmla="*/ 776573 h 3067050"/>
                  <a:gd name="connsiteX1068" fmla="*/ 2461832 w 4325492"/>
                  <a:gd name="connsiteY1068" fmla="*/ 775906 h 3067050"/>
                  <a:gd name="connsiteX1069" fmla="*/ 2458498 w 4325492"/>
                  <a:gd name="connsiteY1069" fmla="*/ 771906 h 3067050"/>
                  <a:gd name="connsiteX1070" fmla="*/ 2458974 w 4325492"/>
                  <a:gd name="connsiteY1070" fmla="*/ 766763 h 3067050"/>
                  <a:gd name="connsiteX1071" fmla="*/ 2479358 w 4325492"/>
                  <a:gd name="connsiteY1071" fmla="*/ 726853 h 3067050"/>
                  <a:gd name="connsiteX1072" fmla="*/ 2488597 w 4325492"/>
                  <a:gd name="connsiteY1072" fmla="*/ 723900 h 3067050"/>
                  <a:gd name="connsiteX1073" fmla="*/ 2492216 w 4325492"/>
                  <a:gd name="connsiteY1073" fmla="*/ 730186 h 3067050"/>
                  <a:gd name="connsiteX1074" fmla="*/ 2491550 w 4325492"/>
                  <a:gd name="connsiteY1074" fmla="*/ 732853 h 3067050"/>
                  <a:gd name="connsiteX1075" fmla="*/ 2471166 w 4325492"/>
                  <a:gd name="connsiteY1075" fmla="*/ 773049 h 3067050"/>
                  <a:gd name="connsiteX1076" fmla="*/ 2464975 w 4325492"/>
                  <a:gd name="connsiteY1076" fmla="*/ 776573 h 3067050"/>
                  <a:gd name="connsiteX1077" fmla="*/ 1331024 w 4325492"/>
                  <a:gd name="connsiteY1077" fmla="*/ 737711 h 3067050"/>
                  <a:gd name="connsiteX1078" fmla="*/ 1331024 w 4325492"/>
                  <a:gd name="connsiteY1078" fmla="*/ 737711 h 3067050"/>
                  <a:gd name="connsiteX1079" fmla="*/ 1326071 w 4325492"/>
                  <a:gd name="connsiteY1079" fmla="*/ 735425 h 3067050"/>
                  <a:gd name="connsiteX1080" fmla="*/ 1324261 w 4325492"/>
                  <a:gd name="connsiteY1080" fmla="*/ 730948 h 3067050"/>
                  <a:gd name="connsiteX1081" fmla="*/ 1326261 w 4325492"/>
                  <a:gd name="connsiteY1081" fmla="*/ 725995 h 3067050"/>
                  <a:gd name="connsiteX1082" fmla="*/ 1359503 w 4325492"/>
                  <a:gd name="connsiteY1082" fmla="*/ 695515 h 3067050"/>
                  <a:gd name="connsiteX1083" fmla="*/ 1368933 w 4325492"/>
                  <a:gd name="connsiteY1083" fmla="*/ 695992 h 3067050"/>
                  <a:gd name="connsiteX1084" fmla="*/ 1368457 w 4325492"/>
                  <a:gd name="connsiteY1084" fmla="*/ 705422 h 3067050"/>
                  <a:gd name="connsiteX1085" fmla="*/ 1338834 w 4325492"/>
                  <a:gd name="connsiteY1085" fmla="*/ 732853 h 3067050"/>
                  <a:gd name="connsiteX1086" fmla="*/ 1335691 w 4325492"/>
                  <a:gd name="connsiteY1086" fmla="*/ 735806 h 3067050"/>
                  <a:gd name="connsiteX1087" fmla="*/ 1335500 w 4325492"/>
                  <a:gd name="connsiteY1087" fmla="*/ 735997 h 3067050"/>
                  <a:gd name="connsiteX1088" fmla="*/ 1331024 w 4325492"/>
                  <a:gd name="connsiteY1088" fmla="*/ 737711 h 3067050"/>
                  <a:gd name="connsiteX1089" fmla="*/ 2505361 w 4325492"/>
                  <a:gd name="connsiteY1089" fmla="*/ 696373 h 3067050"/>
                  <a:gd name="connsiteX1090" fmla="*/ 2502408 w 4325492"/>
                  <a:gd name="connsiteY1090" fmla="*/ 695706 h 3067050"/>
                  <a:gd name="connsiteX1091" fmla="*/ 2499074 w 4325492"/>
                  <a:gd name="connsiteY1091" fmla="*/ 691705 h 3067050"/>
                  <a:gd name="connsiteX1092" fmla="*/ 2499551 w 4325492"/>
                  <a:gd name="connsiteY1092" fmla="*/ 686752 h 3067050"/>
                  <a:gd name="connsiteX1093" fmla="*/ 2519077 w 4325492"/>
                  <a:gd name="connsiteY1093" fmla="*/ 646366 h 3067050"/>
                  <a:gd name="connsiteX1094" fmla="*/ 2528030 w 4325492"/>
                  <a:gd name="connsiteY1094" fmla="*/ 643223 h 3067050"/>
                  <a:gd name="connsiteX1095" fmla="*/ 2531840 w 4325492"/>
                  <a:gd name="connsiteY1095" fmla="*/ 649319 h 3067050"/>
                  <a:gd name="connsiteX1096" fmla="*/ 2531174 w 4325492"/>
                  <a:gd name="connsiteY1096" fmla="*/ 651986 h 3067050"/>
                  <a:gd name="connsiteX1097" fmla="*/ 2531174 w 4325492"/>
                  <a:gd name="connsiteY1097" fmla="*/ 652177 h 3067050"/>
                  <a:gd name="connsiteX1098" fmla="*/ 2530983 w 4325492"/>
                  <a:gd name="connsiteY1098" fmla="*/ 652367 h 3067050"/>
                  <a:gd name="connsiteX1099" fmla="*/ 2511457 w 4325492"/>
                  <a:gd name="connsiteY1099" fmla="*/ 692563 h 3067050"/>
                  <a:gd name="connsiteX1100" fmla="*/ 2505361 w 4325492"/>
                  <a:gd name="connsiteY1100" fmla="*/ 696373 h 3067050"/>
                  <a:gd name="connsiteX1101" fmla="*/ 1397222 w 4325492"/>
                  <a:gd name="connsiteY1101" fmla="*/ 677132 h 3067050"/>
                  <a:gd name="connsiteX1102" fmla="*/ 1392269 w 4325492"/>
                  <a:gd name="connsiteY1102" fmla="*/ 674941 h 3067050"/>
                  <a:gd name="connsiteX1103" fmla="*/ 1390460 w 4325492"/>
                  <a:gd name="connsiteY1103" fmla="*/ 670465 h 3067050"/>
                  <a:gd name="connsiteX1104" fmla="*/ 1392746 w 4325492"/>
                  <a:gd name="connsiteY1104" fmla="*/ 665512 h 3067050"/>
                  <a:gd name="connsiteX1105" fmla="*/ 1426178 w 4325492"/>
                  <a:gd name="connsiteY1105" fmla="*/ 635413 h 3067050"/>
                  <a:gd name="connsiteX1106" fmla="*/ 1435608 w 4325492"/>
                  <a:gd name="connsiteY1106" fmla="*/ 635889 h 3067050"/>
                  <a:gd name="connsiteX1107" fmla="*/ 1437418 w 4325492"/>
                  <a:gd name="connsiteY1107" fmla="*/ 640842 h 3067050"/>
                  <a:gd name="connsiteX1108" fmla="*/ 1435227 w 4325492"/>
                  <a:gd name="connsiteY1108" fmla="*/ 645509 h 3067050"/>
                  <a:gd name="connsiteX1109" fmla="*/ 1401794 w 4325492"/>
                  <a:gd name="connsiteY1109" fmla="*/ 675322 h 3067050"/>
                  <a:gd name="connsiteX1110" fmla="*/ 1397222 w 4325492"/>
                  <a:gd name="connsiteY1110" fmla="*/ 677132 h 3067050"/>
                  <a:gd name="connsiteX1111" fmla="*/ 1464088 w 4325492"/>
                  <a:gd name="connsiteY1111" fmla="*/ 617220 h 3067050"/>
                  <a:gd name="connsiteX1112" fmla="*/ 1459135 w 4325492"/>
                  <a:gd name="connsiteY1112" fmla="*/ 615029 h 3067050"/>
                  <a:gd name="connsiteX1113" fmla="*/ 1457325 w 4325492"/>
                  <a:gd name="connsiteY1113" fmla="*/ 610552 h 3067050"/>
                  <a:gd name="connsiteX1114" fmla="*/ 1459611 w 4325492"/>
                  <a:gd name="connsiteY1114" fmla="*/ 605599 h 3067050"/>
                  <a:gd name="connsiteX1115" fmla="*/ 1493520 w 4325492"/>
                  <a:gd name="connsiteY1115" fmla="*/ 575977 h 3067050"/>
                  <a:gd name="connsiteX1116" fmla="*/ 1502950 w 4325492"/>
                  <a:gd name="connsiteY1116" fmla="*/ 576643 h 3067050"/>
                  <a:gd name="connsiteX1117" fmla="*/ 1502283 w 4325492"/>
                  <a:gd name="connsiteY1117" fmla="*/ 586073 h 3067050"/>
                  <a:gd name="connsiteX1118" fmla="*/ 1478756 w 4325492"/>
                  <a:gd name="connsiteY1118" fmla="*/ 606933 h 3067050"/>
                  <a:gd name="connsiteX1119" fmla="*/ 1468660 w 4325492"/>
                  <a:gd name="connsiteY1119" fmla="*/ 615696 h 3067050"/>
                  <a:gd name="connsiteX1120" fmla="*/ 1464088 w 4325492"/>
                  <a:gd name="connsiteY1120" fmla="*/ 617220 h 3067050"/>
                  <a:gd name="connsiteX1121" fmla="*/ 2544128 w 4325492"/>
                  <a:gd name="connsiteY1121" fmla="*/ 615410 h 3067050"/>
                  <a:gd name="connsiteX1122" fmla="*/ 2541175 w 4325492"/>
                  <a:gd name="connsiteY1122" fmla="*/ 614743 h 3067050"/>
                  <a:gd name="connsiteX1123" fmla="*/ 2538032 w 4325492"/>
                  <a:gd name="connsiteY1123" fmla="*/ 605980 h 3067050"/>
                  <a:gd name="connsiteX1124" fmla="*/ 2556415 w 4325492"/>
                  <a:gd name="connsiteY1124" fmla="*/ 565118 h 3067050"/>
                  <a:gd name="connsiteX1125" fmla="*/ 2556415 w 4325492"/>
                  <a:gd name="connsiteY1125" fmla="*/ 564928 h 3067050"/>
                  <a:gd name="connsiteX1126" fmla="*/ 2565368 w 4325492"/>
                  <a:gd name="connsiteY1126" fmla="*/ 561594 h 3067050"/>
                  <a:gd name="connsiteX1127" fmla="*/ 2569178 w 4325492"/>
                  <a:gd name="connsiteY1127" fmla="*/ 567880 h 3067050"/>
                  <a:gd name="connsiteX1128" fmla="*/ 2568702 w 4325492"/>
                  <a:gd name="connsiteY1128" fmla="*/ 570547 h 3067050"/>
                  <a:gd name="connsiteX1129" fmla="*/ 2550033 w 4325492"/>
                  <a:gd name="connsiteY1129" fmla="*/ 611600 h 3067050"/>
                  <a:gd name="connsiteX1130" fmla="*/ 2544128 w 4325492"/>
                  <a:gd name="connsiteY1130" fmla="*/ 615410 h 3067050"/>
                  <a:gd name="connsiteX1131" fmla="*/ 1531906 w 4325492"/>
                  <a:gd name="connsiteY1131" fmla="*/ 558355 h 3067050"/>
                  <a:gd name="connsiteX1132" fmla="*/ 1526762 w 4325492"/>
                  <a:gd name="connsiteY1132" fmla="*/ 555879 h 3067050"/>
                  <a:gd name="connsiteX1133" fmla="*/ 1525143 w 4325492"/>
                  <a:gd name="connsiteY1133" fmla="*/ 551593 h 3067050"/>
                  <a:gd name="connsiteX1134" fmla="*/ 1527429 w 4325492"/>
                  <a:gd name="connsiteY1134" fmla="*/ 546449 h 3067050"/>
                  <a:gd name="connsiteX1135" fmla="*/ 1561529 w 4325492"/>
                  <a:gd name="connsiteY1135" fmla="*/ 517017 h 3067050"/>
                  <a:gd name="connsiteX1136" fmla="*/ 1570958 w 4325492"/>
                  <a:gd name="connsiteY1136" fmla="*/ 517874 h 3067050"/>
                  <a:gd name="connsiteX1137" fmla="*/ 1570292 w 4325492"/>
                  <a:gd name="connsiteY1137" fmla="*/ 527304 h 3067050"/>
                  <a:gd name="connsiteX1138" fmla="*/ 1536192 w 4325492"/>
                  <a:gd name="connsiteY1138" fmla="*/ 556450 h 3067050"/>
                  <a:gd name="connsiteX1139" fmla="*/ 1531906 w 4325492"/>
                  <a:gd name="connsiteY1139" fmla="*/ 558355 h 3067050"/>
                  <a:gd name="connsiteX1140" fmla="*/ 2580513 w 4325492"/>
                  <a:gd name="connsiteY1140" fmla="*/ 533209 h 3067050"/>
                  <a:gd name="connsiteX1141" fmla="*/ 2578037 w 4325492"/>
                  <a:gd name="connsiteY1141" fmla="*/ 532733 h 3067050"/>
                  <a:gd name="connsiteX1142" fmla="*/ 2574227 w 4325492"/>
                  <a:gd name="connsiteY1142" fmla="*/ 529114 h 3067050"/>
                  <a:gd name="connsiteX1143" fmla="*/ 2574417 w 4325492"/>
                  <a:gd name="connsiteY1143" fmla="*/ 523970 h 3067050"/>
                  <a:gd name="connsiteX1144" fmla="*/ 2590800 w 4325492"/>
                  <a:gd name="connsiteY1144" fmla="*/ 482441 h 3067050"/>
                  <a:gd name="connsiteX1145" fmla="*/ 2599563 w 4325492"/>
                  <a:gd name="connsiteY1145" fmla="*/ 478631 h 3067050"/>
                  <a:gd name="connsiteX1146" fmla="*/ 2604040 w 4325492"/>
                  <a:gd name="connsiteY1146" fmla="*/ 484918 h 3067050"/>
                  <a:gd name="connsiteX1147" fmla="*/ 2603564 w 4325492"/>
                  <a:gd name="connsiteY1147" fmla="*/ 487108 h 3067050"/>
                  <a:gd name="connsiteX1148" fmla="*/ 2603564 w 4325492"/>
                  <a:gd name="connsiteY1148" fmla="*/ 487108 h 3067050"/>
                  <a:gd name="connsiteX1149" fmla="*/ 2603373 w 4325492"/>
                  <a:gd name="connsiteY1149" fmla="*/ 487775 h 3067050"/>
                  <a:gd name="connsiteX1150" fmla="*/ 2586800 w 4325492"/>
                  <a:gd name="connsiteY1150" fmla="*/ 529114 h 3067050"/>
                  <a:gd name="connsiteX1151" fmla="*/ 2580513 w 4325492"/>
                  <a:gd name="connsiteY1151" fmla="*/ 533209 h 3067050"/>
                  <a:gd name="connsiteX1152" fmla="*/ 1600105 w 4325492"/>
                  <a:gd name="connsiteY1152" fmla="*/ 500063 h 3067050"/>
                  <a:gd name="connsiteX1153" fmla="*/ 1594961 w 4325492"/>
                  <a:gd name="connsiteY1153" fmla="*/ 497586 h 3067050"/>
                  <a:gd name="connsiteX1154" fmla="*/ 1593437 w 4325492"/>
                  <a:gd name="connsiteY1154" fmla="*/ 493300 h 3067050"/>
                  <a:gd name="connsiteX1155" fmla="*/ 1595723 w 4325492"/>
                  <a:gd name="connsiteY1155" fmla="*/ 488156 h 3067050"/>
                  <a:gd name="connsiteX1156" fmla="*/ 1629347 w 4325492"/>
                  <a:gd name="connsiteY1156" fmla="*/ 459867 h 3067050"/>
                  <a:gd name="connsiteX1157" fmla="*/ 1630204 w 4325492"/>
                  <a:gd name="connsiteY1157" fmla="*/ 459200 h 3067050"/>
                  <a:gd name="connsiteX1158" fmla="*/ 1639634 w 4325492"/>
                  <a:gd name="connsiteY1158" fmla="*/ 460057 h 3067050"/>
                  <a:gd name="connsiteX1159" fmla="*/ 1641158 w 4325492"/>
                  <a:gd name="connsiteY1159" fmla="*/ 465010 h 3067050"/>
                  <a:gd name="connsiteX1160" fmla="*/ 1638681 w 4325492"/>
                  <a:gd name="connsiteY1160" fmla="*/ 469487 h 3067050"/>
                  <a:gd name="connsiteX1161" fmla="*/ 1604391 w 4325492"/>
                  <a:gd name="connsiteY1161" fmla="*/ 498443 h 3067050"/>
                  <a:gd name="connsiteX1162" fmla="*/ 1600105 w 4325492"/>
                  <a:gd name="connsiteY1162" fmla="*/ 500063 h 3067050"/>
                  <a:gd name="connsiteX1163" fmla="*/ 2612136 w 4325492"/>
                  <a:gd name="connsiteY1163" fmla="*/ 449294 h 3067050"/>
                  <a:gd name="connsiteX1164" fmla="*/ 2610136 w 4325492"/>
                  <a:gd name="connsiteY1164" fmla="*/ 449104 h 3067050"/>
                  <a:gd name="connsiteX1165" fmla="*/ 2606135 w 4325492"/>
                  <a:gd name="connsiteY1165" fmla="*/ 445484 h 3067050"/>
                  <a:gd name="connsiteX1166" fmla="*/ 2605659 w 4325492"/>
                  <a:gd name="connsiteY1166" fmla="*/ 440531 h 3067050"/>
                  <a:gd name="connsiteX1167" fmla="*/ 2618422 w 4325492"/>
                  <a:gd name="connsiteY1167" fmla="*/ 397859 h 3067050"/>
                  <a:gd name="connsiteX1168" fmla="*/ 2626709 w 4325492"/>
                  <a:gd name="connsiteY1168" fmla="*/ 393192 h 3067050"/>
                  <a:gd name="connsiteX1169" fmla="*/ 2631662 w 4325492"/>
                  <a:gd name="connsiteY1169" fmla="*/ 399669 h 3067050"/>
                  <a:gd name="connsiteX1170" fmla="*/ 2631472 w 4325492"/>
                  <a:gd name="connsiteY1170" fmla="*/ 401288 h 3067050"/>
                  <a:gd name="connsiteX1171" fmla="*/ 2618422 w 4325492"/>
                  <a:gd name="connsiteY1171" fmla="*/ 444627 h 3067050"/>
                  <a:gd name="connsiteX1172" fmla="*/ 2612136 w 4325492"/>
                  <a:gd name="connsiteY1172" fmla="*/ 449294 h 3067050"/>
                  <a:gd name="connsiteX1173" fmla="*/ 1669066 w 4325492"/>
                  <a:gd name="connsiteY1173" fmla="*/ 442531 h 3067050"/>
                  <a:gd name="connsiteX1174" fmla="*/ 1663637 w 4325492"/>
                  <a:gd name="connsiteY1174" fmla="*/ 440055 h 3067050"/>
                  <a:gd name="connsiteX1175" fmla="*/ 1662303 w 4325492"/>
                  <a:gd name="connsiteY1175" fmla="*/ 435769 h 3067050"/>
                  <a:gd name="connsiteX1176" fmla="*/ 1664589 w 4325492"/>
                  <a:gd name="connsiteY1176" fmla="*/ 430339 h 3067050"/>
                  <a:gd name="connsiteX1177" fmla="*/ 1699355 w 4325492"/>
                  <a:gd name="connsiteY1177" fmla="*/ 401859 h 3067050"/>
                  <a:gd name="connsiteX1178" fmla="*/ 1708785 w 4325492"/>
                  <a:gd name="connsiteY1178" fmla="*/ 403003 h 3067050"/>
                  <a:gd name="connsiteX1179" fmla="*/ 1707928 w 4325492"/>
                  <a:gd name="connsiteY1179" fmla="*/ 412432 h 3067050"/>
                  <a:gd name="connsiteX1180" fmla="*/ 1703451 w 4325492"/>
                  <a:gd name="connsiteY1180" fmla="*/ 416052 h 3067050"/>
                  <a:gd name="connsiteX1181" fmla="*/ 1673352 w 4325492"/>
                  <a:gd name="connsiteY1181" fmla="*/ 441007 h 3067050"/>
                  <a:gd name="connsiteX1182" fmla="*/ 1669066 w 4325492"/>
                  <a:gd name="connsiteY1182" fmla="*/ 442531 h 3067050"/>
                  <a:gd name="connsiteX1183" fmla="*/ 1738408 w 4325492"/>
                  <a:gd name="connsiteY1183" fmla="*/ 385572 h 3067050"/>
                  <a:gd name="connsiteX1184" fmla="*/ 1733264 w 4325492"/>
                  <a:gd name="connsiteY1184" fmla="*/ 383095 h 3067050"/>
                  <a:gd name="connsiteX1185" fmla="*/ 1731740 w 4325492"/>
                  <a:gd name="connsiteY1185" fmla="*/ 378809 h 3067050"/>
                  <a:gd name="connsiteX1186" fmla="*/ 1734217 w 4325492"/>
                  <a:gd name="connsiteY1186" fmla="*/ 373856 h 3067050"/>
                  <a:gd name="connsiteX1187" fmla="*/ 1734217 w 4325492"/>
                  <a:gd name="connsiteY1187" fmla="*/ 373666 h 3067050"/>
                  <a:gd name="connsiteX1188" fmla="*/ 1734884 w 4325492"/>
                  <a:gd name="connsiteY1188" fmla="*/ 373189 h 3067050"/>
                  <a:gd name="connsiteX1189" fmla="*/ 1765649 w 4325492"/>
                  <a:gd name="connsiteY1189" fmla="*/ 348234 h 3067050"/>
                  <a:gd name="connsiteX1190" fmla="*/ 1769269 w 4325492"/>
                  <a:gd name="connsiteY1190" fmla="*/ 345281 h 3067050"/>
                  <a:gd name="connsiteX1191" fmla="*/ 1778699 w 4325492"/>
                  <a:gd name="connsiteY1191" fmla="*/ 346424 h 3067050"/>
                  <a:gd name="connsiteX1192" fmla="*/ 1777841 w 4325492"/>
                  <a:gd name="connsiteY1192" fmla="*/ 355854 h 3067050"/>
                  <a:gd name="connsiteX1193" fmla="*/ 1743075 w 4325492"/>
                  <a:gd name="connsiteY1193" fmla="*/ 383953 h 3067050"/>
                  <a:gd name="connsiteX1194" fmla="*/ 1742885 w 4325492"/>
                  <a:gd name="connsiteY1194" fmla="*/ 384143 h 3067050"/>
                  <a:gd name="connsiteX1195" fmla="*/ 1738408 w 4325492"/>
                  <a:gd name="connsiteY1195" fmla="*/ 385572 h 3067050"/>
                  <a:gd name="connsiteX1196" fmla="*/ 2635568 w 4325492"/>
                  <a:gd name="connsiteY1196" fmla="*/ 362617 h 3067050"/>
                  <a:gd name="connsiteX1197" fmla="*/ 2634234 w 4325492"/>
                  <a:gd name="connsiteY1197" fmla="*/ 362617 h 3067050"/>
                  <a:gd name="connsiteX1198" fmla="*/ 2628805 w 4325492"/>
                  <a:gd name="connsiteY1198" fmla="*/ 354520 h 3067050"/>
                  <a:gd name="connsiteX1199" fmla="*/ 2636615 w 4325492"/>
                  <a:gd name="connsiteY1199" fmla="*/ 310705 h 3067050"/>
                  <a:gd name="connsiteX1200" fmla="*/ 2644235 w 4325492"/>
                  <a:gd name="connsiteY1200" fmla="*/ 305086 h 3067050"/>
                  <a:gd name="connsiteX1201" fmla="*/ 2650046 w 4325492"/>
                  <a:gd name="connsiteY1201" fmla="*/ 311563 h 3067050"/>
                  <a:gd name="connsiteX1202" fmla="*/ 2649855 w 4325492"/>
                  <a:gd name="connsiteY1202" fmla="*/ 312706 h 3067050"/>
                  <a:gd name="connsiteX1203" fmla="*/ 2642045 w 4325492"/>
                  <a:gd name="connsiteY1203" fmla="*/ 357188 h 3067050"/>
                  <a:gd name="connsiteX1204" fmla="*/ 2635568 w 4325492"/>
                  <a:gd name="connsiteY1204" fmla="*/ 362617 h 3067050"/>
                  <a:gd name="connsiteX1205" fmla="*/ 1808607 w 4325492"/>
                  <a:gd name="connsiteY1205" fmla="*/ 329660 h 3067050"/>
                  <a:gd name="connsiteX1206" fmla="*/ 1803178 w 4325492"/>
                  <a:gd name="connsiteY1206" fmla="*/ 326993 h 3067050"/>
                  <a:gd name="connsiteX1207" fmla="*/ 1801844 w 4325492"/>
                  <a:gd name="connsiteY1207" fmla="*/ 322993 h 3067050"/>
                  <a:gd name="connsiteX1208" fmla="*/ 1804321 w 4325492"/>
                  <a:gd name="connsiteY1208" fmla="*/ 317563 h 3067050"/>
                  <a:gd name="connsiteX1209" fmla="*/ 1840040 w 4325492"/>
                  <a:gd name="connsiteY1209" fmla="*/ 289941 h 3067050"/>
                  <a:gd name="connsiteX1210" fmla="*/ 1849469 w 4325492"/>
                  <a:gd name="connsiteY1210" fmla="*/ 291274 h 3067050"/>
                  <a:gd name="connsiteX1211" fmla="*/ 1848136 w 4325492"/>
                  <a:gd name="connsiteY1211" fmla="*/ 300704 h 3067050"/>
                  <a:gd name="connsiteX1212" fmla="*/ 1812893 w 4325492"/>
                  <a:gd name="connsiteY1212" fmla="*/ 327850 h 3067050"/>
                  <a:gd name="connsiteX1213" fmla="*/ 1812703 w 4325492"/>
                  <a:gd name="connsiteY1213" fmla="*/ 328041 h 3067050"/>
                  <a:gd name="connsiteX1214" fmla="*/ 1808607 w 4325492"/>
                  <a:gd name="connsiteY1214" fmla="*/ 329660 h 3067050"/>
                  <a:gd name="connsiteX1215" fmla="*/ 1880045 w 4325492"/>
                  <a:gd name="connsiteY1215" fmla="*/ 275082 h 3067050"/>
                  <a:gd name="connsiteX1216" fmla="*/ 1874615 w 4325492"/>
                  <a:gd name="connsiteY1216" fmla="*/ 272415 h 3067050"/>
                  <a:gd name="connsiteX1217" fmla="*/ 1873282 w 4325492"/>
                  <a:gd name="connsiteY1217" fmla="*/ 268414 h 3067050"/>
                  <a:gd name="connsiteX1218" fmla="*/ 1875949 w 4325492"/>
                  <a:gd name="connsiteY1218" fmla="*/ 263080 h 3067050"/>
                  <a:gd name="connsiteX1219" fmla="*/ 1912525 w 4325492"/>
                  <a:gd name="connsiteY1219" fmla="*/ 236791 h 3067050"/>
                  <a:gd name="connsiteX1220" fmla="*/ 1921955 w 4325492"/>
                  <a:gd name="connsiteY1220" fmla="*/ 238315 h 3067050"/>
                  <a:gd name="connsiteX1221" fmla="*/ 1920335 w 4325492"/>
                  <a:gd name="connsiteY1221" fmla="*/ 247745 h 3067050"/>
                  <a:gd name="connsiteX1222" fmla="*/ 1883950 w 4325492"/>
                  <a:gd name="connsiteY1222" fmla="*/ 273748 h 3067050"/>
                  <a:gd name="connsiteX1223" fmla="*/ 1880045 w 4325492"/>
                  <a:gd name="connsiteY1223" fmla="*/ 275082 h 3067050"/>
                  <a:gd name="connsiteX1224" fmla="*/ 2648331 w 4325492"/>
                  <a:gd name="connsiteY1224" fmla="*/ 274034 h 3067050"/>
                  <a:gd name="connsiteX1225" fmla="*/ 2647855 w 4325492"/>
                  <a:gd name="connsiteY1225" fmla="*/ 273844 h 3067050"/>
                  <a:gd name="connsiteX1226" fmla="*/ 2641568 w 4325492"/>
                  <a:gd name="connsiteY1226" fmla="*/ 266700 h 3067050"/>
                  <a:gd name="connsiteX1227" fmla="*/ 2643569 w 4325492"/>
                  <a:gd name="connsiteY1227" fmla="*/ 222218 h 3067050"/>
                  <a:gd name="connsiteX1228" fmla="*/ 2650331 w 4325492"/>
                  <a:gd name="connsiteY1228" fmla="*/ 215741 h 3067050"/>
                  <a:gd name="connsiteX1229" fmla="*/ 2657094 w 4325492"/>
                  <a:gd name="connsiteY1229" fmla="*/ 222504 h 3067050"/>
                  <a:gd name="connsiteX1230" fmla="*/ 2657094 w 4325492"/>
                  <a:gd name="connsiteY1230" fmla="*/ 222694 h 3067050"/>
                  <a:gd name="connsiteX1231" fmla="*/ 2655094 w 4325492"/>
                  <a:gd name="connsiteY1231" fmla="*/ 267843 h 3067050"/>
                  <a:gd name="connsiteX1232" fmla="*/ 2648331 w 4325492"/>
                  <a:gd name="connsiteY1232" fmla="*/ 274034 h 3067050"/>
                  <a:gd name="connsiteX1233" fmla="*/ 1953197 w 4325492"/>
                  <a:gd name="connsiteY1233" fmla="*/ 223266 h 3067050"/>
                  <a:gd name="connsiteX1234" fmla="*/ 1947767 w 4325492"/>
                  <a:gd name="connsiteY1234" fmla="*/ 220313 h 3067050"/>
                  <a:gd name="connsiteX1235" fmla="*/ 1946434 w 4325492"/>
                  <a:gd name="connsiteY1235" fmla="*/ 216503 h 3067050"/>
                  <a:gd name="connsiteX1236" fmla="*/ 1949577 w 4325492"/>
                  <a:gd name="connsiteY1236" fmla="*/ 210883 h 3067050"/>
                  <a:gd name="connsiteX1237" fmla="*/ 1987106 w 4325492"/>
                  <a:gd name="connsiteY1237" fmla="*/ 185928 h 3067050"/>
                  <a:gd name="connsiteX1238" fmla="*/ 1996345 w 4325492"/>
                  <a:gd name="connsiteY1238" fmla="*/ 187928 h 3067050"/>
                  <a:gd name="connsiteX1239" fmla="*/ 1994345 w 4325492"/>
                  <a:gd name="connsiteY1239" fmla="*/ 197358 h 3067050"/>
                  <a:gd name="connsiteX1240" fmla="*/ 1957102 w 4325492"/>
                  <a:gd name="connsiteY1240" fmla="*/ 222028 h 3067050"/>
                  <a:gd name="connsiteX1241" fmla="*/ 1953197 w 4325492"/>
                  <a:gd name="connsiteY1241" fmla="*/ 223266 h 3067050"/>
                  <a:gd name="connsiteX1242" fmla="*/ 2649474 w 4325492"/>
                  <a:gd name="connsiteY1242" fmla="*/ 184213 h 3067050"/>
                  <a:gd name="connsiteX1243" fmla="*/ 2642711 w 4325492"/>
                  <a:gd name="connsiteY1243" fmla="*/ 177736 h 3067050"/>
                  <a:gd name="connsiteX1244" fmla="*/ 2642711 w 4325492"/>
                  <a:gd name="connsiteY1244" fmla="*/ 177260 h 3067050"/>
                  <a:gd name="connsiteX1245" fmla="*/ 2642711 w 4325492"/>
                  <a:gd name="connsiteY1245" fmla="*/ 176784 h 3067050"/>
                  <a:gd name="connsiteX1246" fmla="*/ 2638044 w 4325492"/>
                  <a:gd name="connsiteY1246" fmla="*/ 134112 h 3067050"/>
                  <a:gd name="connsiteX1247" fmla="*/ 2638044 w 4325492"/>
                  <a:gd name="connsiteY1247" fmla="*/ 133921 h 3067050"/>
                  <a:gd name="connsiteX1248" fmla="*/ 2637854 w 4325492"/>
                  <a:gd name="connsiteY1248" fmla="*/ 132588 h 3067050"/>
                  <a:gd name="connsiteX1249" fmla="*/ 2643473 w 4325492"/>
                  <a:gd name="connsiteY1249" fmla="*/ 126111 h 3067050"/>
                  <a:gd name="connsiteX1250" fmla="*/ 2651284 w 4325492"/>
                  <a:gd name="connsiteY1250" fmla="*/ 131731 h 3067050"/>
                  <a:gd name="connsiteX1251" fmla="*/ 2656237 w 4325492"/>
                  <a:gd name="connsiteY1251" fmla="*/ 175926 h 3067050"/>
                  <a:gd name="connsiteX1252" fmla="*/ 2656237 w 4325492"/>
                  <a:gd name="connsiteY1252" fmla="*/ 176593 h 3067050"/>
                  <a:gd name="connsiteX1253" fmla="*/ 2656237 w 4325492"/>
                  <a:gd name="connsiteY1253" fmla="*/ 177070 h 3067050"/>
                  <a:gd name="connsiteX1254" fmla="*/ 2649951 w 4325492"/>
                  <a:gd name="connsiteY1254" fmla="*/ 184213 h 3067050"/>
                  <a:gd name="connsiteX1255" fmla="*/ 2649474 w 4325492"/>
                  <a:gd name="connsiteY1255" fmla="*/ 184213 h 3067050"/>
                  <a:gd name="connsiteX1256" fmla="*/ 2028635 w 4325492"/>
                  <a:gd name="connsiteY1256" fmla="*/ 174593 h 3067050"/>
                  <a:gd name="connsiteX1257" fmla="*/ 2023015 w 4325492"/>
                  <a:gd name="connsiteY1257" fmla="*/ 171259 h 3067050"/>
                  <a:gd name="connsiteX1258" fmla="*/ 2021872 w 4325492"/>
                  <a:gd name="connsiteY1258" fmla="*/ 167926 h 3067050"/>
                  <a:gd name="connsiteX1259" fmla="*/ 2025206 w 4325492"/>
                  <a:gd name="connsiteY1259" fmla="*/ 162115 h 3067050"/>
                  <a:gd name="connsiteX1260" fmla="*/ 2064068 w 4325492"/>
                  <a:gd name="connsiteY1260" fmla="*/ 139255 h 3067050"/>
                  <a:gd name="connsiteX1261" fmla="*/ 2073021 w 4325492"/>
                  <a:gd name="connsiteY1261" fmla="*/ 141732 h 3067050"/>
                  <a:gd name="connsiteX1262" fmla="*/ 2070545 w 4325492"/>
                  <a:gd name="connsiteY1262" fmla="*/ 150971 h 3067050"/>
                  <a:gd name="connsiteX1263" fmla="*/ 2032159 w 4325492"/>
                  <a:gd name="connsiteY1263" fmla="*/ 173641 h 3067050"/>
                  <a:gd name="connsiteX1264" fmla="*/ 2028635 w 4325492"/>
                  <a:gd name="connsiteY1264" fmla="*/ 174593 h 3067050"/>
                  <a:gd name="connsiteX1265" fmla="*/ 2106740 w 4325492"/>
                  <a:gd name="connsiteY1265" fmla="*/ 129921 h 3067050"/>
                  <a:gd name="connsiteX1266" fmla="*/ 2100644 w 4325492"/>
                  <a:gd name="connsiteY1266" fmla="*/ 126301 h 3067050"/>
                  <a:gd name="connsiteX1267" fmla="*/ 2099977 w 4325492"/>
                  <a:gd name="connsiteY1267" fmla="*/ 123158 h 3067050"/>
                  <a:gd name="connsiteX1268" fmla="*/ 2103311 w 4325492"/>
                  <a:gd name="connsiteY1268" fmla="*/ 117062 h 3067050"/>
                  <a:gd name="connsiteX1269" fmla="*/ 2143506 w 4325492"/>
                  <a:gd name="connsiteY1269" fmla="*/ 96679 h 3067050"/>
                  <a:gd name="connsiteX1270" fmla="*/ 2152745 w 4325492"/>
                  <a:gd name="connsiteY1270" fmla="*/ 99822 h 3067050"/>
                  <a:gd name="connsiteX1271" fmla="*/ 2152936 w 4325492"/>
                  <a:gd name="connsiteY1271" fmla="*/ 104965 h 3067050"/>
                  <a:gd name="connsiteX1272" fmla="*/ 2149602 w 4325492"/>
                  <a:gd name="connsiteY1272" fmla="*/ 108775 h 3067050"/>
                  <a:gd name="connsiteX1273" fmla="*/ 2109883 w 4325492"/>
                  <a:gd name="connsiteY1273" fmla="*/ 128968 h 3067050"/>
                  <a:gd name="connsiteX1274" fmla="*/ 2106740 w 4325492"/>
                  <a:gd name="connsiteY1274" fmla="*/ 129921 h 3067050"/>
                  <a:gd name="connsiteX1275" fmla="*/ 2633472 w 4325492"/>
                  <a:gd name="connsiteY1275" fmla="*/ 96012 h 3067050"/>
                  <a:gd name="connsiteX1276" fmla="*/ 2627186 w 4325492"/>
                  <a:gd name="connsiteY1276" fmla="*/ 91535 h 3067050"/>
                  <a:gd name="connsiteX1277" fmla="*/ 2607183 w 4325492"/>
                  <a:gd name="connsiteY1277" fmla="*/ 53816 h 3067050"/>
                  <a:gd name="connsiteX1278" fmla="*/ 2605850 w 4325492"/>
                  <a:gd name="connsiteY1278" fmla="*/ 49816 h 3067050"/>
                  <a:gd name="connsiteX1279" fmla="*/ 2608517 w 4325492"/>
                  <a:gd name="connsiteY1279" fmla="*/ 44386 h 3067050"/>
                  <a:gd name="connsiteX1280" fmla="*/ 2617946 w 4325492"/>
                  <a:gd name="connsiteY1280" fmla="*/ 45720 h 3067050"/>
                  <a:gd name="connsiteX1281" fmla="*/ 2639759 w 4325492"/>
                  <a:gd name="connsiteY1281" fmla="*/ 87058 h 3067050"/>
                  <a:gd name="connsiteX1282" fmla="*/ 2635758 w 4325492"/>
                  <a:gd name="connsiteY1282" fmla="*/ 95631 h 3067050"/>
                  <a:gd name="connsiteX1283" fmla="*/ 2633472 w 4325492"/>
                  <a:gd name="connsiteY1283" fmla="*/ 96012 h 3067050"/>
                  <a:gd name="connsiteX1284" fmla="*/ 2187321 w 4325492"/>
                  <a:gd name="connsiteY1284" fmla="*/ 90392 h 3067050"/>
                  <a:gd name="connsiteX1285" fmla="*/ 2181225 w 4325492"/>
                  <a:gd name="connsiteY1285" fmla="*/ 86392 h 3067050"/>
                  <a:gd name="connsiteX1286" fmla="*/ 2180559 w 4325492"/>
                  <a:gd name="connsiteY1286" fmla="*/ 83915 h 3067050"/>
                  <a:gd name="connsiteX1287" fmla="*/ 2184559 w 4325492"/>
                  <a:gd name="connsiteY1287" fmla="*/ 77629 h 3067050"/>
                  <a:gd name="connsiteX1288" fmla="*/ 2226278 w 4325492"/>
                  <a:gd name="connsiteY1288" fmla="*/ 60388 h 3067050"/>
                  <a:gd name="connsiteX1289" fmla="*/ 2235041 w 4325492"/>
                  <a:gd name="connsiteY1289" fmla="*/ 64198 h 3067050"/>
                  <a:gd name="connsiteX1290" fmla="*/ 2231231 w 4325492"/>
                  <a:gd name="connsiteY1290" fmla="*/ 72961 h 3067050"/>
                  <a:gd name="connsiteX1291" fmla="*/ 2189893 w 4325492"/>
                  <a:gd name="connsiteY1291" fmla="*/ 90011 h 3067050"/>
                  <a:gd name="connsiteX1292" fmla="*/ 2187321 w 4325492"/>
                  <a:gd name="connsiteY1292" fmla="*/ 90392 h 3067050"/>
                  <a:gd name="connsiteX1293" fmla="*/ 2271046 w 4325492"/>
                  <a:gd name="connsiteY1293" fmla="*/ 58102 h 3067050"/>
                  <a:gd name="connsiteX1294" fmla="*/ 2264569 w 4325492"/>
                  <a:gd name="connsiteY1294" fmla="*/ 53435 h 3067050"/>
                  <a:gd name="connsiteX1295" fmla="*/ 2264378 w 4325492"/>
                  <a:gd name="connsiteY1295" fmla="*/ 51435 h 3067050"/>
                  <a:gd name="connsiteX1296" fmla="*/ 2268855 w 4325492"/>
                  <a:gd name="connsiteY1296" fmla="*/ 44958 h 3067050"/>
                  <a:gd name="connsiteX1297" fmla="*/ 2312194 w 4325492"/>
                  <a:gd name="connsiteY1297" fmla="*/ 31909 h 3067050"/>
                  <a:gd name="connsiteX1298" fmla="*/ 2320481 w 4325492"/>
                  <a:gd name="connsiteY1298" fmla="*/ 36671 h 3067050"/>
                  <a:gd name="connsiteX1299" fmla="*/ 2315813 w 4325492"/>
                  <a:gd name="connsiteY1299" fmla="*/ 44958 h 3067050"/>
                  <a:gd name="connsiteX1300" fmla="*/ 2273141 w 4325492"/>
                  <a:gd name="connsiteY1300" fmla="*/ 57721 h 3067050"/>
                  <a:gd name="connsiteX1301" fmla="*/ 2271046 w 4325492"/>
                  <a:gd name="connsiteY1301" fmla="*/ 58102 h 3067050"/>
                  <a:gd name="connsiteX1302" fmla="*/ 2357628 w 4325492"/>
                  <a:gd name="connsiteY1302" fmla="*/ 34480 h 3067050"/>
                  <a:gd name="connsiteX1303" fmla="*/ 2350865 w 4325492"/>
                  <a:gd name="connsiteY1303" fmla="*/ 29146 h 3067050"/>
                  <a:gd name="connsiteX1304" fmla="*/ 2350865 w 4325492"/>
                  <a:gd name="connsiteY1304" fmla="*/ 28003 h 3067050"/>
                  <a:gd name="connsiteX1305" fmla="*/ 2356295 w 4325492"/>
                  <a:gd name="connsiteY1305" fmla="*/ 21241 h 3067050"/>
                  <a:gd name="connsiteX1306" fmla="*/ 2377631 w 4325492"/>
                  <a:gd name="connsiteY1306" fmla="*/ 16573 h 3067050"/>
                  <a:gd name="connsiteX1307" fmla="*/ 2400110 w 4325492"/>
                  <a:gd name="connsiteY1307" fmla="*/ 11906 h 3067050"/>
                  <a:gd name="connsiteX1308" fmla="*/ 2408206 w 4325492"/>
                  <a:gd name="connsiteY1308" fmla="*/ 17050 h 3067050"/>
                  <a:gd name="connsiteX1309" fmla="*/ 2402777 w 4325492"/>
                  <a:gd name="connsiteY1309" fmla="*/ 24955 h 3067050"/>
                  <a:gd name="connsiteX1310" fmla="*/ 2380297 w 4325492"/>
                  <a:gd name="connsiteY1310" fmla="*/ 29908 h 3067050"/>
                  <a:gd name="connsiteX1311" fmla="*/ 2358962 w 4325492"/>
                  <a:gd name="connsiteY1311" fmla="*/ 34576 h 3067050"/>
                  <a:gd name="connsiteX1312" fmla="*/ 2357628 w 4325492"/>
                  <a:gd name="connsiteY1312" fmla="*/ 34480 h 3067050"/>
                  <a:gd name="connsiteX1313" fmla="*/ 2578322 w 4325492"/>
                  <a:gd name="connsiteY1313" fmla="*/ 28480 h 3067050"/>
                  <a:gd name="connsiteX1314" fmla="*/ 2575370 w 4325492"/>
                  <a:gd name="connsiteY1314" fmla="*/ 28003 h 3067050"/>
                  <a:gd name="connsiteX1315" fmla="*/ 2565273 w 4325492"/>
                  <a:gd name="connsiteY1315" fmla="*/ 24193 h 3067050"/>
                  <a:gd name="connsiteX1316" fmla="*/ 2533841 w 4325492"/>
                  <a:gd name="connsiteY1316" fmla="*/ 16764 h 3067050"/>
                  <a:gd name="connsiteX1317" fmla="*/ 2528221 w 4325492"/>
                  <a:gd name="connsiteY1317" fmla="*/ 10001 h 3067050"/>
                  <a:gd name="connsiteX1318" fmla="*/ 2528411 w 4325492"/>
                  <a:gd name="connsiteY1318" fmla="*/ 9144 h 3067050"/>
                  <a:gd name="connsiteX1319" fmla="*/ 2536031 w 4325492"/>
                  <a:gd name="connsiteY1319" fmla="*/ 3524 h 3067050"/>
                  <a:gd name="connsiteX1320" fmla="*/ 2568988 w 4325492"/>
                  <a:gd name="connsiteY1320" fmla="*/ 11144 h 3067050"/>
                  <a:gd name="connsiteX1321" fmla="*/ 2580894 w 4325492"/>
                  <a:gd name="connsiteY1321" fmla="*/ 15621 h 3067050"/>
                  <a:gd name="connsiteX1322" fmla="*/ 2584228 w 4325492"/>
                  <a:gd name="connsiteY1322" fmla="*/ 24574 h 3067050"/>
                  <a:gd name="connsiteX1323" fmla="*/ 2578322 w 4325492"/>
                  <a:gd name="connsiteY1323" fmla="*/ 28480 h 3067050"/>
                  <a:gd name="connsiteX1324" fmla="*/ 2445639 w 4325492"/>
                  <a:gd name="connsiteY1324" fmla="*/ 17050 h 3067050"/>
                  <a:gd name="connsiteX1325" fmla="*/ 2438876 w 4325492"/>
                  <a:gd name="connsiteY1325" fmla="*/ 11239 h 3067050"/>
                  <a:gd name="connsiteX1326" fmla="*/ 2438876 w 4325492"/>
                  <a:gd name="connsiteY1326" fmla="*/ 10096 h 3067050"/>
                  <a:gd name="connsiteX1327" fmla="*/ 2444496 w 4325492"/>
                  <a:gd name="connsiteY1327" fmla="*/ 3619 h 3067050"/>
                  <a:gd name="connsiteX1328" fmla="*/ 2490311 w 4325492"/>
                  <a:gd name="connsiteY1328" fmla="*/ 0 h 3067050"/>
                  <a:gd name="connsiteX1329" fmla="*/ 2497074 w 4325492"/>
                  <a:gd name="connsiteY1329" fmla="*/ 6477 h 3067050"/>
                  <a:gd name="connsiteX1330" fmla="*/ 2490311 w 4325492"/>
                  <a:gd name="connsiteY1330" fmla="*/ 13430 h 3067050"/>
                  <a:gd name="connsiteX1331" fmla="*/ 2446592 w 4325492"/>
                  <a:gd name="connsiteY1331" fmla="*/ 16764 h 3067050"/>
                  <a:gd name="connsiteX1332" fmla="*/ 2445639 w 4325492"/>
                  <a:gd name="connsiteY1332" fmla="*/ 17050 h 3067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  <a:cxn ang="0">
                    <a:pos x="connsiteX1017" y="connsiteY1017"/>
                  </a:cxn>
                  <a:cxn ang="0">
                    <a:pos x="connsiteX1018" y="connsiteY1018"/>
                  </a:cxn>
                  <a:cxn ang="0">
                    <a:pos x="connsiteX1019" y="connsiteY1019"/>
                  </a:cxn>
                  <a:cxn ang="0">
                    <a:pos x="connsiteX1020" y="connsiteY1020"/>
                  </a:cxn>
                  <a:cxn ang="0">
                    <a:pos x="connsiteX1021" y="connsiteY1021"/>
                  </a:cxn>
                  <a:cxn ang="0">
                    <a:pos x="connsiteX1022" y="connsiteY1022"/>
                  </a:cxn>
                  <a:cxn ang="0">
                    <a:pos x="connsiteX1023" y="connsiteY1023"/>
                  </a:cxn>
                  <a:cxn ang="0">
                    <a:pos x="connsiteX1024" y="connsiteY1024"/>
                  </a:cxn>
                  <a:cxn ang="0">
                    <a:pos x="connsiteX1025" y="connsiteY1025"/>
                  </a:cxn>
                  <a:cxn ang="0">
                    <a:pos x="connsiteX1026" y="connsiteY1026"/>
                  </a:cxn>
                  <a:cxn ang="0">
                    <a:pos x="connsiteX1027" y="connsiteY1027"/>
                  </a:cxn>
                  <a:cxn ang="0">
                    <a:pos x="connsiteX1028" y="connsiteY1028"/>
                  </a:cxn>
                  <a:cxn ang="0">
                    <a:pos x="connsiteX1029" y="connsiteY1029"/>
                  </a:cxn>
                  <a:cxn ang="0">
                    <a:pos x="connsiteX1030" y="connsiteY1030"/>
                  </a:cxn>
                  <a:cxn ang="0">
                    <a:pos x="connsiteX1031" y="connsiteY1031"/>
                  </a:cxn>
                  <a:cxn ang="0">
                    <a:pos x="connsiteX1032" y="connsiteY1032"/>
                  </a:cxn>
                  <a:cxn ang="0">
                    <a:pos x="connsiteX1033" y="connsiteY1033"/>
                  </a:cxn>
                  <a:cxn ang="0">
                    <a:pos x="connsiteX1034" y="connsiteY1034"/>
                  </a:cxn>
                  <a:cxn ang="0">
                    <a:pos x="connsiteX1035" y="connsiteY1035"/>
                  </a:cxn>
                  <a:cxn ang="0">
                    <a:pos x="connsiteX1036" y="connsiteY1036"/>
                  </a:cxn>
                  <a:cxn ang="0">
                    <a:pos x="connsiteX1037" y="connsiteY1037"/>
                  </a:cxn>
                  <a:cxn ang="0">
                    <a:pos x="connsiteX1038" y="connsiteY1038"/>
                  </a:cxn>
                  <a:cxn ang="0">
                    <a:pos x="connsiteX1039" y="connsiteY1039"/>
                  </a:cxn>
                  <a:cxn ang="0">
                    <a:pos x="connsiteX1040" y="connsiteY1040"/>
                  </a:cxn>
                  <a:cxn ang="0">
                    <a:pos x="connsiteX1041" y="connsiteY1041"/>
                  </a:cxn>
                  <a:cxn ang="0">
                    <a:pos x="connsiteX1042" y="connsiteY1042"/>
                  </a:cxn>
                  <a:cxn ang="0">
                    <a:pos x="connsiteX1043" y="connsiteY1043"/>
                  </a:cxn>
                  <a:cxn ang="0">
                    <a:pos x="connsiteX1044" y="connsiteY1044"/>
                  </a:cxn>
                  <a:cxn ang="0">
                    <a:pos x="connsiteX1045" y="connsiteY1045"/>
                  </a:cxn>
                  <a:cxn ang="0">
                    <a:pos x="connsiteX1046" y="connsiteY1046"/>
                  </a:cxn>
                  <a:cxn ang="0">
                    <a:pos x="connsiteX1047" y="connsiteY1047"/>
                  </a:cxn>
                  <a:cxn ang="0">
                    <a:pos x="connsiteX1048" y="connsiteY1048"/>
                  </a:cxn>
                  <a:cxn ang="0">
                    <a:pos x="connsiteX1049" y="connsiteY1049"/>
                  </a:cxn>
                  <a:cxn ang="0">
                    <a:pos x="connsiteX1050" y="connsiteY1050"/>
                  </a:cxn>
                  <a:cxn ang="0">
                    <a:pos x="connsiteX1051" y="connsiteY1051"/>
                  </a:cxn>
                  <a:cxn ang="0">
                    <a:pos x="connsiteX1052" y="connsiteY1052"/>
                  </a:cxn>
                  <a:cxn ang="0">
                    <a:pos x="connsiteX1053" y="connsiteY1053"/>
                  </a:cxn>
                  <a:cxn ang="0">
                    <a:pos x="connsiteX1054" y="connsiteY1054"/>
                  </a:cxn>
                  <a:cxn ang="0">
                    <a:pos x="connsiteX1055" y="connsiteY1055"/>
                  </a:cxn>
                  <a:cxn ang="0">
                    <a:pos x="connsiteX1056" y="connsiteY1056"/>
                  </a:cxn>
                  <a:cxn ang="0">
                    <a:pos x="connsiteX1057" y="connsiteY1057"/>
                  </a:cxn>
                  <a:cxn ang="0">
                    <a:pos x="connsiteX1058" y="connsiteY1058"/>
                  </a:cxn>
                  <a:cxn ang="0">
                    <a:pos x="connsiteX1059" y="connsiteY1059"/>
                  </a:cxn>
                  <a:cxn ang="0">
                    <a:pos x="connsiteX1060" y="connsiteY1060"/>
                  </a:cxn>
                  <a:cxn ang="0">
                    <a:pos x="connsiteX1061" y="connsiteY1061"/>
                  </a:cxn>
                  <a:cxn ang="0">
                    <a:pos x="connsiteX1062" y="connsiteY1062"/>
                  </a:cxn>
                  <a:cxn ang="0">
                    <a:pos x="connsiteX1063" y="connsiteY1063"/>
                  </a:cxn>
                  <a:cxn ang="0">
                    <a:pos x="connsiteX1064" y="connsiteY1064"/>
                  </a:cxn>
                  <a:cxn ang="0">
                    <a:pos x="connsiteX1065" y="connsiteY1065"/>
                  </a:cxn>
                  <a:cxn ang="0">
                    <a:pos x="connsiteX1066" y="connsiteY1066"/>
                  </a:cxn>
                  <a:cxn ang="0">
                    <a:pos x="connsiteX1067" y="connsiteY1067"/>
                  </a:cxn>
                  <a:cxn ang="0">
                    <a:pos x="connsiteX1068" y="connsiteY1068"/>
                  </a:cxn>
                  <a:cxn ang="0">
                    <a:pos x="connsiteX1069" y="connsiteY1069"/>
                  </a:cxn>
                  <a:cxn ang="0">
                    <a:pos x="connsiteX1070" y="connsiteY1070"/>
                  </a:cxn>
                  <a:cxn ang="0">
                    <a:pos x="connsiteX1071" y="connsiteY1071"/>
                  </a:cxn>
                  <a:cxn ang="0">
                    <a:pos x="connsiteX1072" y="connsiteY1072"/>
                  </a:cxn>
                  <a:cxn ang="0">
                    <a:pos x="connsiteX1073" y="connsiteY1073"/>
                  </a:cxn>
                  <a:cxn ang="0">
                    <a:pos x="connsiteX1074" y="connsiteY1074"/>
                  </a:cxn>
                  <a:cxn ang="0">
                    <a:pos x="connsiteX1075" y="connsiteY1075"/>
                  </a:cxn>
                  <a:cxn ang="0">
                    <a:pos x="connsiteX1076" y="connsiteY1076"/>
                  </a:cxn>
                  <a:cxn ang="0">
                    <a:pos x="connsiteX1077" y="connsiteY1077"/>
                  </a:cxn>
                  <a:cxn ang="0">
                    <a:pos x="connsiteX1078" y="connsiteY1078"/>
                  </a:cxn>
                  <a:cxn ang="0">
                    <a:pos x="connsiteX1079" y="connsiteY1079"/>
                  </a:cxn>
                  <a:cxn ang="0">
                    <a:pos x="connsiteX1080" y="connsiteY1080"/>
                  </a:cxn>
                  <a:cxn ang="0">
                    <a:pos x="connsiteX1081" y="connsiteY1081"/>
                  </a:cxn>
                  <a:cxn ang="0">
                    <a:pos x="connsiteX1082" y="connsiteY1082"/>
                  </a:cxn>
                  <a:cxn ang="0">
                    <a:pos x="connsiteX1083" y="connsiteY1083"/>
                  </a:cxn>
                  <a:cxn ang="0">
                    <a:pos x="connsiteX1084" y="connsiteY1084"/>
                  </a:cxn>
                  <a:cxn ang="0">
                    <a:pos x="connsiteX1085" y="connsiteY1085"/>
                  </a:cxn>
                  <a:cxn ang="0">
                    <a:pos x="connsiteX1086" y="connsiteY1086"/>
                  </a:cxn>
                  <a:cxn ang="0">
                    <a:pos x="connsiteX1087" y="connsiteY1087"/>
                  </a:cxn>
                  <a:cxn ang="0">
                    <a:pos x="connsiteX1088" y="connsiteY1088"/>
                  </a:cxn>
                  <a:cxn ang="0">
                    <a:pos x="connsiteX1089" y="connsiteY1089"/>
                  </a:cxn>
                  <a:cxn ang="0">
                    <a:pos x="connsiteX1090" y="connsiteY1090"/>
                  </a:cxn>
                  <a:cxn ang="0">
                    <a:pos x="connsiteX1091" y="connsiteY1091"/>
                  </a:cxn>
                  <a:cxn ang="0">
                    <a:pos x="connsiteX1092" y="connsiteY1092"/>
                  </a:cxn>
                  <a:cxn ang="0">
                    <a:pos x="connsiteX1093" y="connsiteY1093"/>
                  </a:cxn>
                  <a:cxn ang="0">
                    <a:pos x="connsiteX1094" y="connsiteY1094"/>
                  </a:cxn>
                  <a:cxn ang="0">
                    <a:pos x="connsiteX1095" y="connsiteY1095"/>
                  </a:cxn>
                  <a:cxn ang="0">
                    <a:pos x="connsiteX1096" y="connsiteY1096"/>
                  </a:cxn>
                  <a:cxn ang="0">
                    <a:pos x="connsiteX1097" y="connsiteY1097"/>
                  </a:cxn>
                  <a:cxn ang="0">
                    <a:pos x="connsiteX1098" y="connsiteY1098"/>
                  </a:cxn>
                  <a:cxn ang="0">
                    <a:pos x="connsiteX1099" y="connsiteY1099"/>
                  </a:cxn>
                  <a:cxn ang="0">
                    <a:pos x="connsiteX1100" y="connsiteY1100"/>
                  </a:cxn>
                  <a:cxn ang="0">
                    <a:pos x="connsiteX1101" y="connsiteY1101"/>
                  </a:cxn>
                  <a:cxn ang="0">
                    <a:pos x="connsiteX1102" y="connsiteY1102"/>
                  </a:cxn>
                  <a:cxn ang="0">
                    <a:pos x="connsiteX1103" y="connsiteY1103"/>
                  </a:cxn>
                  <a:cxn ang="0">
                    <a:pos x="connsiteX1104" y="connsiteY1104"/>
                  </a:cxn>
                  <a:cxn ang="0">
                    <a:pos x="connsiteX1105" y="connsiteY1105"/>
                  </a:cxn>
                  <a:cxn ang="0">
                    <a:pos x="connsiteX1106" y="connsiteY1106"/>
                  </a:cxn>
                  <a:cxn ang="0">
                    <a:pos x="connsiteX1107" y="connsiteY1107"/>
                  </a:cxn>
                  <a:cxn ang="0">
                    <a:pos x="connsiteX1108" y="connsiteY1108"/>
                  </a:cxn>
                  <a:cxn ang="0">
                    <a:pos x="connsiteX1109" y="connsiteY1109"/>
                  </a:cxn>
                  <a:cxn ang="0">
                    <a:pos x="connsiteX1110" y="connsiteY1110"/>
                  </a:cxn>
                  <a:cxn ang="0">
                    <a:pos x="connsiteX1111" y="connsiteY1111"/>
                  </a:cxn>
                  <a:cxn ang="0">
                    <a:pos x="connsiteX1112" y="connsiteY1112"/>
                  </a:cxn>
                  <a:cxn ang="0">
                    <a:pos x="connsiteX1113" y="connsiteY1113"/>
                  </a:cxn>
                  <a:cxn ang="0">
                    <a:pos x="connsiteX1114" y="connsiteY1114"/>
                  </a:cxn>
                  <a:cxn ang="0">
                    <a:pos x="connsiteX1115" y="connsiteY1115"/>
                  </a:cxn>
                  <a:cxn ang="0">
                    <a:pos x="connsiteX1116" y="connsiteY1116"/>
                  </a:cxn>
                  <a:cxn ang="0">
                    <a:pos x="connsiteX1117" y="connsiteY1117"/>
                  </a:cxn>
                  <a:cxn ang="0">
                    <a:pos x="connsiteX1118" y="connsiteY1118"/>
                  </a:cxn>
                  <a:cxn ang="0">
                    <a:pos x="connsiteX1119" y="connsiteY1119"/>
                  </a:cxn>
                  <a:cxn ang="0">
                    <a:pos x="connsiteX1120" y="connsiteY1120"/>
                  </a:cxn>
                  <a:cxn ang="0">
                    <a:pos x="connsiteX1121" y="connsiteY1121"/>
                  </a:cxn>
                  <a:cxn ang="0">
                    <a:pos x="connsiteX1122" y="connsiteY1122"/>
                  </a:cxn>
                  <a:cxn ang="0">
                    <a:pos x="connsiteX1123" y="connsiteY1123"/>
                  </a:cxn>
                  <a:cxn ang="0">
                    <a:pos x="connsiteX1124" y="connsiteY1124"/>
                  </a:cxn>
                  <a:cxn ang="0">
                    <a:pos x="connsiteX1125" y="connsiteY1125"/>
                  </a:cxn>
                  <a:cxn ang="0">
                    <a:pos x="connsiteX1126" y="connsiteY1126"/>
                  </a:cxn>
                  <a:cxn ang="0">
                    <a:pos x="connsiteX1127" y="connsiteY1127"/>
                  </a:cxn>
                  <a:cxn ang="0">
                    <a:pos x="connsiteX1128" y="connsiteY1128"/>
                  </a:cxn>
                  <a:cxn ang="0">
                    <a:pos x="connsiteX1129" y="connsiteY1129"/>
                  </a:cxn>
                  <a:cxn ang="0">
                    <a:pos x="connsiteX1130" y="connsiteY1130"/>
                  </a:cxn>
                  <a:cxn ang="0">
                    <a:pos x="connsiteX1131" y="connsiteY1131"/>
                  </a:cxn>
                  <a:cxn ang="0">
                    <a:pos x="connsiteX1132" y="connsiteY1132"/>
                  </a:cxn>
                  <a:cxn ang="0">
                    <a:pos x="connsiteX1133" y="connsiteY1133"/>
                  </a:cxn>
                  <a:cxn ang="0">
                    <a:pos x="connsiteX1134" y="connsiteY1134"/>
                  </a:cxn>
                  <a:cxn ang="0">
                    <a:pos x="connsiteX1135" y="connsiteY1135"/>
                  </a:cxn>
                  <a:cxn ang="0">
                    <a:pos x="connsiteX1136" y="connsiteY1136"/>
                  </a:cxn>
                  <a:cxn ang="0">
                    <a:pos x="connsiteX1137" y="connsiteY1137"/>
                  </a:cxn>
                  <a:cxn ang="0">
                    <a:pos x="connsiteX1138" y="connsiteY1138"/>
                  </a:cxn>
                  <a:cxn ang="0">
                    <a:pos x="connsiteX1139" y="connsiteY1139"/>
                  </a:cxn>
                  <a:cxn ang="0">
                    <a:pos x="connsiteX1140" y="connsiteY1140"/>
                  </a:cxn>
                  <a:cxn ang="0">
                    <a:pos x="connsiteX1141" y="connsiteY1141"/>
                  </a:cxn>
                  <a:cxn ang="0">
                    <a:pos x="connsiteX1142" y="connsiteY1142"/>
                  </a:cxn>
                  <a:cxn ang="0">
                    <a:pos x="connsiteX1143" y="connsiteY1143"/>
                  </a:cxn>
                  <a:cxn ang="0">
                    <a:pos x="connsiteX1144" y="connsiteY1144"/>
                  </a:cxn>
                  <a:cxn ang="0">
                    <a:pos x="connsiteX1145" y="connsiteY1145"/>
                  </a:cxn>
                  <a:cxn ang="0">
                    <a:pos x="connsiteX1146" y="connsiteY1146"/>
                  </a:cxn>
                  <a:cxn ang="0">
                    <a:pos x="connsiteX1147" y="connsiteY1147"/>
                  </a:cxn>
                  <a:cxn ang="0">
                    <a:pos x="connsiteX1148" y="connsiteY1148"/>
                  </a:cxn>
                  <a:cxn ang="0">
                    <a:pos x="connsiteX1149" y="connsiteY1149"/>
                  </a:cxn>
                  <a:cxn ang="0">
                    <a:pos x="connsiteX1150" y="connsiteY1150"/>
                  </a:cxn>
                  <a:cxn ang="0">
                    <a:pos x="connsiteX1151" y="connsiteY1151"/>
                  </a:cxn>
                  <a:cxn ang="0">
                    <a:pos x="connsiteX1152" y="connsiteY1152"/>
                  </a:cxn>
                  <a:cxn ang="0">
                    <a:pos x="connsiteX1153" y="connsiteY1153"/>
                  </a:cxn>
                  <a:cxn ang="0">
                    <a:pos x="connsiteX1154" y="connsiteY1154"/>
                  </a:cxn>
                  <a:cxn ang="0">
                    <a:pos x="connsiteX1155" y="connsiteY1155"/>
                  </a:cxn>
                  <a:cxn ang="0">
                    <a:pos x="connsiteX1156" y="connsiteY1156"/>
                  </a:cxn>
                  <a:cxn ang="0">
                    <a:pos x="connsiteX1157" y="connsiteY1157"/>
                  </a:cxn>
                  <a:cxn ang="0">
                    <a:pos x="connsiteX1158" y="connsiteY1158"/>
                  </a:cxn>
                  <a:cxn ang="0">
                    <a:pos x="connsiteX1159" y="connsiteY1159"/>
                  </a:cxn>
                  <a:cxn ang="0">
                    <a:pos x="connsiteX1160" y="connsiteY1160"/>
                  </a:cxn>
                  <a:cxn ang="0">
                    <a:pos x="connsiteX1161" y="connsiteY1161"/>
                  </a:cxn>
                  <a:cxn ang="0">
                    <a:pos x="connsiteX1162" y="connsiteY1162"/>
                  </a:cxn>
                  <a:cxn ang="0">
                    <a:pos x="connsiteX1163" y="connsiteY1163"/>
                  </a:cxn>
                  <a:cxn ang="0">
                    <a:pos x="connsiteX1164" y="connsiteY1164"/>
                  </a:cxn>
                  <a:cxn ang="0">
                    <a:pos x="connsiteX1165" y="connsiteY1165"/>
                  </a:cxn>
                  <a:cxn ang="0">
                    <a:pos x="connsiteX1166" y="connsiteY1166"/>
                  </a:cxn>
                  <a:cxn ang="0">
                    <a:pos x="connsiteX1167" y="connsiteY1167"/>
                  </a:cxn>
                  <a:cxn ang="0">
                    <a:pos x="connsiteX1168" y="connsiteY1168"/>
                  </a:cxn>
                  <a:cxn ang="0">
                    <a:pos x="connsiteX1169" y="connsiteY1169"/>
                  </a:cxn>
                  <a:cxn ang="0">
                    <a:pos x="connsiteX1170" y="connsiteY1170"/>
                  </a:cxn>
                  <a:cxn ang="0">
                    <a:pos x="connsiteX1171" y="connsiteY1171"/>
                  </a:cxn>
                  <a:cxn ang="0">
                    <a:pos x="connsiteX1172" y="connsiteY1172"/>
                  </a:cxn>
                  <a:cxn ang="0">
                    <a:pos x="connsiteX1173" y="connsiteY1173"/>
                  </a:cxn>
                  <a:cxn ang="0">
                    <a:pos x="connsiteX1174" y="connsiteY1174"/>
                  </a:cxn>
                  <a:cxn ang="0">
                    <a:pos x="connsiteX1175" y="connsiteY1175"/>
                  </a:cxn>
                  <a:cxn ang="0">
                    <a:pos x="connsiteX1176" y="connsiteY1176"/>
                  </a:cxn>
                  <a:cxn ang="0">
                    <a:pos x="connsiteX1177" y="connsiteY1177"/>
                  </a:cxn>
                  <a:cxn ang="0">
                    <a:pos x="connsiteX1178" y="connsiteY1178"/>
                  </a:cxn>
                  <a:cxn ang="0">
                    <a:pos x="connsiteX1179" y="connsiteY1179"/>
                  </a:cxn>
                  <a:cxn ang="0">
                    <a:pos x="connsiteX1180" y="connsiteY1180"/>
                  </a:cxn>
                  <a:cxn ang="0">
                    <a:pos x="connsiteX1181" y="connsiteY1181"/>
                  </a:cxn>
                  <a:cxn ang="0">
                    <a:pos x="connsiteX1182" y="connsiteY1182"/>
                  </a:cxn>
                  <a:cxn ang="0">
                    <a:pos x="connsiteX1183" y="connsiteY1183"/>
                  </a:cxn>
                  <a:cxn ang="0">
                    <a:pos x="connsiteX1184" y="connsiteY1184"/>
                  </a:cxn>
                  <a:cxn ang="0">
                    <a:pos x="connsiteX1185" y="connsiteY1185"/>
                  </a:cxn>
                  <a:cxn ang="0">
                    <a:pos x="connsiteX1186" y="connsiteY1186"/>
                  </a:cxn>
                  <a:cxn ang="0">
                    <a:pos x="connsiteX1187" y="connsiteY1187"/>
                  </a:cxn>
                  <a:cxn ang="0">
                    <a:pos x="connsiteX1188" y="connsiteY1188"/>
                  </a:cxn>
                  <a:cxn ang="0">
                    <a:pos x="connsiteX1189" y="connsiteY1189"/>
                  </a:cxn>
                  <a:cxn ang="0">
                    <a:pos x="connsiteX1190" y="connsiteY1190"/>
                  </a:cxn>
                  <a:cxn ang="0">
                    <a:pos x="connsiteX1191" y="connsiteY1191"/>
                  </a:cxn>
                  <a:cxn ang="0">
                    <a:pos x="connsiteX1192" y="connsiteY1192"/>
                  </a:cxn>
                  <a:cxn ang="0">
                    <a:pos x="connsiteX1193" y="connsiteY1193"/>
                  </a:cxn>
                  <a:cxn ang="0">
                    <a:pos x="connsiteX1194" y="connsiteY1194"/>
                  </a:cxn>
                  <a:cxn ang="0">
                    <a:pos x="connsiteX1195" y="connsiteY1195"/>
                  </a:cxn>
                  <a:cxn ang="0">
                    <a:pos x="connsiteX1196" y="connsiteY1196"/>
                  </a:cxn>
                  <a:cxn ang="0">
                    <a:pos x="connsiteX1197" y="connsiteY1197"/>
                  </a:cxn>
                  <a:cxn ang="0">
                    <a:pos x="connsiteX1198" y="connsiteY1198"/>
                  </a:cxn>
                  <a:cxn ang="0">
                    <a:pos x="connsiteX1199" y="connsiteY1199"/>
                  </a:cxn>
                  <a:cxn ang="0">
                    <a:pos x="connsiteX1200" y="connsiteY1200"/>
                  </a:cxn>
                  <a:cxn ang="0">
                    <a:pos x="connsiteX1201" y="connsiteY1201"/>
                  </a:cxn>
                  <a:cxn ang="0">
                    <a:pos x="connsiteX1202" y="connsiteY1202"/>
                  </a:cxn>
                  <a:cxn ang="0">
                    <a:pos x="connsiteX1203" y="connsiteY1203"/>
                  </a:cxn>
                  <a:cxn ang="0">
                    <a:pos x="connsiteX1204" y="connsiteY1204"/>
                  </a:cxn>
                  <a:cxn ang="0">
                    <a:pos x="connsiteX1205" y="connsiteY1205"/>
                  </a:cxn>
                  <a:cxn ang="0">
                    <a:pos x="connsiteX1206" y="connsiteY1206"/>
                  </a:cxn>
                  <a:cxn ang="0">
                    <a:pos x="connsiteX1207" y="connsiteY1207"/>
                  </a:cxn>
                  <a:cxn ang="0">
                    <a:pos x="connsiteX1208" y="connsiteY1208"/>
                  </a:cxn>
                  <a:cxn ang="0">
                    <a:pos x="connsiteX1209" y="connsiteY1209"/>
                  </a:cxn>
                  <a:cxn ang="0">
                    <a:pos x="connsiteX1210" y="connsiteY1210"/>
                  </a:cxn>
                  <a:cxn ang="0">
                    <a:pos x="connsiteX1211" y="connsiteY1211"/>
                  </a:cxn>
                  <a:cxn ang="0">
                    <a:pos x="connsiteX1212" y="connsiteY1212"/>
                  </a:cxn>
                  <a:cxn ang="0">
                    <a:pos x="connsiteX1213" y="connsiteY1213"/>
                  </a:cxn>
                  <a:cxn ang="0">
                    <a:pos x="connsiteX1214" y="connsiteY1214"/>
                  </a:cxn>
                  <a:cxn ang="0">
                    <a:pos x="connsiteX1215" y="connsiteY1215"/>
                  </a:cxn>
                  <a:cxn ang="0">
                    <a:pos x="connsiteX1216" y="connsiteY1216"/>
                  </a:cxn>
                  <a:cxn ang="0">
                    <a:pos x="connsiteX1217" y="connsiteY1217"/>
                  </a:cxn>
                  <a:cxn ang="0">
                    <a:pos x="connsiteX1218" y="connsiteY1218"/>
                  </a:cxn>
                  <a:cxn ang="0">
                    <a:pos x="connsiteX1219" y="connsiteY1219"/>
                  </a:cxn>
                  <a:cxn ang="0">
                    <a:pos x="connsiteX1220" y="connsiteY1220"/>
                  </a:cxn>
                  <a:cxn ang="0">
                    <a:pos x="connsiteX1221" y="connsiteY1221"/>
                  </a:cxn>
                  <a:cxn ang="0">
                    <a:pos x="connsiteX1222" y="connsiteY1222"/>
                  </a:cxn>
                  <a:cxn ang="0">
                    <a:pos x="connsiteX1223" y="connsiteY1223"/>
                  </a:cxn>
                  <a:cxn ang="0">
                    <a:pos x="connsiteX1224" y="connsiteY1224"/>
                  </a:cxn>
                  <a:cxn ang="0">
                    <a:pos x="connsiteX1225" y="connsiteY1225"/>
                  </a:cxn>
                  <a:cxn ang="0">
                    <a:pos x="connsiteX1226" y="connsiteY1226"/>
                  </a:cxn>
                  <a:cxn ang="0">
                    <a:pos x="connsiteX1227" y="connsiteY1227"/>
                  </a:cxn>
                  <a:cxn ang="0">
                    <a:pos x="connsiteX1228" y="connsiteY1228"/>
                  </a:cxn>
                  <a:cxn ang="0">
                    <a:pos x="connsiteX1229" y="connsiteY1229"/>
                  </a:cxn>
                  <a:cxn ang="0">
                    <a:pos x="connsiteX1230" y="connsiteY1230"/>
                  </a:cxn>
                  <a:cxn ang="0">
                    <a:pos x="connsiteX1231" y="connsiteY1231"/>
                  </a:cxn>
                  <a:cxn ang="0">
                    <a:pos x="connsiteX1232" y="connsiteY1232"/>
                  </a:cxn>
                  <a:cxn ang="0">
                    <a:pos x="connsiteX1233" y="connsiteY1233"/>
                  </a:cxn>
                  <a:cxn ang="0">
                    <a:pos x="connsiteX1234" y="connsiteY1234"/>
                  </a:cxn>
                  <a:cxn ang="0">
                    <a:pos x="connsiteX1235" y="connsiteY1235"/>
                  </a:cxn>
                  <a:cxn ang="0">
                    <a:pos x="connsiteX1236" y="connsiteY1236"/>
                  </a:cxn>
                  <a:cxn ang="0">
                    <a:pos x="connsiteX1237" y="connsiteY1237"/>
                  </a:cxn>
                  <a:cxn ang="0">
                    <a:pos x="connsiteX1238" y="connsiteY1238"/>
                  </a:cxn>
                  <a:cxn ang="0">
                    <a:pos x="connsiteX1239" y="connsiteY1239"/>
                  </a:cxn>
                  <a:cxn ang="0">
                    <a:pos x="connsiteX1240" y="connsiteY1240"/>
                  </a:cxn>
                  <a:cxn ang="0">
                    <a:pos x="connsiteX1241" y="connsiteY1241"/>
                  </a:cxn>
                  <a:cxn ang="0">
                    <a:pos x="connsiteX1242" y="connsiteY1242"/>
                  </a:cxn>
                  <a:cxn ang="0">
                    <a:pos x="connsiteX1243" y="connsiteY1243"/>
                  </a:cxn>
                  <a:cxn ang="0">
                    <a:pos x="connsiteX1244" y="connsiteY1244"/>
                  </a:cxn>
                  <a:cxn ang="0">
                    <a:pos x="connsiteX1245" y="connsiteY1245"/>
                  </a:cxn>
                  <a:cxn ang="0">
                    <a:pos x="connsiteX1246" y="connsiteY1246"/>
                  </a:cxn>
                  <a:cxn ang="0">
                    <a:pos x="connsiteX1247" y="connsiteY1247"/>
                  </a:cxn>
                  <a:cxn ang="0">
                    <a:pos x="connsiteX1248" y="connsiteY1248"/>
                  </a:cxn>
                  <a:cxn ang="0">
                    <a:pos x="connsiteX1249" y="connsiteY1249"/>
                  </a:cxn>
                  <a:cxn ang="0">
                    <a:pos x="connsiteX1250" y="connsiteY1250"/>
                  </a:cxn>
                  <a:cxn ang="0">
                    <a:pos x="connsiteX1251" y="connsiteY1251"/>
                  </a:cxn>
                  <a:cxn ang="0">
                    <a:pos x="connsiteX1252" y="connsiteY1252"/>
                  </a:cxn>
                  <a:cxn ang="0">
                    <a:pos x="connsiteX1253" y="connsiteY1253"/>
                  </a:cxn>
                  <a:cxn ang="0">
                    <a:pos x="connsiteX1254" y="connsiteY1254"/>
                  </a:cxn>
                  <a:cxn ang="0">
                    <a:pos x="connsiteX1255" y="connsiteY1255"/>
                  </a:cxn>
                  <a:cxn ang="0">
                    <a:pos x="connsiteX1256" y="connsiteY1256"/>
                  </a:cxn>
                  <a:cxn ang="0">
                    <a:pos x="connsiteX1257" y="connsiteY1257"/>
                  </a:cxn>
                  <a:cxn ang="0">
                    <a:pos x="connsiteX1258" y="connsiteY1258"/>
                  </a:cxn>
                  <a:cxn ang="0">
                    <a:pos x="connsiteX1259" y="connsiteY1259"/>
                  </a:cxn>
                  <a:cxn ang="0">
                    <a:pos x="connsiteX1260" y="connsiteY1260"/>
                  </a:cxn>
                  <a:cxn ang="0">
                    <a:pos x="connsiteX1261" y="connsiteY1261"/>
                  </a:cxn>
                  <a:cxn ang="0">
                    <a:pos x="connsiteX1262" y="connsiteY1262"/>
                  </a:cxn>
                  <a:cxn ang="0">
                    <a:pos x="connsiteX1263" y="connsiteY1263"/>
                  </a:cxn>
                  <a:cxn ang="0">
                    <a:pos x="connsiteX1264" y="connsiteY1264"/>
                  </a:cxn>
                  <a:cxn ang="0">
                    <a:pos x="connsiteX1265" y="connsiteY1265"/>
                  </a:cxn>
                  <a:cxn ang="0">
                    <a:pos x="connsiteX1266" y="connsiteY1266"/>
                  </a:cxn>
                  <a:cxn ang="0">
                    <a:pos x="connsiteX1267" y="connsiteY1267"/>
                  </a:cxn>
                  <a:cxn ang="0">
                    <a:pos x="connsiteX1268" y="connsiteY1268"/>
                  </a:cxn>
                  <a:cxn ang="0">
                    <a:pos x="connsiteX1269" y="connsiteY1269"/>
                  </a:cxn>
                  <a:cxn ang="0">
                    <a:pos x="connsiteX1270" y="connsiteY1270"/>
                  </a:cxn>
                  <a:cxn ang="0">
                    <a:pos x="connsiteX1271" y="connsiteY1271"/>
                  </a:cxn>
                  <a:cxn ang="0">
                    <a:pos x="connsiteX1272" y="connsiteY1272"/>
                  </a:cxn>
                  <a:cxn ang="0">
                    <a:pos x="connsiteX1273" y="connsiteY1273"/>
                  </a:cxn>
                  <a:cxn ang="0">
                    <a:pos x="connsiteX1274" y="connsiteY1274"/>
                  </a:cxn>
                  <a:cxn ang="0">
                    <a:pos x="connsiteX1275" y="connsiteY1275"/>
                  </a:cxn>
                  <a:cxn ang="0">
                    <a:pos x="connsiteX1276" y="connsiteY1276"/>
                  </a:cxn>
                  <a:cxn ang="0">
                    <a:pos x="connsiteX1277" y="connsiteY1277"/>
                  </a:cxn>
                  <a:cxn ang="0">
                    <a:pos x="connsiteX1278" y="connsiteY1278"/>
                  </a:cxn>
                  <a:cxn ang="0">
                    <a:pos x="connsiteX1279" y="connsiteY1279"/>
                  </a:cxn>
                  <a:cxn ang="0">
                    <a:pos x="connsiteX1280" y="connsiteY1280"/>
                  </a:cxn>
                  <a:cxn ang="0">
                    <a:pos x="connsiteX1281" y="connsiteY1281"/>
                  </a:cxn>
                  <a:cxn ang="0">
                    <a:pos x="connsiteX1282" y="connsiteY1282"/>
                  </a:cxn>
                  <a:cxn ang="0">
                    <a:pos x="connsiteX1283" y="connsiteY1283"/>
                  </a:cxn>
                  <a:cxn ang="0">
                    <a:pos x="connsiteX1284" y="connsiteY1284"/>
                  </a:cxn>
                  <a:cxn ang="0">
                    <a:pos x="connsiteX1285" y="connsiteY1285"/>
                  </a:cxn>
                  <a:cxn ang="0">
                    <a:pos x="connsiteX1286" y="connsiteY1286"/>
                  </a:cxn>
                  <a:cxn ang="0">
                    <a:pos x="connsiteX1287" y="connsiteY1287"/>
                  </a:cxn>
                  <a:cxn ang="0">
                    <a:pos x="connsiteX1288" y="connsiteY1288"/>
                  </a:cxn>
                  <a:cxn ang="0">
                    <a:pos x="connsiteX1289" y="connsiteY1289"/>
                  </a:cxn>
                  <a:cxn ang="0">
                    <a:pos x="connsiteX1290" y="connsiteY1290"/>
                  </a:cxn>
                  <a:cxn ang="0">
                    <a:pos x="connsiteX1291" y="connsiteY1291"/>
                  </a:cxn>
                  <a:cxn ang="0">
                    <a:pos x="connsiteX1292" y="connsiteY1292"/>
                  </a:cxn>
                  <a:cxn ang="0">
                    <a:pos x="connsiteX1293" y="connsiteY1293"/>
                  </a:cxn>
                  <a:cxn ang="0">
                    <a:pos x="connsiteX1294" y="connsiteY1294"/>
                  </a:cxn>
                  <a:cxn ang="0">
                    <a:pos x="connsiteX1295" y="connsiteY1295"/>
                  </a:cxn>
                  <a:cxn ang="0">
                    <a:pos x="connsiteX1296" y="connsiteY1296"/>
                  </a:cxn>
                  <a:cxn ang="0">
                    <a:pos x="connsiteX1297" y="connsiteY1297"/>
                  </a:cxn>
                  <a:cxn ang="0">
                    <a:pos x="connsiteX1298" y="connsiteY1298"/>
                  </a:cxn>
                  <a:cxn ang="0">
                    <a:pos x="connsiteX1299" y="connsiteY1299"/>
                  </a:cxn>
                  <a:cxn ang="0">
                    <a:pos x="connsiteX1300" y="connsiteY1300"/>
                  </a:cxn>
                  <a:cxn ang="0">
                    <a:pos x="connsiteX1301" y="connsiteY1301"/>
                  </a:cxn>
                  <a:cxn ang="0">
                    <a:pos x="connsiteX1302" y="connsiteY1302"/>
                  </a:cxn>
                  <a:cxn ang="0">
                    <a:pos x="connsiteX1303" y="connsiteY1303"/>
                  </a:cxn>
                  <a:cxn ang="0">
                    <a:pos x="connsiteX1304" y="connsiteY1304"/>
                  </a:cxn>
                  <a:cxn ang="0">
                    <a:pos x="connsiteX1305" y="connsiteY1305"/>
                  </a:cxn>
                  <a:cxn ang="0">
                    <a:pos x="connsiteX1306" y="connsiteY1306"/>
                  </a:cxn>
                  <a:cxn ang="0">
                    <a:pos x="connsiteX1307" y="connsiteY1307"/>
                  </a:cxn>
                  <a:cxn ang="0">
                    <a:pos x="connsiteX1308" y="connsiteY1308"/>
                  </a:cxn>
                  <a:cxn ang="0">
                    <a:pos x="connsiteX1309" y="connsiteY1309"/>
                  </a:cxn>
                  <a:cxn ang="0">
                    <a:pos x="connsiteX1310" y="connsiteY1310"/>
                  </a:cxn>
                  <a:cxn ang="0">
                    <a:pos x="connsiteX1311" y="connsiteY1311"/>
                  </a:cxn>
                  <a:cxn ang="0">
                    <a:pos x="connsiteX1312" y="connsiteY1312"/>
                  </a:cxn>
                  <a:cxn ang="0">
                    <a:pos x="connsiteX1313" y="connsiteY1313"/>
                  </a:cxn>
                  <a:cxn ang="0">
                    <a:pos x="connsiteX1314" y="connsiteY1314"/>
                  </a:cxn>
                  <a:cxn ang="0">
                    <a:pos x="connsiteX1315" y="connsiteY1315"/>
                  </a:cxn>
                  <a:cxn ang="0">
                    <a:pos x="connsiteX1316" y="connsiteY1316"/>
                  </a:cxn>
                  <a:cxn ang="0">
                    <a:pos x="connsiteX1317" y="connsiteY1317"/>
                  </a:cxn>
                  <a:cxn ang="0">
                    <a:pos x="connsiteX1318" y="connsiteY1318"/>
                  </a:cxn>
                  <a:cxn ang="0">
                    <a:pos x="connsiteX1319" y="connsiteY1319"/>
                  </a:cxn>
                  <a:cxn ang="0">
                    <a:pos x="connsiteX1320" y="connsiteY1320"/>
                  </a:cxn>
                  <a:cxn ang="0">
                    <a:pos x="connsiteX1321" y="connsiteY1321"/>
                  </a:cxn>
                  <a:cxn ang="0">
                    <a:pos x="connsiteX1322" y="connsiteY1322"/>
                  </a:cxn>
                  <a:cxn ang="0">
                    <a:pos x="connsiteX1323" y="connsiteY1323"/>
                  </a:cxn>
                  <a:cxn ang="0">
                    <a:pos x="connsiteX1324" y="connsiteY1324"/>
                  </a:cxn>
                  <a:cxn ang="0">
                    <a:pos x="connsiteX1325" y="connsiteY1325"/>
                  </a:cxn>
                  <a:cxn ang="0">
                    <a:pos x="connsiteX1326" y="connsiteY1326"/>
                  </a:cxn>
                  <a:cxn ang="0">
                    <a:pos x="connsiteX1327" y="connsiteY1327"/>
                  </a:cxn>
                  <a:cxn ang="0">
                    <a:pos x="connsiteX1328" y="connsiteY1328"/>
                  </a:cxn>
                  <a:cxn ang="0">
                    <a:pos x="connsiteX1329" y="connsiteY1329"/>
                  </a:cxn>
                  <a:cxn ang="0">
                    <a:pos x="connsiteX1330" y="connsiteY1330"/>
                  </a:cxn>
                  <a:cxn ang="0">
                    <a:pos x="connsiteX1331" y="connsiteY1331"/>
                  </a:cxn>
                  <a:cxn ang="0">
                    <a:pos x="connsiteX1332" y="connsiteY1332"/>
                  </a:cxn>
                </a:cxnLst>
                <a:rect l="l" t="t" r="r" b="b"/>
                <a:pathLst>
                  <a:path w="4325492" h="3067050">
                    <a:moveTo>
                      <a:pt x="3525012" y="3067050"/>
                    </a:moveTo>
                    <a:cubicBezTo>
                      <a:pt x="3521202" y="3067050"/>
                      <a:pt x="3518249" y="3064097"/>
                      <a:pt x="3518249" y="3060287"/>
                    </a:cubicBezTo>
                    <a:cubicBezTo>
                      <a:pt x="3518249" y="3056668"/>
                      <a:pt x="3521202" y="3053524"/>
                      <a:pt x="3525012" y="3053524"/>
                    </a:cubicBezTo>
                    <a:cubicBezTo>
                      <a:pt x="3537585" y="3053524"/>
                      <a:pt x="3550349" y="3052191"/>
                      <a:pt x="3563874" y="3049715"/>
                    </a:cubicBezTo>
                    <a:cubicBezTo>
                      <a:pt x="3567494" y="3048857"/>
                      <a:pt x="3571018" y="3051238"/>
                      <a:pt x="3571780" y="3054858"/>
                    </a:cubicBezTo>
                    <a:cubicBezTo>
                      <a:pt x="3571970" y="3055334"/>
                      <a:pt x="3571970" y="3055715"/>
                      <a:pt x="3571970" y="3056191"/>
                    </a:cubicBezTo>
                    <a:cubicBezTo>
                      <a:pt x="3571970" y="3059335"/>
                      <a:pt x="3569684" y="3062288"/>
                      <a:pt x="3566541" y="3062668"/>
                    </a:cubicBezTo>
                    <a:cubicBezTo>
                      <a:pt x="3552159" y="3065716"/>
                      <a:pt x="3538728" y="3067050"/>
                      <a:pt x="3525012" y="3067050"/>
                    </a:cubicBezTo>
                    <a:close/>
                    <a:moveTo>
                      <a:pt x="3608261" y="3050858"/>
                    </a:moveTo>
                    <a:lnTo>
                      <a:pt x="3608261" y="3050858"/>
                    </a:lnTo>
                    <a:cubicBezTo>
                      <a:pt x="3605308" y="3050667"/>
                      <a:pt x="3602831" y="3048857"/>
                      <a:pt x="3601974" y="3046190"/>
                    </a:cubicBezTo>
                    <a:cubicBezTo>
                      <a:pt x="3601307" y="3044666"/>
                      <a:pt x="3601498" y="3042856"/>
                      <a:pt x="3602165" y="3041237"/>
                    </a:cubicBezTo>
                    <a:cubicBezTo>
                      <a:pt x="3602831" y="3039427"/>
                      <a:pt x="3604451" y="3038284"/>
                      <a:pt x="3605975" y="3037618"/>
                    </a:cubicBezTo>
                    <a:cubicBezTo>
                      <a:pt x="3619024" y="3033141"/>
                      <a:pt x="3632264" y="3027712"/>
                      <a:pt x="3645027" y="3022568"/>
                    </a:cubicBezTo>
                    <a:lnTo>
                      <a:pt x="3647504" y="3021711"/>
                    </a:lnTo>
                    <a:cubicBezTo>
                      <a:pt x="3651123" y="3020092"/>
                      <a:pt x="3655124" y="3021902"/>
                      <a:pt x="3656267" y="3025331"/>
                    </a:cubicBezTo>
                    <a:cubicBezTo>
                      <a:pt x="3656743" y="3026188"/>
                      <a:pt x="3656934" y="3027140"/>
                      <a:pt x="3656934" y="3027997"/>
                    </a:cubicBezTo>
                    <a:cubicBezTo>
                      <a:pt x="3656934" y="3030665"/>
                      <a:pt x="3655124" y="3033141"/>
                      <a:pt x="3652647" y="3034093"/>
                    </a:cubicBezTo>
                    <a:lnTo>
                      <a:pt x="3648361" y="3035903"/>
                    </a:lnTo>
                    <a:cubicBezTo>
                      <a:pt x="3635978" y="3040856"/>
                      <a:pt x="3623215" y="3046000"/>
                      <a:pt x="3610451" y="3050477"/>
                    </a:cubicBezTo>
                    <a:cubicBezTo>
                      <a:pt x="3609880" y="3050667"/>
                      <a:pt x="3609213" y="3050858"/>
                      <a:pt x="3608261" y="3050858"/>
                    </a:cubicBezTo>
                    <a:close/>
                    <a:moveTo>
                      <a:pt x="3692271" y="3018568"/>
                    </a:moveTo>
                    <a:cubicBezTo>
                      <a:pt x="3689318" y="3018568"/>
                      <a:pt x="3686651" y="3016758"/>
                      <a:pt x="3685794" y="3014091"/>
                    </a:cubicBezTo>
                    <a:cubicBezTo>
                      <a:pt x="3685318" y="3012567"/>
                      <a:pt x="3685318" y="3010472"/>
                      <a:pt x="3686270" y="3008947"/>
                    </a:cubicBezTo>
                    <a:cubicBezTo>
                      <a:pt x="3686937" y="3007424"/>
                      <a:pt x="3688271" y="3006281"/>
                      <a:pt x="3690080" y="3005614"/>
                    </a:cubicBezTo>
                    <a:cubicBezTo>
                      <a:pt x="3690747" y="3005423"/>
                      <a:pt x="3691604" y="3005138"/>
                      <a:pt x="3692557" y="3004947"/>
                    </a:cubicBezTo>
                    <a:cubicBezTo>
                      <a:pt x="3706654" y="2999994"/>
                      <a:pt x="3721513" y="2995327"/>
                      <a:pt x="3732943" y="2991707"/>
                    </a:cubicBezTo>
                    <a:cubicBezTo>
                      <a:pt x="3736277" y="2990564"/>
                      <a:pt x="3740372" y="2992565"/>
                      <a:pt x="3741515" y="2995993"/>
                    </a:cubicBezTo>
                    <a:cubicBezTo>
                      <a:pt x="3741706" y="2996660"/>
                      <a:pt x="3741706" y="2997327"/>
                      <a:pt x="3741706" y="2997994"/>
                    </a:cubicBezTo>
                    <a:cubicBezTo>
                      <a:pt x="3741706" y="3001137"/>
                      <a:pt x="3739896" y="3003613"/>
                      <a:pt x="3737039" y="3004471"/>
                    </a:cubicBezTo>
                    <a:cubicBezTo>
                      <a:pt x="3722180" y="3009138"/>
                      <a:pt x="3709226" y="3013424"/>
                      <a:pt x="3696843" y="3017520"/>
                    </a:cubicBezTo>
                    <a:cubicBezTo>
                      <a:pt x="3696367" y="3017711"/>
                      <a:pt x="3695986" y="3017711"/>
                      <a:pt x="3695700" y="3017996"/>
                    </a:cubicBezTo>
                    <a:cubicBezTo>
                      <a:pt x="3695224" y="3018187"/>
                      <a:pt x="3694843" y="3018187"/>
                      <a:pt x="3694367" y="3018472"/>
                    </a:cubicBezTo>
                    <a:cubicBezTo>
                      <a:pt x="3693605" y="3018568"/>
                      <a:pt x="3692938" y="3018568"/>
                      <a:pt x="3692271" y="3018568"/>
                    </a:cubicBezTo>
                    <a:close/>
                    <a:moveTo>
                      <a:pt x="3777710" y="2991136"/>
                    </a:moveTo>
                    <a:cubicBezTo>
                      <a:pt x="3774758" y="2991136"/>
                      <a:pt x="3772091" y="2989326"/>
                      <a:pt x="3771234" y="2986468"/>
                    </a:cubicBezTo>
                    <a:cubicBezTo>
                      <a:pt x="3770090" y="2982849"/>
                      <a:pt x="3772091" y="2979039"/>
                      <a:pt x="3775710" y="2978182"/>
                    </a:cubicBezTo>
                    <a:lnTo>
                      <a:pt x="3784664" y="2975229"/>
                    </a:lnTo>
                    <a:cubicBezTo>
                      <a:pt x="3795713" y="2971609"/>
                      <a:pt x="3806857" y="2968085"/>
                      <a:pt x="3818572" y="2964466"/>
                    </a:cubicBezTo>
                    <a:cubicBezTo>
                      <a:pt x="3818572" y="2964275"/>
                      <a:pt x="3818763" y="2964275"/>
                      <a:pt x="3818763" y="2964275"/>
                    </a:cubicBezTo>
                    <a:cubicBezTo>
                      <a:pt x="3822097" y="2963418"/>
                      <a:pt x="3825907" y="2965418"/>
                      <a:pt x="3826859" y="2968752"/>
                    </a:cubicBezTo>
                    <a:cubicBezTo>
                      <a:pt x="3827050" y="2969419"/>
                      <a:pt x="3827336" y="2970086"/>
                      <a:pt x="3827336" y="2970753"/>
                    </a:cubicBezTo>
                    <a:cubicBezTo>
                      <a:pt x="3827336" y="2973705"/>
                      <a:pt x="3825526" y="2976372"/>
                      <a:pt x="3822573" y="2977229"/>
                    </a:cubicBezTo>
                    <a:cubicBezTo>
                      <a:pt x="3808000" y="2981897"/>
                      <a:pt x="3793808" y="2986468"/>
                      <a:pt x="3779901" y="2990945"/>
                    </a:cubicBezTo>
                    <a:cubicBezTo>
                      <a:pt x="3779044" y="2991136"/>
                      <a:pt x="3778377" y="2991136"/>
                      <a:pt x="3777710" y="2991136"/>
                    </a:cubicBezTo>
                    <a:close/>
                    <a:moveTo>
                      <a:pt x="482156" y="2965609"/>
                    </a:moveTo>
                    <a:lnTo>
                      <a:pt x="482156" y="2965609"/>
                    </a:lnTo>
                    <a:lnTo>
                      <a:pt x="481965" y="2965609"/>
                    </a:lnTo>
                    <a:cubicBezTo>
                      <a:pt x="478346" y="2965609"/>
                      <a:pt x="475202" y="2962656"/>
                      <a:pt x="475202" y="2959132"/>
                    </a:cubicBezTo>
                    <a:cubicBezTo>
                      <a:pt x="475202" y="2957322"/>
                      <a:pt x="475869" y="2955512"/>
                      <a:pt x="477012" y="2954465"/>
                    </a:cubicBezTo>
                    <a:cubicBezTo>
                      <a:pt x="478346" y="2953131"/>
                      <a:pt x="479965" y="2952464"/>
                      <a:pt x="481679" y="2952179"/>
                    </a:cubicBezTo>
                    <a:cubicBezTo>
                      <a:pt x="496443" y="2951988"/>
                      <a:pt x="511302" y="2951036"/>
                      <a:pt x="525875" y="2949226"/>
                    </a:cubicBezTo>
                    <a:cubicBezTo>
                      <a:pt x="529495" y="2949035"/>
                      <a:pt x="532829" y="2951416"/>
                      <a:pt x="533305" y="2955036"/>
                    </a:cubicBezTo>
                    <a:cubicBezTo>
                      <a:pt x="533305" y="2955227"/>
                      <a:pt x="533305" y="2955512"/>
                      <a:pt x="533305" y="2955703"/>
                    </a:cubicBezTo>
                    <a:cubicBezTo>
                      <a:pt x="533495" y="2959322"/>
                      <a:pt x="530828" y="2962180"/>
                      <a:pt x="527495" y="2962465"/>
                    </a:cubicBezTo>
                    <a:cubicBezTo>
                      <a:pt x="512636" y="2964275"/>
                      <a:pt x="497396" y="2965418"/>
                      <a:pt x="482156" y="2965609"/>
                    </a:cubicBezTo>
                    <a:close/>
                    <a:moveTo>
                      <a:pt x="437007" y="2964466"/>
                    </a:moveTo>
                    <a:cubicBezTo>
                      <a:pt x="436817" y="2964466"/>
                      <a:pt x="436817" y="2964466"/>
                      <a:pt x="436531" y="2964466"/>
                    </a:cubicBezTo>
                    <a:cubicBezTo>
                      <a:pt x="431578" y="2963990"/>
                      <a:pt x="426625" y="2963609"/>
                      <a:pt x="421291" y="2963132"/>
                    </a:cubicBezTo>
                    <a:cubicBezTo>
                      <a:pt x="410909" y="2961989"/>
                      <a:pt x="401098" y="2960846"/>
                      <a:pt x="391668" y="2959799"/>
                    </a:cubicBezTo>
                    <a:cubicBezTo>
                      <a:pt x="387858" y="2959608"/>
                      <a:pt x="385382" y="2956179"/>
                      <a:pt x="385572" y="2952369"/>
                    </a:cubicBezTo>
                    <a:cubicBezTo>
                      <a:pt x="386048" y="2948749"/>
                      <a:pt x="389382" y="2945892"/>
                      <a:pt x="393002" y="2946559"/>
                    </a:cubicBezTo>
                    <a:cubicBezTo>
                      <a:pt x="402431" y="2947416"/>
                      <a:pt x="412337" y="2948559"/>
                      <a:pt x="422815" y="2949702"/>
                    </a:cubicBezTo>
                    <a:cubicBezTo>
                      <a:pt x="428244" y="2950178"/>
                      <a:pt x="432911" y="2950559"/>
                      <a:pt x="437388" y="2951036"/>
                    </a:cubicBezTo>
                    <a:cubicBezTo>
                      <a:pt x="441008" y="2951226"/>
                      <a:pt x="443865" y="2954179"/>
                      <a:pt x="443675" y="2957798"/>
                    </a:cubicBezTo>
                    <a:cubicBezTo>
                      <a:pt x="443675" y="2957989"/>
                      <a:pt x="443675" y="2957989"/>
                      <a:pt x="443675" y="2958274"/>
                    </a:cubicBezTo>
                    <a:cubicBezTo>
                      <a:pt x="443579" y="2961513"/>
                      <a:pt x="440627" y="2964466"/>
                      <a:pt x="437007" y="2964466"/>
                    </a:cubicBezTo>
                    <a:close/>
                    <a:moveTo>
                      <a:pt x="3863245" y="2963609"/>
                    </a:moveTo>
                    <a:cubicBezTo>
                      <a:pt x="3860292" y="2963609"/>
                      <a:pt x="3857911" y="2961799"/>
                      <a:pt x="3856959" y="2958941"/>
                    </a:cubicBezTo>
                    <a:cubicBezTo>
                      <a:pt x="3856292" y="2957417"/>
                      <a:pt x="3856482" y="2955608"/>
                      <a:pt x="3857149" y="2953798"/>
                    </a:cubicBezTo>
                    <a:cubicBezTo>
                      <a:pt x="3858006" y="2952274"/>
                      <a:pt x="3859435" y="2951130"/>
                      <a:pt x="3860959" y="2950464"/>
                    </a:cubicBezTo>
                    <a:cubicBezTo>
                      <a:pt x="3876675" y="2945320"/>
                      <a:pt x="3890391" y="2940558"/>
                      <a:pt x="3903345" y="2936081"/>
                    </a:cubicBezTo>
                    <a:cubicBezTo>
                      <a:pt x="3903345" y="2935891"/>
                      <a:pt x="3903345" y="2935891"/>
                      <a:pt x="3903345" y="2935891"/>
                    </a:cubicBezTo>
                    <a:cubicBezTo>
                      <a:pt x="3906965" y="2934557"/>
                      <a:pt x="3910775" y="2936558"/>
                      <a:pt x="3912108" y="2940177"/>
                    </a:cubicBezTo>
                    <a:cubicBezTo>
                      <a:pt x="3912299" y="2940844"/>
                      <a:pt x="3912299" y="2941511"/>
                      <a:pt x="3912299" y="2942463"/>
                    </a:cubicBezTo>
                    <a:cubicBezTo>
                      <a:pt x="3912299" y="2945130"/>
                      <a:pt x="3910489" y="2947797"/>
                      <a:pt x="3908012" y="2948749"/>
                    </a:cubicBezTo>
                    <a:cubicBezTo>
                      <a:pt x="3894772" y="2953417"/>
                      <a:pt x="3880676" y="2958179"/>
                      <a:pt x="3865340" y="2963323"/>
                    </a:cubicBezTo>
                    <a:cubicBezTo>
                      <a:pt x="3864864" y="2963323"/>
                      <a:pt x="3863912" y="2963609"/>
                      <a:pt x="3863245" y="2963609"/>
                    </a:cubicBezTo>
                    <a:close/>
                    <a:moveTo>
                      <a:pt x="570833" y="2954845"/>
                    </a:moveTo>
                    <a:cubicBezTo>
                      <a:pt x="567690" y="2954845"/>
                      <a:pt x="565023" y="2952559"/>
                      <a:pt x="564356" y="2949702"/>
                    </a:cubicBezTo>
                    <a:cubicBezTo>
                      <a:pt x="563880" y="2947892"/>
                      <a:pt x="564166" y="2946083"/>
                      <a:pt x="565214" y="2944559"/>
                    </a:cubicBezTo>
                    <a:cubicBezTo>
                      <a:pt x="566071" y="2943034"/>
                      <a:pt x="567500" y="2941891"/>
                      <a:pt x="569214" y="2941415"/>
                    </a:cubicBezTo>
                    <a:cubicBezTo>
                      <a:pt x="584073" y="2938081"/>
                      <a:pt x="597980" y="2933509"/>
                      <a:pt x="611219" y="2928366"/>
                    </a:cubicBezTo>
                    <a:cubicBezTo>
                      <a:pt x="614553" y="2926842"/>
                      <a:pt x="618649" y="2928556"/>
                      <a:pt x="619982" y="2931986"/>
                    </a:cubicBezTo>
                    <a:cubicBezTo>
                      <a:pt x="620173" y="2932843"/>
                      <a:pt x="620459" y="2933795"/>
                      <a:pt x="620459" y="2934652"/>
                    </a:cubicBezTo>
                    <a:cubicBezTo>
                      <a:pt x="620459" y="2937320"/>
                      <a:pt x="618649" y="2939796"/>
                      <a:pt x="616172" y="2940749"/>
                    </a:cubicBezTo>
                    <a:cubicBezTo>
                      <a:pt x="602456" y="2946368"/>
                      <a:pt x="587693" y="2950845"/>
                      <a:pt x="572453" y="2954655"/>
                    </a:cubicBezTo>
                    <a:cubicBezTo>
                      <a:pt x="571976" y="2954560"/>
                      <a:pt x="571500" y="2954845"/>
                      <a:pt x="570833" y="2954845"/>
                    </a:cubicBezTo>
                    <a:close/>
                    <a:moveTo>
                      <a:pt x="347948" y="2954369"/>
                    </a:moveTo>
                    <a:cubicBezTo>
                      <a:pt x="347758" y="2954369"/>
                      <a:pt x="347282" y="2954369"/>
                      <a:pt x="347091" y="2954369"/>
                    </a:cubicBezTo>
                    <a:cubicBezTo>
                      <a:pt x="331375" y="2952369"/>
                      <a:pt x="316802" y="2949893"/>
                      <a:pt x="302419" y="2947225"/>
                    </a:cubicBezTo>
                    <a:cubicBezTo>
                      <a:pt x="300609" y="2947035"/>
                      <a:pt x="299085" y="2945892"/>
                      <a:pt x="298133" y="2944559"/>
                    </a:cubicBezTo>
                    <a:cubicBezTo>
                      <a:pt x="296990" y="2943034"/>
                      <a:pt x="296609" y="2941225"/>
                      <a:pt x="296990" y="2939415"/>
                    </a:cubicBezTo>
                    <a:cubicBezTo>
                      <a:pt x="297656" y="2935795"/>
                      <a:pt x="300990" y="2933319"/>
                      <a:pt x="304800" y="2933986"/>
                    </a:cubicBezTo>
                    <a:cubicBezTo>
                      <a:pt x="318230" y="2936653"/>
                      <a:pt x="332232" y="2938939"/>
                      <a:pt x="348806" y="2941129"/>
                    </a:cubicBezTo>
                    <a:lnTo>
                      <a:pt x="348996" y="2941129"/>
                    </a:lnTo>
                    <a:cubicBezTo>
                      <a:pt x="352139" y="2941605"/>
                      <a:pt x="354616" y="2944463"/>
                      <a:pt x="354616" y="2947606"/>
                    </a:cubicBezTo>
                    <a:cubicBezTo>
                      <a:pt x="354616" y="2947797"/>
                      <a:pt x="354616" y="2948273"/>
                      <a:pt x="354616" y="2948464"/>
                    </a:cubicBezTo>
                    <a:cubicBezTo>
                      <a:pt x="354235" y="2951893"/>
                      <a:pt x="351282" y="2954369"/>
                      <a:pt x="347948" y="2954369"/>
                    </a:cubicBezTo>
                    <a:close/>
                    <a:moveTo>
                      <a:pt x="259937" y="2937796"/>
                    </a:moveTo>
                    <a:cubicBezTo>
                      <a:pt x="259461" y="2937796"/>
                      <a:pt x="258794" y="2937605"/>
                      <a:pt x="258413" y="2937605"/>
                    </a:cubicBezTo>
                    <a:lnTo>
                      <a:pt x="258223" y="2937605"/>
                    </a:lnTo>
                    <a:cubicBezTo>
                      <a:pt x="258032" y="2937605"/>
                      <a:pt x="257556" y="2937415"/>
                      <a:pt x="257366" y="2937415"/>
                    </a:cubicBezTo>
                    <a:cubicBezTo>
                      <a:pt x="244316" y="2934081"/>
                      <a:pt x="230410" y="2930271"/>
                      <a:pt x="214694" y="2925318"/>
                    </a:cubicBezTo>
                    <a:cubicBezTo>
                      <a:pt x="213170" y="2924842"/>
                      <a:pt x="211550" y="2923794"/>
                      <a:pt x="210693" y="2922175"/>
                    </a:cubicBezTo>
                    <a:cubicBezTo>
                      <a:pt x="210026" y="2920651"/>
                      <a:pt x="209836" y="2918841"/>
                      <a:pt x="210217" y="2917031"/>
                    </a:cubicBezTo>
                    <a:cubicBezTo>
                      <a:pt x="211360" y="2913697"/>
                      <a:pt x="215170" y="2911411"/>
                      <a:pt x="218789" y="2912554"/>
                    </a:cubicBezTo>
                    <a:cubicBezTo>
                      <a:pt x="234982" y="2917508"/>
                      <a:pt x="248888" y="2921318"/>
                      <a:pt x="261652" y="2924651"/>
                    </a:cubicBezTo>
                    <a:lnTo>
                      <a:pt x="261652" y="2924651"/>
                    </a:lnTo>
                    <a:cubicBezTo>
                      <a:pt x="264605" y="2925318"/>
                      <a:pt x="266605" y="2927985"/>
                      <a:pt x="266605" y="2930938"/>
                    </a:cubicBezTo>
                    <a:cubicBezTo>
                      <a:pt x="266605" y="2931604"/>
                      <a:pt x="266605" y="2932271"/>
                      <a:pt x="266605" y="2932747"/>
                    </a:cubicBezTo>
                    <a:cubicBezTo>
                      <a:pt x="265557" y="2935510"/>
                      <a:pt x="262890" y="2937796"/>
                      <a:pt x="259937" y="2937796"/>
                    </a:cubicBezTo>
                    <a:close/>
                    <a:moveTo>
                      <a:pt x="3947827" y="2933224"/>
                    </a:moveTo>
                    <a:cubicBezTo>
                      <a:pt x="3945160" y="2933224"/>
                      <a:pt x="3942684" y="2931700"/>
                      <a:pt x="3941540" y="2928938"/>
                    </a:cubicBezTo>
                    <a:cubicBezTo>
                      <a:pt x="3940874" y="2927128"/>
                      <a:pt x="3941064" y="2925318"/>
                      <a:pt x="3941731" y="2923794"/>
                    </a:cubicBezTo>
                    <a:cubicBezTo>
                      <a:pt x="3942397" y="2922270"/>
                      <a:pt x="3943731" y="2920841"/>
                      <a:pt x="3945541" y="2920174"/>
                    </a:cubicBezTo>
                    <a:cubicBezTo>
                      <a:pt x="3961067" y="2914364"/>
                      <a:pt x="3974497" y="2908745"/>
                      <a:pt x="3987070" y="2903601"/>
                    </a:cubicBezTo>
                    <a:cubicBezTo>
                      <a:pt x="3990404" y="2902268"/>
                      <a:pt x="3994499" y="2903791"/>
                      <a:pt x="3995833" y="2907220"/>
                    </a:cubicBezTo>
                    <a:cubicBezTo>
                      <a:pt x="3996309" y="2908078"/>
                      <a:pt x="3996309" y="2909030"/>
                      <a:pt x="3996309" y="2909888"/>
                    </a:cubicBezTo>
                    <a:cubicBezTo>
                      <a:pt x="3996309" y="2912554"/>
                      <a:pt x="3994785" y="2915031"/>
                      <a:pt x="3992309" y="2916174"/>
                    </a:cubicBezTo>
                    <a:cubicBezTo>
                      <a:pt x="3977926" y="2921984"/>
                      <a:pt x="3963829" y="2927604"/>
                      <a:pt x="3950303" y="2932747"/>
                    </a:cubicBezTo>
                    <a:cubicBezTo>
                      <a:pt x="3949637" y="2933224"/>
                      <a:pt x="3948779" y="2933224"/>
                      <a:pt x="3947827" y="2933224"/>
                    </a:cubicBezTo>
                    <a:close/>
                    <a:moveTo>
                      <a:pt x="175546" y="2907506"/>
                    </a:moveTo>
                    <a:cubicBezTo>
                      <a:pt x="174403" y="2907506"/>
                      <a:pt x="173260" y="2907316"/>
                      <a:pt x="172403" y="2906649"/>
                    </a:cubicBezTo>
                    <a:cubicBezTo>
                      <a:pt x="167069" y="2903696"/>
                      <a:pt x="161639" y="2900363"/>
                      <a:pt x="155829" y="2896362"/>
                    </a:cubicBezTo>
                    <a:cubicBezTo>
                      <a:pt x="148685" y="2891885"/>
                      <a:pt x="140970" y="2887599"/>
                      <a:pt x="134017" y="2883599"/>
                    </a:cubicBezTo>
                    <a:cubicBezTo>
                      <a:pt x="132493" y="2882741"/>
                      <a:pt x="131350" y="2881313"/>
                      <a:pt x="130683" y="2879598"/>
                    </a:cubicBezTo>
                    <a:cubicBezTo>
                      <a:pt x="130207" y="2878074"/>
                      <a:pt x="130493" y="2876264"/>
                      <a:pt x="131350" y="2874454"/>
                    </a:cubicBezTo>
                    <a:cubicBezTo>
                      <a:pt x="132969" y="2871311"/>
                      <a:pt x="137160" y="2870168"/>
                      <a:pt x="140589" y="2871978"/>
                    </a:cubicBezTo>
                    <a:cubicBezTo>
                      <a:pt x="149352" y="2876645"/>
                      <a:pt x="156496" y="2880931"/>
                      <a:pt x="163259" y="2885218"/>
                    </a:cubicBezTo>
                    <a:cubicBezTo>
                      <a:pt x="168593" y="2888837"/>
                      <a:pt x="174022" y="2892171"/>
                      <a:pt x="179165" y="2895124"/>
                    </a:cubicBezTo>
                    <a:cubicBezTo>
                      <a:pt x="181166" y="2896457"/>
                      <a:pt x="182499" y="2898743"/>
                      <a:pt x="182309" y="2901220"/>
                    </a:cubicBezTo>
                    <a:cubicBezTo>
                      <a:pt x="182309" y="2902363"/>
                      <a:pt x="182118" y="2903505"/>
                      <a:pt x="181451" y="2904363"/>
                    </a:cubicBezTo>
                    <a:cubicBezTo>
                      <a:pt x="180308" y="2906077"/>
                      <a:pt x="178022" y="2907506"/>
                      <a:pt x="175546" y="2907506"/>
                    </a:cubicBezTo>
                    <a:close/>
                    <a:moveTo>
                      <a:pt x="4030885" y="2898743"/>
                    </a:moveTo>
                    <a:cubicBezTo>
                      <a:pt x="4028218" y="2898743"/>
                      <a:pt x="4025741" y="2897124"/>
                      <a:pt x="4024598" y="2894743"/>
                    </a:cubicBezTo>
                    <a:cubicBezTo>
                      <a:pt x="4023932" y="2893219"/>
                      <a:pt x="4023932" y="2891409"/>
                      <a:pt x="4024408" y="2889599"/>
                    </a:cubicBezTo>
                    <a:cubicBezTo>
                      <a:pt x="4025075" y="2887980"/>
                      <a:pt x="4026408" y="2886647"/>
                      <a:pt x="4028027" y="2885980"/>
                    </a:cubicBezTo>
                    <a:cubicBezTo>
                      <a:pt x="4041458" y="2879693"/>
                      <a:pt x="4055174" y="2872931"/>
                      <a:pt x="4068223" y="2866263"/>
                    </a:cubicBezTo>
                    <a:cubicBezTo>
                      <a:pt x="4071366" y="2864739"/>
                      <a:pt x="4075652" y="2866072"/>
                      <a:pt x="4077176" y="2869216"/>
                    </a:cubicBezTo>
                    <a:cubicBezTo>
                      <a:pt x="4077653" y="2870073"/>
                      <a:pt x="4077843" y="2871216"/>
                      <a:pt x="4078034" y="2872168"/>
                    </a:cubicBezTo>
                    <a:cubicBezTo>
                      <a:pt x="4078034" y="2874836"/>
                      <a:pt x="4076700" y="2877122"/>
                      <a:pt x="4074224" y="2878455"/>
                    </a:cubicBezTo>
                    <a:cubicBezTo>
                      <a:pt x="4062317" y="2884551"/>
                      <a:pt x="4049078" y="2891028"/>
                      <a:pt x="4033552" y="2898171"/>
                    </a:cubicBezTo>
                    <a:cubicBezTo>
                      <a:pt x="4032695" y="2898458"/>
                      <a:pt x="4031837" y="2898743"/>
                      <a:pt x="4030885" y="2898743"/>
                    </a:cubicBezTo>
                    <a:close/>
                    <a:moveTo>
                      <a:pt x="97917" y="2862548"/>
                    </a:moveTo>
                    <a:cubicBezTo>
                      <a:pt x="96774" y="2862548"/>
                      <a:pt x="95631" y="2862358"/>
                      <a:pt x="94583" y="2861881"/>
                    </a:cubicBezTo>
                    <a:lnTo>
                      <a:pt x="94583" y="2861691"/>
                    </a:lnTo>
                    <a:cubicBezTo>
                      <a:pt x="94393" y="2861691"/>
                      <a:pt x="94107" y="2861500"/>
                      <a:pt x="93917" y="2861500"/>
                    </a:cubicBezTo>
                    <a:cubicBezTo>
                      <a:pt x="78391" y="2852071"/>
                      <a:pt x="66770" y="2843308"/>
                      <a:pt x="57341" y="2833878"/>
                    </a:cubicBezTo>
                    <a:cubicBezTo>
                      <a:pt x="56198" y="2832545"/>
                      <a:pt x="55340" y="2830735"/>
                      <a:pt x="55531" y="2828925"/>
                    </a:cubicBezTo>
                    <a:cubicBezTo>
                      <a:pt x="55531" y="2827115"/>
                      <a:pt x="56198" y="2825591"/>
                      <a:pt x="57531" y="2824258"/>
                    </a:cubicBezTo>
                    <a:cubicBezTo>
                      <a:pt x="60007" y="2821781"/>
                      <a:pt x="64484" y="2821781"/>
                      <a:pt x="66961" y="2824448"/>
                    </a:cubicBezTo>
                    <a:cubicBezTo>
                      <a:pt x="75533" y="2833211"/>
                      <a:pt x="86487" y="2841308"/>
                      <a:pt x="101251" y="2850261"/>
                    </a:cubicBezTo>
                    <a:cubicBezTo>
                      <a:pt x="103251" y="2851404"/>
                      <a:pt x="104584" y="2853404"/>
                      <a:pt x="104584" y="2855880"/>
                    </a:cubicBezTo>
                    <a:cubicBezTo>
                      <a:pt x="104584" y="2857214"/>
                      <a:pt x="104394" y="2858357"/>
                      <a:pt x="103727" y="2859500"/>
                    </a:cubicBezTo>
                    <a:cubicBezTo>
                      <a:pt x="102394" y="2861500"/>
                      <a:pt x="100394" y="2862548"/>
                      <a:pt x="97917" y="2862548"/>
                    </a:cubicBezTo>
                    <a:close/>
                    <a:moveTo>
                      <a:pt x="4110609" y="2857405"/>
                    </a:moveTo>
                    <a:cubicBezTo>
                      <a:pt x="4108133" y="2857405"/>
                      <a:pt x="4106132" y="2856071"/>
                      <a:pt x="4104799" y="2854071"/>
                    </a:cubicBezTo>
                    <a:cubicBezTo>
                      <a:pt x="4103942" y="2852547"/>
                      <a:pt x="4103656" y="2850737"/>
                      <a:pt x="4104132" y="2848927"/>
                    </a:cubicBezTo>
                    <a:cubicBezTo>
                      <a:pt x="4104609" y="2847404"/>
                      <a:pt x="4105751" y="2845784"/>
                      <a:pt x="4107276" y="2844927"/>
                    </a:cubicBezTo>
                    <a:cubicBezTo>
                      <a:pt x="4120325" y="2837307"/>
                      <a:pt x="4133088" y="2829211"/>
                      <a:pt x="4144994" y="2821400"/>
                    </a:cubicBezTo>
                    <a:cubicBezTo>
                      <a:pt x="4147947" y="2819400"/>
                      <a:pt x="4152138" y="2820067"/>
                      <a:pt x="4154234" y="2823210"/>
                    </a:cubicBezTo>
                    <a:cubicBezTo>
                      <a:pt x="4155091" y="2824353"/>
                      <a:pt x="4155377" y="2825496"/>
                      <a:pt x="4155377" y="2826829"/>
                    </a:cubicBezTo>
                    <a:cubicBezTo>
                      <a:pt x="4155377" y="2829115"/>
                      <a:pt x="4154234" y="2831306"/>
                      <a:pt x="4152424" y="2832449"/>
                    </a:cubicBezTo>
                    <a:cubicBezTo>
                      <a:pt x="4140327" y="2840736"/>
                      <a:pt x="4127468" y="2848832"/>
                      <a:pt x="4114038" y="2856643"/>
                    </a:cubicBezTo>
                    <a:cubicBezTo>
                      <a:pt x="4113086" y="2856929"/>
                      <a:pt x="4111752" y="2857405"/>
                      <a:pt x="4110609" y="2857405"/>
                    </a:cubicBezTo>
                    <a:close/>
                    <a:moveTo>
                      <a:pt x="4184904" y="2806922"/>
                    </a:moveTo>
                    <a:cubicBezTo>
                      <a:pt x="4182904" y="2806922"/>
                      <a:pt x="4180904" y="2806065"/>
                      <a:pt x="4179570" y="2804446"/>
                    </a:cubicBezTo>
                    <a:cubicBezTo>
                      <a:pt x="4178427" y="2803112"/>
                      <a:pt x="4177951" y="2801302"/>
                      <a:pt x="4178237" y="2799493"/>
                    </a:cubicBezTo>
                    <a:cubicBezTo>
                      <a:pt x="4178427" y="2797683"/>
                      <a:pt x="4179380" y="2796159"/>
                      <a:pt x="4180713" y="2795016"/>
                    </a:cubicBezTo>
                    <a:cubicBezTo>
                      <a:pt x="4192619" y="2785586"/>
                      <a:pt x="4203573" y="2775680"/>
                      <a:pt x="4213955" y="2765870"/>
                    </a:cubicBezTo>
                    <a:cubicBezTo>
                      <a:pt x="4216432" y="2763202"/>
                      <a:pt x="4220909" y="2763393"/>
                      <a:pt x="4223385" y="2765870"/>
                    </a:cubicBezTo>
                    <a:cubicBezTo>
                      <a:pt x="4224719" y="2767203"/>
                      <a:pt x="4225386" y="2769013"/>
                      <a:pt x="4225386" y="2770822"/>
                    </a:cubicBezTo>
                    <a:cubicBezTo>
                      <a:pt x="4225386" y="2772632"/>
                      <a:pt x="4224528" y="2774156"/>
                      <a:pt x="4223385" y="2775490"/>
                    </a:cubicBezTo>
                    <a:cubicBezTo>
                      <a:pt x="4212813" y="2785586"/>
                      <a:pt x="4201382" y="2795683"/>
                      <a:pt x="4189095" y="2805589"/>
                    </a:cubicBezTo>
                    <a:cubicBezTo>
                      <a:pt x="4187762" y="2806446"/>
                      <a:pt x="4186428" y="2806922"/>
                      <a:pt x="4184904" y="2806922"/>
                    </a:cubicBezTo>
                    <a:close/>
                    <a:moveTo>
                      <a:pt x="37052" y="2798826"/>
                    </a:moveTo>
                    <a:cubicBezTo>
                      <a:pt x="34385" y="2798826"/>
                      <a:pt x="32099" y="2797493"/>
                      <a:pt x="30956" y="2795206"/>
                    </a:cubicBezTo>
                    <a:cubicBezTo>
                      <a:pt x="24003" y="2781776"/>
                      <a:pt x="18193" y="2767393"/>
                      <a:pt x="13430" y="2752534"/>
                    </a:cubicBezTo>
                    <a:cubicBezTo>
                      <a:pt x="12287" y="2748915"/>
                      <a:pt x="14288" y="2745105"/>
                      <a:pt x="17907" y="2743962"/>
                    </a:cubicBezTo>
                    <a:cubicBezTo>
                      <a:pt x="21527" y="2742819"/>
                      <a:pt x="25336" y="2744819"/>
                      <a:pt x="26480" y="2748439"/>
                    </a:cubicBezTo>
                    <a:cubicBezTo>
                      <a:pt x="30766" y="2762631"/>
                      <a:pt x="36385" y="2776252"/>
                      <a:pt x="42863" y="2788825"/>
                    </a:cubicBezTo>
                    <a:cubicBezTo>
                      <a:pt x="43339" y="2789682"/>
                      <a:pt x="43720" y="2790825"/>
                      <a:pt x="43529" y="2791968"/>
                    </a:cubicBezTo>
                    <a:cubicBezTo>
                      <a:pt x="43529" y="2794445"/>
                      <a:pt x="42196" y="2796635"/>
                      <a:pt x="39910" y="2797778"/>
                    </a:cubicBezTo>
                    <a:cubicBezTo>
                      <a:pt x="39053" y="2798636"/>
                      <a:pt x="38005" y="2798826"/>
                      <a:pt x="37052" y="2798826"/>
                    </a:cubicBezTo>
                    <a:close/>
                    <a:moveTo>
                      <a:pt x="4248817" y="2744248"/>
                    </a:moveTo>
                    <a:cubicBezTo>
                      <a:pt x="4247293" y="2744248"/>
                      <a:pt x="4245674" y="2743772"/>
                      <a:pt x="4244531" y="2742914"/>
                    </a:cubicBezTo>
                    <a:cubicBezTo>
                      <a:pt x="4241578" y="2740438"/>
                      <a:pt x="4241197" y="2736152"/>
                      <a:pt x="4243673" y="2733294"/>
                    </a:cubicBezTo>
                    <a:cubicBezTo>
                      <a:pt x="4253103" y="2721578"/>
                      <a:pt x="4261866" y="2709767"/>
                      <a:pt x="4269296" y="2697575"/>
                    </a:cubicBezTo>
                    <a:cubicBezTo>
                      <a:pt x="4271105" y="2694432"/>
                      <a:pt x="4275392" y="2693575"/>
                      <a:pt x="4278535" y="2695384"/>
                    </a:cubicBezTo>
                    <a:cubicBezTo>
                      <a:pt x="4280535" y="2696718"/>
                      <a:pt x="4281678" y="2699004"/>
                      <a:pt x="4281678" y="2701195"/>
                    </a:cubicBezTo>
                    <a:cubicBezTo>
                      <a:pt x="4281678" y="2702338"/>
                      <a:pt x="4281488" y="2703671"/>
                      <a:pt x="4280821" y="2704814"/>
                    </a:cubicBezTo>
                    <a:cubicBezTo>
                      <a:pt x="4272725" y="2717578"/>
                      <a:pt x="4263962" y="2729960"/>
                      <a:pt x="4254151" y="2741866"/>
                    </a:cubicBezTo>
                    <a:cubicBezTo>
                      <a:pt x="4252913" y="2743390"/>
                      <a:pt x="4250913" y="2744248"/>
                      <a:pt x="4248817" y="2744248"/>
                    </a:cubicBezTo>
                    <a:close/>
                    <a:moveTo>
                      <a:pt x="10382" y="2713578"/>
                    </a:moveTo>
                    <a:cubicBezTo>
                      <a:pt x="7049" y="2713578"/>
                      <a:pt x="4096" y="2711101"/>
                      <a:pt x="3620" y="2707767"/>
                    </a:cubicBezTo>
                    <a:cubicBezTo>
                      <a:pt x="1619" y="2693384"/>
                      <a:pt x="286" y="2678144"/>
                      <a:pt x="0" y="2662238"/>
                    </a:cubicBezTo>
                    <a:cubicBezTo>
                      <a:pt x="0" y="2660428"/>
                      <a:pt x="667" y="2658904"/>
                      <a:pt x="1810" y="2657570"/>
                    </a:cubicBezTo>
                    <a:cubicBezTo>
                      <a:pt x="5810" y="2653570"/>
                      <a:pt x="13526" y="2656713"/>
                      <a:pt x="13526" y="2662047"/>
                    </a:cubicBezTo>
                    <a:cubicBezTo>
                      <a:pt x="13716" y="2677573"/>
                      <a:pt x="14859" y="2692146"/>
                      <a:pt x="16859" y="2706052"/>
                    </a:cubicBezTo>
                    <a:cubicBezTo>
                      <a:pt x="17050" y="2706243"/>
                      <a:pt x="17050" y="2706719"/>
                      <a:pt x="17050" y="2706910"/>
                    </a:cubicBezTo>
                    <a:cubicBezTo>
                      <a:pt x="17050" y="2710243"/>
                      <a:pt x="14573" y="2713005"/>
                      <a:pt x="11240" y="2713672"/>
                    </a:cubicBezTo>
                    <a:cubicBezTo>
                      <a:pt x="11049" y="2713578"/>
                      <a:pt x="10573" y="2713578"/>
                      <a:pt x="10382" y="2713578"/>
                    </a:cubicBezTo>
                    <a:close/>
                    <a:moveTo>
                      <a:pt x="4295585" y="2668238"/>
                    </a:moveTo>
                    <a:cubicBezTo>
                      <a:pt x="4294728" y="2668238"/>
                      <a:pt x="4293775" y="2668048"/>
                      <a:pt x="4292918" y="2667572"/>
                    </a:cubicBezTo>
                    <a:cubicBezTo>
                      <a:pt x="4289584" y="2666238"/>
                      <a:pt x="4287965" y="2662238"/>
                      <a:pt x="4289298" y="2658809"/>
                    </a:cubicBezTo>
                    <a:cubicBezTo>
                      <a:pt x="4294918" y="2645569"/>
                      <a:pt x="4299585" y="2631662"/>
                      <a:pt x="4303205" y="2617279"/>
                    </a:cubicBezTo>
                    <a:cubicBezTo>
                      <a:pt x="4304062" y="2613946"/>
                      <a:pt x="4307681" y="2611660"/>
                      <a:pt x="4311301" y="2612612"/>
                    </a:cubicBezTo>
                    <a:cubicBezTo>
                      <a:pt x="4314254" y="2613279"/>
                      <a:pt x="4316445" y="2615946"/>
                      <a:pt x="4316445" y="2619089"/>
                    </a:cubicBezTo>
                    <a:cubicBezTo>
                      <a:pt x="4316445" y="2619565"/>
                      <a:pt x="4316445" y="2620232"/>
                      <a:pt x="4316254" y="2620709"/>
                    </a:cubicBezTo>
                    <a:cubicBezTo>
                      <a:pt x="4312635" y="2635282"/>
                      <a:pt x="4307681" y="2649855"/>
                      <a:pt x="4301681" y="2664047"/>
                    </a:cubicBezTo>
                    <a:cubicBezTo>
                      <a:pt x="4300443" y="2666429"/>
                      <a:pt x="4298252" y="2668238"/>
                      <a:pt x="4295585" y="2668238"/>
                    </a:cubicBezTo>
                    <a:close/>
                    <a:moveTo>
                      <a:pt x="8287" y="2623947"/>
                    </a:moveTo>
                    <a:cubicBezTo>
                      <a:pt x="8096" y="2623947"/>
                      <a:pt x="7810" y="2623947"/>
                      <a:pt x="7810" y="2623947"/>
                    </a:cubicBezTo>
                    <a:cubicBezTo>
                      <a:pt x="4191" y="2623756"/>
                      <a:pt x="1524" y="2620804"/>
                      <a:pt x="1524" y="2617184"/>
                    </a:cubicBezTo>
                    <a:lnTo>
                      <a:pt x="1524" y="2616994"/>
                    </a:lnTo>
                    <a:cubicBezTo>
                      <a:pt x="1524" y="2616803"/>
                      <a:pt x="1524" y="2616803"/>
                      <a:pt x="1524" y="2616518"/>
                    </a:cubicBezTo>
                    <a:cubicBezTo>
                      <a:pt x="1524" y="2616327"/>
                      <a:pt x="1524" y="2616041"/>
                      <a:pt x="1524" y="2615851"/>
                    </a:cubicBezTo>
                    <a:cubicBezTo>
                      <a:pt x="2857" y="2601659"/>
                      <a:pt x="4667" y="2586895"/>
                      <a:pt x="7144" y="2571655"/>
                    </a:cubicBezTo>
                    <a:cubicBezTo>
                      <a:pt x="7810" y="2567845"/>
                      <a:pt x="11144" y="2565368"/>
                      <a:pt x="15050" y="2566035"/>
                    </a:cubicBezTo>
                    <a:cubicBezTo>
                      <a:pt x="18669" y="2566702"/>
                      <a:pt x="21146" y="2570036"/>
                      <a:pt x="20669" y="2573655"/>
                    </a:cubicBezTo>
                    <a:cubicBezTo>
                      <a:pt x="18002" y="2589562"/>
                      <a:pt x="16193" y="2603945"/>
                      <a:pt x="15050" y="2617661"/>
                    </a:cubicBezTo>
                    <a:cubicBezTo>
                      <a:pt x="15050" y="2617851"/>
                      <a:pt x="15050" y="2617851"/>
                      <a:pt x="15050" y="2617851"/>
                    </a:cubicBezTo>
                    <a:cubicBezTo>
                      <a:pt x="14669" y="2621280"/>
                      <a:pt x="11716" y="2623947"/>
                      <a:pt x="8287" y="2623947"/>
                    </a:cubicBezTo>
                    <a:close/>
                    <a:moveTo>
                      <a:pt x="4317111" y="2581561"/>
                    </a:moveTo>
                    <a:cubicBezTo>
                      <a:pt x="4316921" y="2581561"/>
                      <a:pt x="4316921" y="2581561"/>
                      <a:pt x="4316635" y="2581561"/>
                    </a:cubicBezTo>
                    <a:cubicBezTo>
                      <a:pt x="4314825" y="2581561"/>
                      <a:pt x="4313015" y="2580704"/>
                      <a:pt x="4311968" y="2579084"/>
                    </a:cubicBezTo>
                    <a:cubicBezTo>
                      <a:pt x="4310825" y="2577751"/>
                      <a:pt x="4310348" y="2575941"/>
                      <a:pt x="4310634" y="2574131"/>
                    </a:cubicBezTo>
                    <a:cubicBezTo>
                      <a:pt x="4311491" y="2564702"/>
                      <a:pt x="4311968" y="2554795"/>
                      <a:pt x="4311968" y="2544985"/>
                    </a:cubicBezTo>
                    <a:cubicBezTo>
                      <a:pt x="4311968" y="2541841"/>
                      <a:pt x="4311777" y="2538508"/>
                      <a:pt x="4311777" y="2535365"/>
                    </a:cubicBezTo>
                    <a:lnTo>
                      <a:pt x="4311587" y="2530411"/>
                    </a:lnTo>
                    <a:cubicBezTo>
                      <a:pt x="4311587" y="2530221"/>
                      <a:pt x="4311587" y="2530221"/>
                      <a:pt x="4311587" y="2529935"/>
                    </a:cubicBezTo>
                    <a:cubicBezTo>
                      <a:pt x="4311777" y="2526316"/>
                      <a:pt x="4314730" y="2523458"/>
                      <a:pt x="4318349" y="2523458"/>
                    </a:cubicBezTo>
                    <a:lnTo>
                      <a:pt x="4318349" y="2523458"/>
                    </a:lnTo>
                    <a:cubicBezTo>
                      <a:pt x="4322160" y="2523458"/>
                      <a:pt x="4325112" y="2526411"/>
                      <a:pt x="4325112" y="2529935"/>
                    </a:cubicBezTo>
                    <a:cubicBezTo>
                      <a:pt x="4325303" y="2531745"/>
                      <a:pt x="4325303" y="2533269"/>
                      <a:pt x="4325303" y="2534888"/>
                    </a:cubicBezTo>
                    <a:cubicBezTo>
                      <a:pt x="4325303" y="2538222"/>
                      <a:pt x="4325493" y="2541651"/>
                      <a:pt x="4325493" y="2544985"/>
                    </a:cubicBezTo>
                    <a:cubicBezTo>
                      <a:pt x="4325493" y="2555081"/>
                      <a:pt x="4325017" y="2565178"/>
                      <a:pt x="4323874" y="2575465"/>
                    </a:cubicBezTo>
                    <a:cubicBezTo>
                      <a:pt x="4323588" y="2579084"/>
                      <a:pt x="4320731" y="2581561"/>
                      <a:pt x="4317111" y="2581561"/>
                    </a:cubicBezTo>
                    <a:close/>
                    <a:moveTo>
                      <a:pt x="22670" y="2535555"/>
                    </a:moveTo>
                    <a:cubicBezTo>
                      <a:pt x="22193" y="2535555"/>
                      <a:pt x="21812" y="2535365"/>
                      <a:pt x="21336" y="2535365"/>
                    </a:cubicBezTo>
                    <a:cubicBezTo>
                      <a:pt x="18193" y="2534698"/>
                      <a:pt x="16193" y="2532030"/>
                      <a:pt x="16002" y="2528888"/>
                    </a:cubicBezTo>
                    <a:cubicBezTo>
                      <a:pt x="16002" y="2528411"/>
                      <a:pt x="16193" y="2527745"/>
                      <a:pt x="16193" y="2527363"/>
                    </a:cubicBezTo>
                    <a:cubicBezTo>
                      <a:pt x="19526" y="2513266"/>
                      <a:pt x="23336" y="2498408"/>
                      <a:pt x="27908" y="2483644"/>
                    </a:cubicBezTo>
                    <a:cubicBezTo>
                      <a:pt x="28766" y="2480024"/>
                      <a:pt x="32576" y="2478024"/>
                      <a:pt x="36195" y="2478881"/>
                    </a:cubicBezTo>
                    <a:cubicBezTo>
                      <a:pt x="39815" y="2480024"/>
                      <a:pt x="41815" y="2483834"/>
                      <a:pt x="40672" y="2487454"/>
                    </a:cubicBezTo>
                    <a:cubicBezTo>
                      <a:pt x="36671" y="2501551"/>
                      <a:pt x="32861" y="2515934"/>
                      <a:pt x="29432" y="2530507"/>
                    </a:cubicBezTo>
                    <a:cubicBezTo>
                      <a:pt x="28766" y="2533269"/>
                      <a:pt x="25813" y="2535555"/>
                      <a:pt x="22670" y="2535555"/>
                    </a:cubicBezTo>
                    <a:close/>
                    <a:moveTo>
                      <a:pt x="4317111" y="2492026"/>
                    </a:moveTo>
                    <a:lnTo>
                      <a:pt x="4316921" y="2492026"/>
                    </a:lnTo>
                    <a:cubicBezTo>
                      <a:pt x="4313301" y="2492026"/>
                      <a:pt x="4310444" y="2489073"/>
                      <a:pt x="4310158" y="2485549"/>
                    </a:cubicBezTo>
                    <a:cubicBezTo>
                      <a:pt x="4309301" y="2468975"/>
                      <a:pt x="4308158" y="2454593"/>
                      <a:pt x="4306348" y="2441353"/>
                    </a:cubicBezTo>
                    <a:cubicBezTo>
                      <a:pt x="4306348" y="2441162"/>
                      <a:pt x="4306348" y="2440686"/>
                      <a:pt x="4306348" y="2440495"/>
                    </a:cubicBezTo>
                    <a:cubicBezTo>
                      <a:pt x="4306348" y="2437162"/>
                      <a:pt x="4308824" y="2434399"/>
                      <a:pt x="4312158" y="2434018"/>
                    </a:cubicBezTo>
                    <a:cubicBezTo>
                      <a:pt x="4315778" y="2433352"/>
                      <a:pt x="4319112" y="2436019"/>
                      <a:pt x="4319588" y="2439829"/>
                    </a:cubicBezTo>
                    <a:cubicBezTo>
                      <a:pt x="4321588" y="2453545"/>
                      <a:pt x="4322731" y="2468309"/>
                      <a:pt x="4323588" y="2484978"/>
                    </a:cubicBezTo>
                    <a:cubicBezTo>
                      <a:pt x="4323779" y="2488787"/>
                      <a:pt x="4320921" y="2491931"/>
                      <a:pt x="4317302" y="2492121"/>
                    </a:cubicBezTo>
                    <a:cubicBezTo>
                      <a:pt x="4317111" y="2492026"/>
                      <a:pt x="4317111" y="2492026"/>
                      <a:pt x="4317111" y="2492026"/>
                    </a:cubicBezTo>
                    <a:close/>
                    <a:moveTo>
                      <a:pt x="47816" y="2449163"/>
                    </a:moveTo>
                    <a:cubicBezTo>
                      <a:pt x="47149" y="2449163"/>
                      <a:pt x="46196" y="2449163"/>
                      <a:pt x="45530" y="2448973"/>
                    </a:cubicBezTo>
                    <a:cubicBezTo>
                      <a:pt x="43053" y="2448115"/>
                      <a:pt x="41053" y="2445639"/>
                      <a:pt x="41053" y="2442686"/>
                    </a:cubicBezTo>
                    <a:cubicBezTo>
                      <a:pt x="41053" y="2441829"/>
                      <a:pt x="41243" y="2441162"/>
                      <a:pt x="41529" y="2440400"/>
                    </a:cubicBezTo>
                    <a:cubicBezTo>
                      <a:pt x="46482" y="2425827"/>
                      <a:pt x="51626" y="2411444"/>
                      <a:pt x="56769" y="2397728"/>
                    </a:cubicBezTo>
                    <a:cubicBezTo>
                      <a:pt x="58103" y="2394395"/>
                      <a:pt x="62198" y="2392585"/>
                      <a:pt x="65532" y="2393918"/>
                    </a:cubicBezTo>
                    <a:cubicBezTo>
                      <a:pt x="68866" y="2395252"/>
                      <a:pt x="70676" y="2399062"/>
                      <a:pt x="69342" y="2402681"/>
                    </a:cubicBezTo>
                    <a:cubicBezTo>
                      <a:pt x="63532" y="2417921"/>
                      <a:pt x="58579" y="2431637"/>
                      <a:pt x="54102" y="2444686"/>
                    </a:cubicBezTo>
                    <a:cubicBezTo>
                      <a:pt x="53245" y="2447354"/>
                      <a:pt x="50768" y="2449163"/>
                      <a:pt x="47816" y="2449163"/>
                    </a:cubicBezTo>
                    <a:close/>
                    <a:moveTo>
                      <a:pt x="4304348" y="2403348"/>
                    </a:moveTo>
                    <a:cubicBezTo>
                      <a:pt x="4301204" y="2403348"/>
                      <a:pt x="4298538" y="2401348"/>
                      <a:pt x="4297871" y="2398395"/>
                    </a:cubicBezTo>
                    <a:cubicBezTo>
                      <a:pt x="4293394" y="2382679"/>
                      <a:pt x="4287774" y="2369629"/>
                      <a:pt x="4281012" y="2359343"/>
                    </a:cubicBezTo>
                    <a:cubicBezTo>
                      <a:pt x="4280821" y="2359343"/>
                      <a:pt x="4280821" y="2359343"/>
                      <a:pt x="4280821" y="2359152"/>
                    </a:cubicBezTo>
                    <a:cubicBezTo>
                      <a:pt x="4280154" y="2358009"/>
                      <a:pt x="4279678" y="2356866"/>
                      <a:pt x="4279678" y="2355342"/>
                    </a:cubicBezTo>
                    <a:cubicBezTo>
                      <a:pt x="4279678" y="2353151"/>
                      <a:pt x="4280821" y="2351055"/>
                      <a:pt x="4282631" y="2350008"/>
                    </a:cubicBezTo>
                    <a:cubicBezTo>
                      <a:pt x="4285774" y="2348008"/>
                      <a:pt x="4290060" y="2348865"/>
                      <a:pt x="4292061" y="2351818"/>
                    </a:cubicBezTo>
                    <a:cubicBezTo>
                      <a:pt x="4299680" y="2363534"/>
                      <a:pt x="4305777" y="2377440"/>
                      <a:pt x="4310920" y="2394680"/>
                    </a:cubicBezTo>
                    <a:cubicBezTo>
                      <a:pt x="4311777" y="2398300"/>
                      <a:pt x="4309777" y="2402110"/>
                      <a:pt x="4306253" y="2402967"/>
                    </a:cubicBezTo>
                    <a:cubicBezTo>
                      <a:pt x="4305396" y="2403158"/>
                      <a:pt x="4305014" y="2403348"/>
                      <a:pt x="4304348" y="2403348"/>
                    </a:cubicBezTo>
                    <a:close/>
                    <a:moveTo>
                      <a:pt x="79724" y="2365153"/>
                    </a:moveTo>
                    <a:cubicBezTo>
                      <a:pt x="78867" y="2365153"/>
                      <a:pt x="78200" y="2365153"/>
                      <a:pt x="77248" y="2364677"/>
                    </a:cubicBezTo>
                    <a:cubicBezTo>
                      <a:pt x="74771" y="2363534"/>
                      <a:pt x="73247" y="2361343"/>
                      <a:pt x="73247" y="2358581"/>
                    </a:cubicBezTo>
                    <a:cubicBezTo>
                      <a:pt x="73247" y="2357723"/>
                      <a:pt x="73247" y="2356771"/>
                      <a:pt x="73724" y="2355913"/>
                    </a:cubicBezTo>
                    <a:cubicBezTo>
                      <a:pt x="79343" y="2342674"/>
                      <a:pt x="85154" y="2329243"/>
                      <a:pt x="91631" y="2314575"/>
                    </a:cubicBezTo>
                    <a:cubicBezTo>
                      <a:pt x="92964" y="2311241"/>
                      <a:pt x="97060" y="2309622"/>
                      <a:pt x="100394" y="2310956"/>
                    </a:cubicBezTo>
                    <a:cubicBezTo>
                      <a:pt x="101918" y="2311622"/>
                      <a:pt x="103346" y="2312955"/>
                      <a:pt x="104013" y="2314765"/>
                    </a:cubicBezTo>
                    <a:cubicBezTo>
                      <a:pt x="104680" y="2316290"/>
                      <a:pt x="104680" y="2318385"/>
                      <a:pt x="103823" y="2319909"/>
                    </a:cubicBezTo>
                    <a:cubicBezTo>
                      <a:pt x="97536" y="2334006"/>
                      <a:pt x="91726" y="2347722"/>
                      <a:pt x="86106" y="2360962"/>
                    </a:cubicBezTo>
                    <a:cubicBezTo>
                      <a:pt x="84868" y="2363629"/>
                      <a:pt x="82391" y="2365153"/>
                      <a:pt x="79724" y="2365153"/>
                    </a:cubicBezTo>
                    <a:close/>
                    <a:moveTo>
                      <a:pt x="4259199" y="2326577"/>
                    </a:moveTo>
                    <a:cubicBezTo>
                      <a:pt x="4257199" y="2326577"/>
                      <a:pt x="4255389" y="2325719"/>
                      <a:pt x="4254056" y="2324100"/>
                    </a:cubicBezTo>
                    <a:cubicBezTo>
                      <a:pt x="4244436" y="2312861"/>
                      <a:pt x="4234053" y="2302288"/>
                      <a:pt x="4223576" y="2292668"/>
                    </a:cubicBezTo>
                    <a:cubicBezTo>
                      <a:pt x="4221956" y="2291334"/>
                      <a:pt x="4221290" y="2289524"/>
                      <a:pt x="4221290" y="2287524"/>
                    </a:cubicBezTo>
                    <a:cubicBezTo>
                      <a:pt x="4221290" y="2286000"/>
                      <a:pt x="4221956" y="2284380"/>
                      <a:pt x="4223099" y="2283047"/>
                    </a:cubicBezTo>
                    <a:cubicBezTo>
                      <a:pt x="4225386" y="2280380"/>
                      <a:pt x="4229862" y="2280380"/>
                      <a:pt x="4232529" y="2282571"/>
                    </a:cubicBezTo>
                    <a:cubicBezTo>
                      <a:pt x="4243769" y="2292858"/>
                      <a:pt x="4254341" y="2303907"/>
                      <a:pt x="4264438" y="2315337"/>
                    </a:cubicBezTo>
                    <a:cubicBezTo>
                      <a:pt x="4265581" y="2316670"/>
                      <a:pt x="4265962" y="2318480"/>
                      <a:pt x="4265962" y="2320290"/>
                    </a:cubicBezTo>
                    <a:cubicBezTo>
                      <a:pt x="4265771" y="2322100"/>
                      <a:pt x="4265105" y="2323624"/>
                      <a:pt x="4263771" y="2324957"/>
                    </a:cubicBezTo>
                    <a:cubicBezTo>
                      <a:pt x="4262343" y="2325910"/>
                      <a:pt x="4260723" y="2326577"/>
                      <a:pt x="4259199" y="2326577"/>
                    </a:cubicBezTo>
                    <a:close/>
                    <a:moveTo>
                      <a:pt x="116300" y="2283238"/>
                    </a:moveTo>
                    <a:cubicBezTo>
                      <a:pt x="115157" y="2283238"/>
                      <a:pt x="114300" y="2283047"/>
                      <a:pt x="113348" y="2282571"/>
                    </a:cubicBezTo>
                    <a:cubicBezTo>
                      <a:pt x="111062" y="2281428"/>
                      <a:pt x="109538" y="2278952"/>
                      <a:pt x="109538" y="2276475"/>
                    </a:cubicBezTo>
                    <a:cubicBezTo>
                      <a:pt x="109538" y="2275332"/>
                      <a:pt x="109728" y="2274475"/>
                      <a:pt x="110204" y="2273522"/>
                    </a:cubicBezTo>
                    <a:cubicBezTo>
                      <a:pt x="115824" y="2261425"/>
                      <a:pt x="122301" y="2248376"/>
                      <a:pt x="130397" y="2233136"/>
                    </a:cubicBezTo>
                    <a:cubicBezTo>
                      <a:pt x="132207" y="2229993"/>
                      <a:pt x="136493" y="2228659"/>
                      <a:pt x="139637" y="2230469"/>
                    </a:cubicBezTo>
                    <a:cubicBezTo>
                      <a:pt x="141161" y="2231136"/>
                      <a:pt x="142304" y="2232660"/>
                      <a:pt x="142970" y="2234470"/>
                    </a:cubicBezTo>
                    <a:cubicBezTo>
                      <a:pt x="143447" y="2236089"/>
                      <a:pt x="143161" y="2237804"/>
                      <a:pt x="142304" y="2239423"/>
                    </a:cubicBezTo>
                    <a:cubicBezTo>
                      <a:pt x="134684" y="2253996"/>
                      <a:pt x="128206" y="2267045"/>
                      <a:pt x="122301" y="2279142"/>
                    </a:cubicBezTo>
                    <a:cubicBezTo>
                      <a:pt x="121253" y="2281714"/>
                      <a:pt x="118777" y="2283238"/>
                      <a:pt x="116300" y="2283238"/>
                    </a:cubicBezTo>
                    <a:close/>
                    <a:moveTo>
                      <a:pt x="4193001" y="2266188"/>
                    </a:moveTo>
                    <a:cubicBezTo>
                      <a:pt x="4191667" y="2266188"/>
                      <a:pt x="4190334" y="2265712"/>
                      <a:pt x="4189190" y="2264854"/>
                    </a:cubicBezTo>
                    <a:cubicBezTo>
                      <a:pt x="4177760" y="2256568"/>
                      <a:pt x="4165187" y="2248662"/>
                      <a:pt x="4152138" y="2241518"/>
                    </a:cubicBezTo>
                    <a:cubicBezTo>
                      <a:pt x="4151947" y="2241518"/>
                      <a:pt x="4151947" y="2241518"/>
                      <a:pt x="4151947" y="2241328"/>
                    </a:cubicBezTo>
                    <a:cubicBezTo>
                      <a:pt x="4149662" y="2240185"/>
                      <a:pt x="4148328" y="2237994"/>
                      <a:pt x="4148328" y="2235518"/>
                    </a:cubicBezTo>
                    <a:cubicBezTo>
                      <a:pt x="4148328" y="2234374"/>
                      <a:pt x="4148804" y="2233231"/>
                      <a:pt x="4149185" y="2232374"/>
                    </a:cubicBezTo>
                    <a:cubicBezTo>
                      <a:pt x="4150995" y="2229231"/>
                      <a:pt x="4155281" y="2227897"/>
                      <a:pt x="4158425" y="2229707"/>
                    </a:cubicBezTo>
                    <a:cubicBezTo>
                      <a:pt x="4171664" y="2237137"/>
                      <a:pt x="4184714" y="2245233"/>
                      <a:pt x="4197001" y="2253901"/>
                    </a:cubicBezTo>
                    <a:cubicBezTo>
                      <a:pt x="4198525" y="2255044"/>
                      <a:pt x="4199478" y="2256568"/>
                      <a:pt x="4199668" y="2258377"/>
                    </a:cubicBezTo>
                    <a:cubicBezTo>
                      <a:pt x="4200144" y="2260187"/>
                      <a:pt x="4199668" y="2261997"/>
                      <a:pt x="4198525" y="2263331"/>
                    </a:cubicBezTo>
                    <a:cubicBezTo>
                      <a:pt x="4197287" y="2265045"/>
                      <a:pt x="4195191" y="2266188"/>
                      <a:pt x="4193001" y="2266188"/>
                    </a:cubicBezTo>
                    <a:close/>
                    <a:moveTo>
                      <a:pt x="4114895" y="2222659"/>
                    </a:moveTo>
                    <a:cubicBezTo>
                      <a:pt x="4114038" y="2222659"/>
                      <a:pt x="4113086" y="2222468"/>
                      <a:pt x="4112228" y="2221992"/>
                    </a:cubicBezTo>
                    <a:cubicBezTo>
                      <a:pt x="4099465" y="2216658"/>
                      <a:pt x="4085559" y="2211419"/>
                      <a:pt x="4070699" y="2206752"/>
                    </a:cubicBezTo>
                    <a:cubicBezTo>
                      <a:pt x="4067747" y="2205895"/>
                      <a:pt x="4066032" y="2203133"/>
                      <a:pt x="4066032" y="2200275"/>
                    </a:cubicBezTo>
                    <a:cubicBezTo>
                      <a:pt x="4066032" y="2199608"/>
                      <a:pt x="4066222" y="2198941"/>
                      <a:pt x="4066509" y="2198275"/>
                    </a:cubicBezTo>
                    <a:cubicBezTo>
                      <a:pt x="4067651" y="2194941"/>
                      <a:pt x="4071461" y="2192941"/>
                      <a:pt x="4075081" y="2193988"/>
                    </a:cubicBezTo>
                    <a:cubicBezTo>
                      <a:pt x="4089940" y="2198655"/>
                      <a:pt x="4104227" y="2204085"/>
                      <a:pt x="4117753" y="2209705"/>
                    </a:cubicBezTo>
                    <a:cubicBezTo>
                      <a:pt x="4121087" y="2211038"/>
                      <a:pt x="4122706" y="2215039"/>
                      <a:pt x="4121087" y="2218468"/>
                    </a:cubicBezTo>
                    <a:cubicBezTo>
                      <a:pt x="4120039" y="2220849"/>
                      <a:pt x="4117562" y="2222659"/>
                      <a:pt x="4114895" y="2222659"/>
                    </a:cubicBezTo>
                    <a:close/>
                    <a:moveTo>
                      <a:pt x="158020" y="2203799"/>
                    </a:moveTo>
                    <a:cubicBezTo>
                      <a:pt x="156877" y="2203799"/>
                      <a:pt x="155829" y="2203609"/>
                      <a:pt x="154877" y="2202942"/>
                    </a:cubicBezTo>
                    <a:cubicBezTo>
                      <a:pt x="152591" y="2201799"/>
                      <a:pt x="151257" y="2199322"/>
                      <a:pt x="151257" y="2197132"/>
                    </a:cubicBezTo>
                    <a:cubicBezTo>
                      <a:pt x="151257" y="2195989"/>
                      <a:pt x="151733" y="2194846"/>
                      <a:pt x="152114" y="2193798"/>
                    </a:cubicBezTo>
                    <a:lnTo>
                      <a:pt x="155067" y="2188654"/>
                    </a:lnTo>
                    <a:cubicBezTo>
                      <a:pt x="156401" y="2186178"/>
                      <a:pt x="157734" y="2183892"/>
                      <a:pt x="158877" y="2181701"/>
                    </a:cubicBezTo>
                    <a:cubicBezTo>
                      <a:pt x="164021" y="2172462"/>
                      <a:pt x="168974" y="2163508"/>
                      <a:pt x="173927" y="2154555"/>
                    </a:cubicBezTo>
                    <a:cubicBezTo>
                      <a:pt x="175736" y="2151412"/>
                      <a:pt x="180023" y="2150269"/>
                      <a:pt x="183166" y="2152078"/>
                    </a:cubicBezTo>
                    <a:cubicBezTo>
                      <a:pt x="186309" y="2153888"/>
                      <a:pt x="187643" y="2157889"/>
                      <a:pt x="185833" y="2161032"/>
                    </a:cubicBezTo>
                    <a:cubicBezTo>
                      <a:pt x="180689" y="2170271"/>
                      <a:pt x="175736" y="2179225"/>
                      <a:pt x="170783" y="2188178"/>
                    </a:cubicBezTo>
                    <a:cubicBezTo>
                      <a:pt x="169450" y="2190179"/>
                      <a:pt x="168307" y="2192465"/>
                      <a:pt x="167164" y="2194655"/>
                    </a:cubicBezTo>
                    <a:cubicBezTo>
                      <a:pt x="166021" y="2196465"/>
                      <a:pt x="164878" y="2198465"/>
                      <a:pt x="163830" y="2200465"/>
                    </a:cubicBezTo>
                    <a:cubicBezTo>
                      <a:pt x="162782" y="2202466"/>
                      <a:pt x="160496" y="2203799"/>
                      <a:pt x="158020" y="2203799"/>
                    </a:cubicBezTo>
                    <a:close/>
                    <a:moveTo>
                      <a:pt x="4029551" y="2195036"/>
                    </a:moveTo>
                    <a:cubicBezTo>
                      <a:pt x="4028885" y="2195036"/>
                      <a:pt x="4028409" y="2194846"/>
                      <a:pt x="4028027" y="2194846"/>
                    </a:cubicBezTo>
                    <a:cubicBezTo>
                      <a:pt x="4013454" y="2191512"/>
                      <a:pt x="3998881" y="2188559"/>
                      <a:pt x="3984498" y="2186083"/>
                    </a:cubicBezTo>
                    <a:cubicBezTo>
                      <a:pt x="3981164" y="2185416"/>
                      <a:pt x="3978688" y="2182749"/>
                      <a:pt x="3978878" y="2179320"/>
                    </a:cubicBezTo>
                    <a:cubicBezTo>
                      <a:pt x="3978878" y="2179129"/>
                      <a:pt x="3978878" y="2178653"/>
                      <a:pt x="3978878" y="2178463"/>
                    </a:cubicBezTo>
                    <a:cubicBezTo>
                      <a:pt x="3979545" y="2174653"/>
                      <a:pt x="3982879" y="2172176"/>
                      <a:pt x="3986689" y="2172843"/>
                    </a:cubicBezTo>
                    <a:cubicBezTo>
                      <a:pt x="4001738" y="2175320"/>
                      <a:pt x="4016788" y="2178272"/>
                      <a:pt x="4031171" y="2181797"/>
                    </a:cubicBezTo>
                    <a:cubicBezTo>
                      <a:pt x="4034790" y="2182463"/>
                      <a:pt x="4036981" y="2186273"/>
                      <a:pt x="4036124" y="2189893"/>
                    </a:cubicBezTo>
                    <a:cubicBezTo>
                      <a:pt x="4035362" y="2192845"/>
                      <a:pt x="4032695" y="2195036"/>
                      <a:pt x="4029551" y="2195036"/>
                    </a:cubicBezTo>
                    <a:close/>
                    <a:moveTo>
                      <a:pt x="3940683" y="2182082"/>
                    </a:moveTo>
                    <a:lnTo>
                      <a:pt x="3940493" y="2182082"/>
                    </a:lnTo>
                    <a:cubicBezTo>
                      <a:pt x="3933730" y="2181606"/>
                      <a:pt x="3927062" y="2181225"/>
                      <a:pt x="3920109" y="2180939"/>
                    </a:cubicBezTo>
                    <a:cubicBezTo>
                      <a:pt x="3912013" y="2180463"/>
                      <a:pt x="3903917" y="2180082"/>
                      <a:pt x="3895630" y="2179605"/>
                    </a:cubicBezTo>
                    <a:cubicBezTo>
                      <a:pt x="3892010" y="2179415"/>
                      <a:pt x="3889153" y="2176463"/>
                      <a:pt x="3889153" y="2172843"/>
                    </a:cubicBezTo>
                    <a:lnTo>
                      <a:pt x="3889153" y="2172652"/>
                    </a:lnTo>
                    <a:cubicBezTo>
                      <a:pt x="3889343" y="2168842"/>
                      <a:pt x="3892963" y="2166175"/>
                      <a:pt x="3896297" y="2166175"/>
                    </a:cubicBezTo>
                    <a:cubicBezTo>
                      <a:pt x="3905060" y="2166842"/>
                      <a:pt x="3913822" y="2167033"/>
                      <a:pt x="3922109" y="2167509"/>
                    </a:cubicBezTo>
                    <a:cubicBezTo>
                      <a:pt x="3928586" y="2167985"/>
                      <a:pt x="3934873" y="2168176"/>
                      <a:pt x="3941159" y="2168652"/>
                    </a:cubicBezTo>
                    <a:cubicBezTo>
                      <a:pt x="3944969" y="2168652"/>
                      <a:pt x="3947636" y="2171795"/>
                      <a:pt x="3947446" y="2175605"/>
                    </a:cubicBezTo>
                    <a:cubicBezTo>
                      <a:pt x="3947160" y="2179129"/>
                      <a:pt x="3944303" y="2182082"/>
                      <a:pt x="3940683" y="2182082"/>
                    </a:cubicBezTo>
                    <a:close/>
                    <a:moveTo>
                      <a:pt x="3851148" y="2175986"/>
                    </a:moveTo>
                    <a:cubicBezTo>
                      <a:pt x="3850958" y="2175986"/>
                      <a:pt x="3850672" y="2175986"/>
                      <a:pt x="3850291" y="2175986"/>
                    </a:cubicBezTo>
                    <a:cubicBezTo>
                      <a:pt x="3832765" y="2173986"/>
                      <a:pt x="3818001" y="2171224"/>
                      <a:pt x="3805142" y="2167890"/>
                    </a:cubicBezTo>
                    <a:cubicBezTo>
                      <a:pt x="3802190" y="2167223"/>
                      <a:pt x="3800189" y="2164556"/>
                      <a:pt x="3800189" y="2161413"/>
                    </a:cubicBezTo>
                    <a:cubicBezTo>
                      <a:pt x="3800189" y="2160746"/>
                      <a:pt x="3800189" y="2160270"/>
                      <a:pt x="3800380" y="2159603"/>
                    </a:cubicBezTo>
                    <a:cubicBezTo>
                      <a:pt x="3801237" y="2156269"/>
                      <a:pt x="3805047" y="2153983"/>
                      <a:pt x="3808667" y="2154936"/>
                    </a:cubicBezTo>
                    <a:cubicBezTo>
                      <a:pt x="3820763" y="2158079"/>
                      <a:pt x="3834956" y="2160746"/>
                      <a:pt x="3851720" y="2162556"/>
                    </a:cubicBezTo>
                    <a:cubicBezTo>
                      <a:pt x="3853529" y="2162747"/>
                      <a:pt x="3855053" y="2163699"/>
                      <a:pt x="3856196" y="2165223"/>
                    </a:cubicBezTo>
                    <a:cubicBezTo>
                      <a:pt x="3857339" y="2166557"/>
                      <a:pt x="3858006" y="2168366"/>
                      <a:pt x="3857816" y="2170176"/>
                    </a:cubicBezTo>
                    <a:cubicBezTo>
                      <a:pt x="3857435" y="2173510"/>
                      <a:pt x="3854482" y="2175986"/>
                      <a:pt x="3851148" y="2175986"/>
                    </a:cubicBezTo>
                    <a:close/>
                    <a:moveTo>
                      <a:pt x="3765423" y="2151316"/>
                    </a:moveTo>
                    <a:cubicBezTo>
                      <a:pt x="3764280" y="2151316"/>
                      <a:pt x="3762947" y="2150840"/>
                      <a:pt x="3761804" y="2150174"/>
                    </a:cubicBezTo>
                    <a:cubicBezTo>
                      <a:pt x="3752184" y="2144077"/>
                      <a:pt x="3744278" y="2136743"/>
                      <a:pt x="3738277" y="2128647"/>
                    </a:cubicBezTo>
                    <a:cubicBezTo>
                      <a:pt x="3735134" y="2123980"/>
                      <a:pt x="3733134" y="2118360"/>
                      <a:pt x="3732467" y="2111121"/>
                    </a:cubicBezTo>
                    <a:cubicBezTo>
                      <a:pt x="3732276" y="2110931"/>
                      <a:pt x="3732276" y="2110645"/>
                      <a:pt x="3732276" y="2110454"/>
                    </a:cubicBezTo>
                    <a:cubicBezTo>
                      <a:pt x="3732276" y="2107120"/>
                      <a:pt x="3734753" y="2104168"/>
                      <a:pt x="3738372" y="2103691"/>
                    </a:cubicBezTo>
                    <a:cubicBezTo>
                      <a:pt x="3742182" y="2103215"/>
                      <a:pt x="3745326" y="2105977"/>
                      <a:pt x="3745802" y="2109502"/>
                    </a:cubicBezTo>
                    <a:cubicBezTo>
                      <a:pt x="3746278" y="2114169"/>
                      <a:pt x="3747611" y="2118074"/>
                      <a:pt x="3749421" y="2120741"/>
                    </a:cubicBezTo>
                    <a:cubicBezTo>
                      <a:pt x="3754374" y="2127504"/>
                      <a:pt x="3760851" y="2133505"/>
                      <a:pt x="3769424" y="2138934"/>
                    </a:cubicBezTo>
                    <a:cubicBezTo>
                      <a:pt x="3772376" y="2140744"/>
                      <a:pt x="3773424" y="2145030"/>
                      <a:pt x="3771424" y="2148173"/>
                    </a:cubicBezTo>
                    <a:cubicBezTo>
                      <a:pt x="3769900" y="2150174"/>
                      <a:pt x="3767900" y="2151316"/>
                      <a:pt x="3765423" y="2151316"/>
                    </a:cubicBezTo>
                    <a:close/>
                    <a:moveTo>
                      <a:pt x="202025" y="2125504"/>
                    </a:moveTo>
                    <a:cubicBezTo>
                      <a:pt x="200882" y="2125504"/>
                      <a:pt x="199739" y="2125027"/>
                      <a:pt x="198692" y="2124647"/>
                    </a:cubicBezTo>
                    <a:cubicBezTo>
                      <a:pt x="196691" y="2123313"/>
                      <a:pt x="195358" y="2121313"/>
                      <a:pt x="195358" y="2118836"/>
                    </a:cubicBezTo>
                    <a:cubicBezTo>
                      <a:pt x="195358" y="2117693"/>
                      <a:pt x="195548" y="2116360"/>
                      <a:pt x="196215" y="2115502"/>
                    </a:cubicBezTo>
                    <a:cubicBezTo>
                      <a:pt x="203645" y="2102739"/>
                      <a:pt x="211074" y="2089690"/>
                      <a:pt x="218885" y="2076450"/>
                    </a:cubicBezTo>
                    <a:cubicBezTo>
                      <a:pt x="220409" y="2073307"/>
                      <a:pt x="224981" y="2072164"/>
                      <a:pt x="228124" y="2073973"/>
                    </a:cubicBezTo>
                    <a:cubicBezTo>
                      <a:pt x="231267" y="2075974"/>
                      <a:pt x="232410" y="2080069"/>
                      <a:pt x="230600" y="2083213"/>
                    </a:cubicBezTo>
                    <a:cubicBezTo>
                      <a:pt x="223838" y="2094928"/>
                      <a:pt x="215741" y="2108359"/>
                      <a:pt x="207931" y="2122265"/>
                    </a:cubicBezTo>
                    <a:cubicBezTo>
                      <a:pt x="206788" y="2124170"/>
                      <a:pt x="204502" y="2125504"/>
                      <a:pt x="202025" y="2125504"/>
                    </a:cubicBezTo>
                    <a:close/>
                    <a:moveTo>
                      <a:pt x="3744278" y="2072735"/>
                    </a:moveTo>
                    <a:cubicBezTo>
                      <a:pt x="3743801" y="2072735"/>
                      <a:pt x="3743135" y="2072735"/>
                      <a:pt x="3742754" y="2072545"/>
                    </a:cubicBezTo>
                    <a:cubicBezTo>
                      <a:pt x="3739134" y="2071688"/>
                      <a:pt x="3736943" y="2067877"/>
                      <a:pt x="3737801" y="2064258"/>
                    </a:cubicBezTo>
                    <a:cubicBezTo>
                      <a:pt x="3741134" y="2051685"/>
                      <a:pt x="3746087" y="2037112"/>
                      <a:pt x="3752184" y="2020919"/>
                    </a:cubicBezTo>
                    <a:cubicBezTo>
                      <a:pt x="3753326" y="2017585"/>
                      <a:pt x="3757327" y="2015776"/>
                      <a:pt x="3760756" y="2017109"/>
                    </a:cubicBezTo>
                    <a:cubicBezTo>
                      <a:pt x="3763423" y="2017966"/>
                      <a:pt x="3765233" y="2020729"/>
                      <a:pt x="3765233" y="2023396"/>
                    </a:cubicBezTo>
                    <a:cubicBezTo>
                      <a:pt x="3765233" y="2024253"/>
                      <a:pt x="3765042" y="2024920"/>
                      <a:pt x="3764756" y="2025872"/>
                    </a:cubicBezTo>
                    <a:cubicBezTo>
                      <a:pt x="3758946" y="2041112"/>
                      <a:pt x="3754184" y="2055305"/>
                      <a:pt x="3750850" y="2067877"/>
                    </a:cubicBezTo>
                    <a:cubicBezTo>
                      <a:pt x="3750088" y="2070735"/>
                      <a:pt x="3747421" y="2072735"/>
                      <a:pt x="3744278" y="2072735"/>
                    </a:cubicBezTo>
                    <a:close/>
                    <a:moveTo>
                      <a:pt x="247364" y="2047780"/>
                    </a:moveTo>
                    <a:cubicBezTo>
                      <a:pt x="246221" y="2047780"/>
                      <a:pt x="245078" y="2047303"/>
                      <a:pt x="244031" y="2046923"/>
                    </a:cubicBezTo>
                    <a:cubicBezTo>
                      <a:pt x="242030" y="2045589"/>
                      <a:pt x="240887" y="2043589"/>
                      <a:pt x="240697" y="2041112"/>
                    </a:cubicBezTo>
                    <a:cubicBezTo>
                      <a:pt x="240697" y="2039969"/>
                      <a:pt x="241173" y="2038636"/>
                      <a:pt x="241840" y="2037778"/>
                    </a:cubicBezTo>
                    <a:cubicBezTo>
                      <a:pt x="248984" y="2025682"/>
                      <a:pt x="256413" y="2013109"/>
                      <a:pt x="264986" y="1999202"/>
                    </a:cubicBezTo>
                    <a:cubicBezTo>
                      <a:pt x="266795" y="1996059"/>
                      <a:pt x="271272" y="1994916"/>
                      <a:pt x="274225" y="1996916"/>
                    </a:cubicBezTo>
                    <a:cubicBezTo>
                      <a:pt x="277559" y="1998916"/>
                      <a:pt x="278511" y="2003012"/>
                      <a:pt x="276416" y="2006156"/>
                    </a:cubicBezTo>
                    <a:cubicBezTo>
                      <a:pt x="269653" y="2017585"/>
                      <a:pt x="261366" y="2031111"/>
                      <a:pt x="253270" y="2044541"/>
                    </a:cubicBezTo>
                    <a:cubicBezTo>
                      <a:pt x="253270" y="2044732"/>
                      <a:pt x="253270" y="2044732"/>
                      <a:pt x="253270" y="2044732"/>
                    </a:cubicBezTo>
                    <a:cubicBezTo>
                      <a:pt x="251841" y="2046732"/>
                      <a:pt x="249841" y="2047780"/>
                      <a:pt x="247364" y="2047780"/>
                    </a:cubicBezTo>
                    <a:close/>
                    <a:moveTo>
                      <a:pt x="2100644" y="2016157"/>
                    </a:moveTo>
                    <a:cubicBezTo>
                      <a:pt x="2100644" y="2016157"/>
                      <a:pt x="2100453" y="2016157"/>
                      <a:pt x="2100167" y="2016157"/>
                    </a:cubicBezTo>
                    <a:cubicBezTo>
                      <a:pt x="2084261" y="2014633"/>
                      <a:pt x="2068925" y="2011870"/>
                      <a:pt x="2054828" y="2008060"/>
                    </a:cubicBezTo>
                    <a:cubicBezTo>
                      <a:pt x="2051685" y="2007203"/>
                      <a:pt x="2049685" y="2004441"/>
                      <a:pt x="2049875" y="2001298"/>
                    </a:cubicBezTo>
                    <a:cubicBezTo>
                      <a:pt x="2049875" y="2000822"/>
                      <a:pt x="2049875" y="2000155"/>
                      <a:pt x="2050066" y="1999774"/>
                    </a:cubicBezTo>
                    <a:cubicBezTo>
                      <a:pt x="2050923" y="1996154"/>
                      <a:pt x="2054733" y="1994154"/>
                      <a:pt x="2058353" y="1995106"/>
                    </a:cubicBezTo>
                    <a:cubicBezTo>
                      <a:pt x="2071592" y="1998916"/>
                      <a:pt x="2085975" y="2001393"/>
                      <a:pt x="2101215" y="2002726"/>
                    </a:cubicBezTo>
                    <a:cubicBezTo>
                      <a:pt x="2104835" y="2002917"/>
                      <a:pt x="2107692" y="2006346"/>
                      <a:pt x="2107311" y="2009870"/>
                    </a:cubicBezTo>
                    <a:cubicBezTo>
                      <a:pt x="2107121" y="2013490"/>
                      <a:pt x="2104263" y="2016157"/>
                      <a:pt x="2100644" y="2016157"/>
                    </a:cubicBezTo>
                    <a:close/>
                    <a:moveTo>
                      <a:pt x="2145506" y="2015966"/>
                    </a:moveTo>
                    <a:cubicBezTo>
                      <a:pt x="2142172" y="2015966"/>
                      <a:pt x="2139220" y="2013299"/>
                      <a:pt x="2138744" y="2009870"/>
                    </a:cubicBezTo>
                    <a:cubicBezTo>
                      <a:pt x="2138744" y="2009680"/>
                      <a:pt x="2138744" y="2009394"/>
                      <a:pt x="2138744" y="2009203"/>
                    </a:cubicBezTo>
                    <a:cubicBezTo>
                      <a:pt x="2138744" y="2005870"/>
                      <a:pt x="2141220" y="2002917"/>
                      <a:pt x="2144840" y="2002441"/>
                    </a:cubicBezTo>
                    <a:cubicBezTo>
                      <a:pt x="2158270" y="2000917"/>
                      <a:pt x="2172938" y="1998155"/>
                      <a:pt x="2187988" y="1994344"/>
                    </a:cubicBezTo>
                    <a:cubicBezTo>
                      <a:pt x="2191607" y="1993487"/>
                      <a:pt x="2195132" y="1995488"/>
                      <a:pt x="2196275" y="1999012"/>
                    </a:cubicBezTo>
                    <a:cubicBezTo>
                      <a:pt x="2197132" y="2002631"/>
                      <a:pt x="2194941" y="2006441"/>
                      <a:pt x="2191322" y="2007298"/>
                    </a:cubicBezTo>
                    <a:cubicBezTo>
                      <a:pt x="2175796" y="2011299"/>
                      <a:pt x="2160556" y="2014252"/>
                      <a:pt x="2146173" y="2015871"/>
                    </a:cubicBezTo>
                    <a:cubicBezTo>
                      <a:pt x="2145983" y="2015966"/>
                      <a:pt x="2145792" y="2015966"/>
                      <a:pt x="2145506" y="2015966"/>
                    </a:cubicBezTo>
                    <a:close/>
                    <a:moveTo>
                      <a:pt x="2232374" y="1993964"/>
                    </a:moveTo>
                    <a:cubicBezTo>
                      <a:pt x="2229422" y="1993964"/>
                      <a:pt x="2226945" y="1992154"/>
                      <a:pt x="2226088" y="1989487"/>
                    </a:cubicBezTo>
                    <a:cubicBezTo>
                      <a:pt x="2225897" y="1988820"/>
                      <a:pt x="2225612" y="1988153"/>
                      <a:pt x="2225612" y="1987201"/>
                    </a:cubicBezTo>
                    <a:cubicBezTo>
                      <a:pt x="2225612" y="1984534"/>
                      <a:pt x="2227421" y="1981867"/>
                      <a:pt x="2230088" y="1980914"/>
                    </a:cubicBezTo>
                    <a:cubicBezTo>
                      <a:pt x="2243328" y="1975961"/>
                      <a:pt x="2257235" y="1970151"/>
                      <a:pt x="2270951" y="1963864"/>
                    </a:cubicBezTo>
                    <a:cubicBezTo>
                      <a:pt x="2274284" y="1962340"/>
                      <a:pt x="2278380" y="1963864"/>
                      <a:pt x="2279904" y="1967198"/>
                    </a:cubicBezTo>
                    <a:cubicBezTo>
                      <a:pt x="2281523" y="1970532"/>
                      <a:pt x="2279904" y="1974628"/>
                      <a:pt x="2276570" y="1976152"/>
                    </a:cubicBezTo>
                    <a:cubicBezTo>
                      <a:pt x="2261521" y="1982914"/>
                      <a:pt x="2247805" y="1988534"/>
                      <a:pt x="2234851" y="1993392"/>
                    </a:cubicBezTo>
                    <a:lnTo>
                      <a:pt x="2234851" y="1993392"/>
                    </a:lnTo>
                    <a:cubicBezTo>
                      <a:pt x="2233994" y="1993773"/>
                      <a:pt x="2233327" y="1993964"/>
                      <a:pt x="2232374" y="1993964"/>
                    </a:cubicBezTo>
                    <a:close/>
                    <a:moveTo>
                      <a:pt x="2015395" y="1990820"/>
                    </a:moveTo>
                    <a:cubicBezTo>
                      <a:pt x="2014061" y="1990820"/>
                      <a:pt x="2012918" y="1990344"/>
                      <a:pt x="2011775" y="1989677"/>
                    </a:cubicBezTo>
                    <a:cubicBezTo>
                      <a:pt x="1997869" y="1980914"/>
                      <a:pt x="1987772" y="1970151"/>
                      <a:pt x="1981295" y="1958054"/>
                    </a:cubicBezTo>
                    <a:cubicBezTo>
                      <a:pt x="1980819" y="1957197"/>
                      <a:pt x="1980152" y="1956054"/>
                      <a:pt x="1979676" y="1954911"/>
                    </a:cubicBezTo>
                    <a:lnTo>
                      <a:pt x="1979486" y="1954435"/>
                    </a:lnTo>
                    <a:cubicBezTo>
                      <a:pt x="1979009" y="1953577"/>
                      <a:pt x="1978819" y="1952625"/>
                      <a:pt x="1978819" y="1951482"/>
                    </a:cubicBezTo>
                    <a:cubicBezTo>
                      <a:pt x="1978628" y="1949006"/>
                      <a:pt x="1980152" y="1946529"/>
                      <a:pt x="1982438" y="1945386"/>
                    </a:cubicBezTo>
                    <a:cubicBezTo>
                      <a:pt x="1985772" y="1943862"/>
                      <a:pt x="1989868" y="1945195"/>
                      <a:pt x="1991678" y="1948339"/>
                    </a:cubicBezTo>
                    <a:cubicBezTo>
                      <a:pt x="1992154" y="1949482"/>
                      <a:pt x="1992535" y="1950625"/>
                      <a:pt x="1993202" y="1951673"/>
                    </a:cubicBezTo>
                    <a:cubicBezTo>
                      <a:pt x="1998536" y="1961769"/>
                      <a:pt x="2007299" y="1970723"/>
                      <a:pt x="2019014" y="1978152"/>
                    </a:cubicBezTo>
                    <a:cubicBezTo>
                      <a:pt x="2020634" y="1979295"/>
                      <a:pt x="2021681" y="1980628"/>
                      <a:pt x="2021967" y="1982438"/>
                    </a:cubicBezTo>
                    <a:cubicBezTo>
                      <a:pt x="2022443" y="1984248"/>
                      <a:pt x="2022158" y="1986058"/>
                      <a:pt x="2021110" y="1987582"/>
                    </a:cubicBezTo>
                    <a:cubicBezTo>
                      <a:pt x="2019872" y="1989677"/>
                      <a:pt x="2017586" y="1990820"/>
                      <a:pt x="2015395" y="1990820"/>
                    </a:cubicBezTo>
                    <a:close/>
                    <a:moveTo>
                      <a:pt x="3775520" y="1988534"/>
                    </a:moveTo>
                    <a:cubicBezTo>
                      <a:pt x="3774662" y="1988534"/>
                      <a:pt x="3773710" y="1988344"/>
                      <a:pt x="3772853" y="1987867"/>
                    </a:cubicBezTo>
                    <a:cubicBezTo>
                      <a:pt x="3769519" y="1986534"/>
                      <a:pt x="3767900" y="1982438"/>
                      <a:pt x="3769519" y="1979105"/>
                    </a:cubicBezTo>
                    <a:cubicBezTo>
                      <a:pt x="3774853" y="1967008"/>
                      <a:pt x="3779806" y="1956435"/>
                      <a:pt x="3783235" y="1949482"/>
                    </a:cubicBezTo>
                    <a:cubicBezTo>
                      <a:pt x="3785045" y="1945672"/>
                      <a:pt x="3786378" y="1943005"/>
                      <a:pt x="3787045" y="1941195"/>
                    </a:cubicBezTo>
                    <a:cubicBezTo>
                      <a:pt x="3787521" y="1940338"/>
                      <a:pt x="3787902" y="1939195"/>
                      <a:pt x="3788378" y="1938242"/>
                    </a:cubicBezTo>
                    <a:cubicBezTo>
                      <a:pt x="3789902" y="1934908"/>
                      <a:pt x="3793998" y="1933289"/>
                      <a:pt x="3797332" y="1934623"/>
                    </a:cubicBezTo>
                    <a:cubicBezTo>
                      <a:pt x="3799809" y="1935766"/>
                      <a:pt x="3801332" y="1938242"/>
                      <a:pt x="3801142" y="1940909"/>
                    </a:cubicBezTo>
                    <a:cubicBezTo>
                      <a:pt x="3801142" y="1942052"/>
                      <a:pt x="3801142" y="1942719"/>
                      <a:pt x="3800666" y="1943576"/>
                    </a:cubicBezTo>
                    <a:lnTo>
                      <a:pt x="3799332" y="1946719"/>
                    </a:lnTo>
                    <a:cubicBezTo>
                      <a:pt x="3798475" y="1948243"/>
                      <a:pt x="3797332" y="1951196"/>
                      <a:pt x="3795522" y="1954530"/>
                    </a:cubicBezTo>
                    <a:cubicBezTo>
                      <a:pt x="3792188" y="1961483"/>
                      <a:pt x="3787235" y="1972056"/>
                      <a:pt x="3781806" y="1984343"/>
                    </a:cubicBezTo>
                    <a:cubicBezTo>
                      <a:pt x="3780663" y="1987010"/>
                      <a:pt x="3778187" y="1988534"/>
                      <a:pt x="3775520" y="1988534"/>
                    </a:cubicBezTo>
                    <a:close/>
                    <a:moveTo>
                      <a:pt x="294323" y="1971103"/>
                    </a:moveTo>
                    <a:cubicBezTo>
                      <a:pt x="292989" y="1971103"/>
                      <a:pt x="291846" y="1970627"/>
                      <a:pt x="290703" y="1970246"/>
                    </a:cubicBezTo>
                    <a:cubicBezTo>
                      <a:pt x="288703" y="1968913"/>
                      <a:pt x="287560" y="1966627"/>
                      <a:pt x="287560" y="1964436"/>
                    </a:cubicBezTo>
                    <a:cubicBezTo>
                      <a:pt x="287560" y="1963102"/>
                      <a:pt x="287750" y="1961959"/>
                      <a:pt x="288417" y="1960816"/>
                    </a:cubicBezTo>
                    <a:cubicBezTo>
                      <a:pt x="296037" y="1948720"/>
                      <a:pt x="304133" y="1935670"/>
                      <a:pt x="312420" y="1922621"/>
                    </a:cubicBezTo>
                    <a:cubicBezTo>
                      <a:pt x="314230" y="1919668"/>
                      <a:pt x="318707" y="1918811"/>
                      <a:pt x="321659" y="1920621"/>
                    </a:cubicBezTo>
                    <a:cubicBezTo>
                      <a:pt x="323279" y="1921764"/>
                      <a:pt x="324326" y="1923098"/>
                      <a:pt x="324612" y="1924907"/>
                    </a:cubicBezTo>
                    <a:cubicBezTo>
                      <a:pt x="325088" y="1926717"/>
                      <a:pt x="324803" y="1928527"/>
                      <a:pt x="323945" y="1930051"/>
                    </a:cubicBezTo>
                    <a:cubicBezTo>
                      <a:pt x="316802" y="1941005"/>
                      <a:pt x="308419" y="1954339"/>
                      <a:pt x="299942" y="1967960"/>
                    </a:cubicBezTo>
                    <a:cubicBezTo>
                      <a:pt x="298799" y="1969960"/>
                      <a:pt x="296513" y="1971103"/>
                      <a:pt x="294323" y="1971103"/>
                    </a:cubicBezTo>
                    <a:close/>
                    <a:moveTo>
                      <a:pt x="2314289" y="1957102"/>
                    </a:moveTo>
                    <a:cubicBezTo>
                      <a:pt x="2311622" y="1957102"/>
                      <a:pt x="2309336" y="1955578"/>
                      <a:pt x="2308193" y="1953292"/>
                    </a:cubicBezTo>
                    <a:cubicBezTo>
                      <a:pt x="2307717" y="1952434"/>
                      <a:pt x="2307336" y="1951291"/>
                      <a:pt x="2307527" y="1950148"/>
                    </a:cubicBezTo>
                    <a:cubicBezTo>
                      <a:pt x="2307527" y="1947672"/>
                      <a:pt x="2308860" y="1945481"/>
                      <a:pt x="2311146" y="1944338"/>
                    </a:cubicBezTo>
                    <a:cubicBezTo>
                      <a:pt x="2323529" y="1937861"/>
                      <a:pt x="2336483" y="1930908"/>
                      <a:pt x="2350389" y="1923002"/>
                    </a:cubicBezTo>
                    <a:cubicBezTo>
                      <a:pt x="2353342" y="1921192"/>
                      <a:pt x="2357819" y="1922335"/>
                      <a:pt x="2359343" y="1925479"/>
                    </a:cubicBezTo>
                    <a:cubicBezTo>
                      <a:pt x="2360200" y="1927098"/>
                      <a:pt x="2360486" y="1929098"/>
                      <a:pt x="2360009" y="1930622"/>
                    </a:cubicBezTo>
                    <a:cubicBezTo>
                      <a:pt x="2359533" y="1932432"/>
                      <a:pt x="2358390" y="1933765"/>
                      <a:pt x="2356866" y="1934623"/>
                    </a:cubicBezTo>
                    <a:cubicBezTo>
                      <a:pt x="2342484" y="1942909"/>
                      <a:pt x="2329434" y="1949863"/>
                      <a:pt x="2317147" y="1956149"/>
                    </a:cubicBezTo>
                    <a:cubicBezTo>
                      <a:pt x="2316385" y="1956721"/>
                      <a:pt x="2315242" y="1957102"/>
                      <a:pt x="2314289" y="1957102"/>
                    </a:cubicBezTo>
                    <a:close/>
                    <a:moveTo>
                      <a:pt x="1970437" y="1916049"/>
                    </a:moveTo>
                    <a:cubicBezTo>
                      <a:pt x="1967294" y="1916049"/>
                      <a:pt x="1964627" y="1913763"/>
                      <a:pt x="1963960" y="1910715"/>
                    </a:cubicBezTo>
                    <a:cubicBezTo>
                      <a:pt x="1960626" y="1896808"/>
                      <a:pt x="1958816" y="1881283"/>
                      <a:pt x="1958150" y="1865185"/>
                    </a:cubicBezTo>
                    <a:lnTo>
                      <a:pt x="1958150" y="1864709"/>
                    </a:lnTo>
                    <a:cubicBezTo>
                      <a:pt x="1958150" y="1861090"/>
                      <a:pt x="1961102" y="1858232"/>
                      <a:pt x="1964627" y="1858232"/>
                    </a:cubicBezTo>
                    <a:lnTo>
                      <a:pt x="1964817" y="1858232"/>
                    </a:lnTo>
                    <a:cubicBezTo>
                      <a:pt x="1968437" y="1858232"/>
                      <a:pt x="1971294" y="1860899"/>
                      <a:pt x="1971580" y="1864519"/>
                    </a:cubicBezTo>
                    <a:cubicBezTo>
                      <a:pt x="1972056" y="1879759"/>
                      <a:pt x="1973866" y="1894332"/>
                      <a:pt x="1977009" y="1907857"/>
                    </a:cubicBezTo>
                    <a:cubicBezTo>
                      <a:pt x="1977866" y="1911477"/>
                      <a:pt x="1975676" y="1915001"/>
                      <a:pt x="1972056" y="1915954"/>
                    </a:cubicBezTo>
                    <a:cubicBezTo>
                      <a:pt x="1971580" y="1916049"/>
                      <a:pt x="1970913" y="1916049"/>
                      <a:pt x="1970437" y="1916049"/>
                    </a:cubicBezTo>
                    <a:close/>
                    <a:moveTo>
                      <a:pt x="2392394" y="1912906"/>
                    </a:moveTo>
                    <a:cubicBezTo>
                      <a:pt x="2390109" y="1912906"/>
                      <a:pt x="2387918" y="1911763"/>
                      <a:pt x="2386775" y="1909763"/>
                    </a:cubicBezTo>
                    <a:cubicBezTo>
                      <a:pt x="2386108" y="1908619"/>
                      <a:pt x="2385632" y="1907476"/>
                      <a:pt x="2385632" y="1906143"/>
                    </a:cubicBezTo>
                    <a:cubicBezTo>
                      <a:pt x="2385632" y="1903857"/>
                      <a:pt x="2386965" y="1901666"/>
                      <a:pt x="2388965" y="1900523"/>
                    </a:cubicBezTo>
                    <a:cubicBezTo>
                      <a:pt x="2400872" y="1893380"/>
                      <a:pt x="2413445" y="1885664"/>
                      <a:pt x="2427161" y="1877187"/>
                    </a:cubicBezTo>
                    <a:cubicBezTo>
                      <a:pt x="2430304" y="1875187"/>
                      <a:pt x="2434590" y="1876330"/>
                      <a:pt x="2436590" y="1879187"/>
                    </a:cubicBezTo>
                    <a:cubicBezTo>
                      <a:pt x="2437447" y="1880806"/>
                      <a:pt x="2437734" y="1882521"/>
                      <a:pt x="2437257" y="1884331"/>
                    </a:cubicBezTo>
                    <a:cubicBezTo>
                      <a:pt x="2437067" y="1886140"/>
                      <a:pt x="2435924" y="1887474"/>
                      <a:pt x="2434304" y="1888617"/>
                    </a:cubicBezTo>
                    <a:cubicBezTo>
                      <a:pt x="2421922" y="1896237"/>
                      <a:pt x="2408968" y="1904143"/>
                      <a:pt x="2395919" y="1911953"/>
                    </a:cubicBezTo>
                    <a:cubicBezTo>
                      <a:pt x="2394871" y="1912715"/>
                      <a:pt x="2393823" y="1912906"/>
                      <a:pt x="2392394" y="1912906"/>
                    </a:cubicBezTo>
                    <a:close/>
                    <a:moveTo>
                      <a:pt x="3813620" y="1907095"/>
                    </a:moveTo>
                    <a:cubicBezTo>
                      <a:pt x="3812477" y="1907095"/>
                      <a:pt x="3811334" y="1906905"/>
                      <a:pt x="3810476" y="1906429"/>
                    </a:cubicBezTo>
                    <a:cubicBezTo>
                      <a:pt x="3807333" y="1904905"/>
                      <a:pt x="3805714" y="1900618"/>
                      <a:pt x="3807524" y="1897475"/>
                    </a:cubicBezTo>
                    <a:cubicBezTo>
                      <a:pt x="3813143" y="1885759"/>
                      <a:pt x="3819620" y="1872996"/>
                      <a:pt x="3827717" y="1857089"/>
                    </a:cubicBezTo>
                    <a:lnTo>
                      <a:pt x="3827717" y="1857089"/>
                    </a:lnTo>
                    <a:cubicBezTo>
                      <a:pt x="3829526" y="1853946"/>
                      <a:pt x="3833527" y="1852613"/>
                      <a:pt x="3836670" y="1854136"/>
                    </a:cubicBezTo>
                    <a:cubicBezTo>
                      <a:pt x="3838861" y="1855280"/>
                      <a:pt x="3840290" y="1857470"/>
                      <a:pt x="3840480" y="1859947"/>
                    </a:cubicBezTo>
                    <a:cubicBezTo>
                      <a:pt x="3840480" y="1861090"/>
                      <a:pt x="3840290" y="1862233"/>
                      <a:pt x="3839813" y="1863090"/>
                    </a:cubicBezTo>
                    <a:cubicBezTo>
                      <a:pt x="3839813" y="1863090"/>
                      <a:pt x="3839813" y="1863090"/>
                      <a:pt x="3839623" y="1863281"/>
                    </a:cubicBezTo>
                    <a:cubicBezTo>
                      <a:pt x="3839623" y="1863471"/>
                      <a:pt x="3839432" y="1863757"/>
                      <a:pt x="3839432" y="1863757"/>
                    </a:cubicBezTo>
                    <a:cubicBezTo>
                      <a:pt x="3832289" y="1877854"/>
                      <a:pt x="3825716" y="1890713"/>
                      <a:pt x="3819716" y="1903285"/>
                    </a:cubicBezTo>
                    <a:cubicBezTo>
                      <a:pt x="3818572" y="1905572"/>
                      <a:pt x="3816096" y="1907095"/>
                      <a:pt x="3813620" y="1907095"/>
                    </a:cubicBezTo>
                    <a:close/>
                    <a:moveTo>
                      <a:pt x="342329" y="1895189"/>
                    </a:moveTo>
                    <a:cubicBezTo>
                      <a:pt x="340995" y="1895189"/>
                      <a:pt x="339852" y="1894713"/>
                      <a:pt x="338709" y="1894046"/>
                    </a:cubicBezTo>
                    <a:cubicBezTo>
                      <a:pt x="336709" y="1892903"/>
                      <a:pt x="335566" y="1890713"/>
                      <a:pt x="335566" y="1888426"/>
                    </a:cubicBezTo>
                    <a:cubicBezTo>
                      <a:pt x="335566" y="1887283"/>
                      <a:pt x="335756" y="1885950"/>
                      <a:pt x="336423" y="1885093"/>
                    </a:cubicBezTo>
                    <a:cubicBezTo>
                      <a:pt x="336423" y="1884902"/>
                      <a:pt x="336423" y="1884902"/>
                      <a:pt x="336614" y="1884902"/>
                    </a:cubicBezTo>
                    <a:cubicBezTo>
                      <a:pt x="336614" y="1884712"/>
                      <a:pt x="336804" y="1884426"/>
                      <a:pt x="337090" y="1884235"/>
                    </a:cubicBezTo>
                    <a:cubicBezTo>
                      <a:pt x="344234" y="1872996"/>
                      <a:pt x="352139" y="1860899"/>
                      <a:pt x="361093" y="1847183"/>
                    </a:cubicBezTo>
                    <a:cubicBezTo>
                      <a:pt x="363093" y="1844231"/>
                      <a:pt x="367379" y="1843183"/>
                      <a:pt x="370523" y="1845183"/>
                    </a:cubicBezTo>
                    <a:cubicBezTo>
                      <a:pt x="372046" y="1846326"/>
                      <a:pt x="372999" y="1847659"/>
                      <a:pt x="373475" y="1849469"/>
                    </a:cubicBezTo>
                    <a:cubicBezTo>
                      <a:pt x="373666" y="1851279"/>
                      <a:pt x="373475" y="1853089"/>
                      <a:pt x="372332" y="1854613"/>
                    </a:cubicBezTo>
                    <a:cubicBezTo>
                      <a:pt x="362712" y="1869376"/>
                      <a:pt x="355092" y="1881092"/>
                      <a:pt x="347853" y="1892141"/>
                    </a:cubicBezTo>
                    <a:lnTo>
                      <a:pt x="347853" y="1892332"/>
                    </a:lnTo>
                    <a:cubicBezTo>
                      <a:pt x="346805" y="1894046"/>
                      <a:pt x="344519" y="1895189"/>
                      <a:pt x="342329" y="1895189"/>
                    </a:cubicBezTo>
                    <a:close/>
                    <a:moveTo>
                      <a:pt x="2468976" y="1865757"/>
                    </a:moveTo>
                    <a:cubicBezTo>
                      <a:pt x="2466499" y="1865757"/>
                      <a:pt x="2464499" y="1864614"/>
                      <a:pt x="2463356" y="1862614"/>
                    </a:cubicBezTo>
                    <a:cubicBezTo>
                      <a:pt x="2462689" y="1861756"/>
                      <a:pt x="2462213" y="1860328"/>
                      <a:pt x="2462213" y="1859280"/>
                    </a:cubicBezTo>
                    <a:cubicBezTo>
                      <a:pt x="2462213" y="1856803"/>
                      <a:pt x="2463356" y="1854613"/>
                      <a:pt x="2465356" y="1853470"/>
                    </a:cubicBezTo>
                    <a:lnTo>
                      <a:pt x="2468499" y="1851469"/>
                    </a:lnTo>
                    <a:cubicBezTo>
                      <a:pt x="2480882" y="1843849"/>
                      <a:pt x="2492502" y="1836610"/>
                      <a:pt x="2503742" y="1829943"/>
                    </a:cubicBezTo>
                    <a:cubicBezTo>
                      <a:pt x="2506885" y="1827943"/>
                      <a:pt x="2511171" y="1829086"/>
                      <a:pt x="2512981" y="1832229"/>
                    </a:cubicBezTo>
                    <a:cubicBezTo>
                      <a:pt x="2514981" y="1835372"/>
                      <a:pt x="2513838" y="1839373"/>
                      <a:pt x="2510695" y="1841468"/>
                    </a:cubicBezTo>
                    <a:cubicBezTo>
                      <a:pt x="2497931" y="1849374"/>
                      <a:pt x="2484215" y="1857661"/>
                      <a:pt x="2472500" y="1864995"/>
                    </a:cubicBezTo>
                    <a:cubicBezTo>
                      <a:pt x="2471452" y="1865566"/>
                      <a:pt x="2470309" y="1865757"/>
                      <a:pt x="2468976" y="1865757"/>
                    </a:cubicBezTo>
                    <a:close/>
                    <a:moveTo>
                      <a:pt x="3854482" y="1826990"/>
                    </a:moveTo>
                    <a:cubicBezTo>
                      <a:pt x="3853339" y="1826990"/>
                      <a:pt x="3852196" y="1826800"/>
                      <a:pt x="3851339" y="1826323"/>
                    </a:cubicBezTo>
                    <a:cubicBezTo>
                      <a:pt x="3848005" y="1824799"/>
                      <a:pt x="3846671" y="1820704"/>
                      <a:pt x="3848386" y="1817370"/>
                    </a:cubicBezTo>
                    <a:lnTo>
                      <a:pt x="3850196" y="1813750"/>
                    </a:lnTo>
                    <a:cubicBezTo>
                      <a:pt x="3856482" y="1801844"/>
                      <a:pt x="3862769" y="1789462"/>
                      <a:pt x="3869055" y="1777365"/>
                    </a:cubicBezTo>
                    <a:cubicBezTo>
                      <a:pt x="3870579" y="1774222"/>
                      <a:pt x="3874865" y="1772888"/>
                      <a:pt x="3878009" y="1774412"/>
                    </a:cubicBezTo>
                    <a:cubicBezTo>
                      <a:pt x="3880485" y="1775555"/>
                      <a:pt x="3881819" y="1778032"/>
                      <a:pt x="3881819" y="1780508"/>
                    </a:cubicBezTo>
                    <a:cubicBezTo>
                      <a:pt x="3881628" y="1781651"/>
                      <a:pt x="3881342" y="1782508"/>
                      <a:pt x="3881152" y="1783461"/>
                    </a:cubicBezTo>
                    <a:cubicBezTo>
                      <a:pt x="3881152" y="1783461"/>
                      <a:pt x="3880961" y="1783461"/>
                      <a:pt x="3880961" y="1783651"/>
                    </a:cubicBezTo>
                    <a:lnTo>
                      <a:pt x="3880961" y="1783842"/>
                    </a:lnTo>
                    <a:cubicBezTo>
                      <a:pt x="3874865" y="1795558"/>
                      <a:pt x="3868865" y="1807178"/>
                      <a:pt x="3862769" y="1818608"/>
                    </a:cubicBezTo>
                    <a:lnTo>
                      <a:pt x="3860292" y="1823275"/>
                    </a:lnTo>
                    <a:cubicBezTo>
                      <a:pt x="3859244" y="1825657"/>
                      <a:pt x="3856959" y="1826990"/>
                      <a:pt x="3854482" y="1826990"/>
                    </a:cubicBezTo>
                    <a:close/>
                    <a:moveTo>
                      <a:pt x="1966436" y="1826705"/>
                    </a:moveTo>
                    <a:cubicBezTo>
                      <a:pt x="1966246" y="1826705"/>
                      <a:pt x="1965960" y="1826705"/>
                      <a:pt x="1965770" y="1826705"/>
                    </a:cubicBezTo>
                    <a:cubicBezTo>
                      <a:pt x="1963960" y="1826514"/>
                      <a:pt x="1962150" y="1825561"/>
                      <a:pt x="1961102" y="1824228"/>
                    </a:cubicBezTo>
                    <a:cubicBezTo>
                      <a:pt x="1959959" y="1822894"/>
                      <a:pt x="1959578" y="1821085"/>
                      <a:pt x="1959769" y="1819275"/>
                    </a:cubicBezTo>
                    <a:cubicBezTo>
                      <a:pt x="1961102" y="1804892"/>
                      <a:pt x="1963388" y="1789652"/>
                      <a:pt x="1966532" y="1774126"/>
                    </a:cubicBezTo>
                    <a:cubicBezTo>
                      <a:pt x="1967389" y="1770507"/>
                      <a:pt x="1971008" y="1768031"/>
                      <a:pt x="1974628" y="1768983"/>
                    </a:cubicBezTo>
                    <a:cubicBezTo>
                      <a:pt x="1977771" y="1769650"/>
                      <a:pt x="1980057" y="1772317"/>
                      <a:pt x="1980057" y="1775460"/>
                    </a:cubicBezTo>
                    <a:cubicBezTo>
                      <a:pt x="1980057" y="1775936"/>
                      <a:pt x="1980057" y="1776317"/>
                      <a:pt x="1979867" y="1776793"/>
                    </a:cubicBezTo>
                    <a:cubicBezTo>
                      <a:pt x="1976723" y="1792033"/>
                      <a:pt x="1974723" y="1806607"/>
                      <a:pt x="1973104" y="1820608"/>
                    </a:cubicBezTo>
                    <a:cubicBezTo>
                      <a:pt x="1972723" y="1824038"/>
                      <a:pt x="1969770" y="1826705"/>
                      <a:pt x="1966436" y="1826705"/>
                    </a:cubicBezTo>
                    <a:close/>
                    <a:moveTo>
                      <a:pt x="391668" y="1820227"/>
                    </a:moveTo>
                    <a:cubicBezTo>
                      <a:pt x="390335" y="1820227"/>
                      <a:pt x="389001" y="1819751"/>
                      <a:pt x="387858" y="1819084"/>
                    </a:cubicBezTo>
                    <a:cubicBezTo>
                      <a:pt x="386048" y="1817751"/>
                      <a:pt x="384905" y="1815751"/>
                      <a:pt x="384905" y="1813465"/>
                    </a:cubicBezTo>
                    <a:cubicBezTo>
                      <a:pt x="384905" y="1812131"/>
                      <a:pt x="385382" y="1810798"/>
                      <a:pt x="386048" y="1809655"/>
                    </a:cubicBezTo>
                    <a:cubicBezTo>
                      <a:pt x="395954" y="1795081"/>
                      <a:pt x="404050" y="1783175"/>
                      <a:pt x="411385" y="1772412"/>
                    </a:cubicBezTo>
                    <a:cubicBezTo>
                      <a:pt x="413385" y="1769459"/>
                      <a:pt x="417671" y="1768602"/>
                      <a:pt x="420624" y="1770602"/>
                    </a:cubicBezTo>
                    <a:cubicBezTo>
                      <a:pt x="423767" y="1772602"/>
                      <a:pt x="424434" y="1776889"/>
                      <a:pt x="422434" y="1780032"/>
                    </a:cubicBezTo>
                    <a:cubicBezTo>
                      <a:pt x="415004" y="1790795"/>
                      <a:pt x="407194" y="1802511"/>
                      <a:pt x="397288" y="1817084"/>
                    </a:cubicBezTo>
                    <a:cubicBezTo>
                      <a:pt x="395954" y="1819084"/>
                      <a:pt x="393954" y="1820227"/>
                      <a:pt x="391668" y="1820227"/>
                    </a:cubicBezTo>
                    <a:close/>
                    <a:moveTo>
                      <a:pt x="2545747" y="1819370"/>
                    </a:moveTo>
                    <a:cubicBezTo>
                      <a:pt x="2543461" y="1819370"/>
                      <a:pt x="2541270" y="1818037"/>
                      <a:pt x="2539937" y="1816036"/>
                    </a:cubicBezTo>
                    <a:cubicBezTo>
                      <a:pt x="2539460" y="1814893"/>
                      <a:pt x="2539079" y="1813750"/>
                      <a:pt x="2539079" y="1812703"/>
                    </a:cubicBezTo>
                    <a:cubicBezTo>
                      <a:pt x="2539079" y="1810226"/>
                      <a:pt x="2540413" y="1808035"/>
                      <a:pt x="2542413" y="1806892"/>
                    </a:cubicBezTo>
                    <a:lnTo>
                      <a:pt x="2553176" y="1800606"/>
                    </a:lnTo>
                    <a:cubicBezTo>
                      <a:pt x="2562416" y="1794986"/>
                      <a:pt x="2571750" y="1789557"/>
                      <a:pt x="2580989" y="1784032"/>
                    </a:cubicBezTo>
                    <a:cubicBezTo>
                      <a:pt x="2584133" y="1782223"/>
                      <a:pt x="2588419" y="1783366"/>
                      <a:pt x="2590419" y="1786509"/>
                    </a:cubicBezTo>
                    <a:cubicBezTo>
                      <a:pt x="2591276" y="1788033"/>
                      <a:pt x="2591562" y="1789843"/>
                      <a:pt x="2591086" y="1791652"/>
                    </a:cubicBezTo>
                    <a:cubicBezTo>
                      <a:pt x="2590610" y="1793176"/>
                      <a:pt x="2589467" y="1794796"/>
                      <a:pt x="2587943" y="1795653"/>
                    </a:cubicBezTo>
                    <a:cubicBezTo>
                      <a:pt x="2575179" y="1803273"/>
                      <a:pt x="2562320" y="1810702"/>
                      <a:pt x="2549366" y="1818323"/>
                    </a:cubicBezTo>
                    <a:lnTo>
                      <a:pt x="2549366" y="1818513"/>
                    </a:lnTo>
                    <a:cubicBezTo>
                      <a:pt x="2548223" y="1819084"/>
                      <a:pt x="2547080" y="1819370"/>
                      <a:pt x="2545747" y="1819370"/>
                    </a:cubicBezTo>
                    <a:close/>
                    <a:moveTo>
                      <a:pt x="2623185" y="1773745"/>
                    </a:moveTo>
                    <a:cubicBezTo>
                      <a:pt x="2620994" y="1773745"/>
                      <a:pt x="2618709" y="1772412"/>
                      <a:pt x="2617375" y="1770412"/>
                    </a:cubicBezTo>
                    <a:cubicBezTo>
                      <a:pt x="2616708" y="1769269"/>
                      <a:pt x="2616518" y="1768126"/>
                      <a:pt x="2616518" y="1766792"/>
                    </a:cubicBezTo>
                    <a:cubicBezTo>
                      <a:pt x="2616518" y="1764506"/>
                      <a:pt x="2617851" y="1762315"/>
                      <a:pt x="2619851" y="1761173"/>
                    </a:cubicBezTo>
                    <a:cubicBezTo>
                      <a:pt x="2632901" y="1753552"/>
                      <a:pt x="2645664" y="1745932"/>
                      <a:pt x="2658713" y="1738503"/>
                    </a:cubicBezTo>
                    <a:cubicBezTo>
                      <a:pt x="2661666" y="1736693"/>
                      <a:pt x="2666143" y="1737836"/>
                      <a:pt x="2667953" y="1740980"/>
                    </a:cubicBezTo>
                    <a:cubicBezTo>
                      <a:pt x="2669762" y="1744123"/>
                      <a:pt x="2668619" y="1748123"/>
                      <a:pt x="2665476" y="1750219"/>
                    </a:cubicBezTo>
                    <a:cubicBezTo>
                      <a:pt x="2652427" y="1757648"/>
                      <a:pt x="2639663" y="1765268"/>
                      <a:pt x="2626614" y="1772698"/>
                    </a:cubicBezTo>
                    <a:cubicBezTo>
                      <a:pt x="2625662" y="1773364"/>
                      <a:pt x="2624328" y="1773745"/>
                      <a:pt x="2623185" y="1773745"/>
                    </a:cubicBezTo>
                    <a:close/>
                    <a:moveTo>
                      <a:pt x="3895344" y="1747075"/>
                    </a:moveTo>
                    <a:cubicBezTo>
                      <a:pt x="3894201" y="1747075"/>
                      <a:pt x="3893344" y="1746885"/>
                      <a:pt x="3892201" y="1746409"/>
                    </a:cubicBezTo>
                    <a:cubicBezTo>
                      <a:pt x="3889058" y="1744885"/>
                      <a:pt x="3887724" y="1740789"/>
                      <a:pt x="3889248" y="1737455"/>
                    </a:cubicBezTo>
                    <a:cubicBezTo>
                      <a:pt x="3896011" y="1723549"/>
                      <a:pt x="3902488" y="1710023"/>
                      <a:pt x="3908584" y="1697069"/>
                    </a:cubicBezTo>
                    <a:cubicBezTo>
                      <a:pt x="3910203" y="1693926"/>
                      <a:pt x="3914204" y="1692402"/>
                      <a:pt x="3917537" y="1693735"/>
                    </a:cubicBezTo>
                    <a:cubicBezTo>
                      <a:pt x="3919823" y="1694878"/>
                      <a:pt x="3921347" y="1697355"/>
                      <a:pt x="3921347" y="1699831"/>
                    </a:cubicBezTo>
                    <a:cubicBezTo>
                      <a:pt x="3921347" y="1700974"/>
                      <a:pt x="3921157" y="1701832"/>
                      <a:pt x="3920681" y="1702784"/>
                    </a:cubicBezTo>
                    <a:cubicBezTo>
                      <a:pt x="3914870" y="1715548"/>
                      <a:pt x="3908584" y="1729073"/>
                      <a:pt x="3901345" y="1743361"/>
                    </a:cubicBezTo>
                    <a:cubicBezTo>
                      <a:pt x="3900297" y="1745742"/>
                      <a:pt x="3897821" y="1747075"/>
                      <a:pt x="3895344" y="1747075"/>
                    </a:cubicBezTo>
                    <a:close/>
                    <a:moveTo>
                      <a:pt x="442436" y="1745932"/>
                    </a:moveTo>
                    <a:cubicBezTo>
                      <a:pt x="441103" y="1745932"/>
                      <a:pt x="439769" y="1745456"/>
                      <a:pt x="438626" y="1744789"/>
                    </a:cubicBezTo>
                    <a:cubicBezTo>
                      <a:pt x="436817" y="1743456"/>
                      <a:pt x="435673" y="1741456"/>
                      <a:pt x="435673" y="1739170"/>
                    </a:cubicBezTo>
                    <a:cubicBezTo>
                      <a:pt x="435673" y="1737836"/>
                      <a:pt x="436150" y="1736503"/>
                      <a:pt x="436817" y="1735360"/>
                    </a:cubicBezTo>
                    <a:cubicBezTo>
                      <a:pt x="444627" y="1724120"/>
                      <a:pt x="453200" y="1712214"/>
                      <a:pt x="462629" y="1698593"/>
                    </a:cubicBezTo>
                    <a:cubicBezTo>
                      <a:pt x="464630" y="1695640"/>
                      <a:pt x="469106" y="1694974"/>
                      <a:pt x="472059" y="1697069"/>
                    </a:cubicBezTo>
                    <a:cubicBezTo>
                      <a:pt x="475202" y="1699069"/>
                      <a:pt x="475869" y="1703356"/>
                      <a:pt x="473583" y="1706499"/>
                    </a:cubicBezTo>
                    <a:cubicBezTo>
                      <a:pt x="464820" y="1718881"/>
                      <a:pt x="456057" y="1731455"/>
                      <a:pt x="447770" y="1743075"/>
                    </a:cubicBezTo>
                    <a:cubicBezTo>
                      <a:pt x="446723" y="1744789"/>
                      <a:pt x="444627" y="1745932"/>
                      <a:pt x="442436" y="1745932"/>
                    </a:cubicBezTo>
                    <a:close/>
                    <a:moveTo>
                      <a:pt x="1983677" y="1738789"/>
                    </a:moveTo>
                    <a:cubicBezTo>
                      <a:pt x="1983010" y="1738789"/>
                      <a:pt x="1982343" y="1738598"/>
                      <a:pt x="1981867" y="1738598"/>
                    </a:cubicBezTo>
                    <a:cubicBezTo>
                      <a:pt x="1978247" y="1737455"/>
                      <a:pt x="1976247" y="1733931"/>
                      <a:pt x="1977200" y="1730311"/>
                    </a:cubicBezTo>
                    <a:cubicBezTo>
                      <a:pt x="1981010" y="1716595"/>
                      <a:pt x="1985486" y="1702022"/>
                      <a:pt x="1990630" y="1686973"/>
                    </a:cubicBezTo>
                    <a:cubicBezTo>
                      <a:pt x="1991773" y="1683639"/>
                      <a:pt x="1995773" y="1681543"/>
                      <a:pt x="1999202" y="1682686"/>
                    </a:cubicBezTo>
                    <a:cubicBezTo>
                      <a:pt x="2001869" y="1683544"/>
                      <a:pt x="2003679" y="1686020"/>
                      <a:pt x="2003679" y="1688973"/>
                    </a:cubicBezTo>
                    <a:cubicBezTo>
                      <a:pt x="2003679" y="1689830"/>
                      <a:pt x="2003679" y="1690592"/>
                      <a:pt x="2003489" y="1691449"/>
                    </a:cubicBezTo>
                    <a:cubicBezTo>
                      <a:pt x="1998536" y="1705547"/>
                      <a:pt x="1994059" y="1719929"/>
                      <a:pt x="1990249" y="1733836"/>
                    </a:cubicBezTo>
                    <a:cubicBezTo>
                      <a:pt x="1989296" y="1736693"/>
                      <a:pt x="1986629" y="1738789"/>
                      <a:pt x="1983677" y="1738789"/>
                    </a:cubicBezTo>
                    <a:close/>
                    <a:moveTo>
                      <a:pt x="2700814" y="1728406"/>
                    </a:moveTo>
                    <a:cubicBezTo>
                      <a:pt x="2698337" y="1728406"/>
                      <a:pt x="2696147" y="1727264"/>
                      <a:pt x="2695004" y="1725073"/>
                    </a:cubicBezTo>
                    <a:cubicBezTo>
                      <a:pt x="2694337" y="1724215"/>
                      <a:pt x="2694146" y="1722787"/>
                      <a:pt x="2694146" y="1721739"/>
                    </a:cubicBezTo>
                    <a:cubicBezTo>
                      <a:pt x="2694146" y="1719263"/>
                      <a:pt x="2695480" y="1717262"/>
                      <a:pt x="2697480" y="1715929"/>
                    </a:cubicBezTo>
                    <a:cubicBezTo>
                      <a:pt x="2708720" y="1709642"/>
                      <a:pt x="2719959" y="1703165"/>
                      <a:pt x="2731103" y="1696593"/>
                    </a:cubicBezTo>
                    <a:lnTo>
                      <a:pt x="2736533" y="1693640"/>
                    </a:lnTo>
                    <a:cubicBezTo>
                      <a:pt x="2739485" y="1691831"/>
                      <a:pt x="2743676" y="1692973"/>
                      <a:pt x="2745772" y="1696117"/>
                    </a:cubicBezTo>
                    <a:cubicBezTo>
                      <a:pt x="2747582" y="1699260"/>
                      <a:pt x="2746439" y="1703546"/>
                      <a:pt x="2743105" y="1705356"/>
                    </a:cubicBezTo>
                    <a:lnTo>
                      <a:pt x="2735676" y="1709642"/>
                    </a:lnTo>
                    <a:cubicBezTo>
                      <a:pt x="2725388" y="1715452"/>
                      <a:pt x="2714816" y="1721548"/>
                      <a:pt x="2704434" y="1727644"/>
                    </a:cubicBezTo>
                    <a:lnTo>
                      <a:pt x="2704243" y="1727644"/>
                    </a:lnTo>
                    <a:cubicBezTo>
                      <a:pt x="2703290" y="1728216"/>
                      <a:pt x="2701957" y="1728406"/>
                      <a:pt x="2700814" y="1728406"/>
                    </a:cubicBezTo>
                    <a:close/>
                    <a:moveTo>
                      <a:pt x="2778919" y="1684020"/>
                    </a:moveTo>
                    <a:cubicBezTo>
                      <a:pt x="2776442" y="1684020"/>
                      <a:pt x="2774252" y="1682686"/>
                      <a:pt x="2773109" y="1680686"/>
                    </a:cubicBezTo>
                    <a:cubicBezTo>
                      <a:pt x="2772442" y="1679543"/>
                      <a:pt x="2772251" y="1678686"/>
                      <a:pt x="2772251" y="1677543"/>
                    </a:cubicBezTo>
                    <a:cubicBezTo>
                      <a:pt x="2772061" y="1675066"/>
                      <a:pt x="2773394" y="1672876"/>
                      <a:pt x="2775395" y="1671447"/>
                    </a:cubicBezTo>
                    <a:cubicBezTo>
                      <a:pt x="2775395" y="1671447"/>
                      <a:pt x="2775395" y="1671447"/>
                      <a:pt x="2775585" y="1671447"/>
                    </a:cubicBezTo>
                    <a:cubicBezTo>
                      <a:pt x="2775776" y="1671256"/>
                      <a:pt x="2776061" y="1671256"/>
                      <a:pt x="2776252" y="1670971"/>
                    </a:cubicBezTo>
                    <a:cubicBezTo>
                      <a:pt x="2789015" y="1663827"/>
                      <a:pt x="2801874" y="1656588"/>
                      <a:pt x="2814828" y="1649444"/>
                    </a:cubicBezTo>
                    <a:cubicBezTo>
                      <a:pt x="2817971" y="1647634"/>
                      <a:pt x="2822258" y="1648968"/>
                      <a:pt x="2823782" y="1652111"/>
                    </a:cubicBezTo>
                    <a:cubicBezTo>
                      <a:pt x="2825591" y="1655255"/>
                      <a:pt x="2824448" y="1659255"/>
                      <a:pt x="2821305" y="1661065"/>
                    </a:cubicBezTo>
                    <a:lnTo>
                      <a:pt x="2819495" y="1662208"/>
                    </a:lnTo>
                    <a:cubicBezTo>
                      <a:pt x="2807113" y="1668970"/>
                      <a:pt x="2794540" y="1676114"/>
                      <a:pt x="2782062" y="1683067"/>
                    </a:cubicBezTo>
                    <a:cubicBezTo>
                      <a:pt x="2782062" y="1683067"/>
                      <a:pt x="2782062" y="1683258"/>
                      <a:pt x="2781872" y="1683258"/>
                    </a:cubicBezTo>
                    <a:cubicBezTo>
                      <a:pt x="2780919" y="1683734"/>
                      <a:pt x="2779871" y="1684020"/>
                      <a:pt x="2778919" y="1684020"/>
                    </a:cubicBezTo>
                    <a:close/>
                    <a:moveTo>
                      <a:pt x="494252" y="1672781"/>
                    </a:moveTo>
                    <a:cubicBezTo>
                      <a:pt x="492919" y="1672781"/>
                      <a:pt x="491585" y="1672304"/>
                      <a:pt x="490442" y="1671447"/>
                    </a:cubicBezTo>
                    <a:cubicBezTo>
                      <a:pt x="488633" y="1670114"/>
                      <a:pt x="487490" y="1668304"/>
                      <a:pt x="487490" y="1666018"/>
                    </a:cubicBezTo>
                    <a:cubicBezTo>
                      <a:pt x="487490" y="1664684"/>
                      <a:pt x="487966" y="1663065"/>
                      <a:pt x="488823" y="1662017"/>
                    </a:cubicBezTo>
                    <a:cubicBezTo>
                      <a:pt x="497396" y="1650111"/>
                      <a:pt x="505873" y="1638681"/>
                      <a:pt x="515303" y="1625632"/>
                    </a:cubicBezTo>
                    <a:cubicBezTo>
                      <a:pt x="517303" y="1622679"/>
                      <a:pt x="521780" y="1622012"/>
                      <a:pt x="524732" y="1624108"/>
                    </a:cubicBezTo>
                    <a:cubicBezTo>
                      <a:pt x="526066" y="1625251"/>
                      <a:pt x="527018" y="1626775"/>
                      <a:pt x="527209" y="1628584"/>
                    </a:cubicBezTo>
                    <a:cubicBezTo>
                      <a:pt x="527685" y="1630394"/>
                      <a:pt x="527209" y="1632204"/>
                      <a:pt x="526066" y="1633538"/>
                    </a:cubicBezTo>
                    <a:cubicBezTo>
                      <a:pt x="516160" y="1646968"/>
                      <a:pt x="507683" y="1658874"/>
                      <a:pt x="499777" y="1669923"/>
                    </a:cubicBezTo>
                    <a:cubicBezTo>
                      <a:pt x="498539" y="1671638"/>
                      <a:pt x="496538" y="1672781"/>
                      <a:pt x="494252" y="1672781"/>
                    </a:cubicBezTo>
                    <a:close/>
                    <a:moveTo>
                      <a:pt x="3932587" y="1665541"/>
                    </a:moveTo>
                    <a:cubicBezTo>
                      <a:pt x="3931920" y="1665541"/>
                      <a:pt x="3930968" y="1665351"/>
                      <a:pt x="3930110" y="1664875"/>
                    </a:cubicBezTo>
                    <a:cubicBezTo>
                      <a:pt x="3928586" y="1664208"/>
                      <a:pt x="3927158" y="1663065"/>
                      <a:pt x="3926491" y="1661255"/>
                    </a:cubicBezTo>
                    <a:cubicBezTo>
                      <a:pt x="3925824" y="1659731"/>
                      <a:pt x="3925824" y="1657922"/>
                      <a:pt x="3926491" y="1656112"/>
                    </a:cubicBezTo>
                    <a:cubicBezTo>
                      <a:pt x="3932111" y="1642396"/>
                      <a:pt x="3937445" y="1628489"/>
                      <a:pt x="3942397" y="1614773"/>
                    </a:cubicBezTo>
                    <a:lnTo>
                      <a:pt x="3942397" y="1614583"/>
                    </a:lnTo>
                    <a:cubicBezTo>
                      <a:pt x="3943541" y="1611249"/>
                      <a:pt x="3947541" y="1609153"/>
                      <a:pt x="3950970" y="1610582"/>
                    </a:cubicBezTo>
                    <a:cubicBezTo>
                      <a:pt x="3953637" y="1611439"/>
                      <a:pt x="3955447" y="1613916"/>
                      <a:pt x="3955447" y="1616869"/>
                    </a:cubicBezTo>
                    <a:cubicBezTo>
                      <a:pt x="3955447" y="1617535"/>
                      <a:pt x="3955447" y="1618488"/>
                      <a:pt x="3955256" y="1619155"/>
                    </a:cubicBezTo>
                    <a:cubicBezTo>
                      <a:pt x="3950589" y="1632585"/>
                      <a:pt x="3944969" y="1646777"/>
                      <a:pt x="3938873" y="1661350"/>
                    </a:cubicBezTo>
                    <a:cubicBezTo>
                      <a:pt x="3938016" y="1663827"/>
                      <a:pt x="3935540" y="1665541"/>
                      <a:pt x="3932587" y="1665541"/>
                    </a:cubicBezTo>
                    <a:close/>
                    <a:moveTo>
                      <a:pt x="2012442" y="1653731"/>
                    </a:moveTo>
                    <a:cubicBezTo>
                      <a:pt x="2011585" y="1653731"/>
                      <a:pt x="2010918" y="1653540"/>
                      <a:pt x="2009966" y="1653254"/>
                    </a:cubicBezTo>
                    <a:cubicBezTo>
                      <a:pt x="2006632" y="1651921"/>
                      <a:pt x="2004822" y="1647825"/>
                      <a:pt x="2006156" y="1644491"/>
                    </a:cubicBezTo>
                    <a:cubicBezTo>
                      <a:pt x="2011490" y="1630775"/>
                      <a:pt x="2017109" y="1616869"/>
                      <a:pt x="2023205" y="1602772"/>
                    </a:cubicBezTo>
                    <a:cubicBezTo>
                      <a:pt x="2024539" y="1599438"/>
                      <a:pt x="2028635" y="1597628"/>
                      <a:pt x="2031968" y="1599152"/>
                    </a:cubicBezTo>
                    <a:cubicBezTo>
                      <a:pt x="2034445" y="1600295"/>
                      <a:pt x="2035969" y="1602486"/>
                      <a:pt x="2035969" y="1605248"/>
                    </a:cubicBezTo>
                    <a:cubicBezTo>
                      <a:pt x="2035969" y="1606106"/>
                      <a:pt x="2035969" y="1607058"/>
                      <a:pt x="2035493" y="1607915"/>
                    </a:cubicBezTo>
                    <a:cubicBezTo>
                      <a:pt x="2029206" y="1622965"/>
                      <a:pt x="2023586" y="1636395"/>
                      <a:pt x="2018633" y="1649444"/>
                    </a:cubicBezTo>
                    <a:cubicBezTo>
                      <a:pt x="2017586" y="1651921"/>
                      <a:pt x="2015109" y="1653731"/>
                      <a:pt x="2012442" y="1653731"/>
                    </a:cubicBezTo>
                    <a:close/>
                    <a:moveTo>
                      <a:pt x="2857310" y="1640491"/>
                    </a:moveTo>
                    <a:cubicBezTo>
                      <a:pt x="2854833" y="1640491"/>
                      <a:pt x="2852642" y="1639157"/>
                      <a:pt x="2851499" y="1636871"/>
                    </a:cubicBezTo>
                    <a:cubicBezTo>
                      <a:pt x="2851023" y="1636014"/>
                      <a:pt x="2850642" y="1634871"/>
                      <a:pt x="2850642" y="1633728"/>
                    </a:cubicBezTo>
                    <a:cubicBezTo>
                      <a:pt x="2850642" y="1631251"/>
                      <a:pt x="2851976" y="1628775"/>
                      <a:pt x="2854262" y="1627632"/>
                    </a:cubicBezTo>
                    <a:cubicBezTo>
                      <a:pt x="2869311" y="1619536"/>
                      <a:pt x="2881884" y="1612582"/>
                      <a:pt x="2893790" y="1606296"/>
                    </a:cubicBezTo>
                    <a:cubicBezTo>
                      <a:pt x="2896934" y="1604486"/>
                      <a:pt x="2901220" y="1605820"/>
                      <a:pt x="2903030" y="1608963"/>
                    </a:cubicBezTo>
                    <a:cubicBezTo>
                      <a:pt x="2904649" y="1612106"/>
                      <a:pt x="2903506" y="1616392"/>
                      <a:pt x="2900077" y="1617916"/>
                    </a:cubicBezTo>
                    <a:cubicBezTo>
                      <a:pt x="2886361" y="1625346"/>
                      <a:pt x="2872454" y="1632966"/>
                      <a:pt x="2860834" y="1639443"/>
                    </a:cubicBezTo>
                    <a:cubicBezTo>
                      <a:pt x="2859501" y="1640014"/>
                      <a:pt x="2858357" y="1640491"/>
                      <a:pt x="2857310" y="1640491"/>
                    </a:cubicBezTo>
                    <a:close/>
                    <a:moveTo>
                      <a:pt x="547497" y="1600295"/>
                    </a:moveTo>
                    <a:cubicBezTo>
                      <a:pt x="545973" y="1600295"/>
                      <a:pt x="544544" y="1599819"/>
                      <a:pt x="543497" y="1598962"/>
                    </a:cubicBezTo>
                    <a:cubicBezTo>
                      <a:pt x="541687" y="1597628"/>
                      <a:pt x="540830" y="1595818"/>
                      <a:pt x="540830" y="1593532"/>
                    </a:cubicBezTo>
                    <a:cubicBezTo>
                      <a:pt x="540830" y="1592008"/>
                      <a:pt x="541306" y="1590580"/>
                      <a:pt x="542163" y="1589532"/>
                    </a:cubicBezTo>
                    <a:cubicBezTo>
                      <a:pt x="552450" y="1575816"/>
                      <a:pt x="561023" y="1564386"/>
                      <a:pt x="569119" y="1553623"/>
                    </a:cubicBezTo>
                    <a:cubicBezTo>
                      <a:pt x="571405" y="1550670"/>
                      <a:pt x="575596" y="1550003"/>
                      <a:pt x="578549" y="1552289"/>
                    </a:cubicBezTo>
                    <a:cubicBezTo>
                      <a:pt x="581501" y="1554575"/>
                      <a:pt x="582168" y="1558766"/>
                      <a:pt x="579882" y="1561719"/>
                    </a:cubicBezTo>
                    <a:cubicBezTo>
                      <a:pt x="570929" y="1573625"/>
                      <a:pt x="561975" y="1585531"/>
                      <a:pt x="552926" y="1597438"/>
                    </a:cubicBezTo>
                    <a:lnTo>
                      <a:pt x="552926" y="1597628"/>
                    </a:lnTo>
                    <a:cubicBezTo>
                      <a:pt x="551498" y="1599152"/>
                      <a:pt x="549497" y="1600295"/>
                      <a:pt x="547497" y="1600295"/>
                    </a:cubicBezTo>
                    <a:close/>
                    <a:moveTo>
                      <a:pt x="2936462" y="1597819"/>
                    </a:moveTo>
                    <a:cubicBezTo>
                      <a:pt x="2933795" y="1597819"/>
                      <a:pt x="2931509" y="1596485"/>
                      <a:pt x="2930366" y="1594199"/>
                    </a:cubicBezTo>
                    <a:cubicBezTo>
                      <a:pt x="2929890" y="1593342"/>
                      <a:pt x="2929700" y="1592199"/>
                      <a:pt x="2929700" y="1591056"/>
                    </a:cubicBezTo>
                    <a:cubicBezTo>
                      <a:pt x="2929700" y="1588580"/>
                      <a:pt x="2931033" y="1586389"/>
                      <a:pt x="2933319" y="1584960"/>
                    </a:cubicBezTo>
                    <a:cubicBezTo>
                      <a:pt x="2947702" y="1577340"/>
                      <a:pt x="2960656" y="1570577"/>
                      <a:pt x="2973038" y="1564291"/>
                    </a:cubicBezTo>
                    <a:cubicBezTo>
                      <a:pt x="2976182" y="1562481"/>
                      <a:pt x="2980468" y="1563814"/>
                      <a:pt x="2982278" y="1567243"/>
                    </a:cubicBezTo>
                    <a:cubicBezTo>
                      <a:pt x="2983897" y="1570387"/>
                      <a:pt x="2982468" y="1574673"/>
                      <a:pt x="2979325" y="1576197"/>
                    </a:cubicBezTo>
                    <a:cubicBezTo>
                      <a:pt x="2966561" y="1582960"/>
                      <a:pt x="2953512" y="1589627"/>
                      <a:pt x="2939606" y="1596866"/>
                    </a:cubicBezTo>
                    <a:cubicBezTo>
                      <a:pt x="2938558" y="1597533"/>
                      <a:pt x="2937415" y="1597819"/>
                      <a:pt x="2936462" y="1597819"/>
                    </a:cubicBezTo>
                    <a:close/>
                    <a:moveTo>
                      <a:pt x="3962210" y="1580769"/>
                    </a:moveTo>
                    <a:cubicBezTo>
                      <a:pt x="3961734" y="1580769"/>
                      <a:pt x="3961067" y="1580769"/>
                      <a:pt x="3960686" y="1580578"/>
                    </a:cubicBezTo>
                    <a:cubicBezTo>
                      <a:pt x="3958876" y="1580102"/>
                      <a:pt x="3957352" y="1579055"/>
                      <a:pt x="3956399" y="1577435"/>
                    </a:cubicBezTo>
                    <a:cubicBezTo>
                      <a:pt x="3955733" y="1575816"/>
                      <a:pt x="3955542" y="1574101"/>
                      <a:pt x="3955923" y="1572292"/>
                    </a:cubicBezTo>
                    <a:cubicBezTo>
                      <a:pt x="3959733" y="1557909"/>
                      <a:pt x="3963067" y="1543336"/>
                      <a:pt x="3965543" y="1529239"/>
                    </a:cubicBezTo>
                    <a:cubicBezTo>
                      <a:pt x="3965734" y="1529239"/>
                      <a:pt x="3965734" y="1529239"/>
                      <a:pt x="3965734" y="1529048"/>
                    </a:cubicBezTo>
                    <a:cubicBezTo>
                      <a:pt x="3966401" y="1525714"/>
                      <a:pt x="3969734" y="1523238"/>
                      <a:pt x="3973354" y="1523905"/>
                    </a:cubicBezTo>
                    <a:cubicBezTo>
                      <a:pt x="3976688" y="1524381"/>
                      <a:pt x="3978974" y="1527239"/>
                      <a:pt x="3978974" y="1530667"/>
                    </a:cubicBezTo>
                    <a:cubicBezTo>
                      <a:pt x="3978974" y="1531144"/>
                      <a:pt x="3978974" y="1531334"/>
                      <a:pt x="3978974" y="1531810"/>
                    </a:cubicBezTo>
                    <a:cubicBezTo>
                      <a:pt x="3976307" y="1545907"/>
                      <a:pt x="3973163" y="1560290"/>
                      <a:pt x="3968877" y="1576006"/>
                    </a:cubicBezTo>
                    <a:cubicBezTo>
                      <a:pt x="3968115" y="1578769"/>
                      <a:pt x="3965353" y="1580769"/>
                      <a:pt x="3962210" y="1580769"/>
                    </a:cubicBezTo>
                    <a:close/>
                    <a:moveTo>
                      <a:pt x="2047208" y="1570863"/>
                    </a:moveTo>
                    <a:cubicBezTo>
                      <a:pt x="2046351" y="1570863"/>
                      <a:pt x="2045399" y="1570673"/>
                      <a:pt x="2044541" y="1570196"/>
                    </a:cubicBezTo>
                    <a:cubicBezTo>
                      <a:pt x="2041208" y="1568863"/>
                      <a:pt x="2039588" y="1564862"/>
                      <a:pt x="2040922" y="1561433"/>
                    </a:cubicBezTo>
                    <a:cubicBezTo>
                      <a:pt x="2044922" y="1552670"/>
                      <a:pt x="2048542" y="1544383"/>
                      <a:pt x="2052161" y="1536287"/>
                    </a:cubicBezTo>
                    <a:cubicBezTo>
                      <a:pt x="2054638" y="1530858"/>
                      <a:pt x="2056829" y="1525714"/>
                      <a:pt x="2059305" y="1520381"/>
                    </a:cubicBezTo>
                    <a:cubicBezTo>
                      <a:pt x="2060829" y="1517047"/>
                      <a:pt x="2064925" y="1515427"/>
                      <a:pt x="2068259" y="1517047"/>
                    </a:cubicBezTo>
                    <a:cubicBezTo>
                      <a:pt x="2070735" y="1518190"/>
                      <a:pt x="2072259" y="1520666"/>
                      <a:pt x="2072069" y="1523333"/>
                    </a:cubicBezTo>
                    <a:cubicBezTo>
                      <a:pt x="2072069" y="1524190"/>
                      <a:pt x="2071878" y="1525143"/>
                      <a:pt x="2071592" y="1525810"/>
                    </a:cubicBezTo>
                    <a:cubicBezTo>
                      <a:pt x="2069116" y="1531239"/>
                      <a:pt x="2066639" y="1536573"/>
                      <a:pt x="2064449" y="1541716"/>
                    </a:cubicBezTo>
                    <a:cubicBezTo>
                      <a:pt x="2062448" y="1546479"/>
                      <a:pt x="2060448" y="1550956"/>
                      <a:pt x="2058162" y="1555623"/>
                    </a:cubicBezTo>
                    <a:lnTo>
                      <a:pt x="2053209" y="1566863"/>
                    </a:lnTo>
                    <a:cubicBezTo>
                      <a:pt x="2052447" y="1569244"/>
                      <a:pt x="2049971" y="1570863"/>
                      <a:pt x="2047208" y="1570863"/>
                    </a:cubicBezTo>
                    <a:close/>
                    <a:moveTo>
                      <a:pt x="3016187" y="1556480"/>
                    </a:moveTo>
                    <a:cubicBezTo>
                      <a:pt x="3013710" y="1556480"/>
                      <a:pt x="3011234" y="1555147"/>
                      <a:pt x="3010091" y="1552861"/>
                    </a:cubicBezTo>
                    <a:cubicBezTo>
                      <a:pt x="3009614" y="1552003"/>
                      <a:pt x="3009424" y="1550860"/>
                      <a:pt x="3009424" y="1549908"/>
                    </a:cubicBezTo>
                    <a:cubicBezTo>
                      <a:pt x="3009424" y="1547241"/>
                      <a:pt x="3010757" y="1544955"/>
                      <a:pt x="3013234" y="1543812"/>
                    </a:cubicBezTo>
                    <a:cubicBezTo>
                      <a:pt x="3027807" y="1536192"/>
                      <a:pt x="3041047" y="1529715"/>
                      <a:pt x="3053429" y="1523619"/>
                    </a:cubicBezTo>
                    <a:cubicBezTo>
                      <a:pt x="3056572" y="1522095"/>
                      <a:pt x="3060859" y="1523428"/>
                      <a:pt x="3062383" y="1526762"/>
                    </a:cubicBezTo>
                    <a:cubicBezTo>
                      <a:pt x="3063907" y="1530096"/>
                      <a:pt x="3062573" y="1534192"/>
                      <a:pt x="3059240" y="1535716"/>
                    </a:cubicBezTo>
                    <a:cubicBezTo>
                      <a:pt x="3046000" y="1542193"/>
                      <a:pt x="3032570" y="1548956"/>
                      <a:pt x="3019330" y="1555718"/>
                    </a:cubicBezTo>
                    <a:cubicBezTo>
                      <a:pt x="3018187" y="1556290"/>
                      <a:pt x="3017330" y="1556480"/>
                      <a:pt x="3016187" y="1556480"/>
                    </a:cubicBezTo>
                    <a:close/>
                    <a:moveTo>
                      <a:pt x="601790" y="1528667"/>
                    </a:moveTo>
                    <a:cubicBezTo>
                      <a:pt x="600266" y="1528667"/>
                      <a:pt x="598837" y="1528191"/>
                      <a:pt x="597503" y="1527334"/>
                    </a:cubicBezTo>
                    <a:cubicBezTo>
                      <a:pt x="595979" y="1526000"/>
                      <a:pt x="594836" y="1524000"/>
                      <a:pt x="595027" y="1521905"/>
                    </a:cubicBezTo>
                    <a:cubicBezTo>
                      <a:pt x="595027" y="1520381"/>
                      <a:pt x="595503" y="1518952"/>
                      <a:pt x="596360" y="1517904"/>
                    </a:cubicBezTo>
                    <a:cubicBezTo>
                      <a:pt x="605600" y="1505998"/>
                      <a:pt x="614553" y="1494091"/>
                      <a:pt x="623983" y="1482471"/>
                    </a:cubicBezTo>
                    <a:cubicBezTo>
                      <a:pt x="626269" y="1479518"/>
                      <a:pt x="630460" y="1479137"/>
                      <a:pt x="633413" y="1481328"/>
                    </a:cubicBezTo>
                    <a:cubicBezTo>
                      <a:pt x="636365" y="1483614"/>
                      <a:pt x="636746" y="1487805"/>
                      <a:pt x="634556" y="1490758"/>
                    </a:cubicBezTo>
                    <a:cubicBezTo>
                      <a:pt x="624173" y="1503807"/>
                      <a:pt x="615220" y="1515427"/>
                      <a:pt x="606933" y="1526191"/>
                    </a:cubicBezTo>
                    <a:cubicBezTo>
                      <a:pt x="605790" y="1527810"/>
                      <a:pt x="603790" y="1528667"/>
                      <a:pt x="601790" y="1528667"/>
                    </a:cubicBezTo>
                    <a:close/>
                    <a:moveTo>
                      <a:pt x="3096768" y="1517047"/>
                    </a:moveTo>
                    <a:cubicBezTo>
                      <a:pt x="3094101" y="1517047"/>
                      <a:pt x="3091815" y="1515427"/>
                      <a:pt x="3090672" y="1513237"/>
                    </a:cubicBezTo>
                    <a:cubicBezTo>
                      <a:pt x="3090196" y="1512094"/>
                      <a:pt x="3090005" y="1511236"/>
                      <a:pt x="3090005" y="1510284"/>
                    </a:cubicBezTo>
                    <a:cubicBezTo>
                      <a:pt x="3090005" y="1507617"/>
                      <a:pt x="3091529" y="1505331"/>
                      <a:pt x="3093815" y="1504188"/>
                    </a:cubicBezTo>
                    <a:cubicBezTo>
                      <a:pt x="3105722" y="1498378"/>
                      <a:pt x="3118485" y="1492282"/>
                      <a:pt x="3134487" y="1484852"/>
                    </a:cubicBezTo>
                    <a:cubicBezTo>
                      <a:pt x="3137630" y="1483328"/>
                      <a:pt x="3141917" y="1484852"/>
                      <a:pt x="3143441" y="1488186"/>
                    </a:cubicBezTo>
                    <a:cubicBezTo>
                      <a:pt x="3144965" y="1491329"/>
                      <a:pt x="3143441" y="1495330"/>
                      <a:pt x="3140107" y="1496949"/>
                    </a:cubicBezTo>
                    <a:cubicBezTo>
                      <a:pt x="3128010" y="1502759"/>
                      <a:pt x="3115151" y="1508855"/>
                      <a:pt x="3099721" y="1516285"/>
                    </a:cubicBezTo>
                    <a:cubicBezTo>
                      <a:pt x="3098768" y="1516761"/>
                      <a:pt x="3097626" y="1517047"/>
                      <a:pt x="3096768" y="1517047"/>
                    </a:cubicBezTo>
                    <a:close/>
                    <a:moveTo>
                      <a:pt x="3976592" y="1492567"/>
                    </a:moveTo>
                    <a:lnTo>
                      <a:pt x="3976592" y="1492567"/>
                    </a:lnTo>
                    <a:cubicBezTo>
                      <a:pt x="3972973" y="1492377"/>
                      <a:pt x="3969830" y="1489234"/>
                      <a:pt x="3970115" y="1485614"/>
                    </a:cubicBezTo>
                    <a:cubicBezTo>
                      <a:pt x="3970115" y="1484757"/>
                      <a:pt x="3970115" y="1483805"/>
                      <a:pt x="3970115" y="1482947"/>
                    </a:cubicBezTo>
                    <a:cubicBezTo>
                      <a:pt x="3970115" y="1482090"/>
                      <a:pt x="3970115" y="1481138"/>
                      <a:pt x="3970115" y="1480280"/>
                    </a:cubicBezTo>
                    <a:cubicBezTo>
                      <a:pt x="3970115" y="1467231"/>
                      <a:pt x="3969258" y="1454277"/>
                      <a:pt x="3967639" y="1441894"/>
                    </a:cubicBezTo>
                    <a:cubicBezTo>
                      <a:pt x="3967448" y="1441418"/>
                      <a:pt x="3967448" y="1441228"/>
                      <a:pt x="3967448" y="1440751"/>
                    </a:cubicBezTo>
                    <a:cubicBezTo>
                      <a:pt x="3967639" y="1437608"/>
                      <a:pt x="3970115" y="1434656"/>
                      <a:pt x="3973544" y="1434274"/>
                    </a:cubicBezTo>
                    <a:cubicBezTo>
                      <a:pt x="3977354" y="1433798"/>
                      <a:pt x="3980497" y="1436465"/>
                      <a:pt x="3980974" y="1440085"/>
                    </a:cubicBezTo>
                    <a:cubicBezTo>
                      <a:pt x="3982784" y="1452848"/>
                      <a:pt x="3983641" y="1466564"/>
                      <a:pt x="3983641" y="1480280"/>
                    </a:cubicBezTo>
                    <a:cubicBezTo>
                      <a:pt x="3983641" y="1482281"/>
                      <a:pt x="3983641" y="1484090"/>
                      <a:pt x="3983641" y="1485900"/>
                    </a:cubicBezTo>
                    <a:cubicBezTo>
                      <a:pt x="3983355" y="1489424"/>
                      <a:pt x="3980402" y="1492567"/>
                      <a:pt x="3976592" y="1492567"/>
                    </a:cubicBezTo>
                    <a:close/>
                    <a:moveTo>
                      <a:pt x="2084261" y="1488948"/>
                    </a:moveTo>
                    <a:cubicBezTo>
                      <a:pt x="2083118" y="1488948"/>
                      <a:pt x="2082260" y="1488948"/>
                      <a:pt x="2081308" y="1488472"/>
                    </a:cubicBezTo>
                    <a:cubicBezTo>
                      <a:pt x="2077974" y="1486852"/>
                      <a:pt x="2076641" y="1482852"/>
                      <a:pt x="2078165" y="1479518"/>
                    </a:cubicBezTo>
                    <a:cubicBezTo>
                      <a:pt x="2083975" y="1466755"/>
                      <a:pt x="2090261" y="1453515"/>
                      <a:pt x="2097501" y="1438942"/>
                    </a:cubicBezTo>
                    <a:cubicBezTo>
                      <a:pt x="2099120" y="1435608"/>
                      <a:pt x="2103311" y="1434274"/>
                      <a:pt x="2106454" y="1435798"/>
                    </a:cubicBezTo>
                    <a:cubicBezTo>
                      <a:pt x="2108740" y="1436941"/>
                      <a:pt x="2110264" y="1439132"/>
                      <a:pt x="2110264" y="1441894"/>
                    </a:cubicBezTo>
                    <a:cubicBezTo>
                      <a:pt x="2110264" y="1442752"/>
                      <a:pt x="2110073" y="1443895"/>
                      <a:pt x="2109597" y="1444847"/>
                    </a:cubicBezTo>
                    <a:cubicBezTo>
                      <a:pt x="2103311" y="1457897"/>
                      <a:pt x="2096548" y="1471803"/>
                      <a:pt x="2090261" y="1485233"/>
                    </a:cubicBezTo>
                    <a:cubicBezTo>
                      <a:pt x="2089213" y="1487614"/>
                      <a:pt x="2086737" y="1488948"/>
                      <a:pt x="2084261" y="1488948"/>
                    </a:cubicBezTo>
                    <a:close/>
                    <a:moveTo>
                      <a:pt x="3178016" y="1479042"/>
                    </a:moveTo>
                    <a:cubicBezTo>
                      <a:pt x="3175540" y="1479042"/>
                      <a:pt x="3173063" y="1477423"/>
                      <a:pt x="3171920" y="1475041"/>
                    </a:cubicBezTo>
                    <a:cubicBezTo>
                      <a:pt x="3171444" y="1474184"/>
                      <a:pt x="3171254" y="1473232"/>
                      <a:pt x="3171254" y="1472089"/>
                    </a:cubicBezTo>
                    <a:cubicBezTo>
                      <a:pt x="3171254" y="1469612"/>
                      <a:pt x="3172873" y="1467136"/>
                      <a:pt x="3175254" y="1466278"/>
                    </a:cubicBezTo>
                    <a:cubicBezTo>
                      <a:pt x="3189637" y="1459516"/>
                      <a:pt x="3204210" y="1453229"/>
                      <a:pt x="3216307" y="1447895"/>
                    </a:cubicBezTo>
                    <a:cubicBezTo>
                      <a:pt x="3219450" y="1446562"/>
                      <a:pt x="3223736" y="1448086"/>
                      <a:pt x="3225260" y="1451515"/>
                    </a:cubicBezTo>
                    <a:cubicBezTo>
                      <a:pt x="3225927" y="1453134"/>
                      <a:pt x="3225927" y="1454848"/>
                      <a:pt x="3225260" y="1456658"/>
                    </a:cubicBezTo>
                    <a:cubicBezTo>
                      <a:pt x="3224594" y="1458182"/>
                      <a:pt x="3223260" y="1459611"/>
                      <a:pt x="3221641" y="1460278"/>
                    </a:cubicBezTo>
                    <a:cubicBezTo>
                      <a:pt x="3207734" y="1466374"/>
                      <a:pt x="3194018" y="1472660"/>
                      <a:pt x="3180779" y="1478470"/>
                    </a:cubicBezTo>
                    <a:cubicBezTo>
                      <a:pt x="3180017" y="1478851"/>
                      <a:pt x="3179159" y="1479042"/>
                      <a:pt x="3178016" y="1479042"/>
                    </a:cubicBezTo>
                    <a:close/>
                    <a:moveTo>
                      <a:pt x="657035" y="1457992"/>
                    </a:moveTo>
                    <a:cubicBezTo>
                      <a:pt x="655701" y="1457992"/>
                      <a:pt x="654082" y="1457515"/>
                      <a:pt x="653034" y="1456658"/>
                    </a:cubicBezTo>
                    <a:cubicBezTo>
                      <a:pt x="651510" y="1455325"/>
                      <a:pt x="650558" y="1453515"/>
                      <a:pt x="650367" y="1451515"/>
                    </a:cubicBezTo>
                    <a:cubicBezTo>
                      <a:pt x="650367" y="1449991"/>
                      <a:pt x="651034" y="1448372"/>
                      <a:pt x="651891" y="1447228"/>
                    </a:cubicBezTo>
                    <a:cubicBezTo>
                      <a:pt x="660654" y="1435989"/>
                      <a:pt x="669893" y="1424559"/>
                      <a:pt x="679990" y="1412176"/>
                    </a:cubicBezTo>
                    <a:cubicBezTo>
                      <a:pt x="682276" y="1409224"/>
                      <a:pt x="686753" y="1408843"/>
                      <a:pt x="689610" y="1411033"/>
                    </a:cubicBezTo>
                    <a:cubicBezTo>
                      <a:pt x="690944" y="1412176"/>
                      <a:pt x="691896" y="1413700"/>
                      <a:pt x="691896" y="1415510"/>
                    </a:cubicBezTo>
                    <a:cubicBezTo>
                      <a:pt x="692087" y="1417320"/>
                      <a:pt x="691706" y="1419130"/>
                      <a:pt x="690563" y="1420463"/>
                    </a:cubicBezTo>
                    <a:cubicBezTo>
                      <a:pt x="680276" y="1433227"/>
                      <a:pt x="671036" y="1444657"/>
                      <a:pt x="662464" y="1455515"/>
                    </a:cubicBezTo>
                    <a:lnTo>
                      <a:pt x="662273" y="1455706"/>
                    </a:lnTo>
                    <a:cubicBezTo>
                      <a:pt x="660845" y="1457039"/>
                      <a:pt x="659035" y="1457992"/>
                      <a:pt x="657035" y="1457992"/>
                    </a:cubicBezTo>
                    <a:close/>
                    <a:moveTo>
                      <a:pt x="3260408" y="1443133"/>
                    </a:moveTo>
                    <a:cubicBezTo>
                      <a:pt x="3257455" y="1443133"/>
                      <a:pt x="3255264" y="1441514"/>
                      <a:pt x="3254121" y="1438847"/>
                    </a:cubicBezTo>
                    <a:cubicBezTo>
                      <a:pt x="3253645" y="1438180"/>
                      <a:pt x="3253645" y="1437227"/>
                      <a:pt x="3253645" y="1436370"/>
                    </a:cubicBezTo>
                    <a:cubicBezTo>
                      <a:pt x="3253645" y="1433703"/>
                      <a:pt x="3255169" y="1431226"/>
                      <a:pt x="3257645" y="1430083"/>
                    </a:cubicBezTo>
                    <a:cubicBezTo>
                      <a:pt x="3272695" y="1423797"/>
                      <a:pt x="3286411" y="1418177"/>
                      <a:pt x="3299174" y="1413034"/>
                    </a:cubicBezTo>
                    <a:cubicBezTo>
                      <a:pt x="3302508" y="1411700"/>
                      <a:pt x="3306604" y="1413224"/>
                      <a:pt x="3307937" y="1416653"/>
                    </a:cubicBezTo>
                    <a:cubicBezTo>
                      <a:pt x="3308604" y="1418463"/>
                      <a:pt x="3308604" y="1420273"/>
                      <a:pt x="3307937" y="1421797"/>
                    </a:cubicBezTo>
                    <a:cubicBezTo>
                      <a:pt x="3307271" y="1423606"/>
                      <a:pt x="3305937" y="1424749"/>
                      <a:pt x="3304318" y="1425416"/>
                    </a:cubicBezTo>
                    <a:cubicBezTo>
                      <a:pt x="3289459" y="1431512"/>
                      <a:pt x="3275171" y="1437513"/>
                      <a:pt x="3262789" y="1442656"/>
                    </a:cubicBezTo>
                    <a:lnTo>
                      <a:pt x="3262789" y="1442656"/>
                    </a:lnTo>
                    <a:cubicBezTo>
                      <a:pt x="3261932" y="1442942"/>
                      <a:pt x="3261074" y="1443133"/>
                      <a:pt x="3260408" y="1443133"/>
                    </a:cubicBezTo>
                    <a:close/>
                    <a:moveTo>
                      <a:pt x="3343466" y="1409509"/>
                    </a:moveTo>
                    <a:cubicBezTo>
                      <a:pt x="3340799" y="1409509"/>
                      <a:pt x="3338322" y="1407700"/>
                      <a:pt x="3337179" y="1405223"/>
                    </a:cubicBezTo>
                    <a:cubicBezTo>
                      <a:pt x="3336989" y="1404366"/>
                      <a:pt x="3336703" y="1403604"/>
                      <a:pt x="3336703" y="1402747"/>
                    </a:cubicBezTo>
                    <a:cubicBezTo>
                      <a:pt x="3336703" y="1400080"/>
                      <a:pt x="3338513" y="1397413"/>
                      <a:pt x="3340989" y="1396460"/>
                    </a:cubicBezTo>
                    <a:cubicBezTo>
                      <a:pt x="3354419" y="1391031"/>
                      <a:pt x="3368421" y="1385888"/>
                      <a:pt x="3382994" y="1380553"/>
                    </a:cubicBezTo>
                    <a:cubicBezTo>
                      <a:pt x="3386614" y="1379220"/>
                      <a:pt x="3390424" y="1381030"/>
                      <a:pt x="3391757" y="1384364"/>
                    </a:cubicBezTo>
                    <a:cubicBezTo>
                      <a:pt x="3392424" y="1386173"/>
                      <a:pt x="3392234" y="1387983"/>
                      <a:pt x="3391567" y="1389507"/>
                    </a:cubicBezTo>
                    <a:cubicBezTo>
                      <a:pt x="3390900" y="1391031"/>
                      <a:pt x="3389567" y="1392460"/>
                      <a:pt x="3387757" y="1393126"/>
                    </a:cubicBezTo>
                    <a:cubicBezTo>
                      <a:pt x="3375184" y="1397794"/>
                      <a:pt x="3361944" y="1403032"/>
                      <a:pt x="3346037" y="1409033"/>
                    </a:cubicBezTo>
                    <a:cubicBezTo>
                      <a:pt x="3345180" y="1409224"/>
                      <a:pt x="3344323" y="1409509"/>
                      <a:pt x="3343466" y="1409509"/>
                    </a:cubicBezTo>
                    <a:close/>
                    <a:moveTo>
                      <a:pt x="2123313" y="1408176"/>
                    </a:moveTo>
                    <a:cubicBezTo>
                      <a:pt x="2122170" y="1408176"/>
                      <a:pt x="2121313" y="1407985"/>
                      <a:pt x="2120170" y="1407509"/>
                    </a:cubicBezTo>
                    <a:cubicBezTo>
                      <a:pt x="2118551" y="1406842"/>
                      <a:pt x="2117503" y="1405509"/>
                      <a:pt x="2116836" y="1403699"/>
                    </a:cubicBezTo>
                    <a:cubicBezTo>
                      <a:pt x="2116360" y="1401889"/>
                      <a:pt x="2116360" y="1400080"/>
                      <a:pt x="2117312" y="1398556"/>
                    </a:cubicBezTo>
                    <a:cubicBezTo>
                      <a:pt x="2124075" y="1385125"/>
                      <a:pt x="2130743" y="1371600"/>
                      <a:pt x="2137505" y="1358360"/>
                    </a:cubicBezTo>
                    <a:cubicBezTo>
                      <a:pt x="2139315" y="1355217"/>
                      <a:pt x="2143316" y="1353883"/>
                      <a:pt x="2146745" y="1355407"/>
                    </a:cubicBezTo>
                    <a:cubicBezTo>
                      <a:pt x="2148745" y="1356550"/>
                      <a:pt x="2150364" y="1358741"/>
                      <a:pt x="2150364" y="1361218"/>
                    </a:cubicBezTo>
                    <a:cubicBezTo>
                      <a:pt x="2150364" y="1362361"/>
                      <a:pt x="2150174" y="1363408"/>
                      <a:pt x="2149507" y="1364551"/>
                    </a:cubicBezTo>
                    <a:cubicBezTo>
                      <a:pt x="2141601" y="1380077"/>
                      <a:pt x="2135410" y="1392841"/>
                      <a:pt x="2129504" y="1404461"/>
                    </a:cubicBezTo>
                    <a:cubicBezTo>
                      <a:pt x="2128266" y="1406842"/>
                      <a:pt x="2125790" y="1408176"/>
                      <a:pt x="2123313" y="1408176"/>
                    </a:cubicBezTo>
                    <a:close/>
                    <a:moveTo>
                      <a:pt x="3964210" y="1403890"/>
                    </a:moveTo>
                    <a:cubicBezTo>
                      <a:pt x="3961257" y="1403890"/>
                      <a:pt x="3958876" y="1402080"/>
                      <a:pt x="3957733" y="1399413"/>
                    </a:cubicBezTo>
                    <a:cubicBezTo>
                      <a:pt x="3952780" y="1384554"/>
                      <a:pt x="3946017" y="1371790"/>
                      <a:pt x="3938207" y="1361884"/>
                    </a:cubicBezTo>
                    <a:cubicBezTo>
                      <a:pt x="3937064" y="1360551"/>
                      <a:pt x="3936587" y="1358932"/>
                      <a:pt x="3936587" y="1357598"/>
                    </a:cubicBezTo>
                    <a:cubicBezTo>
                      <a:pt x="3936587" y="1355598"/>
                      <a:pt x="3937445" y="1353598"/>
                      <a:pt x="3939064" y="1352455"/>
                    </a:cubicBezTo>
                    <a:cubicBezTo>
                      <a:pt x="3942017" y="1350169"/>
                      <a:pt x="3946208" y="1350645"/>
                      <a:pt x="3948684" y="1353312"/>
                    </a:cubicBezTo>
                    <a:cubicBezTo>
                      <a:pt x="3957447" y="1364551"/>
                      <a:pt x="3964877" y="1378648"/>
                      <a:pt x="3970496" y="1394841"/>
                    </a:cubicBezTo>
                    <a:cubicBezTo>
                      <a:pt x="3971163" y="1396651"/>
                      <a:pt x="3970972" y="1398460"/>
                      <a:pt x="3970306" y="1399984"/>
                    </a:cubicBezTo>
                    <a:cubicBezTo>
                      <a:pt x="3969449" y="1401794"/>
                      <a:pt x="3968020" y="1402937"/>
                      <a:pt x="3966496" y="1403604"/>
                    </a:cubicBezTo>
                    <a:cubicBezTo>
                      <a:pt x="3965829" y="1403890"/>
                      <a:pt x="3964972" y="1403890"/>
                      <a:pt x="3964210" y="1403890"/>
                    </a:cubicBezTo>
                    <a:close/>
                    <a:moveTo>
                      <a:pt x="713518" y="1388173"/>
                    </a:moveTo>
                    <a:cubicBezTo>
                      <a:pt x="711994" y="1388173"/>
                      <a:pt x="710565" y="1387697"/>
                      <a:pt x="709232" y="1386840"/>
                    </a:cubicBezTo>
                    <a:cubicBezTo>
                      <a:pt x="707708" y="1385506"/>
                      <a:pt x="706755" y="1383506"/>
                      <a:pt x="706755" y="1381411"/>
                    </a:cubicBezTo>
                    <a:cubicBezTo>
                      <a:pt x="706755" y="1380077"/>
                      <a:pt x="707231" y="1378458"/>
                      <a:pt x="708279" y="1377410"/>
                    </a:cubicBezTo>
                    <a:lnTo>
                      <a:pt x="708279" y="1377220"/>
                    </a:lnTo>
                    <a:cubicBezTo>
                      <a:pt x="708470" y="1377029"/>
                      <a:pt x="708470" y="1377029"/>
                      <a:pt x="708755" y="1376743"/>
                    </a:cubicBezTo>
                    <a:cubicBezTo>
                      <a:pt x="717995" y="1365694"/>
                      <a:pt x="727424" y="1354074"/>
                      <a:pt x="737045" y="1342644"/>
                    </a:cubicBezTo>
                    <a:cubicBezTo>
                      <a:pt x="739331" y="1339977"/>
                      <a:pt x="743807" y="1339501"/>
                      <a:pt x="746474" y="1341787"/>
                    </a:cubicBezTo>
                    <a:cubicBezTo>
                      <a:pt x="747808" y="1342930"/>
                      <a:pt x="748760" y="1344739"/>
                      <a:pt x="748951" y="1346454"/>
                    </a:cubicBezTo>
                    <a:cubicBezTo>
                      <a:pt x="748951" y="1348264"/>
                      <a:pt x="748475" y="1349788"/>
                      <a:pt x="747427" y="1351407"/>
                    </a:cubicBezTo>
                    <a:cubicBezTo>
                      <a:pt x="738473" y="1361980"/>
                      <a:pt x="728377" y="1374076"/>
                      <a:pt x="718661" y="1385983"/>
                    </a:cubicBezTo>
                    <a:cubicBezTo>
                      <a:pt x="717614" y="1387221"/>
                      <a:pt x="715613" y="1388173"/>
                      <a:pt x="713518" y="1388173"/>
                    </a:cubicBezTo>
                    <a:close/>
                    <a:moveTo>
                      <a:pt x="3427381" y="1378267"/>
                    </a:moveTo>
                    <a:cubicBezTo>
                      <a:pt x="3424714" y="1378267"/>
                      <a:pt x="3422237" y="1376267"/>
                      <a:pt x="3421094" y="1373791"/>
                    </a:cubicBezTo>
                    <a:cubicBezTo>
                      <a:pt x="3420904" y="1372933"/>
                      <a:pt x="3420618" y="1372267"/>
                      <a:pt x="3420618" y="1371314"/>
                    </a:cubicBezTo>
                    <a:cubicBezTo>
                      <a:pt x="3420809" y="1368647"/>
                      <a:pt x="3422618" y="1365980"/>
                      <a:pt x="3425285" y="1365028"/>
                    </a:cubicBezTo>
                    <a:cubicBezTo>
                      <a:pt x="3441192" y="1359408"/>
                      <a:pt x="3454908" y="1354741"/>
                      <a:pt x="3467672" y="1350455"/>
                    </a:cubicBezTo>
                    <a:cubicBezTo>
                      <a:pt x="3471005" y="1349311"/>
                      <a:pt x="3475101" y="1351121"/>
                      <a:pt x="3476244" y="1354455"/>
                    </a:cubicBezTo>
                    <a:cubicBezTo>
                      <a:pt x="3476720" y="1356265"/>
                      <a:pt x="3476720" y="1358074"/>
                      <a:pt x="3475768" y="1359598"/>
                    </a:cubicBezTo>
                    <a:cubicBezTo>
                      <a:pt x="3475101" y="1361218"/>
                      <a:pt x="3473768" y="1362551"/>
                      <a:pt x="3471958" y="1362932"/>
                    </a:cubicBezTo>
                    <a:cubicBezTo>
                      <a:pt x="3456432" y="1368361"/>
                      <a:pt x="3442811" y="1373029"/>
                      <a:pt x="3429762" y="1377791"/>
                    </a:cubicBezTo>
                    <a:cubicBezTo>
                      <a:pt x="3429000" y="1378077"/>
                      <a:pt x="3428238" y="1378267"/>
                      <a:pt x="3427381" y="1378267"/>
                    </a:cubicBezTo>
                    <a:close/>
                    <a:moveTo>
                      <a:pt x="3512630" y="1349597"/>
                    </a:moveTo>
                    <a:cubicBezTo>
                      <a:pt x="3509677" y="1349597"/>
                      <a:pt x="3507010" y="1347788"/>
                      <a:pt x="3506153" y="1344835"/>
                    </a:cubicBezTo>
                    <a:cubicBezTo>
                      <a:pt x="3505962" y="1344168"/>
                      <a:pt x="3505962" y="1343501"/>
                      <a:pt x="3505962" y="1342834"/>
                    </a:cubicBezTo>
                    <a:cubicBezTo>
                      <a:pt x="3505962" y="1339882"/>
                      <a:pt x="3507962" y="1337500"/>
                      <a:pt x="3510629" y="1336548"/>
                    </a:cubicBezTo>
                    <a:cubicBezTo>
                      <a:pt x="3525488" y="1332071"/>
                      <a:pt x="3540062" y="1327785"/>
                      <a:pt x="3553968" y="1324165"/>
                    </a:cubicBezTo>
                    <a:cubicBezTo>
                      <a:pt x="3557778" y="1323023"/>
                      <a:pt x="3561397" y="1325308"/>
                      <a:pt x="3562255" y="1328833"/>
                    </a:cubicBezTo>
                    <a:cubicBezTo>
                      <a:pt x="3563112" y="1332452"/>
                      <a:pt x="3561112" y="1335976"/>
                      <a:pt x="3557588" y="1337119"/>
                    </a:cubicBezTo>
                    <a:cubicBezTo>
                      <a:pt x="3543872" y="1340739"/>
                      <a:pt x="3529775" y="1344739"/>
                      <a:pt x="3514439" y="1349216"/>
                    </a:cubicBezTo>
                    <a:cubicBezTo>
                      <a:pt x="3513963" y="1349597"/>
                      <a:pt x="3513296" y="1349597"/>
                      <a:pt x="3512630" y="1349597"/>
                    </a:cubicBezTo>
                    <a:close/>
                    <a:moveTo>
                      <a:pt x="3907917" y="1337691"/>
                    </a:moveTo>
                    <a:cubicBezTo>
                      <a:pt x="3907060" y="1337691"/>
                      <a:pt x="3905917" y="1337500"/>
                      <a:pt x="3904964" y="1337024"/>
                    </a:cubicBezTo>
                    <a:cubicBezTo>
                      <a:pt x="3892391" y="1330738"/>
                      <a:pt x="3878676" y="1325594"/>
                      <a:pt x="3864102" y="1321308"/>
                    </a:cubicBezTo>
                    <a:cubicBezTo>
                      <a:pt x="3861435" y="1320451"/>
                      <a:pt x="3859435" y="1317974"/>
                      <a:pt x="3859435" y="1315022"/>
                    </a:cubicBezTo>
                    <a:cubicBezTo>
                      <a:pt x="3859435" y="1314355"/>
                      <a:pt x="3859435" y="1313688"/>
                      <a:pt x="3859626" y="1313021"/>
                    </a:cubicBezTo>
                    <a:cubicBezTo>
                      <a:pt x="3860768" y="1309688"/>
                      <a:pt x="3864293" y="1307401"/>
                      <a:pt x="3867912" y="1308354"/>
                    </a:cubicBezTo>
                    <a:cubicBezTo>
                      <a:pt x="3883152" y="1312831"/>
                      <a:pt x="3897726" y="1318450"/>
                      <a:pt x="3911060" y="1324927"/>
                    </a:cubicBezTo>
                    <a:cubicBezTo>
                      <a:pt x="3914204" y="1326451"/>
                      <a:pt x="3915728" y="1330547"/>
                      <a:pt x="3914013" y="1333881"/>
                    </a:cubicBezTo>
                    <a:cubicBezTo>
                      <a:pt x="3912870" y="1336072"/>
                      <a:pt x="3910584" y="1337691"/>
                      <a:pt x="3907917" y="1337691"/>
                    </a:cubicBezTo>
                    <a:close/>
                    <a:moveTo>
                      <a:pt x="2164176" y="1328261"/>
                    </a:moveTo>
                    <a:cubicBezTo>
                      <a:pt x="2163032" y="1328261"/>
                      <a:pt x="2161889" y="1328071"/>
                      <a:pt x="2161032" y="1327594"/>
                    </a:cubicBezTo>
                    <a:cubicBezTo>
                      <a:pt x="2157698" y="1325785"/>
                      <a:pt x="2156365" y="1321784"/>
                      <a:pt x="2158079" y="1318355"/>
                    </a:cubicBezTo>
                    <a:cubicBezTo>
                      <a:pt x="2165033" y="1305115"/>
                      <a:pt x="2171986" y="1291876"/>
                      <a:pt x="2178939" y="1278636"/>
                    </a:cubicBezTo>
                    <a:cubicBezTo>
                      <a:pt x="2180749" y="1275493"/>
                      <a:pt x="2185035" y="1274159"/>
                      <a:pt x="2188178" y="1275969"/>
                    </a:cubicBezTo>
                    <a:cubicBezTo>
                      <a:pt x="2190464" y="1277112"/>
                      <a:pt x="2191798" y="1279303"/>
                      <a:pt x="2191798" y="1281779"/>
                    </a:cubicBezTo>
                    <a:cubicBezTo>
                      <a:pt x="2191798" y="1282922"/>
                      <a:pt x="2191607" y="1283970"/>
                      <a:pt x="2190941" y="1284923"/>
                    </a:cubicBezTo>
                    <a:cubicBezTo>
                      <a:pt x="2183797" y="1298829"/>
                      <a:pt x="2176844" y="1311592"/>
                      <a:pt x="2170081" y="1324642"/>
                    </a:cubicBezTo>
                    <a:cubicBezTo>
                      <a:pt x="2168843" y="1326928"/>
                      <a:pt x="2166652" y="1328261"/>
                      <a:pt x="2164176" y="1328261"/>
                    </a:cubicBezTo>
                    <a:close/>
                    <a:moveTo>
                      <a:pt x="3599497" y="1326928"/>
                    </a:moveTo>
                    <a:cubicBezTo>
                      <a:pt x="3596354" y="1326928"/>
                      <a:pt x="3593402" y="1324642"/>
                      <a:pt x="3592735" y="1321594"/>
                    </a:cubicBezTo>
                    <a:cubicBezTo>
                      <a:pt x="3592735" y="1321117"/>
                      <a:pt x="3592735" y="1320736"/>
                      <a:pt x="3592735" y="1320260"/>
                    </a:cubicBezTo>
                    <a:cubicBezTo>
                      <a:pt x="3592544" y="1317117"/>
                      <a:pt x="3594735" y="1314164"/>
                      <a:pt x="3597878" y="1313498"/>
                    </a:cubicBezTo>
                    <a:cubicBezTo>
                      <a:pt x="3612737" y="1310354"/>
                      <a:pt x="3627501" y="1307401"/>
                      <a:pt x="3642360" y="1304734"/>
                    </a:cubicBezTo>
                    <a:cubicBezTo>
                      <a:pt x="3646170" y="1304258"/>
                      <a:pt x="3649504" y="1306735"/>
                      <a:pt x="3649980" y="1310354"/>
                    </a:cubicBezTo>
                    <a:cubicBezTo>
                      <a:pt x="3650456" y="1312164"/>
                      <a:pt x="3649980" y="1313974"/>
                      <a:pt x="3648837" y="1315307"/>
                    </a:cubicBezTo>
                    <a:cubicBezTo>
                      <a:pt x="3647980" y="1316831"/>
                      <a:pt x="3646361" y="1317784"/>
                      <a:pt x="3644551" y="1318260"/>
                    </a:cubicBezTo>
                    <a:cubicBezTo>
                      <a:pt x="3630168" y="1320736"/>
                      <a:pt x="3615404" y="1323403"/>
                      <a:pt x="3600736" y="1326832"/>
                    </a:cubicBezTo>
                    <a:cubicBezTo>
                      <a:pt x="3600450" y="1326642"/>
                      <a:pt x="3599974" y="1326928"/>
                      <a:pt x="3599497" y="1326928"/>
                    </a:cubicBezTo>
                    <a:close/>
                    <a:moveTo>
                      <a:pt x="771239" y="1319308"/>
                    </a:moveTo>
                    <a:cubicBezTo>
                      <a:pt x="769620" y="1319308"/>
                      <a:pt x="768096" y="1318831"/>
                      <a:pt x="766763" y="1317689"/>
                    </a:cubicBezTo>
                    <a:cubicBezTo>
                      <a:pt x="765239" y="1316545"/>
                      <a:pt x="764286" y="1314545"/>
                      <a:pt x="764477" y="1312545"/>
                    </a:cubicBezTo>
                    <a:cubicBezTo>
                      <a:pt x="764477" y="1311021"/>
                      <a:pt x="764953" y="1309402"/>
                      <a:pt x="766096" y="1308259"/>
                    </a:cubicBezTo>
                    <a:cubicBezTo>
                      <a:pt x="776192" y="1296162"/>
                      <a:pt x="785813" y="1285113"/>
                      <a:pt x="795242" y="1274159"/>
                    </a:cubicBezTo>
                    <a:cubicBezTo>
                      <a:pt x="797528" y="1271492"/>
                      <a:pt x="802005" y="1271016"/>
                      <a:pt x="804672" y="1273492"/>
                    </a:cubicBezTo>
                    <a:cubicBezTo>
                      <a:pt x="807625" y="1275778"/>
                      <a:pt x="807815" y="1279969"/>
                      <a:pt x="805339" y="1282922"/>
                    </a:cubicBezTo>
                    <a:cubicBezTo>
                      <a:pt x="795909" y="1293971"/>
                      <a:pt x="786479" y="1304925"/>
                      <a:pt x="776192" y="1317022"/>
                    </a:cubicBezTo>
                    <a:cubicBezTo>
                      <a:pt x="775049" y="1318546"/>
                      <a:pt x="773049" y="1319308"/>
                      <a:pt x="771239" y="1319308"/>
                    </a:cubicBezTo>
                    <a:close/>
                    <a:moveTo>
                      <a:pt x="3822192" y="1312259"/>
                    </a:moveTo>
                    <a:cubicBezTo>
                      <a:pt x="3822002" y="1312259"/>
                      <a:pt x="3821526" y="1312069"/>
                      <a:pt x="3821335" y="1312069"/>
                    </a:cubicBezTo>
                    <a:cubicBezTo>
                      <a:pt x="3807143" y="1310068"/>
                      <a:pt x="3792379" y="1308735"/>
                      <a:pt x="3777329" y="1308068"/>
                    </a:cubicBezTo>
                    <a:cubicBezTo>
                      <a:pt x="3773710" y="1308068"/>
                      <a:pt x="3770852" y="1305115"/>
                      <a:pt x="3770852" y="1301591"/>
                    </a:cubicBezTo>
                    <a:lnTo>
                      <a:pt x="3770852" y="1301115"/>
                    </a:lnTo>
                    <a:cubicBezTo>
                      <a:pt x="3771043" y="1297495"/>
                      <a:pt x="3773996" y="1294638"/>
                      <a:pt x="3777615" y="1294638"/>
                    </a:cubicBezTo>
                    <a:lnTo>
                      <a:pt x="3777806" y="1294638"/>
                    </a:lnTo>
                    <a:cubicBezTo>
                      <a:pt x="3793712" y="1295305"/>
                      <a:pt x="3809047" y="1296638"/>
                      <a:pt x="3823335" y="1298924"/>
                    </a:cubicBezTo>
                    <a:cubicBezTo>
                      <a:pt x="3826955" y="1299400"/>
                      <a:pt x="3829431" y="1302925"/>
                      <a:pt x="3828955" y="1306544"/>
                    </a:cubicBezTo>
                    <a:cubicBezTo>
                      <a:pt x="3828479" y="1309878"/>
                      <a:pt x="3825526" y="1312259"/>
                      <a:pt x="3822192" y="1312259"/>
                    </a:cubicBezTo>
                    <a:close/>
                    <a:moveTo>
                      <a:pt x="3687985" y="1311878"/>
                    </a:moveTo>
                    <a:cubicBezTo>
                      <a:pt x="3684651" y="1311878"/>
                      <a:pt x="3681698" y="1309402"/>
                      <a:pt x="3681222" y="1305782"/>
                    </a:cubicBezTo>
                    <a:cubicBezTo>
                      <a:pt x="3681222" y="1305592"/>
                      <a:pt x="3681222" y="1305306"/>
                      <a:pt x="3681222" y="1305115"/>
                    </a:cubicBezTo>
                    <a:cubicBezTo>
                      <a:pt x="3681032" y="1301782"/>
                      <a:pt x="3683699" y="1298829"/>
                      <a:pt x="3687032" y="1298353"/>
                    </a:cubicBezTo>
                    <a:cubicBezTo>
                      <a:pt x="3702749" y="1296543"/>
                      <a:pt x="3717989" y="1295400"/>
                      <a:pt x="3732371" y="1294733"/>
                    </a:cubicBezTo>
                    <a:lnTo>
                      <a:pt x="3732562" y="1294733"/>
                    </a:lnTo>
                    <a:cubicBezTo>
                      <a:pt x="3736181" y="1294733"/>
                      <a:pt x="3739039" y="1297686"/>
                      <a:pt x="3739325" y="1301210"/>
                    </a:cubicBezTo>
                    <a:cubicBezTo>
                      <a:pt x="3739515" y="1303020"/>
                      <a:pt x="3738848" y="1304544"/>
                      <a:pt x="3737515" y="1305877"/>
                    </a:cubicBezTo>
                    <a:cubicBezTo>
                      <a:pt x="3736372" y="1307211"/>
                      <a:pt x="3734848" y="1308164"/>
                      <a:pt x="3733038" y="1308164"/>
                    </a:cubicBezTo>
                    <a:cubicBezTo>
                      <a:pt x="3718179" y="1308830"/>
                      <a:pt x="3703415" y="1309973"/>
                      <a:pt x="3688556" y="1311783"/>
                    </a:cubicBezTo>
                    <a:cubicBezTo>
                      <a:pt x="3688366" y="1311878"/>
                      <a:pt x="3688176" y="1311878"/>
                      <a:pt x="3687985" y="1311878"/>
                    </a:cubicBezTo>
                    <a:close/>
                    <a:moveTo>
                      <a:pt x="829628" y="1251204"/>
                    </a:moveTo>
                    <a:cubicBezTo>
                      <a:pt x="828008" y="1251204"/>
                      <a:pt x="826484" y="1250728"/>
                      <a:pt x="825341" y="1249680"/>
                    </a:cubicBezTo>
                    <a:cubicBezTo>
                      <a:pt x="824008" y="1248537"/>
                      <a:pt x="823055" y="1246537"/>
                      <a:pt x="823055" y="1244727"/>
                    </a:cubicBezTo>
                    <a:cubicBezTo>
                      <a:pt x="822865" y="1243203"/>
                      <a:pt x="823532" y="1241393"/>
                      <a:pt x="824579" y="1240250"/>
                    </a:cubicBezTo>
                    <a:cubicBezTo>
                      <a:pt x="833342" y="1230154"/>
                      <a:pt x="842772" y="1219390"/>
                      <a:pt x="854202" y="1206341"/>
                    </a:cubicBezTo>
                    <a:cubicBezTo>
                      <a:pt x="856679" y="1203674"/>
                      <a:pt x="861155" y="1203389"/>
                      <a:pt x="863822" y="1205865"/>
                    </a:cubicBezTo>
                    <a:cubicBezTo>
                      <a:pt x="866489" y="1208341"/>
                      <a:pt x="866775" y="1212628"/>
                      <a:pt x="864299" y="1215295"/>
                    </a:cubicBezTo>
                    <a:cubicBezTo>
                      <a:pt x="855059" y="1225867"/>
                      <a:pt x="845915" y="1236155"/>
                      <a:pt x="836676" y="1246727"/>
                    </a:cubicBezTo>
                    <a:lnTo>
                      <a:pt x="834676" y="1249013"/>
                    </a:lnTo>
                    <a:cubicBezTo>
                      <a:pt x="833438" y="1250537"/>
                      <a:pt x="831628" y="1251204"/>
                      <a:pt x="829628" y="1251204"/>
                    </a:cubicBezTo>
                    <a:close/>
                    <a:moveTo>
                      <a:pt x="2206181" y="1249013"/>
                    </a:moveTo>
                    <a:cubicBezTo>
                      <a:pt x="2205038" y="1249013"/>
                      <a:pt x="2203990" y="1248823"/>
                      <a:pt x="2203037" y="1248156"/>
                    </a:cubicBezTo>
                    <a:cubicBezTo>
                      <a:pt x="2199704" y="1246346"/>
                      <a:pt x="2198561" y="1242346"/>
                      <a:pt x="2200370" y="1239202"/>
                    </a:cubicBezTo>
                    <a:cubicBezTo>
                      <a:pt x="2206657" y="1227487"/>
                      <a:pt x="2213420" y="1215009"/>
                      <a:pt x="2221897" y="1199674"/>
                    </a:cubicBezTo>
                    <a:cubicBezTo>
                      <a:pt x="2223421" y="1196531"/>
                      <a:pt x="2227707" y="1195197"/>
                      <a:pt x="2230851" y="1197007"/>
                    </a:cubicBezTo>
                    <a:cubicBezTo>
                      <a:pt x="2233136" y="1198150"/>
                      <a:pt x="2234470" y="1200340"/>
                      <a:pt x="2234470" y="1202817"/>
                    </a:cubicBezTo>
                    <a:cubicBezTo>
                      <a:pt x="2234470" y="1203960"/>
                      <a:pt x="2233994" y="1205008"/>
                      <a:pt x="2233613" y="1206151"/>
                    </a:cubicBezTo>
                    <a:cubicBezTo>
                      <a:pt x="2226469" y="1219200"/>
                      <a:pt x="2219230" y="1232440"/>
                      <a:pt x="2212277" y="1245394"/>
                    </a:cubicBezTo>
                    <a:cubicBezTo>
                      <a:pt x="2210848" y="1247680"/>
                      <a:pt x="2208657" y="1249013"/>
                      <a:pt x="2206181" y="1249013"/>
                    </a:cubicBezTo>
                    <a:close/>
                    <a:moveTo>
                      <a:pt x="889254" y="1184148"/>
                    </a:moveTo>
                    <a:cubicBezTo>
                      <a:pt x="887444" y="1184148"/>
                      <a:pt x="885920" y="1183481"/>
                      <a:pt x="884777" y="1182529"/>
                    </a:cubicBezTo>
                    <a:cubicBezTo>
                      <a:pt x="883444" y="1181195"/>
                      <a:pt x="882491" y="1179385"/>
                      <a:pt x="882491" y="1177385"/>
                    </a:cubicBezTo>
                    <a:cubicBezTo>
                      <a:pt x="882491" y="1175861"/>
                      <a:pt x="883158" y="1174242"/>
                      <a:pt x="884301" y="1172908"/>
                    </a:cubicBezTo>
                    <a:cubicBezTo>
                      <a:pt x="892397" y="1163669"/>
                      <a:pt x="903351" y="1151573"/>
                      <a:pt x="914400" y="1139666"/>
                    </a:cubicBezTo>
                    <a:cubicBezTo>
                      <a:pt x="916877" y="1136999"/>
                      <a:pt x="921353" y="1136714"/>
                      <a:pt x="924020" y="1139190"/>
                    </a:cubicBezTo>
                    <a:cubicBezTo>
                      <a:pt x="926687" y="1141666"/>
                      <a:pt x="926687" y="1145953"/>
                      <a:pt x="924211" y="1148620"/>
                    </a:cubicBezTo>
                    <a:cubicBezTo>
                      <a:pt x="914305" y="1159573"/>
                      <a:pt x="904208" y="1170623"/>
                      <a:pt x="894398" y="1181576"/>
                    </a:cubicBezTo>
                    <a:cubicBezTo>
                      <a:pt x="894398" y="1181767"/>
                      <a:pt x="894398" y="1181767"/>
                      <a:pt x="894207" y="1181767"/>
                    </a:cubicBezTo>
                    <a:cubicBezTo>
                      <a:pt x="893064" y="1183481"/>
                      <a:pt x="891064" y="1184148"/>
                      <a:pt x="889254" y="1184148"/>
                    </a:cubicBezTo>
                    <a:close/>
                    <a:moveTo>
                      <a:pt x="2249234" y="1170241"/>
                    </a:moveTo>
                    <a:cubicBezTo>
                      <a:pt x="2248091" y="1170241"/>
                      <a:pt x="2246947" y="1170051"/>
                      <a:pt x="2246090" y="1169384"/>
                    </a:cubicBezTo>
                    <a:cubicBezTo>
                      <a:pt x="2244566" y="1168527"/>
                      <a:pt x="2243138" y="1167098"/>
                      <a:pt x="2242757" y="1165384"/>
                    </a:cubicBezTo>
                    <a:cubicBezTo>
                      <a:pt x="2242280" y="1163860"/>
                      <a:pt x="2242566" y="1161764"/>
                      <a:pt x="2243423" y="1160240"/>
                    </a:cubicBezTo>
                    <a:cubicBezTo>
                      <a:pt x="2250567" y="1147191"/>
                      <a:pt x="2257806" y="1134237"/>
                      <a:pt x="2265236" y="1120997"/>
                    </a:cubicBezTo>
                    <a:cubicBezTo>
                      <a:pt x="2267045" y="1117854"/>
                      <a:pt x="2271332" y="1116711"/>
                      <a:pt x="2274475" y="1118521"/>
                    </a:cubicBezTo>
                    <a:cubicBezTo>
                      <a:pt x="2276475" y="1119664"/>
                      <a:pt x="2277809" y="1121855"/>
                      <a:pt x="2277809" y="1124331"/>
                    </a:cubicBezTo>
                    <a:cubicBezTo>
                      <a:pt x="2277809" y="1125474"/>
                      <a:pt x="2277618" y="1126522"/>
                      <a:pt x="2276951" y="1127665"/>
                    </a:cubicBezTo>
                    <a:cubicBezTo>
                      <a:pt x="2272284" y="1135951"/>
                      <a:pt x="2267522" y="1144714"/>
                      <a:pt x="2262759" y="1153287"/>
                    </a:cubicBezTo>
                    <a:lnTo>
                      <a:pt x="2255139" y="1166717"/>
                    </a:lnTo>
                    <a:cubicBezTo>
                      <a:pt x="2253996" y="1168908"/>
                      <a:pt x="2251710" y="1170241"/>
                      <a:pt x="2249234" y="1170241"/>
                    </a:cubicBezTo>
                    <a:close/>
                    <a:moveTo>
                      <a:pt x="949643" y="1117949"/>
                    </a:moveTo>
                    <a:cubicBezTo>
                      <a:pt x="948119" y="1117949"/>
                      <a:pt x="946499" y="1117282"/>
                      <a:pt x="945166" y="1116139"/>
                    </a:cubicBezTo>
                    <a:cubicBezTo>
                      <a:pt x="943832" y="1114806"/>
                      <a:pt x="942880" y="1112996"/>
                      <a:pt x="942880" y="1110996"/>
                    </a:cubicBezTo>
                    <a:cubicBezTo>
                      <a:pt x="943070" y="1109472"/>
                      <a:pt x="943547" y="1107853"/>
                      <a:pt x="944690" y="1106519"/>
                    </a:cubicBezTo>
                    <a:cubicBezTo>
                      <a:pt x="954977" y="1095470"/>
                      <a:pt x="965073" y="1084707"/>
                      <a:pt x="975455" y="1073753"/>
                    </a:cubicBezTo>
                    <a:cubicBezTo>
                      <a:pt x="977932" y="1071086"/>
                      <a:pt x="982409" y="1071086"/>
                      <a:pt x="984885" y="1073563"/>
                    </a:cubicBezTo>
                    <a:cubicBezTo>
                      <a:pt x="986219" y="1074706"/>
                      <a:pt x="987171" y="1076230"/>
                      <a:pt x="987171" y="1078039"/>
                    </a:cubicBezTo>
                    <a:cubicBezTo>
                      <a:pt x="987171" y="1080040"/>
                      <a:pt x="986504" y="1081659"/>
                      <a:pt x="985361" y="1082992"/>
                    </a:cubicBezTo>
                    <a:cubicBezTo>
                      <a:pt x="975455" y="1093565"/>
                      <a:pt x="964978" y="1104805"/>
                      <a:pt x="954786" y="1115758"/>
                    </a:cubicBezTo>
                    <a:cubicBezTo>
                      <a:pt x="953453" y="1116997"/>
                      <a:pt x="951738" y="1117949"/>
                      <a:pt x="949643" y="1117949"/>
                    </a:cubicBezTo>
                    <a:close/>
                    <a:moveTo>
                      <a:pt x="2292763" y="1091660"/>
                    </a:moveTo>
                    <a:cubicBezTo>
                      <a:pt x="2291620" y="1091660"/>
                      <a:pt x="2290477" y="1091470"/>
                      <a:pt x="2289620" y="1090803"/>
                    </a:cubicBezTo>
                    <a:cubicBezTo>
                      <a:pt x="2286286" y="1088993"/>
                      <a:pt x="2285143" y="1084993"/>
                      <a:pt x="2286953" y="1081849"/>
                    </a:cubicBezTo>
                    <a:cubicBezTo>
                      <a:pt x="2294382" y="1068610"/>
                      <a:pt x="2301526" y="1055560"/>
                      <a:pt x="2308955" y="1042606"/>
                    </a:cubicBezTo>
                    <a:cubicBezTo>
                      <a:pt x="2310575" y="1039463"/>
                      <a:pt x="2314766" y="1038320"/>
                      <a:pt x="2317909" y="1039939"/>
                    </a:cubicBezTo>
                    <a:cubicBezTo>
                      <a:pt x="2320100" y="1041273"/>
                      <a:pt x="2321528" y="1043559"/>
                      <a:pt x="2321528" y="1046035"/>
                    </a:cubicBezTo>
                    <a:cubicBezTo>
                      <a:pt x="2321528" y="1047178"/>
                      <a:pt x="2321338" y="1048322"/>
                      <a:pt x="2320671" y="1049179"/>
                    </a:cubicBezTo>
                    <a:cubicBezTo>
                      <a:pt x="2317337" y="1055275"/>
                      <a:pt x="2314194" y="1061085"/>
                      <a:pt x="2310765" y="1066895"/>
                    </a:cubicBezTo>
                    <a:cubicBezTo>
                      <a:pt x="2306765" y="1074039"/>
                      <a:pt x="2302669" y="1081278"/>
                      <a:pt x="2298859" y="1088422"/>
                    </a:cubicBezTo>
                    <a:cubicBezTo>
                      <a:pt x="2297526" y="1090327"/>
                      <a:pt x="2295239" y="1091660"/>
                      <a:pt x="2292763" y="1091660"/>
                    </a:cubicBezTo>
                    <a:close/>
                    <a:moveTo>
                      <a:pt x="1011174" y="1052417"/>
                    </a:moveTo>
                    <a:cubicBezTo>
                      <a:pt x="1009364" y="1052417"/>
                      <a:pt x="1007840" y="1051750"/>
                      <a:pt x="1006697" y="1050607"/>
                    </a:cubicBezTo>
                    <a:cubicBezTo>
                      <a:pt x="1005173" y="1049274"/>
                      <a:pt x="1004507" y="1047464"/>
                      <a:pt x="1004507" y="1045464"/>
                    </a:cubicBezTo>
                    <a:cubicBezTo>
                      <a:pt x="1004507" y="1043940"/>
                      <a:pt x="1005173" y="1042321"/>
                      <a:pt x="1006316" y="1040987"/>
                    </a:cubicBezTo>
                    <a:cubicBezTo>
                      <a:pt x="1016222" y="1030605"/>
                      <a:pt x="1026509" y="1020127"/>
                      <a:pt x="1037558" y="1008697"/>
                    </a:cubicBezTo>
                    <a:cubicBezTo>
                      <a:pt x="1040035" y="1006030"/>
                      <a:pt x="1044511" y="1006030"/>
                      <a:pt x="1046988" y="1008507"/>
                    </a:cubicBezTo>
                    <a:cubicBezTo>
                      <a:pt x="1048322" y="1009840"/>
                      <a:pt x="1048988" y="1011460"/>
                      <a:pt x="1048988" y="1013174"/>
                    </a:cubicBezTo>
                    <a:cubicBezTo>
                      <a:pt x="1049179" y="1014984"/>
                      <a:pt x="1048512" y="1016794"/>
                      <a:pt x="1047178" y="1018127"/>
                    </a:cubicBezTo>
                    <a:cubicBezTo>
                      <a:pt x="1036892" y="1028890"/>
                      <a:pt x="1026509" y="1039654"/>
                      <a:pt x="1016222" y="1050417"/>
                    </a:cubicBezTo>
                    <a:cubicBezTo>
                      <a:pt x="1014794" y="1051750"/>
                      <a:pt x="1012984" y="1052417"/>
                      <a:pt x="1011174" y="1052417"/>
                    </a:cubicBezTo>
                    <a:close/>
                    <a:moveTo>
                      <a:pt x="2336578" y="1013365"/>
                    </a:moveTo>
                    <a:cubicBezTo>
                      <a:pt x="2335435" y="1013365"/>
                      <a:pt x="2334387" y="1013174"/>
                      <a:pt x="2333435" y="1012507"/>
                    </a:cubicBezTo>
                    <a:cubicBezTo>
                      <a:pt x="2331815" y="1011650"/>
                      <a:pt x="2330768" y="1010222"/>
                      <a:pt x="2330101" y="1008507"/>
                    </a:cubicBezTo>
                    <a:cubicBezTo>
                      <a:pt x="2329625" y="1006697"/>
                      <a:pt x="2329910" y="1004888"/>
                      <a:pt x="2330768" y="1003363"/>
                    </a:cubicBezTo>
                    <a:cubicBezTo>
                      <a:pt x="2338197" y="990314"/>
                      <a:pt x="2345341" y="977360"/>
                      <a:pt x="2352580" y="964311"/>
                    </a:cubicBezTo>
                    <a:cubicBezTo>
                      <a:pt x="2352580" y="964120"/>
                      <a:pt x="2352770" y="964120"/>
                      <a:pt x="2352770" y="964120"/>
                    </a:cubicBezTo>
                    <a:cubicBezTo>
                      <a:pt x="2354580" y="960977"/>
                      <a:pt x="2358581" y="959834"/>
                      <a:pt x="2361724" y="961644"/>
                    </a:cubicBezTo>
                    <a:cubicBezTo>
                      <a:pt x="2364010" y="962787"/>
                      <a:pt x="2365343" y="965263"/>
                      <a:pt x="2365343" y="967740"/>
                    </a:cubicBezTo>
                    <a:cubicBezTo>
                      <a:pt x="2365153" y="968597"/>
                      <a:pt x="2364867" y="969740"/>
                      <a:pt x="2364486" y="970693"/>
                    </a:cubicBezTo>
                    <a:cubicBezTo>
                      <a:pt x="2364486" y="970693"/>
                      <a:pt x="2364486" y="970693"/>
                      <a:pt x="2364486" y="970883"/>
                    </a:cubicBezTo>
                    <a:cubicBezTo>
                      <a:pt x="2364296" y="971074"/>
                      <a:pt x="2364296" y="971074"/>
                      <a:pt x="2364010" y="971359"/>
                    </a:cubicBezTo>
                    <a:cubicBezTo>
                      <a:pt x="2358390" y="981647"/>
                      <a:pt x="2352770" y="991743"/>
                      <a:pt x="2346960" y="1002125"/>
                    </a:cubicBezTo>
                    <a:lnTo>
                      <a:pt x="2342674" y="1010222"/>
                    </a:lnTo>
                    <a:cubicBezTo>
                      <a:pt x="2341245" y="1012031"/>
                      <a:pt x="2339054" y="1013365"/>
                      <a:pt x="2336578" y="1013365"/>
                    </a:cubicBezTo>
                    <a:close/>
                    <a:moveTo>
                      <a:pt x="1073563" y="987742"/>
                    </a:moveTo>
                    <a:cubicBezTo>
                      <a:pt x="1071753" y="987742"/>
                      <a:pt x="1069943" y="987076"/>
                      <a:pt x="1068896" y="985933"/>
                    </a:cubicBezTo>
                    <a:cubicBezTo>
                      <a:pt x="1067562" y="984599"/>
                      <a:pt x="1066895" y="982980"/>
                      <a:pt x="1066895" y="981265"/>
                    </a:cubicBezTo>
                    <a:cubicBezTo>
                      <a:pt x="1066895" y="979456"/>
                      <a:pt x="1067562" y="977646"/>
                      <a:pt x="1068705" y="976313"/>
                    </a:cubicBezTo>
                    <a:cubicBezTo>
                      <a:pt x="1079278" y="965549"/>
                      <a:pt x="1090041" y="954786"/>
                      <a:pt x="1100328" y="944404"/>
                    </a:cubicBezTo>
                    <a:cubicBezTo>
                      <a:pt x="1102805" y="941737"/>
                      <a:pt x="1107281" y="941737"/>
                      <a:pt x="1109758" y="944213"/>
                    </a:cubicBezTo>
                    <a:cubicBezTo>
                      <a:pt x="1112425" y="946880"/>
                      <a:pt x="1112425" y="951166"/>
                      <a:pt x="1109758" y="953833"/>
                    </a:cubicBezTo>
                    <a:cubicBezTo>
                      <a:pt x="1100138" y="963739"/>
                      <a:pt x="1090422" y="973550"/>
                      <a:pt x="1080802" y="983456"/>
                    </a:cubicBezTo>
                    <a:lnTo>
                      <a:pt x="1078325" y="985647"/>
                    </a:lnTo>
                    <a:cubicBezTo>
                      <a:pt x="1077182" y="987076"/>
                      <a:pt x="1075373" y="987742"/>
                      <a:pt x="1073563" y="987742"/>
                    </a:cubicBezTo>
                    <a:close/>
                    <a:moveTo>
                      <a:pt x="2380107" y="934783"/>
                    </a:moveTo>
                    <a:cubicBezTo>
                      <a:pt x="2378964" y="934783"/>
                      <a:pt x="2377916" y="934593"/>
                      <a:pt x="2376964" y="933926"/>
                    </a:cubicBezTo>
                    <a:cubicBezTo>
                      <a:pt x="2373630" y="932116"/>
                      <a:pt x="2372487" y="928116"/>
                      <a:pt x="2374297" y="924973"/>
                    </a:cubicBezTo>
                    <a:lnTo>
                      <a:pt x="2375440" y="922782"/>
                    </a:lnTo>
                    <a:cubicBezTo>
                      <a:pt x="2382393" y="910399"/>
                      <a:pt x="2389156" y="898112"/>
                      <a:pt x="2395823" y="885539"/>
                    </a:cubicBezTo>
                    <a:cubicBezTo>
                      <a:pt x="2397633" y="882396"/>
                      <a:pt x="2401919" y="881253"/>
                      <a:pt x="2405063" y="882872"/>
                    </a:cubicBezTo>
                    <a:cubicBezTo>
                      <a:pt x="2407063" y="884015"/>
                      <a:pt x="2408396" y="886492"/>
                      <a:pt x="2408396" y="888968"/>
                    </a:cubicBezTo>
                    <a:cubicBezTo>
                      <a:pt x="2408396" y="890111"/>
                      <a:pt x="2408206" y="891254"/>
                      <a:pt x="2407730" y="892111"/>
                    </a:cubicBezTo>
                    <a:cubicBezTo>
                      <a:pt x="2400586" y="905351"/>
                      <a:pt x="2393156" y="918591"/>
                      <a:pt x="2385917" y="931640"/>
                    </a:cubicBezTo>
                    <a:cubicBezTo>
                      <a:pt x="2384774" y="933450"/>
                      <a:pt x="2382584" y="934783"/>
                      <a:pt x="2380107" y="934783"/>
                    </a:cubicBezTo>
                    <a:close/>
                    <a:moveTo>
                      <a:pt x="1136618" y="924020"/>
                    </a:moveTo>
                    <a:cubicBezTo>
                      <a:pt x="1134809" y="924020"/>
                      <a:pt x="1132999" y="923353"/>
                      <a:pt x="1131951" y="922020"/>
                    </a:cubicBezTo>
                    <a:cubicBezTo>
                      <a:pt x="1130618" y="920877"/>
                      <a:pt x="1129951" y="919067"/>
                      <a:pt x="1129951" y="917353"/>
                    </a:cubicBezTo>
                    <a:cubicBezTo>
                      <a:pt x="1129951" y="915543"/>
                      <a:pt x="1130618" y="914019"/>
                      <a:pt x="1131951" y="912685"/>
                    </a:cubicBezTo>
                    <a:cubicBezTo>
                      <a:pt x="1142524" y="902113"/>
                      <a:pt x="1153287" y="891635"/>
                      <a:pt x="1163860" y="881063"/>
                    </a:cubicBezTo>
                    <a:cubicBezTo>
                      <a:pt x="1166527" y="878586"/>
                      <a:pt x="1170813" y="878586"/>
                      <a:pt x="1173480" y="881063"/>
                    </a:cubicBezTo>
                    <a:cubicBezTo>
                      <a:pt x="1174623" y="882396"/>
                      <a:pt x="1175290" y="884206"/>
                      <a:pt x="1175290" y="886015"/>
                    </a:cubicBezTo>
                    <a:cubicBezTo>
                      <a:pt x="1175290" y="887825"/>
                      <a:pt x="1174623" y="889349"/>
                      <a:pt x="1173290" y="890683"/>
                    </a:cubicBezTo>
                    <a:cubicBezTo>
                      <a:pt x="1162717" y="901255"/>
                      <a:pt x="1152144" y="911542"/>
                      <a:pt x="1141381" y="922115"/>
                    </a:cubicBezTo>
                    <a:cubicBezTo>
                      <a:pt x="1140238" y="923353"/>
                      <a:pt x="1138428" y="924020"/>
                      <a:pt x="1136618" y="924020"/>
                    </a:cubicBezTo>
                    <a:close/>
                    <a:moveTo>
                      <a:pt x="1200626" y="861155"/>
                    </a:moveTo>
                    <a:cubicBezTo>
                      <a:pt x="1198817" y="861155"/>
                      <a:pt x="1197007" y="860298"/>
                      <a:pt x="1195959" y="859155"/>
                    </a:cubicBezTo>
                    <a:cubicBezTo>
                      <a:pt x="1194626" y="857822"/>
                      <a:pt x="1193959" y="856012"/>
                      <a:pt x="1193959" y="854202"/>
                    </a:cubicBezTo>
                    <a:cubicBezTo>
                      <a:pt x="1193959" y="852392"/>
                      <a:pt x="1194816" y="850868"/>
                      <a:pt x="1195959" y="849535"/>
                    </a:cubicBezTo>
                    <a:cubicBezTo>
                      <a:pt x="1207675" y="838295"/>
                      <a:pt x="1218152" y="828008"/>
                      <a:pt x="1228249" y="818293"/>
                    </a:cubicBezTo>
                    <a:cubicBezTo>
                      <a:pt x="1230725" y="815816"/>
                      <a:pt x="1235393" y="816102"/>
                      <a:pt x="1237869" y="818483"/>
                    </a:cubicBezTo>
                    <a:cubicBezTo>
                      <a:pt x="1240346" y="821150"/>
                      <a:pt x="1240346" y="825436"/>
                      <a:pt x="1237679" y="827913"/>
                    </a:cubicBezTo>
                    <a:cubicBezTo>
                      <a:pt x="1226915" y="838486"/>
                      <a:pt x="1216152" y="848773"/>
                      <a:pt x="1205389" y="859155"/>
                    </a:cubicBezTo>
                    <a:cubicBezTo>
                      <a:pt x="1203960" y="860488"/>
                      <a:pt x="1202436" y="861155"/>
                      <a:pt x="1200626" y="861155"/>
                    </a:cubicBezTo>
                    <a:close/>
                    <a:moveTo>
                      <a:pt x="2422970" y="856012"/>
                    </a:moveTo>
                    <a:cubicBezTo>
                      <a:pt x="2421827" y="856012"/>
                      <a:pt x="2420969" y="855821"/>
                      <a:pt x="2419826" y="855155"/>
                    </a:cubicBezTo>
                    <a:cubicBezTo>
                      <a:pt x="2416683" y="853345"/>
                      <a:pt x="2415350" y="849344"/>
                      <a:pt x="2417159" y="846201"/>
                    </a:cubicBezTo>
                    <a:cubicBezTo>
                      <a:pt x="2423446" y="834485"/>
                      <a:pt x="2430876" y="820579"/>
                      <a:pt x="2438210" y="806482"/>
                    </a:cubicBezTo>
                    <a:cubicBezTo>
                      <a:pt x="2439734" y="803338"/>
                      <a:pt x="2444020" y="802005"/>
                      <a:pt x="2447449" y="803815"/>
                    </a:cubicBezTo>
                    <a:cubicBezTo>
                      <a:pt x="2449449" y="804958"/>
                      <a:pt x="2450783" y="807148"/>
                      <a:pt x="2450783" y="809625"/>
                    </a:cubicBezTo>
                    <a:cubicBezTo>
                      <a:pt x="2450783" y="810768"/>
                      <a:pt x="2450592" y="811816"/>
                      <a:pt x="2450116" y="812768"/>
                    </a:cubicBezTo>
                    <a:cubicBezTo>
                      <a:pt x="2443163" y="826008"/>
                      <a:pt x="2436019" y="839533"/>
                      <a:pt x="2429066" y="852488"/>
                    </a:cubicBezTo>
                    <a:cubicBezTo>
                      <a:pt x="2427922" y="854678"/>
                      <a:pt x="2425446" y="856012"/>
                      <a:pt x="2422970" y="856012"/>
                    </a:cubicBezTo>
                    <a:close/>
                    <a:moveTo>
                      <a:pt x="1265492" y="798957"/>
                    </a:moveTo>
                    <a:cubicBezTo>
                      <a:pt x="1263682" y="798957"/>
                      <a:pt x="1261872" y="798100"/>
                      <a:pt x="1260539" y="796957"/>
                    </a:cubicBezTo>
                    <a:cubicBezTo>
                      <a:pt x="1259396" y="795623"/>
                      <a:pt x="1258729" y="794004"/>
                      <a:pt x="1258729" y="792289"/>
                    </a:cubicBezTo>
                    <a:cubicBezTo>
                      <a:pt x="1258729" y="790480"/>
                      <a:pt x="1259396" y="788956"/>
                      <a:pt x="1260539" y="787622"/>
                    </a:cubicBezTo>
                    <a:cubicBezTo>
                      <a:pt x="1260729" y="787622"/>
                      <a:pt x="1260729" y="787432"/>
                      <a:pt x="1260729" y="787432"/>
                    </a:cubicBezTo>
                    <a:cubicBezTo>
                      <a:pt x="1260920" y="787241"/>
                      <a:pt x="1261205" y="787241"/>
                      <a:pt x="1261396" y="786955"/>
                    </a:cubicBezTo>
                    <a:cubicBezTo>
                      <a:pt x="1270159" y="778383"/>
                      <a:pt x="1279398" y="769906"/>
                      <a:pt x="1288352" y="761333"/>
                    </a:cubicBezTo>
                    <a:lnTo>
                      <a:pt x="1293495" y="756571"/>
                    </a:lnTo>
                    <a:cubicBezTo>
                      <a:pt x="1295972" y="754094"/>
                      <a:pt x="1300448" y="754380"/>
                      <a:pt x="1302925" y="756761"/>
                    </a:cubicBezTo>
                    <a:cubicBezTo>
                      <a:pt x="1305401" y="759428"/>
                      <a:pt x="1305401" y="763714"/>
                      <a:pt x="1302734" y="766381"/>
                    </a:cubicBezTo>
                    <a:cubicBezTo>
                      <a:pt x="1291781" y="776478"/>
                      <a:pt x="1280922" y="786765"/>
                      <a:pt x="1269968" y="797147"/>
                    </a:cubicBezTo>
                    <a:cubicBezTo>
                      <a:pt x="1268825" y="798290"/>
                      <a:pt x="1267016" y="798957"/>
                      <a:pt x="1265492" y="798957"/>
                    </a:cubicBezTo>
                    <a:close/>
                    <a:moveTo>
                      <a:pt x="2464975" y="776573"/>
                    </a:moveTo>
                    <a:cubicBezTo>
                      <a:pt x="2463832" y="776573"/>
                      <a:pt x="2462689" y="776383"/>
                      <a:pt x="2461832" y="775906"/>
                    </a:cubicBezTo>
                    <a:cubicBezTo>
                      <a:pt x="2460308" y="775049"/>
                      <a:pt x="2459165" y="773620"/>
                      <a:pt x="2458498" y="771906"/>
                    </a:cubicBezTo>
                    <a:cubicBezTo>
                      <a:pt x="2458022" y="770096"/>
                      <a:pt x="2458307" y="768286"/>
                      <a:pt x="2458974" y="766763"/>
                    </a:cubicBezTo>
                    <a:cubicBezTo>
                      <a:pt x="2465927" y="753523"/>
                      <a:pt x="2472881" y="740283"/>
                      <a:pt x="2479358" y="726853"/>
                    </a:cubicBezTo>
                    <a:cubicBezTo>
                      <a:pt x="2481167" y="723709"/>
                      <a:pt x="2485168" y="722376"/>
                      <a:pt x="2488597" y="723900"/>
                    </a:cubicBezTo>
                    <a:cubicBezTo>
                      <a:pt x="2490883" y="725043"/>
                      <a:pt x="2492216" y="727519"/>
                      <a:pt x="2492216" y="730186"/>
                    </a:cubicBezTo>
                    <a:cubicBezTo>
                      <a:pt x="2492216" y="731044"/>
                      <a:pt x="2492026" y="731996"/>
                      <a:pt x="2491550" y="732853"/>
                    </a:cubicBezTo>
                    <a:cubicBezTo>
                      <a:pt x="2485263" y="745426"/>
                      <a:pt x="2478501" y="758476"/>
                      <a:pt x="2471166" y="773049"/>
                    </a:cubicBezTo>
                    <a:cubicBezTo>
                      <a:pt x="2469833" y="775240"/>
                      <a:pt x="2467356" y="776573"/>
                      <a:pt x="2464975" y="776573"/>
                    </a:cubicBezTo>
                    <a:close/>
                    <a:moveTo>
                      <a:pt x="1331024" y="737711"/>
                    </a:moveTo>
                    <a:lnTo>
                      <a:pt x="1331024" y="737711"/>
                    </a:lnTo>
                    <a:cubicBezTo>
                      <a:pt x="1329023" y="737711"/>
                      <a:pt x="1327214" y="736854"/>
                      <a:pt x="1326071" y="735425"/>
                    </a:cubicBezTo>
                    <a:cubicBezTo>
                      <a:pt x="1324928" y="734092"/>
                      <a:pt x="1324261" y="732472"/>
                      <a:pt x="1324261" y="730948"/>
                    </a:cubicBezTo>
                    <a:cubicBezTo>
                      <a:pt x="1324261" y="728948"/>
                      <a:pt x="1324928" y="727138"/>
                      <a:pt x="1326261" y="725995"/>
                    </a:cubicBezTo>
                    <a:cubicBezTo>
                      <a:pt x="1337215" y="715899"/>
                      <a:pt x="1348264" y="705802"/>
                      <a:pt x="1359503" y="695515"/>
                    </a:cubicBezTo>
                    <a:cubicBezTo>
                      <a:pt x="1361980" y="693039"/>
                      <a:pt x="1366457" y="693230"/>
                      <a:pt x="1368933" y="695992"/>
                    </a:cubicBezTo>
                    <a:cubicBezTo>
                      <a:pt x="1371410" y="698659"/>
                      <a:pt x="1371219" y="702945"/>
                      <a:pt x="1368457" y="705422"/>
                    </a:cubicBezTo>
                    <a:cubicBezTo>
                      <a:pt x="1358551" y="714661"/>
                      <a:pt x="1348740" y="723805"/>
                      <a:pt x="1338834" y="732853"/>
                    </a:cubicBezTo>
                    <a:lnTo>
                      <a:pt x="1335691" y="735806"/>
                    </a:lnTo>
                    <a:cubicBezTo>
                      <a:pt x="1335500" y="735806"/>
                      <a:pt x="1335500" y="735997"/>
                      <a:pt x="1335500" y="735997"/>
                    </a:cubicBezTo>
                    <a:cubicBezTo>
                      <a:pt x="1334167" y="737044"/>
                      <a:pt x="1332548" y="737711"/>
                      <a:pt x="1331024" y="737711"/>
                    </a:cubicBezTo>
                    <a:close/>
                    <a:moveTo>
                      <a:pt x="2505361" y="696373"/>
                    </a:moveTo>
                    <a:cubicBezTo>
                      <a:pt x="2504504" y="696373"/>
                      <a:pt x="2503361" y="696182"/>
                      <a:pt x="2502408" y="695706"/>
                    </a:cubicBezTo>
                    <a:cubicBezTo>
                      <a:pt x="2500884" y="694849"/>
                      <a:pt x="2499455" y="693515"/>
                      <a:pt x="2499074" y="691705"/>
                    </a:cubicBezTo>
                    <a:cubicBezTo>
                      <a:pt x="2498408" y="690086"/>
                      <a:pt x="2498598" y="688372"/>
                      <a:pt x="2499551" y="686752"/>
                    </a:cubicBezTo>
                    <a:cubicBezTo>
                      <a:pt x="2505361" y="674370"/>
                      <a:pt x="2511933" y="661416"/>
                      <a:pt x="2519077" y="646366"/>
                    </a:cubicBezTo>
                    <a:cubicBezTo>
                      <a:pt x="2520410" y="643223"/>
                      <a:pt x="2524697" y="641699"/>
                      <a:pt x="2528030" y="643223"/>
                    </a:cubicBezTo>
                    <a:cubicBezTo>
                      <a:pt x="2530316" y="644366"/>
                      <a:pt x="2531840" y="646557"/>
                      <a:pt x="2531840" y="649319"/>
                    </a:cubicBezTo>
                    <a:cubicBezTo>
                      <a:pt x="2531840" y="650176"/>
                      <a:pt x="2531650" y="651129"/>
                      <a:pt x="2531174" y="651986"/>
                    </a:cubicBezTo>
                    <a:cubicBezTo>
                      <a:pt x="2531174" y="652177"/>
                      <a:pt x="2531174" y="652177"/>
                      <a:pt x="2531174" y="652177"/>
                    </a:cubicBezTo>
                    <a:lnTo>
                      <a:pt x="2530983" y="652367"/>
                    </a:lnTo>
                    <a:cubicBezTo>
                      <a:pt x="2524697" y="665797"/>
                      <a:pt x="2517934" y="679323"/>
                      <a:pt x="2511457" y="692563"/>
                    </a:cubicBezTo>
                    <a:cubicBezTo>
                      <a:pt x="2510314" y="695039"/>
                      <a:pt x="2508028" y="696373"/>
                      <a:pt x="2505361" y="696373"/>
                    </a:cubicBezTo>
                    <a:close/>
                    <a:moveTo>
                      <a:pt x="1397222" y="677132"/>
                    </a:moveTo>
                    <a:cubicBezTo>
                      <a:pt x="1395222" y="677132"/>
                      <a:pt x="1393412" y="676275"/>
                      <a:pt x="1392269" y="674941"/>
                    </a:cubicBezTo>
                    <a:cubicBezTo>
                      <a:pt x="1391126" y="673608"/>
                      <a:pt x="1390460" y="671989"/>
                      <a:pt x="1390460" y="670465"/>
                    </a:cubicBezTo>
                    <a:cubicBezTo>
                      <a:pt x="1390460" y="668464"/>
                      <a:pt x="1391317" y="666655"/>
                      <a:pt x="1392746" y="665512"/>
                    </a:cubicBezTo>
                    <a:cubicBezTo>
                      <a:pt x="1403033" y="656082"/>
                      <a:pt x="1414082" y="646176"/>
                      <a:pt x="1426178" y="635413"/>
                    </a:cubicBezTo>
                    <a:cubicBezTo>
                      <a:pt x="1428845" y="632936"/>
                      <a:pt x="1433132" y="633127"/>
                      <a:pt x="1435608" y="635889"/>
                    </a:cubicBezTo>
                    <a:cubicBezTo>
                      <a:pt x="1436751" y="637222"/>
                      <a:pt x="1437418" y="639032"/>
                      <a:pt x="1437418" y="640842"/>
                    </a:cubicBezTo>
                    <a:cubicBezTo>
                      <a:pt x="1437227" y="642652"/>
                      <a:pt x="1436561" y="644176"/>
                      <a:pt x="1435227" y="645509"/>
                    </a:cubicBezTo>
                    <a:cubicBezTo>
                      <a:pt x="1423511" y="655796"/>
                      <a:pt x="1412367" y="665893"/>
                      <a:pt x="1401794" y="675322"/>
                    </a:cubicBezTo>
                    <a:cubicBezTo>
                      <a:pt x="1400366" y="676465"/>
                      <a:pt x="1398842" y="677132"/>
                      <a:pt x="1397222" y="677132"/>
                    </a:cubicBezTo>
                    <a:close/>
                    <a:moveTo>
                      <a:pt x="1464088" y="617220"/>
                    </a:moveTo>
                    <a:cubicBezTo>
                      <a:pt x="1462278" y="617220"/>
                      <a:pt x="1460278" y="616553"/>
                      <a:pt x="1459135" y="615029"/>
                    </a:cubicBezTo>
                    <a:cubicBezTo>
                      <a:pt x="1457992" y="613886"/>
                      <a:pt x="1457325" y="612362"/>
                      <a:pt x="1457325" y="610552"/>
                    </a:cubicBezTo>
                    <a:cubicBezTo>
                      <a:pt x="1457325" y="608743"/>
                      <a:pt x="1458182" y="606933"/>
                      <a:pt x="1459611" y="605599"/>
                    </a:cubicBezTo>
                    <a:cubicBezTo>
                      <a:pt x="1471041" y="595503"/>
                      <a:pt x="1482471" y="585597"/>
                      <a:pt x="1493520" y="575977"/>
                    </a:cubicBezTo>
                    <a:cubicBezTo>
                      <a:pt x="1496187" y="573691"/>
                      <a:pt x="1500664" y="573976"/>
                      <a:pt x="1502950" y="576643"/>
                    </a:cubicBezTo>
                    <a:cubicBezTo>
                      <a:pt x="1505426" y="579310"/>
                      <a:pt x="1505141" y="583597"/>
                      <a:pt x="1502283" y="586073"/>
                    </a:cubicBezTo>
                    <a:cubicBezTo>
                      <a:pt x="1494377" y="593026"/>
                      <a:pt x="1486567" y="599980"/>
                      <a:pt x="1478756" y="606933"/>
                    </a:cubicBezTo>
                    <a:lnTo>
                      <a:pt x="1468660" y="615696"/>
                    </a:lnTo>
                    <a:cubicBezTo>
                      <a:pt x="1467517" y="616744"/>
                      <a:pt x="1465898" y="617220"/>
                      <a:pt x="1464088" y="617220"/>
                    </a:cubicBezTo>
                    <a:close/>
                    <a:moveTo>
                      <a:pt x="2544128" y="615410"/>
                    </a:moveTo>
                    <a:cubicBezTo>
                      <a:pt x="2543270" y="615410"/>
                      <a:pt x="2542127" y="615220"/>
                      <a:pt x="2541175" y="614743"/>
                    </a:cubicBezTo>
                    <a:cubicBezTo>
                      <a:pt x="2537841" y="613219"/>
                      <a:pt x="2536508" y="609124"/>
                      <a:pt x="2538032" y="605980"/>
                    </a:cubicBezTo>
                    <a:cubicBezTo>
                      <a:pt x="2543651" y="593598"/>
                      <a:pt x="2550128" y="579501"/>
                      <a:pt x="2556415" y="565118"/>
                    </a:cubicBezTo>
                    <a:cubicBezTo>
                      <a:pt x="2556415" y="565118"/>
                      <a:pt x="2556415" y="565118"/>
                      <a:pt x="2556415" y="564928"/>
                    </a:cubicBezTo>
                    <a:cubicBezTo>
                      <a:pt x="2557939" y="561784"/>
                      <a:pt x="2562035" y="560260"/>
                      <a:pt x="2565368" y="561594"/>
                    </a:cubicBezTo>
                    <a:cubicBezTo>
                      <a:pt x="2567845" y="562737"/>
                      <a:pt x="2569369" y="565213"/>
                      <a:pt x="2569178" y="567880"/>
                    </a:cubicBezTo>
                    <a:cubicBezTo>
                      <a:pt x="2569178" y="568738"/>
                      <a:pt x="2568988" y="569690"/>
                      <a:pt x="2568702" y="570547"/>
                    </a:cubicBezTo>
                    <a:cubicBezTo>
                      <a:pt x="2562892" y="583787"/>
                      <a:pt x="2556605" y="597503"/>
                      <a:pt x="2550033" y="611600"/>
                    </a:cubicBezTo>
                    <a:cubicBezTo>
                      <a:pt x="2549081" y="613791"/>
                      <a:pt x="2546890" y="615410"/>
                      <a:pt x="2544128" y="615410"/>
                    </a:cubicBezTo>
                    <a:close/>
                    <a:moveTo>
                      <a:pt x="1531906" y="558355"/>
                    </a:moveTo>
                    <a:cubicBezTo>
                      <a:pt x="1529906" y="558355"/>
                      <a:pt x="1528096" y="557498"/>
                      <a:pt x="1526762" y="555879"/>
                    </a:cubicBezTo>
                    <a:cubicBezTo>
                      <a:pt x="1525619" y="554736"/>
                      <a:pt x="1525143" y="553212"/>
                      <a:pt x="1525143" y="551593"/>
                    </a:cubicBezTo>
                    <a:cubicBezTo>
                      <a:pt x="1524953" y="549592"/>
                      <a:pt x="1525810" y="547783"/>
                      <a:pt x="1527429" y="546449"/>
                    </a:cubicBezTo>
                    <a:cubicBezTo>
                      <a:pt x="1537716" y="537496"/>
                      <a:pt x="1548956" y="527780"/>
                      <a:pt x="1561529" y="517017"/>
                    </a:cubicBezTo>
                    <a:cubicBezTo>
                      <a:pt x="1564196" y="514731"/>
                      <a:pt x="1568672" y="515207"/>
                      <a:pt x="1570958" y="517874"/>
                    </a:cubicBezTo>
                    <a:cubicBezTo>
                      <a:pt x="1573435" y="520541"/>
                      <a:pt x="1572959" y="524827"/>
                      <a:pt x="1570292" y="527304"/>
                    </a:cubicBezTo>
                    <a:cubicBezTo>
                      <a:pt x="1558862" y="536924"/>
                      <a:pt x="1547622" y="546830"/>
                      <a:pt x="1536192" y="556450"/>
                    </a:cubicBezTo>
                    <a:cubicBezTo>
                      <a:pt x="1535049" y="557689"/>
                      <a:pt x="1533430" y="558355"/>
                      <a:pt x="1531906" y="558355"/>
                    </a:cubicBezTo>
                    <a:close/>
                    <a:moveTo>
                      <a:pt x="2580513" y="533209"/>
                    </a:moveTo>
                    <a:cubicBezTo>
                      <a:pt x="2579656" y="533209"/>
                      <a:pt x="2578703" y="533209"/>
                      <a:pt x="2578037" y="532733"/>
                    </a:cubicBezTo>
                    <a:cubicBezTo>
                      <a:pt x="2576227" y="532066"/>
                      <a:pt x="2574893" y="530733"/>
                      <a:pt x="2574227" y="529114"/>
                    </a:cubicBezTo>
                    <a:cubicBezTo>
                      <a:pt x="2573560" y="527304"/>
                      <a:pt x="2573560" y="525494"/>
                      <a:pt x="2574417" y="523970"/>
                    </a:cubicBezTo>
                    <a:cubicBezTo>
                      <a:pt x="2580227" y="509588"/>
                      <a:pt x="2585847" y="495681"/>
                      <a:pt x="2590800" y="482441"/>
                    </a:cubicBezTo>
                    <a:cubicBezTo>
                      <a:pt x="2592134" y="479107"/>
                      <a:pt x="2596229" y="477298"/>
                      <a:pt x="2599563" y="478631"/>
                    </a:cubicBezTo>
                    <a:cubicBezTo>
                      <a:pt x="2602230" y="479488"/>
                      <a:pt x="2604040" y="482251"/>
                      <a:pt x="2604040" y="484918"/>
                    </a:cubicBezTo>
                    <a:cubicBezTo>
                      <a:pt x="2604040" y="485584"/>
                      <a:pt x="2603849" y="486442"/>
                      <a:pt x="2603564" y="487108"/>
                    </a:cubicBezTo>
                    <a:lnTo>
                      <a:pt x="2603564" y="487108"/>
                    </a:lnTo>
                    <a:cubicBezTo>
                      <a:pt x="2603373" y="487299"/>
                      <a:pt x="2603373" y="487584"/>
                      <a:pt x="2603373" y="487775"/>
                    </a:cubicBezTo>
                    <a:cubicBezTo>
                      <a:pt x="2598230" y="501015"/>
                      <a:pt x="2592610" y="514921"/>
                      <a:pt x="2586800" y="529114"/>
                    </a:cubicBezTo>
                    <a:cubicBezTo>
                      <a:pt x="2585657" y="531685"/>
                      <a:pt x="2583180" y="533209"/>
                      <a:pt x="2580513" y="533209"/>
                    </a:cubicBezTo>
                    <a:close/>
                    <a:moveTo>
                      <a:pt x="1600105" y="500063"/>
                    </a:moveTo>
                    <a:cubicBezTo>
                      <a:pt x="1598105" y="500063"/>
                      <a:pt x="1596104" y="499205"/>
                      <a:pt x="1594961" y="497586"/>
                    </a:cubicBezTo>
                    <a:cubicBezTo>
                      <a:pt x="1593818" y="496443"/>
                      <a:pt x="1593437" y="494919"/>
                      <a:pt x="1593437" y="493300"/>
                    </a:cubicBezTo>
                    <a:cubicBezTo>
                      <a:pt x="1593437" y="491299"/>
                      <a:pt x="1594104" y="489490"/>
                      <a:pt x="1595723" y="488156"/>
                    </a:cubicBezTo>
                    <a:cubicBezTo>
                      <a:pt x="1606963" y="478726"/>
                      <a:pt x="1618202" y="469297"/>
                      <a:pt x="1629347" y="459867"/>
                    </a:cubicBezTo>
                    <a:lnTo>
                      <a:pt x="1630204" y="459200"/>
                    </a:lnTo>
                    <a:cubicBezTo>
                      <a:pt x="1632871" y="457009"/>
                      <a:pt x="1637348" y="457390"/>
                      <a:pt x="1639634" y="460057"/>
                    </a:cubicBezTo>
                    <a:cubicBezTo>
                      <a:pt x="1640777" y="461391"/>
                      <a:pt x="1641158" y="463201"/>
                      <a:pt x="1641158" y="465010"/>
                    </a:cubicBezTo>
                    <a:cubicBezTo>
                      <a:pt x="1640967" y="466820"/>
                      <a:pt x="1640015" y="468344"/>
                      <a:pt x="1638681" y="469487"/>
                    </a:cubicBezTo>
                    <a:cubicBezTo>
                      <a:pt x="1626299" y="479774"/>
                      <a:pt x="1615154" y="489204"/>
                      <a:pt x="1604391" y="498443"/>
                    </a:cubicBezTo>
                    <a:cubicBezTo>
                      <a:pt x="1603248" y="499300"/>
                      <a:pt x="1601724" y="500063"/>
                      <a:pt x="1600105" y="500063"/>
                    </a:cubicBezTo>
                    <a:close/>
                    <a:moveTo>
                      <a:pt x="2612136" y="449294"/>
                    </a:moveTo>
                    <a:cubicBezTo>
                      <a:pt x="2611469" y="449294"/>
                      <a:pt x="2610803" y="449294"/>
                      <a:pt x="2610136" y="449104"/>
                    </a:cubicBezTo>
                    <a:cubicBezTo>
                      <a:pt x="2608326" y="448437"/>
                      <a:pt x="2606993" y="447294"/>
                      <a:pt x="2606135" y="445484"/>
                    </a:cubicBezTo>
                    <a:cubicBezTo>
                      <a:pt x="2605278" y="443960"/>
                      <a:pt x="2605278" y="442150"/>
                      <a:pt x="2605659" y="440531"/>
                    </a:cubicBezTo>
                    <a:cubicBezTo>
                      <a:pt x="2610612" y="425672"/>
                      <a:pt x="2614898" y="411575"/>
                      <a:pt x="2618422" y="397859"/>
                    </a:cubicBezTo>
                    <a:cubicBezTo>
                      <a:pt x="2619280" y="394240"/>
                      <a:pt x="2623090" y="392049"/>
                      <a:pt x="2626709" y="393192"/>
                    </a:cubicBezTo>
                    <a:cubicBezTo>
                      <a:pt x="2629662" y="393859"/>
                      <a:pt x="2631662" y="396526"/>
                      <a:pt x="2631662" y="399669"/>
                    </a:cubicBezTo>
                    <a:cubicBezTo>
                      <a:pt x="2631662" y="400145"/>
                      <a:pt x="2631662" y="400812"/>
                      <a:pt x="2631472" y="401288"/>
                    </a:cubicBezTo>
                    <a:cubicBezTo>
                      <a:pt x="2627662" y="415861"/>
                      <a:pt x="2623185" y="430434"/>
                      <a:pt x="2618422" y="444627"/>
                    </a:cubicBezTo>
                    <a:cubicBezTo>
                      <a:pt x="2617565" y="447484"/>
                      <a:pt x="2615089" y="449294"/>
                      <a:pt x="2612136" y="449294"/>
                    </a:cubicBezTo>
                    <a:close/>
                    <a:moveTo>
                      <a:pt x="1669066" y="442531"/>
                    </a:moveTo>
                    <a:cubicBezTo>
                      <a:pt x="1667066" y="442531"/>
                      <a:pt x="1665065" y="441388"/>
                      <a:pt x="1663637" y="440055"/>
                    </a:cubicBezTo>
                    <a:cubicBezTo>
                      <a:pt x="1662779" y="438721"/>
                      <a:pt x="1662303" y="437388"/>
                      <a:pt x="1662303" y="435769"/>
                    </a:cubicBezTo>
                    <a:cubicBezTo>
                      <a:pt x="1662303" y="433578"/>
                      <a:pt x="1663160" y="431768"/>
                      <a:pt x="1664589" y="430339"/>
                    </a:cubicBezTo>
                    <a:cubicBezTo>
                      <a:pt x="1676305" y="420909"/>
                      <a:pt x="1687735" y="411480"/>
                      <a:pt x="1699355" y="401859"/>
                    </a:cubicBezTo>
                    <a:cubicBezTo>
                      <a:pt x="1702022" y="399574"/>
                      <a:pt x="1706499" y="400050"/>
                      <a:pt x="1708785" y="403003"/>
                    </a:cubicBezTo>
                    <a:cubicBezTo>
                      <a:pt x="1711262" y="405670"/>
                      <a:pt x="1710785" y="409956"/>
                      <a:pt x="1707928" y="412432"/>
                    </a:cubicBezTo>
                    <a:lnTo>
                      <a:pt x="1703451" y="416052"/>
                    </a:lnTo>
                    <a:cubicBezTo>
                      <a:pt x="1693355" y="424339"/>
                      <a:pt x="1683258" y="432625"/>
                      <a:pt x="1673352" y="441007"/>
                    </a:cubicBezTo>
                    <a:cubicBezTo>
                      <a:pt x="1671923" y="441865"/>
                      <a:pt x="1670590" y="442531"/>
                      <a:pt x="1669066" y="442531"/>
                    </a:cubicBezTo>
                    <a:close/>
                    <a:moveTo>
                      <a:pt x="1738408" y="385572"/>
                    </a:moveTo>
                    <a:cubicBezTo>
                      <a:pt x="1736408" y="385572"/>
                      <a:pt x="1734598" y="384715"/>
                      <a:pt x="1733264" y="383095"/>
                    </a:cubicBezTo>
                    <a:cubicBezTo>
                      <a:pt x="1732121" y="381952"/>
                      <a:pt x="1731740" y="380428"/>
                      <a:pt x="1731740" y="378809"/>
                    </a:cubicBezTo>
                    <a:cubicBezTo>
                      <a:pt x="1731740" y="376999"/>
                      <a:pt x="1732598" y="374999"/>
                      <a:pt x="1734217" y="373856"/>
                    </a:cubicBezTo>
                    <a:cubicBezTo>
                      <a:pt x="1734217" y="373666"/>
                      <a:pt x="1734217" y="373666"/>
                      <a:pt x="1734217" y="373666"/>
                    </a:cubicBezTo>
                    <a:cubicBezTo>
                      <a:pt x="1734407" y="373475"/>
                      <a:pt x="1734693" y="373475"/>
                      <a:pt x="1734884" y="373189"/>
                    </a:cubicBezTo>
                    <a:cubicBezTo>
                      <a:pt x="1744980" y="364903"/>
                      <a:pt x="1755267" y="356616"/>
                      <a:pt x="1765649" y="348234"/>
                    </a:cubicBezTo>
                    <a:lnTo>
                      <a:pt x="1769269" y="345281"/>
                    </a:lnTo>
                    <a:cubicBezTo>
                      <a:pt x="1772222" y="342995"/>
                      <a:pt x="1776413" y="343757"/>
                      <a:pt x="1778699" y="346424"/>
                    </a:cubicBezTo>
                    <a:cubicBezTo>
                      <a:pt x="1781175" y="349377"/>
                      <a:pt x="1780699" y="353568"/>
                      <a:pt x="1777841" y="355854"/>
                    </a:cubicBezTo>
                    <a:cubicBezTo>
                      <a:pt x="1766126" y="365284"/>
                      <a:pt x="1754505" y="374428"/>
                      <a:pt x="1743075" y="383953"/>
                    </a:cubicBezTo>
                    <a:lnTo>
                      <a:pt x="1742885" y="384143"/>
                    </a:lnTo>
                    <a:cubicBezTo>
                      <a:pt x="1741551" y="385096"/>
                      <a:pt x="1739932" y="385572"/>
                      <a:pt x="1738408" y="385572"/>
                    </a:cubicBezTo>
                    <a:close/>
                    <a:moveTo>
                      <a:pt x="2635568" y="362617"/>
                    </a:moveTo>
                    <a:cubicBezTo>
                      <a:pt x="2635091" y="362617"/>
                      <a:pt x="2634710" y="362617"/>
                      <a:pt x="2634234" y="362617"/>
                    </a:cubicBezTo>
                    <a:cubicBezTo>
                      <a:pt x="2630424" y="361759"/>
                      <a:pt x="2628138" y="358140"/>
                      <a:pt x="2628805" y="354520"/>
                    </a:cubicBezTo>
                    <a:cubicBezTo>
                      <a:pt x="2631758" y="340614"/>
                      <a:pt x="2634425" y="325755"/>
                      <a:pt x="2636615" y="310705"/>
                    </a:cubicBezTo>
                    <a:cubicBezTo>
                      <a:pt x="2637092" y="307086"/>
                      <a:pt x="2640426" y="304419"/>
                      <a:pt x="2644235" y="305086"/>
                    </a:cubicBezTo>
                    <a:cubicBezTo>
                      <a:pt x="2647569" y="305562"/>
                      <a:pt x="2650046" y="308229"/>
                      <a:pt x="2650046" y="311563"/>
                    </a:cubicBezTo>
                    <a:cubicBezTo>
                      <a:pt x="2650046" y="312039"/>
                      <a:pt x="2650046" y="312230"/>
                      <a:pt x="2649855" y="312706"/>
                    </a:cubicBezTo>
                    <a:cubicBezTo>
                      <a:pt x="2647664" y="327946"/>
                      <a:pt x="2645188" y="342805"/>
                      <a:pt x="2642045" y="357188"/>
                    </a:cubicBezTo>
                    <a:cubicBezTo>
                      <a:pt x="2641378" y="360426"/>
                      <a:pt x="2638616" y="362617"/>
                      <a:pt x="2635568" y="362617"/>
                    </a:cubicBezTo>
                    <a:close/>
                    <a:moveTo>
                      <a:pt x="1808607" y="329660"/>
                    </a:moveTo>
                    <a:cubicBezTo>
                      <a:pt x="1806416" y="329660"/>
                      <a:pt x="1804607" y="328517"/>
                      <a:pt x="1803178" y="326993"/>
                    </a:cubicBezTo>
                    <a:cubicBezTo>
                      <a:pt x="1802321" y="325850"/>
                      <a:pt x="1801844" y="324517"/>
                      <a:pt x="1801844" y="322993"/>
                    </a:cubicBezTo>
                    <a:cubicBezTo>
                      <a:pt x="1801654" y="320992"/>
                      <a:pt x="1802702" y="318992"/>
                      <a:pt x="1804321" y="317563"/>
                    </a:cubicBezTo>
                    <a:cubicBezTo>
                      <a:pt x="1818227" y="306609"/>
                      <a:pt x="1829467" y="298037"/>
                      <a:pt x="1840040" y="289941"/>
                    </a:cubicBezTo>
                    <a:cubicBezTo>
                      <a:pt x="1842992" y="287750"/>
                      <a:pt x="1847183" y="288417"/>
                      <a:pt x="1849469" y="291274"/>
                    </a:cubicBezTo>
                    <a:cubicBezTo>
                      <a:pt x="1851755" y="294227"/>
                      <a:pt x="1850993" y="298418"/>
                      <a:pt x="1848136" y="300704"/>
                    </a:cubicBezTo>
                    <a:cubicBezTo>
                      <a:pt x="1837373" y="308800"/>
                      <a:pt x="1826324" y="317563"/>
                      <a:pt x="1812893" y="327850"/>
                    </a:cubicBezTo>
                    <a:cubicBezTo>
                      <a:pt x="1812893" y="328041"/>
                      <a:pt x="1812893" y="328041"/>
                      <a:pt x="1812703" y="328041"/>
                    </a:cubicBezTo>
                    <a:cubicBezTo>
                      <a:pt x="1811560" y="328993"/>
                      <a:pt x="1810036" y="329660"/>
                      <a:pt x="1808607" y="329660"/>
                    </a:cubicBezTo>
                    <a:close/>
                    <a:moveTo>
                      <a:pt x="1880045" y="275082"/>
                    </a:moveTo>
                    <a:cubicBezTo>
                      <a:pt x="1877759" y="275082"/>
                      <a:pt x="1876044" y="274225"/>
                      <a:pt x="1874615" y="272415"/>
                    </a:cubicBezTo>
                    <a:cubicBezTo>
                      <a:pt x="1873758" y="271272"/>
                      <a:pt x="1873282" y="269748"/>
                      <a:pt x="1873282" y="268414"/>
                    </a:cubicBezTo>
                    <a:cubicBezTo>
                      <a:pt x="1873282" y="266224"/>
                      <a:pt x="1874425" y="264414"/>
                      <a:pt x="1875949" y="263080"/>
                    </a:cubicBezTo>
                    <a:cubicBezTo>
                      <a:pt x="1888998" y="253651"/>
                      <a:pt x="1900904" y="244888"/>
                      <a:pt x="1912525" y="236791"/>
                    </a:cubicBezTo>
                    <a:cubicBezTo>
                      <a:pt x="1915478" y="234505"/>
                      <a:pt x="1919669" y="235458"/>
                      <a:pt x="1921955" y="238315"/>
                    </a:cubicBezTo>
                    <a:cubicBezTo>
                      <a:pt x="1923955" y="241268"/>
                      <a:pt x="1923288" y="245459"/>
                      <a:pt x="1920335" y="247745"/>
                    </a:cubicBezTo>
                    <a:cubicBezTo>
                      <a:pt x="1907096" y="256984"/>
                      <a:pt x="1895189" y="265462"/>
                      <a:pt x="1883950" y="273748"/>
                    </a:cubicBezTo>
                    <a:cubicBezTo>
                      <a:pt x="1882902" y="274701"/>
                      <a:pt x="1881378" y="275082"/>
                      <a:pt x="1880045" y="275082"/>
                    </a:cubicBezTo>
                    <a:close/>
                    <a:moveTo>
                      <a:pt x="2648331" y="274034"/>
                    </a:moveTo>
                    <a:cubicBezTo>
                      <a:pt x="2648141" y="274034"/>
                      <a:pt x="2647855" y="274034"/>
                      <a:pt x="2647855" y="273844"/>
                    </a:cubicBezTo>
                    <a:cubicBezTo>
                      <a:pt x="2644045" y="273653"/>
                      <a:pt x="2641378" y="270510"/>
                      <a:pt x="2641568" y="266700"/>
                    </a:cubicBezTo>
                    <a:cubicBezTo>
                      <a:pt x="2642711" y="252126"/>
                      <a:pt x="2643378" y="237077"/>
                      <a:pt x="2643569" y="222218"/>
                    </a:cubicBezTo>
                    <a:cubicBezTo>
                      <a:pt x="2643569" y="218599"/>
                      <a:pt x="2646521" y="215741"/>
                      <a:pt x="2650331" y="215741"/>
                    </a:cubicBezTo>
                    <a:cubicBezTo>
                      <a:pt x="2654141" y="215741"/>
                      <a:pt x="2657094" y="218884"/>
                      <a:pt x="2657094" y="222504"/>
                    </a:cubicBezTo>
                    <a:lnTo>
                      <a:pt x="2657094" y="222694"/>
                    </a:lnTo>
                    <a:cubicBezTo>
                      <a:pt x="2656904" y="237268"/>
                      <a:pt x="2656237" y="252508"/>
                      <a:pt x="2655094" y="267843"/>
                    </a:cubicBezTo>
                    <a:cubicBezTo>
                      <a:pt x="2654808" y="271081"/>
                      <a:pt x="2651951" y="274034"/>
                      <a:pt x="2648331" y="274034"/>
                    </a:cubicBezTo>
                    <a:close/>
                    <a:moveTo>
                      <a:pt x="1953197" y="223266"/>
                    </a:moveTo>
                    <a:cubicBezTo>
                      <a:pt x="1950911" y="223266"/>
                      <a:pt x="1948910" y="222123"/>
                      <a:pt x="1947767" y="220313"/>
                    </a:cubicBezTo>
                    <a:cubicBezTo>
                      <a:pt x="1946910" y="219170"/>
                      <a:pt x="1946434" y="217837"/>
                      <a:pt x="1946434" y="216503"/>
                    </a:cubicBezTo>
                    <a:cubicBezTo>
                      <a:pt x="1946434" y="214217"/>
                      <a:pt x="1947577" y="212217"/>
                      <a:pt x="1949577" y="210883"/>
                    </a:cubicBezTo>
                    <a:cubicBezTo>
                      <a:pt x="1961960" y="202597"/>
                      <a:pt x="1974533" y="194024"/>
                      <a:pt x="1987106" y="185928"/>
                    </a:cubicBezTo>
                    <a:cubicBezTo>
                      <a:pt x="1990058" y="183928"/>
                      <a:pt x="1994535" y="185071"/>
                      <a:pt x="1996345" y="187928"/>
                    </a:cubicBezTo>
                    <a:cubicBezTo>
                      <a:pt x="1998345" y="191071"/>
                      <a:pt x="1997488" y="195358"/>
                      <a:pt x="1994345" y="197358"/>
                    </a:cubicBezTo>
                    <a:cubicBezTo>
                      <a:pt x="1983391" y="204501"/>
                      <a:pt x="1971485" y="212407"/>
                      <a:pt x="1957102" y="222028"/>
                    </a:cubicBezTo>
                    <a:cubicBezTo>
                      <a:pt x="1955864" y="222790"/>
                      <a:pt x="1954530" y="223266"/>
                      <a:pt x="1953197" y="223266"/>
                    </a:cubicBezTo>
                    <a:close/>
                    <a:moveTo>
                      <a:pt x="2649474" y="184213"/>
                    </a:moveTo>
                    <a:cubicBezTo>
                      <a:pt x="2645855" y="184213"/>
                      <a:pt x="2642997" y="181261"/>
                      <a:pt x="2642711" y="177736"/>
                    </a:cubicBezTo>
                    <a:cubicBezTo>
                      <a:pt x="2642711" y="177736"/>
                      <a:pt x="2642711" y="177546"/>
                      <a:pt x="2642711" y="177260"/>
                    </a:cubicBezTo>
                    <a:cubicBezTo>
                      <a:pt x="2642711" y="177070"/>
                      <a:pt x="2642711" y="176784"/>
                      <a:pt x="2642711" y="176784"/>
                    </a:cubicBezTo>
                    <a:cubicBezTo>
                      <a:pt x="2641854" y="161544"/>
                      <a:pt x="2640235" y="147161"/>
                      <a:pt x="2638044" y="134112"/>
                    </a:cubicBezTo>
                    <a:cubicBezTo>
                      <a:pt x="2638044" y="133921"/>
                      <a:pt x="2638044" y="133921"/>
                      <a:pt x="2638044" y="133921"/>
                    </a:cubicBezTo>
                    <a:cubicBezTo>
                      <a:pt x="2637854" y="133445"/>
                      <a:pt x="2637854" y="133064"/>
                      <a:pt x="2637854" y="132588"/>
                    </a:cubicBezTo>
                    <a:cubicBezTo>
                      <a:pt x="2638044" y="129445"/>
                      <a:pt x="2640330" y="126778"/>
                      <a:pt x="2643473" y="126111"/>
                    </a:cubicBezTo>
                    <a:cubicBezTo>
                      <a:pt x="2647284" y="125634"/>
                      <a:pt x="2650617" y="128111"/>
                      <a:pt x="2651284" y="131731"/>
                    </a:cubicBezTo>
                    <a:cubicBezTo>
                      <a:pt x="2653570" y="145447"/>
                      <a:pt x="2655284" y="160496"/>
                      <a:pt x="2656237" y="175926"/>
                    </a:cubicBezTo>
                    <a:cubicBezTo>
                      <a:pt x="2656237" y="176117"/>
                      <a:pt x="2656237" y="176403"/>
                      <a:pt x="2656237" y="176593"/>
                    </a:cubicBezTo>
                    <a:cubicBezTo>
                      <a:pt x="2656237" y="176784"/>
                      <a:pt x="2656237" y="177070"/>
                      <a:pt x="2656237" y="177070"/>
                    </a:cubicBezTo>
                    <a:cubicBezTo>
                      <a:pt x="2656427" y="180880"/>
                      <a:pt x="2653570" y="184023"/>
                      <a:pt x="2649951" y="184213"/>
                    </a:cubicBezTo>
                    <a:lnTo>
                      <a:pt x="2649474" y="184213"/>
                    </a:lnTo>
                    <a:close/>
                    <a:moveTo>
                      <a:pt x="2028635" y="174593"/>
                    </a:moveTo>
                    <a:cubicBezTo>
                      <a:pt x="2026349" y="174593"/>
                      <a:pt x="2024158" y="173259"/>
                      <a:pt x="2023015" y="171259"/>
                    </a:cubicBezTo>
                    <a:cubicBezTo>
                      <a:pt x="2022348" y="170402"/>
                      <a:pt x="2021872" y="168973"/>
                      <a:pt x="2021872" y="167926"/>
                    </a:cubicBezTo>
                    <a:cubicBezTo>
                      <a:pt x="2021872" y="165449"/>
                      <a:pt x="2023205" y="163449"/>
                      <a:pt x="2025206" y="162115"/>
                    </a:cubicBezTo>
                    <a:cubicBezTo>
                      <a:pt x="2037969" y="154305"/>
                      <a:pt x="2051018" y="146399"/>
                      <a:pt x="2064068" y="139255"/>
                    </a:cubicBezTo>
                    <a:cubicBezTo>
                      <a:pt x="2067211" y="137446"/>
                      <a:pt x="2071497" y="138589"/>
                      <a:pt x="2073021" y="141732"/>
                    </a:cubicBezTo>
                    <a:cubicBezTo>
                      <a:pt x="2075021" y="144875"/>
                      <a:pt x="2073878" y="148876"/>
                      <a:pt x="2070545" y="150971"/>
                    </a:cubicBezTo>
                    <a:cubicBezTo>
                      <a:pt x="2057972" y="158115"/>
                      <a:pt x="2044922" y="166021"/>
                      <a:pt x="2032159" y="173641"/>
                    </a:cubicBezTo>
                    <a:cubicBezTo>
                      <a:pt x="2031111" y="174117"/>
                      <a:pt x="2029968" y="174593"/>
                      <a:pt x="2028635" y="174593"/>
                    </a:cubicBezTo>
                    <a:close/>
                    <a:moveTo>
                      <a:pt x="2106740" y="129921"/>
                    </a:moveTo>
                    <a:cubicBezTo>
                      <a:pt x="2104072" y="129921"/>
                      <a:pt x="2101787" y="128588"/>
                      <a:pt x="2100644" y="126301"/>
                    </a:cubicBezTo>
                    <a:cubicBezTo>
                      <a:pt x="2100167" y="125444"/>
                      <a:pt x="2099786" y="124301"/>
                      <a:pt x="2099977" y="123158"/>
                    </a:cubicBezTo>
                    <a:cubicBezTo>
                      <a:pt x="2099977" y="120682"/>
                      <a:pt x="2101310" y="118205"/>
                      <a:pt x="2103311" y="117062"/>
                    </a:cubicBezTo>
                    <a:cubicBezTo>
                      <a:pt x="2116551" y="110109"/>
                      <a:pt x="2129981" y="103156"/>
                      <a:pt x="2143506" y="96679"/>
                    </a:cubicBezTo>
                    <a:cubicBezTo>
                      <a:pt x="2146840" y="95155"/>
                      <a:pt x="2151126" y="96488"/>
                      <a:pt x="2152745" y="99822"/>
                    </a:cubicBezTo>
                    <a:cubicBezTo>
                      <a:pt x="2153412" y="101346"/>
                      <a:pt x="2153603" y="103156"/>
                      <a:pt x="2152936" y="104965"/>
                    </a:cubicBezTo>
                    <a:cubicBezTo>
                      <a:pt x="2152269" y="106489"/>
                      <a:pt x="2151126" y="107918"/>
                      <a:pt x="2149602" y="108775"/>
                    </a:cubicBezTo>
                    <a:cubicBezTo>
                      <a:pt x="2136839" y="114871"/>
                      <a:pt x="2123789" y="121539"/>
                      <a:pt x="2109883" y="128968"/>
                    </a:cubicBezTo>
                    <a:cubicBezTo>
                      <a:pt x="2108740" y="129635"/>
                      <a:pt x="2107597" y="129921"/>
                      <a:pt x="2106740" y="129921"/>
                    </a:cubicBezTo>
                    <a:close/>
                    <a:moveTo>
                      <a:pt x="2633472" y="96012"/>
                    </a:moveTo>
                    <a:cubicBezTo>
                      <a:pt x="2630519" y="96012"/>
                      <a:pt x="2628043" y="94202"/>
                      <a:pt x="2627186" y="91535"/>
                    </a:cubicBezTo>
                    <a:cubicBezTo>
                      <a:pt x="2621756" y="76676"/>
                      <a:pt x="2615089" y="64198"/>
                      <a:pt x="2607183" y="53816"/>
                    </a:cubicBezTo>
                    <a:cubicBezTo>
                      <a:pt x="2606326" y="52673"/>
                      <a:pt x="2605850" y="51340"/>
                      <a:pt x="2605850" y="49816"/>
                    </a:cubicBezTo>
                    <a:cubicBezTo>
                      <a:pt x="2605850" y="47815"/>
                      <a:pt x="2606707" y="45815"/>
                      <a:pt x="2608517" y="44386"/>
                    </a:cubicBezTo>
                    <a:cubicBezTo>
                      <a:pt x="2611184" y="42196"/>
                      <a:pt x="2615660" y="42863"/>
                      <a:pt x="2617946" y="45720"/>
                    </a:cubicBezTo>
                    <a:cubicBezTo>
                      <a:pt x="2626519" y="56959"/>
                      <a:pt x="2633853" y="70866"/>
                      <a:pt x="2639759" y="87058"/>
                    </a:cubicBezTo>
                    <a:cubicBezTo>
                      <a:pt x="2641092" y="90678"/>
                      <a:pt x="2639092" y="94488"/>
                      <a:pt x="2635758" y="95631"/>
                    </a:cubicBezTo>
                    <a:cubicBezTo>
                      <a:pt x="2635091" y="96012"/>
                      <a:pt x="2634139" y="96012"/>
                      <a:pt x="2633472" y="96012"/>
                    </a:cubicBezTo>
                    <a:close/>
                    <a:moveTo>
                      <a:pt x="2187321" y="90392"/>
                    </a:moveTo>
                    <a:cubicBezTo>
                      <a:pt x="2184654" y="90392"/>
                      <a:pt x="2182178" y="88773"/>
                      <a:pt x="2181225" y="86392"/>
                    </a:cubicBezTo>
                    <a:cubicBezTo>
                      <a:pt x="2180749" y="85725"/>
                      <a:pt x="2180559" y="84867"/>
                      <a:pt x="2180559" y="83915"/>
                    </a:cubicBezTo>
                    <a:cubicBezTo>
                      <a:pt x="2180559" y="81248"/>
                      <a:pt x="2182082" y="78772"/>
                      <a:pt x="2184559" y="77629"/>
                    </a:cubicBezTo>
                    <a:cubicBezTo>
                      <a:pt x="2198275" y="71533"/>
                      <a:pt x="2212181" y="65722"/>
                      <a:pt x="2226278" y="60388"/>
                    </a:cubicBezTo>
                    <a:cubicBezTo>
                      <a:pt x="2229612" y="59055"/>
                      <a:pt x="2233708" y="60865"/>
                      <a:pt x="2235041" y="64198"/>
                    </a:cubicBezTo>
                    <a:cubicBezTo>
                      <a:pt x="2236375" y="67532"/>
                      <a:pt x="2234565" y="71628"/>
                      <a:pt x="2231231" y="72961"/>
                    </a:cubicBezTo>
                    <a:cubicBezTo>
                      <a:pt x="2217801" y="78105"/>
                      <a:pt x="2204085" y="83725"/>
                      <a:pt x="2189893" y="90011"/>
                    </a:cubicBezTo>
                    <a:cubicBezTo>
                      <a:pt x="2189131" y="90392"/>
                      <a:pt x="2188178" y="90392"/>
                      <a:pt x="2187321" y="90392"/>
                    </a:cubicBezTo>
                    <a:close/>
                    <a:moveTo>
                      <a:pt x="2271046" y="58102"/>
                    </a:moveTo>
                    <a:cubicBezTo>
                      <a:pt x="2268093" y="58102"/>
                      <a:pt x="2265426" y="56102"/>
                      <a:pt x="2264569" y="53435"/>
                    </a:cubicBezTo>
                    <a:cubicBezTo>
                      <a:pt x="2264378" y="52768"/>
                      <a:pt x="2264378" y="52101"/>
                      <a:pt x="2264378" y="51435"/>
                    </a:cubicBezTo>
                    <a:cubicBezTo>
                      <a:pt x="2264378" y="48482"/>
                      <a:pt x="2266188" y="45815"/>
                      <a:pt x="2268855" y="44958"/>
                    </a:cubicBezTo>
                    <a:cubicBezTo>
                      <a:pt x="2283047" y="40481"/>
                      <a:pt x="2297621" y="36004"/>
                      <a:pt x="2312194" y="31909"/>
                    </a:cubicBezTo>
                    <a:cubicBezTo>
                      <a:pt x="2315813" y="31051"/>
                      <a:pt x="2319623" y="33051"/>
                      <a:pt x="2320481" y="36671"/>
                    </a:cubicBezTo>
                    <a:cubicBezTo>
                      <a:pt x="2321338" y="40291"/>
                      <a:pt x="2319338" y="43815"/>
                      <a:pt x="2315813" y="44958"/>
                    </a:cubicBezTo>
                    <a:cubicBezTo>
                      <a:pt x="2301621" y="48768"/>
                      <a:pt x="2287334" y="53054"/>
                      <a:pt x="2273141" y="57721"/>
                    </a:cubicBezTo>
                    <a:cubicBezTo>
                      <a:pt x="2272379" y="57817"/>
                      <a:pt x="2271713" y="58102"/>
                      <a:pt x="2271046" y="58102"/>
                    </a:cubicBezTo>
                    <a:close/>
                    <a:moveTo>
                      <a:pt x="2357628" y="34480"/>
                    </a:moveTo>
                    <a:cubicBezTo>
                      <a:pt x="2354485" y="34480"/>
                      <a:pt x="2351532" y="32194"/>
                      <a:pt x="2350865" y="29146"/>
                    </a:cubicBezTo>
                    <a:cubicBezTo>
                      <a:pt x="2350865" y="28670"/>
                      <a:pt x="2350865" y="28480"/>
                      <a:pt x="2350865" y="28003"/>
                    </a:cubicBezTo>
                    <a:cubicBezTo>
                      <a:pt x="2350865" y="24670"/>
                      <a:pt x="2353151" y="21907"/>
                      <a:pt x="2356295" y="21241"/>
                    </a:cubicBezTo>
                    <a:cubicBezTo>
                      <a:pt x="2363438" y="19717"/>
                      <a:pt x="2370677" y="18097"/>
                      <a:pt x="2377631" y="16573"/>
                    </a:cubicBezTo>
                    <a:cubicBezTo>
                      <a:pt x="2385251" y="14954"/>
                      <a:pt x="2392680" y="13430"/>
                      <a:pt x="2400110" y="11906"/>
                    </a:cubicBezTo>
                    <a:cubicBezTo>
                      <a:pt x="2403729" y="11049"/>
                      <a:pt x="2407253" y="13430"/>
                      <a:pt x="2408206" y="17050"/>
                    </a:cubicBezTo>
                    <a:cubicBezTo>
                      <a:pt x="2408872" y="20669"/>
                      <a:pt x="2406682" y="24193"/>
                      <a:pt x="2402777" y="24955"/>
                    </a:cubicBezTo>
                    <a:cubicBezTo>
                      <a:pt x="2395347" y="26479"/>
                      <a:pt x="2387918" y="28289"/>
                      <a:pt x="2380297" y="29908"/>
                    </a:cubicBezTo>
                    <a:cubicBezTo>
                      <a:pt x="2373344" y="31528"/>
                      <a:pt x="2366201" y="33051"/>
                      <a:pt x="2358962" y="34576"/>
                    </a:cubicBezTo>
                    <a:cubicBezTo>
                      <a:pt x="2358581" y="34480"/>
                      <a:pt x="2358104" y="34480"/>
                      <a:pt x="2357628" y="34480"/>
                    </a:cubicBezTo>
                    <a:close/>
                    <a:moveTo>
                      <a:pt x="2578322" y="28480"/>
                    </a:moveTo>
                    <a:cubicBezTo>
                      <a:pt x="2577179" y="28480"/>
                      <a:pt x="2576322" y="28289"/>
                      <a:pt x="2575370" y="28003"/>
                    </a:cubicBezTo>
                    <a:cubicBezTo>
                      <a:pt x="2572226" y="26479"/>
                      <a:pt x="2568893" y="25051"/>
                      <a:pt x="2565273" y="24193"/>
                    </a:cubicBezTo>
                    <a:cubicBezTo>
                      <a:pt x="2554701" y="21050"/>
                      <a:pt x="2544223" y="18574"/>
                      <a:pt x="2533841" y="16764"/>
                    </a:cubicBezTo>
                    <a:cubicBezTo>
                      <a:pt x="2530697" y="16288"/>
                      <a:pt x="2528221" y="13430"/>
                      <a:pt x="2528221" y="10001"/>
                    </a:cubicBezTo>
                    <a:cubicBezTo>
                      <a:pt x="2528221" y="9811"/>
                      <a:pt x="2528221" y="9334"/>
                      <a:pt x="2528411" y="9144"/>
                    </a:cubicBezTo>
                    <a:cubicBezTo>
                      <a:pt x="2528888" y="5334"/>
                      <a:pt x="2532412" y="2857"/>
                      <a:pt x="2536031" y="3524"/>
                    </a:cubicBezTo>
                    <a:cubicBezTo>
                      <a:pt x="2547080" y="5334"/>
                      <a:pt x="2558034" y="8001"/>
                      <a:pt x="2568988" y="11144"/>
                    </a:cubicBezTo>
                    <a:cubicBezTo>
                      <a:pt x="2572988" y="12478"/>
                      <a:pt x="2577084" y="13811"/>
                      <a:pt x="2580894" y="15621"/>
                    </a:cubicBezTo>
                    <a:cubicBezTo>
                      <a:pt x="2584228" y="17145"/>
                      <a:pt x="2585847" y="21241"/>
                      <a:pt x="2584228" y="24574"/>
                    </a:cubicBezTo>
                    <a:cubicBezTo>
                      <a:pt x="2583180" y="26860"/>
                      <a:pt x="2580799" y="28480"/>
                      <a:pt x="2578322" y="28480"/>
                    </a:cubicBezTo>
                    <a:close/>
                    <a:moveTo>
                      <a:pt x="2445639" y="17050"/>
                    </a:moveTo>
                    <a:cubicBezTo>
                      <a:pt x="2442305" y="17050"/>
                      <a:pt x="2439353" y="14573"/>
                      <a:pt x="2438876" y="11239"/>
                    </a:cubicBezTo>
                    <a:cubicBezTo>
                      <a:pt x="2438876" y="11049"/>
                      <a:pt x="2438876" y="10573"/>
                      <a:pt x="2438876" y="10096"/>
                    </a:cubicBezTo>
                    <a:cubicBezTo>
                      <a:pt x="2438876" y="6953"/>
                      <a:pt x="2441353" y="4000"/>
                      <a:pt x="2444496" y="3619"/>
                    </a:cubicBezTo>
                    <a:cubicBezTo>
                      <a:pt x="2460879" y="1143"/>
                      <a:pt x="2475929" y="0"/>
                      <a:pt x="2490311" y="0"/>
                    </a:cubicBezTo>
                    <a:cubicBezTo>
                      <a:pt x="2493931" y="0"/>
                      <a:pt x="2497074" y="2953"/>
                      <a:pt x="2497074" y="6477"/>
                    </a:cubicBezTo>
                    <a:cubicBezTo>
                      <a:pt x="2497074" y="10287"/>
                      <a:pt x="2494121" y="13430"/>
                      <a:pt x="2490311" y="13430"/>
                    </a:cubicBezTo>
                    <a:cubicBezTo>
                      <a:pt x="2476881" y="13430"/>
                      <a:pt x="2462498" y="14573"/>
                      <a:pt x="2446592" y="16764"/>
                    </a:cubicBezTo>
                    <a:cubicBezTo>
                      <a:pt x="2446306" y="17050"/>
                      <a:pt x="2445830" y="17050"/>
                      <a:pt x="2445639" y="17050"/>
                    </a:cubicBezTo>
                    <a:close/>
                  </a:path>
                </a:pathLst>
              </a:custGeom>
              <a:solidFill>
                <a:srgbClr val="3E41C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grpSp>
            <p:nvGrpSpPr>
              <p:cNvPr id="16" name="图形 2" descr="3bb948be-4f0b-4fa6-8a4f-1da27ccc0b8b"/>
              <p:cNvGrpSpPr/>
              <p:nvPr/>
            </p:nvGrpSpPr>
            <p:grpSpPr>
              <a:xfrm>
                <a:off x="4640770" y="5561170"/>
                <a:ext cx="2868167" cy="848867"/>
                <a:chOff x="4640770" y="5561170"/>
                <a:chExt cx="2868167" cy="848867"/>
              </a:xfrm>
            </p:grpSpPr>
            <p:sp>
              <p:nvSpPr>
                <p:cNvPr id="77" name="任意多边形: 形状 76" descr="1d271e85-fac0-4bd5-950e-8180472bee46"/>
                <p:cNvSpPr/>
                <p:nvPr/>
              </p:nvSpPr>
              <p:spPr>
                <a:xfrm>
                  <a:off x="4640770" y="5662325"/>
                  <a:ext cx="1108614" cy="747617"/>
                </a:xfrm>
                <a:custGeom>
                  <a:avLst/>
                  <a:gdLst>
                    <a:gd name="connsiteX0" fmla="*/ 0 w 1108614"/>
                    <a:gd name="connsiteY0" fmla="*/ 0 h 747617"/>
                    <a:gd name="connsiteX1" fmla="*/ 1108615 w 1108614"/>
                    <a:gd name="connsiteY1" fmla="*/ 0 h 747617"/>
                    <a:gd name="connsiteX2" fmla="*/ 1108615 w 1108614"/>
                    <a:gd name="connsiteY2" fmla="*/ 747618 h 747617"/>
                    <a:gd name="connsiteX3" fmla="*/ 106680 w 1108614"/>
                    <a:gd name="connsiteY3" fmla="*/ 747618 h 747617"/>
                    <a:gd name="connsiteX4" fmla="*/ 0 w 1108614"/>
                    <a:gd name="connsiteY4" fmla="*/ 622840 h 747617"/>
                    <a:gd name="connsiteX5" fmla="*/ 0 w 1108614"/>
                    <a:gd name="connsiteY5" fmla="*/ 0 h 747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08614" h="747617">
                      <a:moveTo>
                        <a:pt x="0" y="0"/>
                      </a:moveTo>
                      <a:lnTo>
                        <a:pt x="1108615" y="0"/>
                      </a:lnTo>
                      <a:lnTo>
                        <a:pt x="1108615" y="747618"/>
                      </a:lnTo>
                      <a:lnTo>
                        <a:pt x="106680" y="747618"/>
                      </a:lnTo>
                      <a:lnTo>
                        <a:pt x="0" y="62284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4931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78" name="任意多边形: 形状 77" descr="8dc73d18-6274-4edd-972d-948a3f727bea"/>
                <p:cNvSpPr/>
                <p:nvPr/>
              </p:nvSpPr>
              <p:spPr>
                <a:xfrm>
                  <a:off x="5684900" y="5561170"/>
                  <a:ext cx="991838" cy="848773"/>
                </a:xfrm>
                <a:custGeom>
                  <a:avLst/>
                  <a:gdLst>
                    <a:gd name="connsiteX0" fmla="*/ 0 w 991838"/>
                    <a:gd name="connsiteY0" fmla="*/ 0 h 848773"/>
                    <a:gd name="connsiteX1" fmla="*/ 991838 w 991838"/>
                    <a:gd name="connsiteY1" fmla="*/ 0 h 848773"/>
                    <a:gd name="connsiteX2" fmla="*/ 991838 w 991838"/>
                    <a:gd name="connsiteY2" fmla="*/ 848773 h 848773"/>
                    <a:gd name="connsiteX3" fmla="*/ 0 w 991838"/>
                    <a:gd name="connsiteY3" fmla="*/ 848773 h 848773"/>
                    <a:gd name="connsiteX4" fmla="*/ 0 w 991838"/>
                    <a:gd name="connsiteY4" fmla="*/ 0 h 8487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91838" h="848773">
                      <a:moveTo>
                        <a:pt x="0" y="0"/>
                      </a:moveTo>
                      <a:lnTo>
                        <a:pt x="991838" y="0"/>
                      </a:lnTo>
                      <a:lnTo>
                        <a:pt x="991838" y="848773"/>
                      </a:lnTo>
                      <a:lnTo>
                        <a:pt x="0" y="84877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4931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79" name="任意多边形: 形状 78" descr="f69d8fb8-34a2-438e-a0d0-4949b2c361e1"/>
                <p:cNvSpPr/>
                <p:nvPr/>
              </p:nvSpPr>
              <p:spPr>
                <a:xfrm>
                  <a:off x="6665785" y="5815488"/>
                  <a:ext cx="843152" cy="594550"/>
                </a:xfrm>
                <a:custGeom>
                  <a:avLst/>
                  <a:gdLst>
                    <a:gd name="connsiteX0" fmla="*/ 0 w 843152"/>
                    <a:gd name="connsiteY0" fmla="*/ 0 h 594550"/>
                    <a:gd name="connsiteX1" fmla="*/ 843153 w 843152"/>
                    <a:gd name="connsiteY1" fmla="*/ 0 h 594550"/>
                    <a:gd name="connsiteX2" fmla="*/ 843153 w 843152"/>
                    <a:gd name="connsiteY2" fmla="*/ 514636 h 594550"/>
                    <a:gd name="connsiteX3" fmla="*/ 765524 w 843152"/>
                    <a:gd name="connsiteY3" fmla="*/ 594550 h 594550"/>
                    <a:gd name="connsiteX4" fmla="*/ 0 w 843152"/>
                    <a:gd name="connsiteY4" fmla="*/ 594550 h 594550"/>
                    <a:gd name="connsiteX5" fmla="*/ 0 w 843152"/>
                    <a:gd name="connsiteY5" fmla="*/ 0 h 594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43152" h="594550">
                      <a:moveTo>
                        <a:pt x="0" y="0"/>
                      </a:moveTo>
                      <a:lnTo>
                        <a:pt x="843153" y="0"/>
                      </a:lnTo>
                      <a:lnTo>
                        <a:pt x="843153" y="514636"/>
                      </a:lnTo>
                      <a:lnTo>
                        <a:pt x="765524" y="594550"/>
                      </a:lnTo>
                      <a:lnTo>
                        <a:pt x="0" y="59455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4931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80" name="任意多边形: 形状 79" descr="5d8b01e0-199d-4486-8ce1-a717a29abf96"/>
                <p:cNvSpPr/>
                <p:nvPr/>
              </p:nvSpPr>
              <p:spPr>
                <a:xfrm>
                  <a:off x="4747449" y="5815488"/>
                  <a:ext cx="994886" cy="594455"/>
                </a:xfrm>
                <a:custGeom>
                  <a:avLst/>
                  <a:gdLst>
                    <a:gd name="connsiteX0" fmla="*/ 0 w 994886"/>
                    <a:gd name="connsiteY0" fmla="*/ 0 h 594455"/>
                    <a:gd name="connsiteX1" fmla="*/ 994886 w 994886"/>
                    <a:gd name="connsiteY1" fmla="*/ 0 h 594455"/>
                    <a:gd name="connsiteX2" fmla="*/ 994886 w 994886"/>
                    <a:gd name="connsiteY2" fmla="*/ 594456 h 594455"/>
                    <a:gd name="connsiteX3" fmla="*/ 0 w 994886"/>
                    <a:gd name="connsiteY3" fmla="*/ 594456 h 594455"/>
                    <a:gd name="connsiteX4" fmla="*/ 0 w 994886"/>
                    <a:gd name="connsiteY4" fmla="*/ 0 h 5944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94886" h="594455">
                      <a:moveTo>
                        <a:pt x="0" y="0"/>
                      </a:moveTo>
                      <a:lnTo>
                        <a:pt x="994886" y="0"/>
                      </a:lnTo>
                      <a:lnTo>
                        <a:pt x="994886" y="594456"/>
                      </a:lnTo>
                      <a:lnTo>
                        <a:pt x="0" y="59445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BC849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81" name="任意多边形: 形状 80" descr="ac7a5c01-c8b6-4076-b4dc-21c71365c9fe"/>
                <p:cNvSpPr/>
                <p:nvPr/>
              </p:nvSpPr>
              <p:spPr>
                <a:xfrm>
                  <a:off x="5720047" y="5757481"/>
                  <a:ext cx="921543" cy="652462"/>
                </a:xfrm>
                <a:custGeom>
                  <a:avLst/>
                  <a:gdLst>
                    <a:gd name="connsiteX0" fmla="*/ 0 w 921543"/>
                    <a:gd name="connsiteY0" fmla="*/ 0 h 652462"/>
                    <a:gd name="connsiteX1" fmla="*/ 921544 w 921543"/>
                    <a:gd name="connsiteY1" fmla="*/ 0 h 652462"/>
                    <a:gd name="connsiteX2" fmla="*/ 921544 w 921543"/>
                    <a:gd name="connsiteY2" fmla="*/ 652463 h 652462"/>
                    <a:gd name="connsiteX3" fmla="*/ 0 w 921543"/>
                    <a:gd name="connsiteY3" fmla="*/ 652463 h 652462"/>
                    <a:gd name="connsiteX4" fmla="*/ 0 w 921543"/>
                    <a:gd name="connsiteY4" fmla="*/ 0 h 652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21543" h="652462">
                      <a:moveTo>
                        <a:pt x="0" y="0"/>
                      </a:moveTo>
                      <a:lnTo>
                        <a:pt x="921544" y="0"/>
                      </a:lnTo>
                      <a:lnTo>
                        <a:pt x="921544" y="652463"/>
                      </a:lnTo>
                      <a:lnTo>
                        <a:pt x="0" y="6524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BC849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82" name="任意多边形: 形状 81" descr="02abfe2d-52fc-41ee-ae60-b36d1d47b2e9"/>
                <p:cNvSpPr/>
                <p:nvPr/>
              </p:nvSpPr>
              <p:spPr>
                <a:xfrm>
                  <a:off x="6546912" y="5947504"/>
                  <a:ext cx="884396" cy="462439"/>
                </a:xfrm>
                <a:custGeom>
                  <a:avLst/>
                  <a:gdLst>
                    <a:gd name="connsiteX0" fmla="*/ 0 w 884396"/>
                    <a:gd name="connsiteY0" fmla="*/ 0 h 462439"/>
                    <a:gd name="connsiteX1" fmla="*/ 884396 w 884396"/>
                    <a:gd name="connsiteY1" fmla="*/ 0 h 462439"/>
                    <a:gd name="connsiteX2" fmla="*/ 884396 w 884396"/>
                    <a:gd name="connsiteY2" fmla="*/ 462439 h 462439"/>
                    <a:gd name="connsiteX3" fmla="*/ 0 w 884396"/>
                    <a:gd name="connsiteY3" fmla="*/ 462439 h 462439"/>
                    <a:gd name="connsiteX4" fmla="*/ 0 w 884396"/>
                    <a:gd name="connsiteY4" fmla="*/ 0 h 4624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84396" h="462439">
                      <a:moveTo>
                        <a:pt x="0" y="0"/>
                      </a:moveTo>
                      <a:lnTo>
                        <a:pt x="884396" y="0"/>
                      </a:lnTo>
                      <a:lnTo>
                        <a:pt x="884396" y="462439"/>
                      </a:lnTo>
                      <a:lnTo>
                        <a:pt x="0" y="46243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BC849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</p:grpSp>
          <p:grpSp>
            <p:nvGrpSpPr>
              <p:cNvPr id="17" name="图形 2" descr="b68f85dc-55bc-4d76-bdb8-d46cb816f356"/>
              <p:cNvGrpSpPr/>
              <p:nvPr/>
            </p:nvGrpSpPr>
            <p:grpSpPr>
              <a:xfrm>
                <a:off x="5853880" y="3085844"/>
                <a:ext cx="636743" cy="2647097"/>
                <a:chOff x="5853880" y="3085844"/>
                <a:chExt cx="636743" cy="2647097"/>
              </a:xfrm>
            </p:grpSpPr>
            <p:sp>
              <p:nvSpPr>
                <p:cNvPr id="67" name="任意多边形: 形状 66" descr="b4903153-9282-4ab3-b8b9-4e8952e96d09"/>
                <p:cNvSpPr/>
                <p:nvPr/>
              </p:nvSpPr>
              <p:spPr>
                <a:xfrm>
                  <a:off x="5918332" y="3085844"/>
                  <a:ext cx="82514" cy="190810"/>
                </a:xfrm>
                <a:custGeom>
                  <a:avLst/>
                  <a:gdLst>
                    <a:gd name="connsiteX0" fmla="*/ 40698 w 82514"/>
                    <a:gd name="connsiteY0" fmla="*/ 6255 h 190810"/>
                    <a:gd name="connsiteX1" fmla="*/ 67177 w 82514"/>
                    <a:gd name="connsiteY1" fmla="*/ 33687 h 190810"/>
                    <a:gd name="connsiteX2" fmla="*/ 79464 w 82514"/>
                    <a:gd name="connsiteY2" fmla="*/ 60833 h 190810"/>
                    <a:gd name="connsiteX3" fmla="*/ 50127 w 82514"/>
                    <a:gd name="connsiteY3" fmla="*/ 101220 h 190810"/>
                    <a:gd name="connsiteX4" fmla="*/ 56700 w 82514"/>
                    <a:gd name="connsiteY4" fmla="*/ 177134 h 190810"/>
                    <a:gd name="connsiteX5" fmla="*/ 8503 w 82514"/>
                    <a:gd name="connsiteY5" fmla="*/ 189612 h 190810"/>
                    <a:gd name="connsiteX6" fmla="*/ 6598 w 82514"/>
                    <a:gd name="connsiteY6" fmla="*/ 97410 h 190810"/>
                    <a:gd name="connsiteX7" fmla="*/ 597 w 82514"/>
                    <a:gd name="connsiteY7" fmla="*/ 22543 h 190810"/>
                    <a:gd name="connsiteX8" fmla="*/ 40698 w 82514"/>
                    <a:gd name="connsiteY8" fmla="*/ 6255 h 190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2514" h="190810">
                      <a:moveTo>
                        <a:pt x="40698" y="6255"/>
                      </a:moveTo>
                      <a:cubicBezTo>
                        <a:pt x="40698" y="6255"/>
                        <a:pt x="65367" y="-19557"/>
                        <a:pt x="67177" y="33687"/>
                      </a:cubicBezTo>
                      <a:cubicBezTo>
                        <a:pt x="67272" y="36354"/>
                        <a:pt x="90704" y="37021"/>
                        <a:pt x="79464" y="60833"/>
                      </a:cubicBezTo>
                      <a:cubicBezTo>
                        <a:pt x="68225" y="84646"/>
                        <a:pt x="57557" y="88742"/>
                        <a:pt x="50127" y="101220"/>
                      </a:cubicBezTo>
                      <a:cubicBezTo>
                        <a:pt x="50127" y="101220"/>
                        <a:pt x="55176" y="156655"/>
                        <a:pt x="56700" y="177134"/>
                      </a:cubicBezTo>
                      <a:cubicBezTo>
                        <a:pt x="57081" y="182468"/>
                        <a:pt x="8789" y="194660"/>
                        <a:pt x="8503" y="189612"/>
                      </a:cubicBezTo>
                      <a:cubicBezTo>
                        <a:pt x="4788" y="130557"/>
                        <a:pt x="6598" y="97695"/>
                        <a:pt x="6598" y="97410"/>
                      </a:cubicBezTo>
                      <a:cubicBezTo>
                        <a:pt x="6598" y="91790"/>
                        <a:pt x="-2355" y="30830"/>
                        <a:pt x="597" y="22543"/>
                      </a:cubicBezTo>
                      <a:cubicBezTo>
                        <a:pt x="3360" y="14256"/>
                        <a:pt x="26982" y="9208"/>
                        <a:pt x="40698" y="6255"/>
                      </a:cubicBezTo>
                      <a:close/>
                    </a:path>
                  </a:pathLst>
                </a:custGeom>
                <a:solidFill>
                  <a:srgbClr val="FEB1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68" name="任意多边形: 形状 67" descr="1f613788-83fc-46ca-a6e2-31aa29cec0d9"/>
                <p:cNvSpPr/>
                <p:nvPr/>
              </p:nvSpPr>
              <p:spPr>
                <a:xfrm>
                  <a:off x="6011743" y="3453154"/>
                  <a:ext cx="315065" cy="319378"/>
                </a:xfrm>
                <a:custGeom>
                  <a:avLst/>
                  <a:gdLst>
                    <a:gd name="connsiteX0" fmla="*/ 162837 w 315065"/>
                    <a:gd name="connsiteY0" fmla="*/ 2706 h 319378"/>
                    <a:gd name="connsiteX1" fmla="*/ 251134 w 315065"/>
                    <a:gd name="connsiteY1" fmla="*/ 30995 h 319378"/>
                    <a:gd name="connsiteX2" fmla="*/ 299711 w 315065"/>
                    <a:gd name="connsiteY2" fmla="*/ 290932 h 319378"/>
                    <a:gd name="connsiteX3" fmla="*/ 1960 w 315065"/>
                    <a:gd name="connsiteY3" fmla="*/ 305791 h 319378"/>
                    <a:gd name="connsiteX4" fmla="*/ 26725 w 315065"/>
                    <a:gd name="connsiteY4" fmla="*/ 171869 h 319378"/>
                    <a:gd name="connsiteX5" fmla="*/ 162837 w 315065"/>
                    <a:gd name="connsiteY5" fmla="*/ 2706 h 319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5065" h="319378">
                      <a:moveTo>
                        <a:pt x="162837" y="2706"/>
                      </a:moveTo>
                      <a:cubicBezTo>
                        <a:pt x="181125" y="5944"/>
                        <a:pt x="220368" y="-17011"/>
                        <a:pt x="251134" y="30995"/>
                      </a:cubicBezTo>
                      <a:cubicBezTo>
                        <a:pt x="265231" y="52998"/>
                        <a:pt x="348956" y="217399"/>
                        <a:pt x="299711" y="290932"/>
                      </a:cubicBezTo>
                      <a:cubicBezTo>
                        <a:pt x="266374" y="340652"/>
                        <a:pt x="3865" y="311220"/>
                        <a:pt x="1960" y="305791"/>
                      </a:cubicBezTo>
                      <a:cubicBezTo>
                        <a:pt x="-8994" y="275311"/>
                        <a:pt x="29677" y="195873"/>
                        <a:pt x="26725" y="171869"/>
                      </a:cubicBezTo>
                      <a:cubicBezTo>
                        <a:pt x="13675" y="66618"/>
                        <a:pt x="86732" y="-10629"/>
                        <a:pt x="162837" y="2706"/>
                      </a:cubicBezTo>
                      <a:close/>
                    </a:path>
                  </a:pathLst>
                </a:custGeom>
                <a:solidFill>
                  <a:srgbClr val="FF45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69" name="任意多边形: 形状 68" descr="374a80ce-884b-4a42-8371-ee63ad6010b8"/>
                <p:cNvSpPr/>
                <p:nvPr/>
              </p:nvSpPr>
              <p:spPr>
                <a:xfrm>
                  <a:off x="6108667" y="3620642"/>
                  <a:ext cx="124396" cy="134778"/>
                </a:xfrm>
                <a:custGeom>
                  <a:avLst/>
                  <a:gdLst>
                    <a:gd name="connsiteX0" fmla="*/ 0 w 124396"/>
                    <a:gd name="connsiteY0" fmla="*/ 134779 h 134778"/>
                    <a:gd name="connsiteX1" fmla="*/ 17717 w 124396"/>
                    <a:gd name="connsiteY1" fmla="*/ 81248 h 134778"/>
                    <a:gd name="connsiteX2" fmla="*/ 6572 w 124396"/>
                    <a:gd name="connsiteY2" fmla="*/ 0 h 134778"/>
                    <a:gd name="connsiteX3" fmla="*/ 114205 w 124396"/>
                    <a:gd name="connsiteY3" fmla="*/ 55626 h 134778"/>
                    <a:gd name="connsiteX4" fmla="*/ 112586 w 124396"/>
                    <a:gd name="connsiteY4" fmla="*/ 106871 h 134778"/>
                    <a:gd name="connsiteX5" fmla="*/ 124397 w 124396"/>
                    <a:gd name="connsiteY5" fmla="*/ 133064 h 134778"/>
                    <a:gd name="connsiteX6" fmla="*/ 67151 w 124396"/>
                    <a:gd name="connsiteY6" fmla="*/ 125349 h 134778"/>
                    <a:gd name="connsiteX7" fmla="*/ 0 w 124396"/>
                    <a:gd name="connsiteY7" fmla="*/ 134779 h 1347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24396" h="134778">
                      <a:moveTo>
                        <a:pt x="0" y="134779"/>
                      </a:moveTo>
                      <a:cubicBezTo>
                        <a:pt x="0" y="134779"/>
                        <a:pt x="18383" y="117538"/>
                        <a:pt x="17717" y="81248"/>
                      </a:cubicBezTo>
                      <a:cubicBezTo>
                        <a:pt x="16954" y="44958"/>
                        <a:pt x="6572" y="0"/>
                        <a:pt x="6572" y="0"/>
                      </a:cubicBezTo>
                      <a:lnTo>
                        <a:pt x="114205" y="55626"/>
                      </a:lnTo>
                      <a:cubicBezTo>
                        <a:pt x="114205" y="55626"/>
                        <a:pt x="109538" y="89821"/>
                        <a:pt x="112586" y="106871"/>
                      </a:cubicBezTo>
                      <a:cubicBezTo>
                        <a:pt x="114967" y="120205"/>
                        <a:pt x="124397" y="133064"/>
                        <a:pt x="124397" y="133064"/>
                      </a:cubicBezTo>
                      <a:cubicBezTo>
                        <a:pt x="124397" y="133064"/>
                        <a:pt x="96298" y="125635"/>
                        <a:pt x="67151" y="125349"/>
                      </a:cubicBezTo>
                      <a:cubicBezTo>
                        <a:pt x="38005" y="124873"/>
                        <a:pt x="0" y="134779"/>
                        <a:pt x="0" y="134779"/>
                      </a:cubicBezTo>
                      <a:close/>
                    </a:path>
                  </a:pathLst>
                </a:custGeom>
                <a:solidFill>
                  <a:srgbClr val="FE987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70" name="任意多边形: 形状 69" descr="9a996819-8ecb-4aee-a3c8-cf4606a79275"/>
                <p:cNvSpPr/>
                <p:nvPr/>
              </p:nvSpPr>
              <p:spPr>
                <a:xfrm>
                  <a:off x="5969332" y="4255473"/>
                  <a:ext cx="402216" cy="1368744"/>
                </a:xfrm>
                <a:custGeom>
                  <a:avLst/>
                  <a:gdLst>
                    <a:gd name="connsiteX0" fmla="*/ 22845 w 402216"/>
                    <a:gd name="connsiteY0" fmla="*/ 231468 h 1368744"/>
                    <a:gd name="connsiteX1" fmla="*/ 19987 w 402216"/>
                    <a:gd name="connsiteY1" fmla="*/ 667904 h 1368744"/>
                    <a:gd name="connsiteX2" fmla="*/ 8843 w 402216"/>
                    <a:gd name="connsiteY2" fmla="*/ 1278742 h 1368744"/>
                    <a:gd name="connsiteX3" fmla="*/ 271 w 402216"/>
                    <a:gd name="connsiteY3" fmla="*/ 1332273 h 1368744"/>
                    <a:gd name="connsiteX4" fmla="*/ 39037 w 402216"/>
                    <a:gd name="connsiteY4" fmla="*/ 1338178 h 1368744"/>
                    <a:gd name="connsiteX5" fmla="*/ 54468 w 402216"/>
                    <a:gd name="connsiteY5" fmla="*/ 1315318 h 1368744"/>
                    <a:gd name="connsiteX6" fmla="*/ 129144 w 402216"/>
                    <a:gd name="connsiteY6" fmla="*/ 967751 h 1368744"/>
                    <a:gd name="connsiteX7" fmla="*/ 196009 w 402216"/>
                    <a:gd name="connsiteY7" fmla="*/ 367580 h 1368744"/>
                    <a:gd name="connsiteX8" fmla="*/ 353553 w 402216"/>
                    <a:gd name="connsiteY8" fmla="*/ 1332844 h 1368744"/>
                    <a:gd name="connsiteX9" fmla="*/ 375365 w 402216"/>
                    <a:gd name="connsiteY9" fmla="*/ 1367801 h 1368744"/>
                    <a:gd name="connsiteX10" fmla="*/ 401845 w 402216"/>
                    <a:gd name="connsiteY10" fmla="*/ 1346846 h 1368744"/>
                    <a:gd name="connsiteX11" fmla="*/ 391367 w 402216"/>
                    <a:gd name="connsiteY11" fmla="*/ 688478 h 1368744"/>
                    <a:gd name="connsiteX12" fmla="*/ 399178 w 402216"/>
                    <a:gd name="connsiteY12" fmla="*/ 228516 h 1368744"/>
                    <a:gd name="connsiteX13" fmla="*/ 213250 w 402216"/>
                    <a:gd name="connsiteY13" fmla="*/ 11 h 1368744"/>
                    <a:gd name="connsiteX14" fmla="*/ 22845 w 402216"/>
                    <a:gd name="connsiteY14" fmla="*/ 231468 h 13687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02216" h="1368744">
                      <a:moveTo>
                        <a:pt x="22845" y="231468"/>
                      </a:moveTo>
                      <a:lnTo>
                        <a:pt x="19987" y="667904"/>
                      </a:lnTo>
                      <a:cubicBezTo>
                        <a:pt x="19987" y="667904"/>
                        <a:pt x="9605" y="1242261"/>
                        <a:pt x="8843" y="1278742"/>
                      </a:cubicBezTo>
                      <a:cubicBezTo>
                        <a:pt x="7986" y="1322652"/>
                        <a:pt x="-1730" y="1335415"/>
                        <a:pt x="271" y="1332273"/>
                      </a:cubicBezTo>
                      <a:cubicBezTo>
                        <a:pt x="1223" y="1330748"/>
                        <a:pt x="-682" y="1346560"/>
                        <a:pt x="39037" y="1338178"/>
                      </a:cubicBezTo>
                      <a:cubicBezTo>
                        <a:pt x="48086" y="1336273"/>
                        <a:pt x="53896" y="1319509"/>
                        <a:pt x="54468" y="1315318"/>
                      </a:cubicBezTo>
                      <a:cubicBezTo>
                        <a:pt x="57230" y="1291601"/>
                        <a:pt x="103045" y="1142058"/>
                        <a:pt x="129144" y="967751"/>
                      </a:cubicBezTo>
                      <a:cubicBezTo>
                        <a:pt x="169720" y="696860"/>
                        <a:pt x="196009" y="367580"/>
                        <a:pt x="196009" y="367580"/>
                      </a:cubicBezTo>
                      <a:lnTo>
                        <a:pt x="353553" y="1332844"/>
                      </a:lnTo>
                      <a:cubicBezTo>
                        <a:pt x="353553" y="1332844"/>
                        <a:pt x="368317" y="1365134"/>
                        <a:pt x="375365" y="1367801"/>
                      </a:cubicBezTo>
                      <a:cubicBezTo>
                        <a:pt x="390605" y="1373515"/>
                        <a:pt x="404702" y="1351608"/>
                        <a:pt x="401845" y="1346846"/>
                      </a:cubicBezTo>
                      <a:cubicBezTo>
                        <a:pt x="394987" y="1335415"/>
                        <a:pt x="391367" y="688478"/>
                        <a:pt x="391367" y="688478"/>
                      </a:cubicBezTo>
                      <a:lnTo>
                        <a:pt x="399178" y="228516"/>
                      </a:lnTo>
                      <a:cubicBezTo>
                        <a:pt x="399178" y="228516"/>
                        <a:pt x="395939" y="-1799"/>
                        <a:pt x="213250" y="11"/>
                      </a:cubicBezTo>
                      <a:cubicBezTo>
                        <a:pt x="22083" y="1916"/>
                        <a:pt x="22845" y="231468"/>
                        <a:pt x="22845" y="231468"/>
                      </a:cubicBezTo>
                      <a:close/>
                    </a:path>
                  </a:pathLst>
                </a:custGeom>
                <a:solidFill>
                  <a:srgbClr val="FEB1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71" name="任意多边形: 形状 70" descr="b6d383cb-92f6-4089-abe0-fec1964e2292"/>
                <p:cNvSpPr/>
                <p:nvPr/>
              </p:nvSpPr>
              <p:spPr>
                <a:xfrm>
                  <a:off x="5918305" y="3210305"/>
                  <a:ext cx="572318" cy="1750790"/>
                </a:xfrm>
                <a:custGeom>
                  <a:avLst/>
                  <a:gdLst>
                    <a:gd name="connsiteX0" fmla="*/ 56346 w 572318"/>
                    <a:gd name="connsiteY0" fmla="*/ 0 h 1750790"/>
                    <a:gd name="connsiteX1" fmla="*/ 815 w 572318"/>
                    <a:gd name="connsiteY1" fmla="*/ 5048 h 1750790"/>
                    <a:gd name="connsiteX2" fmla="*/ 17388 w 572318"/>
                    <a:gd name="connsiteY2" fmla="*/ 390144 h 1750790"/>
                    <a:gd name="connsiteX3" fmla="*/ 79206 w 572318"/>
                    <a:gd name="connsiteY3" fmla="*/ 747046 h 1750790"/>
                    <a:gd name="connsiteX4" fmla="*/ 117877 w 572318"/>
                    <a:gd name="connsiteY4" fmla="*/ 979170 h 1750790"/>
                    <a:gd name="connsiteX5" fmla="*/ 47392 w 572318"/>
                    <a:gd name="connsiteY5" fmla="*/ 1223105 h 1750790"/>
                    <a:gd name="connsiteX6" fmla="*/ 65585 w 572318"/>
                    <a:gd name="connsiteY6" fmla="*/ 1750790 h 1750790"/>
                    <a:gd name="connsiteX7" fmla="*/ 447157 w 572318"/>
                    <a:gd name="connsiteY7" fmla="*/ 1750790 h 1750790"/>
                    <a:gd name="connsiteX8" fmla="*/ 466111 w 572318"/>
                    <a:gd name="connsiteY8" fmla="*/ 1223105 h 1750790"/>
                    <a:gd name="connsiteX9" fmla="*/ 396579 w 572318"/>
                    <a:gd name="connsiteY9" fmla="*/ 978980 h 1750790"/>
                    <a:gd name="connsiteX10" fmla="*/ 401341 w 572318"/>
                    <a:gd name="connsiteY10" fmla="*/ 820103 h 1750790"/>
                    <a:gd name="connsiteX11" fmla="*/ 403532 w 572318"/>
                    <a:gd name="connsiteY11" fmla="*/ 747617 h 1750790"/>
                    <a:gd name="connsiteX12" fmla="*/ 459825 w 572318"/>
                    <a:gd name="connsiteY12" fmla="*/ 856297 h 1750790"/>
                    <a:gd name="connsiteX13" fmla="*/ 408771 w 572318"/>
                    <a:gd name="connsiteY13" fmla="*/ 1013841 h 1750790"/>
                    <a:gd name="connsiteX14" fmla="*/ 447442 w 572318"/>
                    <a:gd name="connsiteY14" fmla="*/ 1054513 h 1750790"/>
                    <a:gd name="connsiteX15" fmla="*/ 572315 w 572318"/>
                    <a:gd name="connsiteY15" fmla="*/ 842581 h 1750790"/>
                    <a:gd name="connsiteX16" fmla="*/ 409628 w 572318"/>
                    <a:gd name="connsiteY16" fmla="*/ 555307 h 1750790"/>
                    <a:gd name="connsiteX17" fmla="*/ 177313 w 572318"/>
                    <a:gd name="connsiteY17" fmla="*/ 489109 h 1750790"/>
                    <a:gd name="connsiteX18" fmla="*/ 56346 w 572318"/>
                    <a:gd name="connsiteY18" fmla="*/ 0 h 17507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72318" h="1750790">
                      <a:moveTo>
                        <a:pt x="56346" y="0"/>
                      </a:moveTo>
                      <a:cubicBezTo>
                        <a:pt x="56346" y="0"/>
                        <a:pt x="-5186" y="762"/>
                        <a:pt x="815" y="5048"/>
                      </a:cubicBezTo>
                      <a:cubicBezTo>
                        <a:pt x="815" y="5048"/>
                        <a:pt x="-5567" y="218599"/>
                        <a:pt x="17388" y="390144"/>
                      </a:cubicBezTo>
                      <a:cubicBezTo>
                        <a:pt x="36724" y="535210"/>
                        <a:pt x="54536" y="615982"/>
                        <a:pt x="79206" y="747046"/>
                      </a:cubicBezTo>
                      <a:cubicBezTo>
                        <a:pt x="79015" y="747522"/>
                        <a:pt x="117877" y="979170"/>
                        <a:pt x="117877" y="979170"/>
                      </a:cubicBezTo>
                      <a:cubicBezTo>
                        <a:pt x="118734" y="990790"/>
                        <a:pt x="74824" y="1083945"/>
                        <a:pt x="47392" y="1223105"/>
                      </a:cubicBezTo>
                      <a:cubicBezTo>
                        <a:pt x="19960" y="1362265"/>
                        <a:pt x="65585" y="1750790"/>
                        <a:pt x="65585" y="1750790"/>
                      </a:cubicBezTo>
                      <a:lnTo>
                        <a:pt x="447157" y="1750790"/>
                      </a:lnTo>
                      <a:cubicBezTo>
                        <a:pt x="447157" y="1750790"/>
                        <a:pt x="493639" y="1362265"/>
                        <a:pt x="466111" y="1223105"/>
                      </a:cubicBezTo>
                      <a:cubicBezTo>
                        <a:pt x="438679" y="1083945"/>
                        <a:pt x="395722" y="990600"/>
                        <a:pt x="396579" y="978980"/>
                      </a:cubicBezTo>
                      <a:lnTo>
                        <a:pt x="401341" y="820103"/>
                      </a:lnTo>
                      <a:lnTo>
                        <a:pt x="403532" y="747617"/>
                      </a:lnTo>
                      <a:cubicBezTo>
                        <a:pt x="403532" y="747617"/>
                        <a:pt x="440775" y="806101"/>
                        <a:pt x="459825" y="856297"/>
                      </a:cubicBezTo>
                      <a:cubicBezTo>
                        <a:pt x="463825" y="866870"/>
                        <a:pt x="428583" y="961644"/>
                        <a:pt x="408771" y="1013841"/>
                      </a:cubicBezTo>
                      <a:cubicBezTo>
                        <a:pt x="407914" y="1016032"/>
                        <a:pt x="430964" y="1063752"/>
                        <a:pt x="447442" y="1054513"/>
                      </a:cubicBezTo>
                      <a:cubicBezTo>
                        <a:pt x="511450" y="1018604"/>
                        <a:pt x="571553" y="887444"/>
                        <a:pt x="572315" y="842581"/>
                      </a:cubicBezTo>
                      <a:cubicBezTo>
                        <a:pt x="573077" y="797719"/>
                        <a:pt x="450966" y="580930"/>
                        <a:pt x="409628" y="555307"/>
                      </a:cubicBezTo>
                      <a:cubicBezTo>
                        <a:pt x="355907" y="522065"/>
                        <a:pt x="220938" y="516636"/>
                        <a:pt x="177313" y="489109"/>
                      </a:cubicBezTo>
                      <a:cubicBezTo>
                        <a:pt x="156644" y="476155"/>
                        <a:pt x="56346" y="0"/>
                        <a:pt x="56346" y="0"/>
                      </a:cubicBezTo>
                      <a:close/>
                    </a:path>
                  </a:pathLst>
                </a:custGeom>
                <a:solidFill>
                  <a:srgbClr val="3E41C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72" name="任意多边形: 形状 71" descr="7b31a406-e648-483b-a131-b081ade7a013"/>
                <p:cNvSpPr/>
                <p:nvPr/>
              </p:nvSpPr>
              <p:spPr>
                <a:xfrm>
                  <a:off x="6073517" y="3524289"/>
                  <a:ext cx="206600" cy="179032"/>
                </a:xfrm>
                <a:custGeom>
                  <a:avLst/>
                  <a:gdLst>
                    <a:gd name="connsiteX0" fmla="*/ 159737 w 206600"/>
                    <a:gd name="connsiteY0" fmla="*/ 531 h 179032"/>
                    <a:gd name="connsiteX1" fmla="*/ 182883 w 206600"/>
                    <a:gd name="connsiteY1" fmla="*/ 57967 h 179032"/>
                    <a:gd name="connsiteX2" fmla="*/ 188693 w 206600"/>
                    <a:gd name="connsiteY2" fmla="*/ 55204 h 179032"/>
                    <a:gd name="connsiteX3" fmla="*/ 206600 w 206600"/>
                    <a:gd name="connsiteY3" fmla="*/ 77779 h 179032"/>
                    <a:gd name="connsiteX4" fmla="*/ 182597 w 206600"/>
                    <a:gd name="connsiteY4" fmla="*/ 96638 h 179032"/>
                    <a:gd name="connsiteX5" fmla="*/ 102110 w 206600"/>
                    <a:gd name="connsiteY5" fmla="*/ 179029 h 179032"/>
                    <a:gd name="connsiteX6" fmla="*/ 23625 w 206600"/>
                    <a:gd name="connsiteY6" fmla="*/ 97210 h 179032"/>
                    <a:gd name="connsiteX7" fmla="*/ 3 w 206600"/>
                    <a:gd name="connsiteY7" fmla="*/ 71683 h 179032"/>
                    <a:gd name="connsiteX8" fmla="*/ 22196 w 206600"/>
                    <a:gd name="connsiteY8" fmla="*/ 49394 h 179032"/>
                    <a:gd name="connsiteX9" fmla="*/ 59153 w 206600"/>
                    <a:gd name="connsiteY9" fmla="*/ 60824 h 179032"/>
                    <a:gd name="connsiteX10" fmla="*/ 159737 w 206600"/>
                    <a:gd name="connsiteY10" fmla="*/ 531 h 179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06600" h="179032">
                      <a:moveTo>
                        <a:pt x="159737" y="531"/>
                      </a:moveTo>
                      <a:cubicBezTo>
                        <a:pt x="179073" y="21010"/>
                        <a:pt x="170310" y="63015"/>
                        <a:pt x="182883" y="57967"/>
                      </a:cubicBezTo>
                      <a:cubicBezTo>
                        <a:pt x="184883" y="57014"/>
                        <a:pt x="186407" y="55109"/>
                        <a:pt x="188693" y="55204"/>
                      </a:cubicBezTo>
                      <a:cubicBezTo>
                        <a:pt x="198504" y="55300"/>
                        <a:pt x="206695" y="65587"/>
                        <a:pt x="206600" y="77779"/>
                      </a:cubicBezTo>
                      <a:cubicBezTo>
                        <a:pt x="206505" y="89971"/>
                        <a:pt x="190979" y="106354"/>
                        <a:pt x="182597" y="96638"/>
                      </a:cubicBezTo>
                      <a:cubicBezTo>
                        <a:pt x="174596" y="143501"/>
                        <a:pt x="142306" y="179411"/>
                        <a:pt x="102110" y="179029"/>
                      </a:cubicBezTo>
                      <a:cubicBezTo>
                        <a:pt x="62582" y="178649"/>
                        <a:pt x="31245" y="143311"/>
                        <a:pt x="23625" y="97210"/>
                      </a:cubicBezTo>
                      <a:cubicBezTo>
                        <a:pt x="22863" y="97210"/>
                        <a:pt x="-283" y="99591"/>
                        <a:pt x="3" y="71683"/>
                      </a:cubicBezTo>
                      <a:cubicBezTo>
                        <a:pt x="98" y="58253"/>
                        <a:pt x="5622" y="49775"/>
                        <a:pt x="22196" y="49394"/>
                      </a:cubicBezTo>
                      <a:cubicBezTo>
                        <a:pt x="23244" y="49394"/>
                        <a:pt x="12290" y="72921"/>
                        <a:pt x="59153" y="60824"/>
                      </a:cubicBezTo>
                      <a:cubicBezTo>
                        <a:pt x="105825" y="48728"/>
                        <a:pt x="153641" y="-5946"/>
                        <a:pt x="159737" y="531"/>
                      </a:cubicBezTo>
                      <a:close/>
                    </a:path>
                  </a:pathLst>
                </a:custGeom>
                <a:solidFill>
                  <a:srgbClr val="FEB1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73" name="任意多边形: 形状 72" descr="c1129c15-08cd-492d-84e2-8876a04c10e5"/>
                <p:cNvSpPr/>
                <p:nvPr/>
              </p:nvSpPr>
              <p:spPr>
                <a:xfrm>
                  <a:off x="6322027" y="5571648"/>
                  <a:ext cx="84675" cy="161294"/>
                </a:xfrm>
                <a:custGeom>
                  <a:avLst/>
                  <a:gdLst>
                    <a:gd name="connsiteX0" fmla="*/ 46006 w 84675"/>
                    <a:gd name="connsiteY0" fmla="*/ 0 h 161294"/>
                    <a:gd name="connsiteX1" fmla="*/ 84582 w 84675"/>
                    <a:gd name="connsiteY1" fmla="*/ 106870 h 161294"/>
                    <a:gd name="connsiteX2" fmla="*/ 59817 w 84675"/>
                    <a:gd name="connsiteY2" fmla="*/ 161068 h 161294"/>
                    <a:gd name="connsiteX3" fmla="*/ 11811 w 84675"/>
                    <a:gd name="connsiteY3" fmla="*/ 122587 h 161294"/>
                    <a:gd name="connsiteX4" fmla="*/ 0 w 84675"/>
                    <a:gd name="connsiteY4" fmla="*/ 11525 h 161294"/>
                    <a:gd name="connsiteX5" fmla="*/ 32099 w 84675"/>
                    <a:gd name="connsiteY5" fmla="*/ 37624 h 161294"/>
                    <a:gd name="connsiteX6" fmla="*/ 46006 w 84675"/>
                    <a:gd name="connsiteY6" fmla="*/ 0 h 161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4675" h="161294">
                      <a:moveTo>
                        <a:pt x="46006" y="0"/>
                      </a:moveTo>
                      <a:cubicBezTo>
                        <a:pt x="61531" y="34766"/>
                        <a:pt x="86392" y="66960"/>
                        <a:pt x="84582" y="106870"/>
                      </a:cubicBezTo>
                      <a:cubicBezTo>
                        <a:pt x="83534" y="129159"/>
                        <a:pt x="75914" y="157067"/>
                        <a:pt x="59817" y="161068"/>
                      </a:cubicBezTo>
                      <a:cubicBezTo>
                        <a:pt x="48006" y="164020"/>
                        <a:pt x="18764" y="137446"/>
                        <a:pt x="11811" y="122587"/>
                      </a:cubicBezTo>
                      <a:cubicBezTo>
                        <a:pt x="1143" y="99917"/>
                        <a:pt x="762" y="19907"/>
                        <a:pt x="0" y="11525"/>
                      </a:cubicBezTo>
                      <a:cubicBezTo>
                        <a:pt x="0" y="11430"/>
                        <a:pt x="13811" y="41148"/>
                        <a:pt x="32099" y="37624"/>
                      </a:cubicBezTo>
                      <a:cubicBezTo>
                        <a:pt x="46291" y="34957"/>
                        <a:pt x="46006" y="0"/>
                        <a:pt x="46006" y="0"/>
                      </a:cubicBezTo>
                      <a:close/>
                    </a:path>
                  </a:pathLst>
                </a:custGeom>
                <a:solidFill>
                  <a:srgbClr val="273977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74" name="任意多边形: 形状 73" descr="078152b9-cd1a-4d8d-966a-dbdc2142b0cc"/>
                <p:cNvSpPr/>
                <p:nvPr/>
              </p:nvSpPr>
              <p:spPr>
                <a:xfrm>
                  <a:off x="5853880" y="5567837"/>
                  <a:ext cx="182862" cy="106016"/>
                </a:xfrm>
                <a:custGeom>
                  <a:avLst/>
                  <a:gdLst>
                    <a:gd name="connsiteX0" fmla="*/ 171158 w 182862"/>
                    <a:gd name="connsiteY0" fmla="*/ 0 h 106016"/>
                    <a:gd name="connsiteX1" fmla="*/ 181921 w 182862"/>
                    <a:gd name="connsiteY1" fmla="*/ 45340 h 106016"/>
                    <a:gd name="connsiteX2" fmla="*/ 178302 w 182862"/>
                    <a:gd name="connsiteY2" fmla="*/ 102966 h 106016"/>
                    <a:gd name="connsiteX3" fmla="*/ 1804 w 182862"/>
                    <a:gd name="connsiteY3" fmla="*/ 106014 h 106016"/>
                    <a:gd name="connsiteX4" fmla="*/ 3804 w 182862"/>
                    <a:gd name="connsiteY4" fmla="*/ 82106 h 106016"/>
                    <a:gd name="connsiteX5" fmla="*/ 79813 w 182862"/>
                    <a:gd name="connsiteY5" fmla="*/ 54102 h 106016"/>
                    <a:gd name="connsiteX6" fmla="*/ 114294 w 182862"/>
                    <a:gd name="connsiteY6" fmla="*/ 17336 h 106016"/>
                    <a:gd name="connsiteX7" fmla="*/ 143440 w 182862"/>
                    <a:gd name="connsiteY7" fmla="*/ 17051 h 106016"/>
                    <a:gd name="connsiteX8" fmla="*/ 171158 w 182862"/>
                    <a:gd name="connsiteY8" fmla="*/ 0 h 1060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2862" h="106016">
                      <a:moveTo>
                        <a:pt x="171158" y="0"/>
                      </a:moveTo>
                      <a:cubicBezTo>
                        <a:pt x="173825" y="12097"/>
                        <a:pt x="177445" y="34386"/>
                        <a:pt x="181921" y="45340"/>
                      </a:cubicBezTo>
                      <a:cubicBezTo>
                        <a:pt x="185160" y="53245"/>
                        <a:pt x="179064" y="102776"/>
                        <a:pt x="178302" y="102966"/>
                      </a:cubicBezTo>
                      <a:cubicBezTo>
                        <a:pt x="175540" y="103633"/>
                        <a:pt x="11424" y="105252"/>
                        <a:pt x="1804" y="106014"/>
                      </a:cubicBezTo>
                      <a:cubicBezTo>
                        <a:pt x="-1625" y="106300"/>
                        <a:pt x="280" y="86107"/>
                        <a:pt x="3804" y="82106"/>
                      </a:cubicBezTo>
                      <a:cubicBezTo>
                        <a:pt x="16567" y="67438"/>
                        <a:pt x="60763" y="69438"/>
                        <a:pt x="79813" y="54102"/>
                      </a:cubicBezTo>
                      <a:cubicBezTo>
                        <a:pt x="86576" y="48673"/>
                        <a:pt x="106960" y="30576"/>
                        <a:pt x="114294" y="17336"/>
                      </a:cubicBezTo>
                      <a:cubicBezTo>
                        <a:pt x="114294" y="17241"/>
                        <a:pt x="121342" y="21718"/>
                        <a:pt x="143440" y="17051"/>
                      </a:cubicBezTo>
                      <a:cubicBezTo>
                        <a:pt x="155251" y="14288"/>
                        <a:pt x="171158" y="-95"/>
                        <a:pt x="171158" y="0"/>
                      </a:cubicBezTo>
                      <a:close/>
                    </a:path>
                  </a:pathLst>
                </a:custGeom>
                <a:solidFill>
                  <a:srgbClr val="273977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75" name="任意多边形: 形状 74" descr="6cb2f27a-fdca-43cf-ab61-fd70f9731e06"/>
                <p:cNvSpPr/>
                <p:nvPr/>
              </p:nvSpPr>
              <p:spPr>
                <a:xfrm>
                  <a:off x="5956919" y="4189285"/>
                  <a:ext cx="436212" cy="771810"/>
                </a:xfrm>
                <a:custGeom>
                  <a:avLst/>
                  <a:gdLst>
                    <a:gd name="connsiteX0" fmla="*/ 78311 w 436212"/>
                    <a:gd name="connsiteY0" fmla="*/ 0 h 771810"/>
                    <a:gd name="connsiteX1" fmla="*/ 8778 w 436212"/>
                    <a:gd name="connsiteY1" fmla="*/ 244126 h 771810"/>
                    <a:gd name="connsiteX2" fmla="*/ 26971 w 436212"/>
                    <a:gd name="connsiteY2" fmla="*/ 771811 h 771810"/>
                    <a:gd name="connsiteX3" fmla="*/ 408542 w 436212"/>
                    <a:gd name="connsiteY3" fmla="*/ 771811 h 771810"/>
                    <a:gd name="connsiteX4" fmla="*/ 427497 w 436212"/>
                    <a:gd name="connsiteY4" fmla="*/ 244126 h 771810"/>
                    <a:gd name="connsiteX5" fmla="*/ 357965 w 436212"/>
                    <a:gd name="connsiteY5" fmla="*/ 0 h 771810"/>
                    <a:gd name="connsiteX6" fmla="*/ 78311 w 436212"/>
                    <a:gd name="connsiteY6" fmla="*/ 0 h 771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36212" h="771810">
                      <a:moveTo>
                        <a:pt x="78311" y="0"/>
                      </a:moveTo>
                      <a:cubicBezTo>
                        <a:pt x="79168" y="11621"/>
                        <a:pt x="36305" y="104965"/>
                        <a:pt x="8778" y="244126"/>
                      </a:cubicBezTo>
                      <a:cubicBezTo>
                        <a:pt x="-18654" y="383286"/>
                        <a:pt x="26971" y="771811"/>
                        <a:pt x="26971" y="771811"/>
                      </a:cubicBezTo>
                      <a:lnTo>
                        <a:pt x="408542" y="771811"/>
                      </a:lnTo>
                      <a:cubicBezTo>
                        <a:pt x="408542" y="771811"/>
                        <a:pt x="455025" y="383286"/>
                        <a:pt x="427497" y="244126"/>
                      </a:cubicBezTo>
                      <a:cubicBezTo>
                        <a:pt x="400065" y="104965"/>
                        <a:pt x="357108" y="11621"/>
                        <a:pt x="357965" y="0"/>
                      </a:cubicBezTo>
                      <a:lnTo>
                        <a:pt x="78311" y="0"/>
                      </a:lnTo>
                      <a:close/>
                    </a:path>
                  </a:pathLst>
                </a:custGeom>
                <a:solidFill>
                  <a:srgbClr val="273977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76" name="任意多边形: 形状 75" descr="41a564ce-99c6-44a2-9ddf-640f52e1cccf"/>
                <p:cNvSpPr/>
                <p:nvPr/>
              </p:nvSpPr>
              <p:spPr>
                <a:xfrm>
                  <a:off x="6293600" y="4217623"/>
                  <a:ext cx="79818" cy="83791"/>
                </a:xfrm>
                <a:custGeom>
                  <a:avLst/>
                  <a:gdLst>
                    <a:gd name="connsiteX0" fmla="*/ 56240 w 79818"/>
                    <a:gd name="connsiteY0" fmla="*/ 81294 h 83791"/>
                    <a:gd name="connsiteX1" fmla="*/ 76147 w 79818"/>
                    <a:gd name="connsiteY1" fmla="*/ 61959 h 83791"/>
                    <a:gd name="connsiteX2" fmla="*/ 35857 w 79818"/>
                    <a:gd name="connsiteY2" fmla="*/ 141 h 83791"/>
                    <a:gd name="connsiteX3" fmla="*/ 26903 w 79818"/>
                    <a:gd name="connsiteY3" fmla="*/ 21192 h 83791"/>
                    <a:gd name="connsiteX4" fmla="*/ 43 w 79818"/>
                    <a:gd name="connsiteY4" fmla="*/ 64626 h 83791"/>
                    <a:gd name="connsiteX5" fmla="*/ 56240 w 79818"/>
                    <a:gd name="connsiteY5" fmla="*/ 81294 h 837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9818" h="83791">
                      <a:moveTo>
                        <a:pt x="56240" y="81294"/>
                      </a:moveTo>
                      <a:cubicBezTo>
                        <a:pt x="62051" y="79008"/>
                        <a:pt x="72719" y="67007"/>
                        <a:pt x="76147" y="61959"/>
                      </a:cubicBezTo>
                      <a:cubicBezTo>
                        <a:pt x="94055" y="35670"/>
                        <a:pt x="40905" y="-2621"/>
                        <a:pt x="35857" y="141"/>
                      </a:cubicBezTo>
                      <a:cubicBezTo>
                        <a:pt x="29285" y="3761"/>
                        <a:pt x="34809" y="9285"/>
                        <a:pt x="26903" y="21192"/>
                      </a:cubicBezTo>
                      <a:cubicBezTo>
                        <a:pt x="18997" y="33003"/>
                        <a:pt x="1186" y="49576"/>
                        <a:pt x="43" y="64626"/>
                      </a:cubicBezTo>
                      <a:cubicBezTo>
                        <a:pt x="-1577" y="85105"/>
                        <a:pt x="43191" y="86343"/>
                        <a:pt x="56240" y="81294"/>
                      </a:cubicBezTo>
                      <a:close/>
                    </a:path>
                  </a:pathLst>
                </a:custGeom>
                <a:solidFill>
                  <a:srgbClr val="FEB1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</p:grpSp>
          <p:grpSp>
            <p:nvGrpSpPr>
              <p:cNvPr id="18" name="图形 2" descr="32fca842-271e-432b-b930-d4c3a9a35daf"/>
              <p:cNvGrpSpPr/>
              <p:nvPr/>
            </p:nvGrpSpPr>
            <p:grpSpPr>
              <a:xfrm>
                <a:off x="4817140" y="3325246"/>
                <a:ext cx="815411" cy="2471507"/>
                <a:chOff x="4817140" y="3325246"/>
                <a:chExt cx="815411" cy="2471507"/>
              </a:xfrm>
            </p:grpSpPr>
            <p:sp>
              <p:nvSpPr>
                <p:cNvPr id="48" name="任意多边形: 形状 47" descr="3b97e8da-c663-467c-862f-b7b7a68dfed6"/>
                <p:cNvSpPr/>
                <p:nvPr/>
              </p:nvSpPr>
              <p:spPr>
                <a:xfrm>
                  <a:off x="5021293" y="5625178"/>
                  <a:ext cx="53625" cy="52105"/>
                </a:xfrm>
                <a:custGeom>
                  <a:avLst/>
                  <a:gdLst>
                    <a:gd name="connsiteX0" fmla="*/ 7715 w 53625"/>
                    <a:gd name="connsiteY0" fmla="*/ 0 h 52105"/>
                    <a:gd name="connsiteX1" fmla="*/ 0 w 53625"/>
                    <a:gd name="connsiteY1" fmla="*/ 45244 h 52105"/>
                    <a:gd name="connsiteX2" fmla="*/ 29813 w 53625"/>
                    <a:gd name="connsiteY2" fmla="*/ 52101 h 52105"/>
                    <a:gd name="connsiteX3" fmla="*/ 53626 w 53625"/>
                    <a:gd name="connsiteY3" fmla="*/ 44768 h 52105"/>
                    <a:gd name="connsiteX4" fmla="*/ 53340 w 53625"/>
                    <a:gd name="connsiteY4" fmla="*/ 3715 h 52105"/>
                    <a:gd name="connsiteX5" fmla="*/ 7715 w 53625"/>
                    <a:gd name="connsiteY5" fmla="*/ 0 h 521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3625" h="52105">
                      <a:moveTo>
                        <a:pt x="7715" y="0"/>
                      </a:moveTo>
                      <a:lnTo>
                        <a:pt x="0" y="45244"/>
                      </a:lnTo>
                      <a:cubicBezTo>
                        <a:pt x="0" y="45244"/>
                        <a:pt x="15907" y="52292"/>
                        <a:pt x="29813" y="52101"/>
                      </a:cubicBezTo>
                      <a:cubicBezTo>
                        <a:pt x="43625" y="51911"/>
                        <a:pt x="53626" y="44768"/>
                        <a:pt x="53626" y="44768"/>
                      </a:cubicBezTo>
                      <a:lnTo>
                        <a:pt x="53340" y="3715"/>
                      </a:lnTo>
                      <a:lnTo>
                        <a:pt x="7715" y="0"/>
                      </a:lnTo>
                      <a:close/>
                    </a:path>
                  </a:pathLst>
                </a:custGeom>
                <a:solidFill>
                  <a:srgbClr val="FEB1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49" name="任意多边形: 形状 48" descr="e6759641-d4b5-4a57-b896-36bf1f382a5e"/>
                <p:cNvSpPr/>
                <p:nvPr/>
              </p:nvSpPr>
              <p:spPr>
                <a:xfrm>
                  <a:off x="5358192" y="5629560"/>
                  <a:ext cx="62579" cy="52109"/>
                </a:xfrm>
                <a:custGeom>
                  <a:avLst/>
                  <a:gdLst>
                    <a:gd name="connsiteX0" fmla="*/ 54864 w 62579"/>
                    <a:gd name="connsiteY0" fmla="*/ 0 h 52109"/>
                    <a:gd name="connsiteX1" fmla="*/ 62579 w 62579"/>
                    <a:gd name="connsiteY1" fmla="*/ 45339 h 52109"/>
                    <a:gd name="connsiteX2" fmla="*/ 31433 w 62579"/>
                    <a:gd name="connsiteY2" fmla="*/ 52101 h 52109"/>
                    <a:gd name="connsiteX3" fmla="*/ 0 w 62579"/>
                    <a:gd name="connsiteY3" fmla="*/ 45529 h 52109"/>
                    <a:gd name="connsiteX4" fmla="*/ 286 w 62579"/>
                    <a:gd name="connsiteY4" fmla="*/ 4476 h 52109"/>
                    <a:gd name="connsiteX5" fmla="*/ 54864 w 62579"/>
                    <a:gd name="connsiteY5" fmla="*/ 0 h 521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2579" h="52109">
                      <a:moveTo>
                        <a:pt x="54864" y="0"/>
                      </a:moveTo>
                      <a:lnTo>
                        <a:pt x="62579" y="45339"/>
                      </a:lnTo>
                      <a:cubicBezTo>
                        <a:pt x="62579" y="45339"/>
                        <a:pt x="45244" y="52388"/>
                        <a:pt x="31433" y="52101"/>
                      </a:cubicBezTo>
                      <a:cubicBezTo>
                        <a:pt x="17621" y="51911"/>
                        <a:pt x="0" y="45529"/>
                        <a:pt x="0" y="45529"/>
                      </a:cubicBezTo>
                      <a:lnTo>
                        <a:pt x="286" y="4476"/>
                      </a:lnTo>
                      <a:lnTo>
                        <a:pt x="54864" y="0"/>
                      </a:lnTo>
                      <a:close/>
                    </a:path>
                  </a:pathLst>
                </a:custGeom>
                <a:solidFill>
                  <a:srgbClr val="FEB1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50" name="任意多边形: 形状 49" descr="eb299dbb-3d76-4fe5-b0cd-3e7e0825964d"/>
                <p:cNvSpPr/>
                <p:nvPr/>
              </p:nvSpPr>
              <p:spPr>
                <a:xfrm>
                  <a:off x="5040534" y="4325397"/>
                  <a:ext cx="404913" cy="1337500"/>
                </a:xfrm>
                <a:custGeom>
                  <a:avLst/>
                  <a:gdLst>
                    <a:gd name="connsiteX0" fmla="*/ 382524 w 404913"/>
                    <a:gd name="connsiteY0" fmla="*/ 1335405 h 1337500"/>
                    <a:gd name="connsiteX1" fmla="*/ 313658 w 404913"/>
                    <a:gd name="connsiteY1" fmla="*/ 1337501 h 1337500"/>
                    <a:gd name="connsiteX2" fmla="*/ 186214 w 404913"/>
                    <a:gd name="connsiteY2" fmla="*/ 464916 h 1337500"/>
                    <a:gd name="connsiteX3" fmla="*/ 0 w 404913"/>
                    <a:gd name="connsiteY3" fmla="*/ 0 h 1337500"/>
                    <a:gd name="connsiteX4" fmla="*/ 363855 w 404913"/>
                    <a:gd name="connsiteY4" fmla="*/ 0 h 1337500"/>
                    <a:gd name="connsiteX5" fmla="*/ 403288 w 404913"/>
                    <a:gd name="connsiteY5" fmla="*/ 295275 h 1337500"/>
                    <a:gd name="connsiteX6" fmla="*/ 382524 w 404913"/>
                    <a:gd name="connsiteY6" fmla="*/ 1335405 h 1337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4913" h="1337500">
                      <a:moveTo>
                        <a:pt x="382524" y="1335405"/>
                      </a:moveTo>
                      <a:lnTo>
                        <a:pt x="313658" y="1337501"/>
                      </a:lnTo>
                      <a:lnTo>
                        <a:pt x="186214" y="464916"/>
                      </a:lnTo>
                      <a:lnTo>
                        <a:pt x="0" y="0"/>
                      </a:lnTo>
                      <a:lnTo>
                        <a:pt x="363855" y="0"/>
                      </a:lnTo>
                      <a:cubicBezTo>
                        <a:pt x="363855" y="0"/>
                        <a:pt x="394430" y="132683"/>
                        <a:pt x="403288" y="295275"/>
                      </a:cubicBezTo>
                      <a:cubicBezTo>
                        <a:pt x="412051" y="457867"/>
                        <a:pt x="382524" y="1335405"/>
                        <a:pt x="382524" y="1335405"/>
                      </a:cubicBezTo>
                      <a:close/>
                    </a:path>
                  </a:pathLst>
                </a:custGeom>
                <a:solidFill>
                  <a:srgbClr val="3E41C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grpSp>
              <p:nvGrpSpPr>
                <p:cNvPr id="51" name="图形 2" descr="4277c6c1-4cd7-4eb6-9f62-33e59e640192"/>
                <p:cNvGrpSpPr/>
                <p:nvPr/>
              </p:nvGrpSpPr>
              <p:grpSpPr>
                <a:xfrm>
                  <a:off x="5349049" y="5669946"/>
                  <a:ext cx="249174" cy="109632"/>
                  <a:chOff x="5349049" y="5669946"/>
                  <a:chExt cx="249174" cy="109632"/>
                </a:xfrm>
              </p:grpSpPr>
              <p:sp>
                <p:nvSpPr>
                  <p:cNvPr id="65" name="任意多边形: 形状 64" descr="9acba9a4-5c74-43f7-b74a-6e068706252b"/>
                  <p:cNvSpPr/>
                  <p:nvPr/>
                </p:nvSpPr>
                <p:spPr>
                  <a:xfrm>
                    <a:off x="5349049" y="5669946"/>
                    <a:ext cx="247111" cy="101536"/>
                  </a:xfrm>
                  <a:custGeom>
                    <a:avLst/>
                    <a:gdLst>
                      <a:gd name="connsiteX0" fmla="*/ 73057 w 247111"/>
                      <a:gd name="connsiteY0" fmla="*/ 0 h 101536"/>
                      <a:gd name="connsiteX1" fmla="*/ 238982 w 247111"/>
                      <a:gd name="connsiteY1" fmla="*/ 76581 h 101536"/>
                      <a:gd name="connsiteX2" fmla="*/ 246602 w 247111"/>
                      <a:gd name="connsiteY2" fmla="*/ 86106 h 101536"/>
                      <a:gd name="connsiteX3" fmla="*/ 245459 w 247111"/>
                      <a:gd name="connsiteY3" fmla="*/ 101536 h 101536"/>
                      <a:gd name="connsiteX4" fmla="*/ 10382 w 247111"/>
                      <a:gd name="connsiteY4" fmla="*/ 97155 h 101536"/>
                      <a:gd name="connsiteX5" fmla="*/ 0 w 247111"/>
                      <a:gd name="connsiteY5" fmla="*/ 45434 h 101536"/>
                      <a:gd name="connsiteX6" fmla="*/ 8192 w 247111"/>
                      <a:gd name="connsiteY6" fmla="*/ 3810 h 101536"/>
                      <a:gd name="connsiteX7" fmla="*/ 42481 w 247111"/>
                      <a:gd name="connsiteY7" fmla="*/ 7715 h 101536"/>
                      <a:gd name="connsiteX8" fmla="*/ 73057 w 247111"/>
                      <a:gd name="connsiteY8" fmla="*/ 0 h 1015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47111" h="101536">
                        <a:moveTo>
                          <a:pt x="73057" y="0"/>
                        </a:moveTo>
                        <a:lnTo>
                          <a:pt x="238982" y="76581"/>
                        </a:lnTo>
                        <a:cubicBezTo>
                          <a:pt x="238982" y="76581"/>
                          <a:pt x="244983" y="79914"/>
                          <a:pt x="246602" y="86106"/>
                        </a:cubicBezTo>
                        <a:cubicBezTo>
                          <a:pt x="248221" y="92392"/>
                          <a:pt x="245459" y="101536"/>
                          <a:pt x="245459" y="101536"/>
                        </a:cubicBezTo>
                        <a:lnTo>
                          <a:pt x="10382" y="97155"/>
                        </a:lnTo>
                        <a:lnTo>
                          <a:pt x="0" y="45434"/>
                        </a:lnTo>
                        <a:cubicBezTo>
                          <a:pt x="0" y="45434"/>
                          <a:pt x="6667" y="3429"/>
                          <a:pt x="8192" y="3810"/>
                        </a:cubicBezTo>
                        <a:cubicBezTo>
                          <a:pt x="15145" y="5810"/>
                          <a:pt x="30004" y="8477"/>
                          <a:pt x="42481" y="7715"/>
                        </a:cubicBezTo>
                        <a:cubicBezTo>
                          <a:pt x="59817" y="6762"/>
                          <a:pt x="73057" y="0"/>
                          <a:pt x="73057" y="0"/>
                        </a:cubicBezTo>
                        <a:close/>
                      </a:path>
                    </a:pathLst>
                  </a:custGeom>
                  <a:solidFill>
                    <a:srgbClr val="20202E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  <p:sp>
                <p:nvSpPr>
                  <p:cNvPr id="66" name="任意多边形: 形状 65" descr="c058f7d9-a830-44ef-b3ff-cc4bb2a0a8ca"/>
                  <p:cNvSpPr/>
                  <p:nvPr/>
                </p:nvSpPr>
                <p:spPr>
                  <a:xfrm>
                    <a:off x="5356859" y="5765577"/>
                    <a:ext cx="241363" cy="14002"/>
                  </a:xfrm>
                  <a:custGeom>
                    <a:avLst/>
                    <a:gdLst>
                      <a:gd name="connsiteX0" fmla="*/ 1715 w 241363"/>
                      <a:gd name="connsiteY0" fmla="*/ 0 h 14002"/>
                      <a:gd name="connsiteX1" fmla="*/ 239363 w 241363"/>
                      <a:gd name="connsiteY1" fmla="*/ 858 h 14002"/>
                      <a:gd name="connsiteX2" fmla="*/ 241364 w 241363"/>
                      <a:gd name="connsiteY2" fmla="*/ 7048 h 14002"/>
                      <a:gd name="connsiteX3" fmla="*/ 239363 w 241363"/>
                      <a:gd name="connsiteY3" fmla="*/ 14002 h 14002"/>
                      <a:gd name="connsiteX4" fmla="*/ 1715 w 241363"/>
                      <a:gd name="connsiteY4" fmla="*/ 13145 h 14002"/>
                      <a:gd name="connsiteX5" fmla="*/ 0 w 241363"/>
                      <a:gd name="connsiteY5" fmla="*/ 6477 h 14002"/>
                      <a:gd name="connsiteX6" fmla="*/ 1715 w 241363"/>
                      <a:gd name="connsiteY6" fmla="*/ 0 h 140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241363" h="14002">
                        <a:moveTo>
                          <a:pt x="1715" y="0"/>
                        </a:moveTo>
                        <a:lnTo>
                          <a:pt x="239363" y="858"/>
                        </a:lnTo>
                        <a:cubicBezTo>
                          <a:pt x="239363" y="858"/>
                          <a:pt x="241364" y="3810"/>
                          <a:pt x="241364" y="7048"/>
                        </a:cubicBezTo>
                        <a:cubicBezTo>
                          <a:pt x="241364" y="10287"/>
                          <a:pt x="239363" y="14002"/>
                          <a:pt x="239363" y="14002"/>
                        </a:cubicBezTo>
                        <a:lnTo>
                          <a:pt x="1715" y="13145"/>
                        </a:lnTo>
                        <a:cubicBezTo>
                          <a:pt x="1715" y="13145"/>
                          <a:pt x="0" y="9811"/>
                          <a:pt x="0" y="6477"/>
                        </a:cubicBezTo>
                        <a:cubicBezTo>
                          <a:pt x="0" y="3143"/>
                          <a:pt x="1715" y="0"/>
                          <a:pt x="1715" y="0"/>
                        </a:cubicBezTo>
                        <a:close/>
                      </a:path>
                    </a:pathLst>
                  </a:custGeom>
                  <a:solidFill>
                    <a:srgbClr val="3E41CA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</p:grpSp>
            <p:sp>
              <p:nvSpPr>
                <p:cNvPr id="52" name="任意多边形: 形状 51" descr="d4507b44-3537-4740-8b58-7c57510f95f3"/>
                <p:cNvSpPr/>
                <p:nvPr/>
              </p:nvSpPr>
              <p:spPr>
                <a:xfrm>
                  <a:off x="5000568" y="4322825"/>
                  <a:ext cx="335622" cy="1336071"/>
                </a:xfrm>
                <a:custGeom>
                  <a:avLst/>
                  <a:gdLst>
                    <a:gd name="connsiteX0" fmla="*/ 335622 w 335622"/>
                    <a:gd name="connsiteY0" fmla="*/ 857 h 1336071"/>
                    <a:gd name="connsiteX1" fmla="*/ 222751 w 335622"/>
                    <a:gd name="connsiteY1" fmla="*/ 472250 h 1336071"/>
                    <a:gd name="connsiteX2" fmla="*/ 84543 w 335622"/>
                    <a:gd name="connsiteY2" fmla="*/ 1336072 h 1336071"/>
                    <a:gd name="connsiteX3" fmla="*/ 14820 w 335622"/>
                    <a:gd name="connsiteY3" fmla="*/ 1332167 h 1336071"/>
                    <a:gd name="connsiteX4" fmla="*/ 2247 w 335622"/>
                    <a:gd name="connsiteY4" fmla="*/ 311563 h 1336071"/>
                    <a:gd name="connsiteX5" fmla="*/ 38537 w 335622"/>
                    <a:gd name="connsiteY5" fmla="*/ 0 h 1336071"/>
                    <a:gd name="connsiteX6" fmla="*/ 335622 w 335622"/>
                    <a:gd name="connsiteY6" fmla="*/ 857 h 13360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35622" h="1336071">
                      <a:moveTo>
                        <a:pt x="335622" y="857"/>
                      </a:moveTo>
                      <a:lnTo>
                        <a:pt x="222751" y="472250"/>
                      </a:lnTo>
                      <a:lnTo>
                        <a:pt x="84543" y="1336072"/>
                      </a:lnTo>
                      <a:lnTo>
                        <a:pt x="14820" y="1332167"/>
                      </a:lnTo>
                      <a:cubicBezTo>
                        <a:pt x="14820" y="1332167"/>
                        <a:pt x="-6897" y="459105"/>
                        <a:pt x="2247" y="311563"/>
                      </a:cubicBezTo>
                      <a:cubicBezTo>
                        <a:pt x="11391" y="164021"/>
                        <a:pt x="38537" y="0"/>
                        <a:pt x="38537" y="0"/>
                      </a:cubicBezTo>
                      <a:lnTo>
                        <a:pt x="335622" y="857"/>
                      </a:lnTo>
                      <a:close/>
                    </a:path>
                  </a:pathLst>
                </a:custGeom>
                <a:solidFill>
                  <a:srgbClr val="273977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53" name="任意多边形: 形状 52" descr="7adcfc8a-c10f-45ae-9cd4-0d9ee9a3ba49"/>
                <p:cNvSpPr/>
                <p:nvPr/>
              </p:nvSpPr>
              <p:spPr>
                <a:xfrm>
                  <a:off x="5018817" y="5676613"/>
                  <a:ext cx="60864" cy="49819"/>
                </a:xfrm>
                <a:custGeom>
                  <a:avLst/>
                  <a:gdLst>
                    <a:gd name="connsiteX0" fmla="*/ 54769 w 60864"/>
                    <a:gd name="connsiteY0" fmla="*/ 3620 h 49819"/>
                    <a:gd name="connsiteX1" fmla="*/ 53245 w 60864"/>
                    <a:gd name="connsiteY1" fmla="*/ 22575 h 49819"/>
                    <a:gd name="connsiteX2" fmla="*/ 60865 w 60864"/>
                    <a:gd name="connsiteY2" fmla="*/ 43053 h 49819"/>
                    <a:gd name="connsiteX3" fmla="*/ 27813 w 60864"/>
                    <a:gd name="connsiteY3" fmla="*/ 49816 h 49819"/>
                    <a:gd name="connsiteX4" fmla="*/ 190 w 60864"/>
                    <a:gd name="connsiteY4" fmla="*/ 43720 h 49819"/>
                    <a:gd name="connsiteX5" fmla="*/ 2381 w 60864"/>
                    <a:gd name="connsiteY5" fmla="*/ 28766 h 49819"/>
                    <a:gd name="connsiteX6" fmla="*/ 0 w 60864"/>
                    <a:gd name="connsiteY6" fmla="*/ 0 h 49819"/>
                    <a:gd name="connsiteX7" fmla="*/ 54769 w 60864"/>
                    <a:gd name="connsiteY7" fmla="*/ 3620 h 49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60864" h="49819">
                      <a:moveTo>
                        <a:pt x="54769" y="3620"/>
                      </a:moveTo>
                      <a:cubicBezTo>
                        <a:pt x="54769" y="3620"/>
                        <a:pt x="51911" y="14383"/>
                        <a:pt x="53245" y="22575"/>
                      </a:cubicBezTo>
                      <a:cubicBezTo>
                        <a:pt x="54578" y="30766"/>
                        <a:pt x="60865" y="43053"/>
                        <a:pt x="60865" y="43053"/>
                      </a:cubicBezTo>
                      <a:cubicBezTo>
                        <a:pt x="60865" y="43053"/>
                        <a:pt x="41053" y="50006"/>
                        <a:pt x="27813" y="49816"/>
                      </a:cubicBezTo>
                      <a:cubicBezTo>
                        <a:pt x="14668" y="49625"/>
                        <a:pt x="190" y="43720"/>
                        <a:pt x="190" y="43720"/>
                      </a:cubicBezTo>
                      <a:cubicBezTo>
                        <a:pt x="190" y="43720"/>
                        <a:pt x="1810" y="39244"/>
                        <a:pt x="2381" y="28766"/>
                      </a:cubicBezTo>
                      <a:cubicBezTo>
                        <a:pt x="2953" y="18288"/>
                        <a:pt x="0" y="0"/>
                        <a:pt x="0" y="0"/>
                      </a:cubicBezTo>
                      <a:lnTo>
                        <a:pt x="54769" y="3620"/>
                      </a:lnTo>
                      <a:close/>
                    </a:path>
                  </a:pathLst>
                </a:custGeom>
                <a:solidFill>
                  <a:srgbClr val="FFC1A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grpSp>
              <p:nvGrpSpPr>
                <p:cNvPr id="54" name="图形 2" descr="53c532da-d8d5-4bee-9607-d03840462b5c"/>
                <p:cNvGrpSpPr/>
                <p:nvPr/>
              </p:nvGrpSpPr>
              <p:grpSpPr>
                <a:xfrm>
                  <a:off x="4974145" y="5656039"/>
                  <a:ext cx="130955" cy="140714"/>
                  <a:chOff x="4974145" y="5656039"/>
                  <a:chExt cx="130955" cy="140714"/>
                </a:xfrm>
              </p:grpSpPr>
              <p:sp>
                <p:nvSpPr>
                  <p:cNvPr id="63" name="任意多边形: 形状 62" descr="3943e018-16aa-4e4b-b740-530aadf9276f"/>
                  <p:cNvSpPr/>
                  <p:nvPr/>
                </p:nvSpPr>
                <p:spPr>
                  <a:xfrm>
                    <a:off x="4974240" y="5656039"/>
                    <a:ext cx="130302" cy="125618"/>
                  </a:xfrm>
                  <a:custGeom>
                    <a:avLst/>
                    <a:gdLst>
                      <a:gd name="connsiteX0" fmla="*/ 102394 w 130302"/>
                      <a:gd name="connsiteY0" fmla="*/ 5049 h 125618"/>
                      <a:gd name="connsiteX1" fmla="*/ 130302 w 130302"/>
                      <a:gd name="connsiteY1" fmla="*/ 121730 h 125618"/>
                      <a:gd name="connsiteX2" fmla="*/ 71057 w 130302"/>
                      <a:gd name="connsiteY2" fmla="*/ 125444 h 125618"/>
                      <a:gd name="connsiteX3" fmla="*/ 0 w 130302"/>
                      <a:gd name="connsiteY3" fmla="*/ 117253 h 125618"/>
                      <a:gd name="connsiteX4" fmla="*/ 49340 w 130302"/>
                      <a:gd name="connsiteY4" fmla="*/ 0 h 125618"/>
                      <a:gd name="connsiteX5" fmla="*/ 74771 w 130302"/>
                      <a:gd name="connsiteY5" fmla="*/ 9144 h 125618"/>
                      <a:gd name="connsiteX6" fmla="*/ 102394 w 130302"/>
                      <a:gd name="connsiteY6" fmla="*/ 5049 h 1256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30302" h="125618">
                        <a:moveTo>
                          <a:pt x="102394" y="5049"/>
                        </a:moveTo>
                        <a:lnTo>
                          <a:pt x="130302" y="121730"/>
                        </a:lnTo>
                        <a:cubicBezTo>
                          <a:pt x="130302" y="121730"/>
                          <a:pt x="103632" y="126587"/>
                          <a:pt x="71057" y="125444"/>
                        </a:cubicBezTo>
                        <a:cubicBezTo>
                          <a:pt x="38481" y="124301"/>
                          <a:pt x="0" y="117253"/>
                          <a:pt x="0" y="117253"/>
                        </a:cubicBezTo>
                        <a:lnTo>
                          <a:pt x="49340" y="0"/>
                        </a:lnTo>
                        <a:cubicBezTo>
                          <a:pt x="49340" y="0"/>
                          <a:pt x="61817" y="8954"/>
                          <a:pt x="74771" y="9144"/>
                        </a:cubicBezTo>
                        <a:cubicBezTo>
                          <a:pt x="91631" y="9430"/>
                          <a:pt x="102394" y="5049"/>
                          <a:pt x="102394" y="5049"/>
                        </a:cubicBezTo>
                        <a:close/>
                      </a:path>
                    </a:pathLst>
                  </a:custGeom>
                  <a:solidFill>
                    <a:srgbClr val="20202E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  <p:sp>
                <p:nvSpPr>
                  <p:cNvPr id="64" name="任意多边形: 形状 63" descr="ee3d9567-76d0-4717-9469-476155250ae3"/>
                  <p:cNvSpPr/>
                  <p:nvPr/>
                </p:nvSpPr>
                <p:spPr>
                  <a:xfrm>
                    <a:off x="4974145" y="5773007"/>
                    <a:ext cx="130955" cy="23747"/>
                  </a:xfrm>
                  <a:custGeom>
                    <a:avLst/>
                    <a:gdLst>
                      <a:gd name="connsiteX0" fmla="*/ 130016 w 130955"/>
                      <a:gd name="connsiteY0" fmla="*/ 4953 h 23747"/>
                      <a:gd name="connsiteX1" fmla="*/ 130778 w 130955"/>
                      <a:gd name="connsiteY1" fmla="*/ 12192 h 23747"/>
                      <a:gd name="connsiteX2" fmla="*/ 127349 w 130955"/>
                      <a:gd name="connsiteY2" fmla="*/ 17716 h 23747"/>
                      <a:gd name="connsiteX3" fmla="*/ 70199 w 130955"/>
                      <a:gd name="connsiteY3" fmla="*/ 23622 h 23747"/>
                      <a:gd name="connsiteX4" fmla="*/ 5715 w 130955"/>
                      <a:gd name="connsiteY4" fmla="*/ 15811 h 23747"/>
                      <a:gd name="connsiteX5" fmla="*/ 1524 w 130955"/>
                      <a:gd name="connsiteY5" fmla="*/ 7905 h 23747"/>
                      <a:gd name="connsiteX6" fmla="*/ 0 w 130955"/>
                      <a:gd name="connsiteY6" fmla="*/ 0 h 23747"/>
                      <a:gd name="connsiteX7" fmla="*/ 70866 w 130955"/>
                      <a:gd name="connsiteY7" fmla="*/ 7905 h 23747"/>
                      <a:gd name="connsiteX8" fmla="*/ 130016 w 130955"/>
                      <a:gd name="connsiteY8" fmla="*/ 4953 h 237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30955" h="23747">
                        <a:moveTo>
                          <a:pt x="130016" y="4953"/>
                        </a:moveTo>
                        <a:cubicBezTo>
                          <a:pt x="130016" y="4953"/>
                          <a:pt x="131445" y="8954"/>
                          <a:pt x="130778" y="12192"/>
                        </a:cubicBezTo>
                        <a:cubicBezTo>
                          <a:pt x="130112" y="15335"/>
                          <a:pt x="127349" y="17716"/>
                          <a:pt x="127349" y="17716"/>
                        </a:cubicBezTo>
                        <a:cubicBezTo>
                          <a:pt x="127349" y="17716"/>
                          <a:pt x="102775" y="24765"/>
                          <a:pt x="70199" y="23622"/>
                        </a:cubicBezTo>
                        <a:cubicBezTo>
                          <a:pt x="37624" y="22479"/>
                          <a:pt x="5715" y="15811"/>
                          <a:pt x="5715" y="15811"/>
                        </a:cubicBezTo>
                        <a:cubicBezTo>
                          <a:pt x="5715" y="15811"/>
                          <a:pt x="2953" y="11811"/>
                          <a:pt x="1524" y="7905"/>
                        </a:cubicBezTo>
                        <a:cubicBezTo>
                          <a:pt x="95" y="4000"/>
                          <a:pt x="0" y="0"/>
                          <a:pt x="0" y="0"/>
                        </a:cubicBezTo>
                        <a:cubicBezTo>
                          <a:pt x="0" y="0"/>
                          <a:pt x="38386" y="6667"/>
                          <a:pt x="70866" y="7905"/>
                        </a:cubicBezTo>
                        <a:cubicBezTo>
                          <a:pt x="103442" y="9144"/>
                          <a:pt x="130016" y="4953"/>
                          <a:pt x="130016" y="4953"/>
                        </a:cubicBezTo>
                        <a:close/>
                      </a:path>
                    </a:pathLst>
                  </a:custGeom>
                  <a:solidFill>
                    <a:srgbClr val="3E41CA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</p:grpSp>
            <p:grpSp>
              <p:nvGrpSpPr>
                <p:cNvPr id="55" name="图形 2" descr="42332704-9289-46f6-a3c7-0dd46b77ce19"/>
                <p:cNvGrpSpPr/>
                <p:nvPr/>
              </p:nvGrpSpPr>
              <p:grpSpPr>
                <a:xfrm>
                  <a:off x="5115305" y="3325246"/>
                  <a:ext cx="221282" cy="343117"/>
                  <a:chOff x="5115305" y="3325246"/>
                  <a:chExt cx="221282" cy="343117"/>
                </a:xfrm>
              </p:grpSpPr>
              <p:sp>
                <p:nvSpPr>
                  <p:cNvPr id="60" name="任意多边形: 形状 59" descr="eb8a2095-2ed9-4803-a2e3-7e94127b9610"/>
                  <p:cNvSpPr/>
                  <p:nvPr/>
                </p:nvSpPr>
                <p:spPr>
                  <a:xfrm>
                    <a:off x="5178062" y="3492245"/>
                    <a:ext cx="92309" cy="176118"/>
                  </a:xfrm>
                  <a:custGeom>
                    <a:avLst/>
                    <a:gdLst>
                      <a:gd name="connsiteX0" fmla="*/ 4013 w 92309"/>
                      <a:gd name="connsiteY0" fmla="*/ 83153 h 176118"/>
                      <a:gd name="connsiteX1" fmla="*/ 13 w 92309"/>
                      <a:gd name="connsiteY1" fmla="*/ 140113 h 176118"/>
                      <a:gd name="connsiteX2" fmla="*/ 41065 w 92309"/>
                      <a:gd name="connsiteY2" fmla="*/ 176117 h 176118"/>
                      <a:gd name="connsiteX3" fmla="*/ 92310 w 92309"/>
                      <a:gd name="connsiteY3" fmla="*/ 141446 h 176118"/>
                      <a:gd name="connsiteX4" fmla="*/ 82594 w 92309"/>
                      <a:gd name="connsiteY4" fmla="*/ 0 h 176118"/>
                      <a:gd name="connsiteX5" fmla="*/ 45733 w 92309"/>
                      <a:gd name="connsiteY5" fmla="*/ 58198 h 176118"/>
                      <a:gd name="connsiteX6" fmla="*/ 4013 w 92309"/>
                      <a:gd name="connsiteY6" fmla="*/ 83153 h 1761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92309" h="176118">
                        <a:moveTo>
                          <a:pt x="4013" y="83153"/>
                        </a:moveTo>
                        <a:lnTo>
                          <a:pt x="13" y="140113"/>
                        </a:lnTo>
                        <a:cubicBezTo>
                          <a:pt x="13" y="140113"/>
                          <a:pt x="-1892" y="176403"/>
                          <a:pt x="41065" y="176117"/>
                        </a:cubicBezTo>
                        <a:cubicBezTo>
                          <a:pt x="84404" y="175736"/>
                          <a:pt x="92310" y="141446"/>
                          <a:pt x="92310" y="141446"/>
                        </a:cubicBezTo>
                        <a:lnTo>
                          <a:pt x="82594" y="0"/>
                        </a:lnTo>
                        <a:cubicBezTo>
                          <a:pt x="82594" y="0"/>
                          <a:pt x="67259" y="38386"/>
                          <a:pt x="45733" y="58198"/>
                        </a:cubicBezTo>
                        <a:cubicBezTo>
                          <a:pt x="24206" y="78009"/>
                          <a:pt x="4013" y="83153"/>
                          <a:pt x="4013" y="83153"/>
                        </a:cubicBezTo>
                        <a:close/>
                      </a:path>
                    </a:pathLst>
                  </a:custGeom>
                  <a:solidFill>
                    <a:srgbClr val="FFA685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  <p:sp>
                <p:nvSpPr>
                  <p:cNvPr id="61" name="任意多边形: 形状 60" descr="b8c517ae-c810-46ae-912a-efcec1c02065"/>
                  <p:cNvSpPr/>
                  <p:nvPr/>
                </p:nvSpPr>
                <p:spPr>
                  <a:xfrm>
                    <a:off x="5117642" y="3325246"/>
                    <a:ext cx="218945" cy="226238"/>
                  </a:xfrm>
                  <a:custGeom>
                    <a:avLst/>
                    <a:gdLst>
                      <a:gd name="connsiteX0" fmla="*/ 37382 w 218945"/>
                      <a:gd name="connsiteY0" fmla="*/ 212909 h 226238"/>
                      <a:gd name="connsiteX1" fmla="*/ 8902 w 218945"/>
                      <a:gd name="connsiteY1" fmla="*/ 134423 h 226238"/>
                      <a:gd name="connsiteX2" fmla="*/ 19856 w 218945"/>
                      <a:gd name="connsiteY2" fmla="*/ 52508 h 226238"/>
                      <a:gd name="connsiteX3" fmla="*/ 43002 w 218945"/>
                      <a:gd name="connsiteY3" fmla="*/ 32411 h 226238"/>
                      <a:gd name="connsiteX4" fmla="*/ 131489 w 218945"/>
                      <a:gd name="connsiteY4" fmla="*/ 3740 h 226238"/>
                      <a:gd name="connsiteX5" fmla="*/ 173494 w 218945"/>
                      <a:gd name="connsiteY5" fmla="*/ 26219 h 226238"/>
                      <a:gd name="connsiteX6" fmla="*/ 206070 w 218945"/>
                      <a:gd name="connsiteY6" fmla="*/ 112802 h 226238"/>
                      <a:gd name="connsiteX7" fmla="*/ 177400 w 218945"/>
                      <a:gd name="connsiteY7" fmla="*/ 216053 h 226238"/>
                      <a:gd name="connsiteX8" fmla="*/ 37382 w 218945"/>
                      <a:gd name="connsiteY8" fmla="*/ 212909 h 2262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218945" h="226238">
                        <a:moveTo>
                          <a:pt x="37382" y="212909"/>
                        </a:moveTo>
                        <a:cubicBezTo>
                          <a:pt x="25190" y="193383"/>
                          <a:pt x="12046" y="145948"/>
                          <a:pt x="8902" y="134423"/>
                        </a:cubicBezTo>
                        <a:cubicBezTo>
                          <a:pt x="-718" y="98800"/>
                          <a:pt x="-8814" y="68510"/>
                          <a:pt x="19856" y="52508"/>
                        </a:cubicBezTo>
                        <a:cubicBezTo>
                          <a:pt x="33381" y="44983"/>
                          <a:pt x="38430" y="37078"/>
                          <a:pt x="43002" y="32411"/>
                        </a:cubicBezTo>
                        <a:cubicBezTo>
                          <a:pt x="68910" y="6026"/>
                          <a:pt x="101485" y="-6928"/>
                          <a:pt x="131489" y="3740"/>
                        </a:cubicBezTo>
                        <a:cubicBezTo>
                          <a:pt x="161493" y="14408"/>
                          <a:pt x="140062" y="18790"/>
                          <a:pt x="173494" y="26219"/>
                        </a:cubicBezTo>
                        <a:cubicBezTo>
                          <a:pt x="238455" y="40602"/>
                          <a:pt x="218357" y="84322"/>
                          <a:pt x="206070" y="112802"/>
                        </a:cubicBezTo>
                        <a:cubicBezTo>
                          <a:pt x="192639" y="144044"/>
                          <a:pt x="191116" y="192049"/>
                          <a:pt x="177400" y="216053"/>
                        </a:cubicBezTo>
                        <a:cubicBezTo>
                          <a:pt x="170732" y="227863"/>
                          <a:pt x="49574" y="232436"/>
                          <a:pt x="37382" y="212909"/>
                        </a:cubicBezTo>
                        <a:close/>
                      </a:path>
                    </a:pathLst>
                  </a:custGeom>
                  <a:solidFill>
                    <a:srgbClr val="292B4A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  <p:sp>
                <p:nvSpPr>
                  <p:cNvPr id="62" name="任意多边形: 形状 61" descr="f2eb3b20-9bf0-4faa-b119-d0b82581d468"/>
                  <p:cNvSpPr/>
                  <p:nvPr/>
                </p:nvSpPr>
                <p:spPr>
                  <a:xfrm>
                    <a:off x="5115305" y="3403607"/>
                    <a:ext cx="220027" cy="203742"/>
                  </a:xfrm>
                  <a:custGeom>
                    <a:avLst/>
                    <a:gdLst>
                      <a:gd name="connsiteX0" fmla="*/ 26099 w 220027"/>
                      <a:gd name="connsiteY0" fmla="*/ 66445 h 203742"/>
                      <a:gd name="connsiteX1" fmla="*/ 23051 w 220027"/>
                      <a:gd name="connsiteY1" fmla="*/ 65111 h 203742"/>
                      <a:gd name="connsiteX2" fmla="*/ 0 w 220027"/>
                      <a:gd name="connsiteY2" fmla="*/ 89019 h 203742"/>
                      <a:gd name="connsiteX3" fmla="*/ 25146 w 220027"/>
                      <a:gd name="connsiteY3" fmla="*/ 115975 h 203742"/>
                      <a:gd name="connsiteX4" fmla="*/ 109347 w 220027"/>
                      <a:gd name="connsiteY4" fmla="*/ 203700 h 203742"/>
                      <a:gd name="connsiteX5" fmla="*/ 111824 w 220027"/>
                      <a:gd name="connsiteY5" fmla="*/ 203700 h 203742"/>
                      <a:gd name="connsiteX6" fmla="*/ 194882 w 220027"/>
                      <a:gd name="connsiteY6" fmla="*/ 117213 h 203742"/>
                      <a:gd name="connsiteX7" fmla="*/ 220028 w 220027"/>
                      <a:gd name="connsiteY7" fmla="*/ 90257 h 203742"/>
                      <a:gd name="connsiteX8" fmla="*/ 196977 w 220027"/>
                      <a:gd name="connsiteY8" fmla="*/ 66349 h 203742"/>
                      <a:gd name="connsiteX9" fmla="*/ 193929 w 220027"/>
                      <a:gd name="connsiteY9" fmla="*/ 67207 h 203742"/>
                      <a:gd name="connsiteX10" fmla="*/ 156591 w 220027"/>
                      <a:gd name="connsiteY10" fmla="*/ 11104 h 203742"/>
                      <a:gd name="connsiteX11" fmla="*/ 56483 w 220027"/>
                      <a:gd name="connsiteY11" fmla="*/ 22249 h 203742"/>
                      <a:gd name="connsiteX12" fmla="*/ 26099 w 220027"/>
                      <a:gd name="connsiteY12" fmla="*/ 66445 h 2037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220027" h="203742">
                        <a:moveTo>
                          <a:pt x="26099" y="66445"/>
                        </a:moveTo>
                        <a:cubicBezTo>
                          <a:pt x="24956" y="66349"/>
                          <a:pt x="24194" y="65111"/>
                          <a:pt x="23051" y="65111"/>
                        </a:cubicBezTo>
                        <a:cubicBezTo>
                          <a:pt x="8668" y="65111"/>
                          <a:pt x="0" y="74731"/>
                          <a:pt x="0" y="89019"/>
                        </a:cubicBezTo>
                        <a:cubicBezTo>
                          <a:pt x="0" y="118642"/>
                          <a:pt x="24384" y="115975"/>
                          <a:pt x="25146" y="115975"/>
                        </a:cubicBezTo>
                        <a:cubicBezTo>
                          <a:pt x="33719" y="164838"/>
                          <a:pt x="67437" y="203700"/>
                          <a:pt x="109347" y="203700"/>
                        </a:cubicBezTo>
                        <a:cubicBezTo>
                          <a:pt x="109347" y="203700"/>
                          <a:pt x="110681" y="203795"/>
                          <a:pt x="111824" y="203700"/>
                        </a:cubicBezTo>
                        <a:cubicBezTo>
                          <a:pt x="152305" y="201795"/>
                          <a:pt x="186595" y="164743"/>
                          <a:pt x="194882" y="117213"/>
                        </a:cubicBezTo>
                        <a:cubicBezTo>
                          <a:pt x="195644" y="117308"/>
                          <a:pt x="220028" y="119880"/>
                          <a:pt x="220028" y="90257"/>
                        </a:cubicBezTo>
                        <a:cubicBezTo>
                          <a:pt x="220028" y="75970"/>
                          <a:pt x="211455" y="66349"/>
                          <a:pt x="196977" y="66349"/>
                        </a:cubicBezTo>
                        <a:cubicBezTo>
                          <a:pt x="195834" y="66349"/>
                          <a:pt x="194977" y="67111"/>
                          <a:pt x="193929" y="67207"/>
                        </a:cubicBezTo>
                        <a:cubicBezTo>
                          <a:pt x="184118" y="21105"/>
                          <a:pt x="181261" y="-20614"/>
                          <a:pt x="156591" y="11104"/>
                        </a:cubicBezTo>
                        <a:cubicBezTo>
                          <a:pt x="138779" y="33964"/>
                          <a:pt x="88297" y="13104"/>
                          <a:pt x="56483" y="22249"/>
                        </a:cubicBezTo>
                        <a:cubicBezTo>
                          <a:pt x="37719" y="27868"/>
                          <a:pt x="31433" y="70350"/>
                          <a:pt x="26099" y="66445"/>
                        </a:cubicBezTo>
                        <a:close/>
                      </a:path>
                    </a:pathLst>
                  </a:custGeom>
                  <a:solidFill>
                    <a:srgbClr val="FFC1AA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</p:grpSp>
            <p:sp>
              <p:nvSpPr>
                <p:cNvPr id="56" name="任意多边形: 形状 55" descr="47c832bc-9f99-446f-8e63-12a6193bc368"/>
                <p:cNvSpPr/>
                <p:nvPr/>
              </p:nvSpPr>
              <p:spPr>
                <a:xfrm>
                  <a:off x="4817140" y="3615975"/>
                  <a:ext cx="815411" cy="747808"/>
                </a:xfrm>
                <a:custGeom>
                  <a:avLst/>
                  <a:gdLst>
                    <a:gd name="connsiteX0" fmla="*/ 358935 w 815411"/>
                    <a:gd name="connsiteY0" fmla="*/ 2572 h 747808"/>
                    <a:gd name="connsiteX1" fmla="*/ 345600 w 815411"/>
                    <a:gd name="connsiteY1" fmla="*/ 44958 h 747808"/>
                    <a:gd name="connsiteX2" fmla="*/ 237110 w 815411"/>
                    <a:gd name="connsiteY2" fmla="*/ 81820 h 747808"/>
                    <a:gd name="connsiteX3" fmla="*/ 106617 w 815411"/>
                    <a:gd name="connsiteY3" fmla="*/ 188214 h 747808"/>
                    <a:gd name="connsiteX4" fmla="*/ 74613 w 815411"/>
                    <a:gd name="connsiteY4" fmla="*/ 236029 h 747808"/>
                    <a:gd name="connsiteX5" fmla="*/ 223 w 815411"/>
                    <a:gd name="connsiteY5" fmla="*/ 420148 h 747808"/>
                    <a:gd name="connsiteX6" fmla="*/ 181770 w 815411"/>
                    <a:gd name="connsiteY6" fmla="*/ 747808 h 747808"/>
                    <a:gd name="connsiteX7" fmla="*/ 218631 w 815411"/>
                    <a:gd name="connsiteY7" fmla="*/ 701707 h 747808"/>
                    <a:gd name="connsiteX8" fmla="*/ 142050 w 815411"/>
                    <a:gd name="connsiteY8" fmla="*/ 434340 h 747808"/>
                    <a:gd name="connsiteX9" fmla="*/ 184627 w 815411"/>
                    <a:gd name="connsiteY9" fmla="*/ 389668 h 747808"/>
                    <a:gd name="connsiteX10" fmla="*/ 220060 w 815411"/>
                    <a:gd name="connsiteY10" fmla="*/ 710279 h 747808"/>
                    <a:gd name="connsiteX11" fmla="*/ 588868 w 815411"/>
                    <a:gd name="connsiteY11" fmla="*/ 712375 h 747808"/>
                    <a:gd name="connsiteX12" fmla="*/ 631445 w 815411"/>
                    <a:gd name="connsiteY12" fmla="*/ 386810 h 747808"/>
                    <a:gd name="connsiteX13" fmla="*/ 673260 w 815411"/>
                    <a:gd name="connsiteY13" fmla="*/ 430816 h 747808"/>
                    <a:gd name="connsiteX14" fmla="*/ 597345 w 815411"/>
                    <a:gd name="connsiteY14" fmla="*/ 698945 h 747808"/>
                    <a:gd name="connsiteX15" fmla="*/ 633540 w 815411"/>
                    <a:gd name="connsiteY15" fmla="*/ 744283 h 747808"/>
                    <a:gd name="connsiteX16" fmla="*/ 815182 w 815411"/>
                    <a:gd name="connsiteY16" fmla="*/ 416623 h 747808"/>
                    <a:gd name="connsiteX17" fmla="*/ 709455 w 815411"/>
                    <a:gd name="connsiteY17" fmla="*/ 185356 h 747808"/>
                    <a:gd name="connsiteX18" fmla="*/ 578962 w 815411"/>
                    <a:gd name="connsiteY18" fmla="*/ 78962 h 747808"/>
                    <a:gd name="connsiteX19" fmla="*/ 470472 w 815411"/>
                    <a:gd name="connsiteY19" fmla="*/ 42100 h 747808"/>
                    <a:gd name="connsiteX20" fmla="*/ 454375 w 815411"/>
                    <a:gd name="connsiteY20" fmla="*/ 0 h 747808"/>
                    <a:gd name="connsiteX21" fmla="*/ 358935 w 815411"/>
                    <a:gd name="connsiteY21" fmla="*/ 2572 h 747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5411" h="747808">
                      <a:moveTo>
                        <a:pt x="358935" y="2572"/>
                      </a:moveTo>
                      <a:lnTo>
                        <a:pt x="345600" y="44958"/>
                      </a:lnTo>
                      <a:cubicBezTo>
                        <a:pt x="345600" y="44958"/>
                        <a:pt x="299594" y="48768"/>
                        <a:pt x="237110" y="81820"/>
                      </a:cubicBezTo>
                      <a:cubicBezTo>
                        <a:pt x="225680" y="87916"/>
                        <a:pt x="146527" y="137731"/>
                        <a:pt x="106617" y="188214"/>
                      </a:cubicBezTo>
                      <a:cubicBezTo>
                        <a:pt x="98997" y="197739"/>
                        <a:pt x="87377" y="214979"/>
                        <a:pt x="74613" y="236029"/>
                      </a:cubicBezTo>
                      <a:cubicBezTo>
                        <a:pt x="39942" y="292989"/>
                        <a:pt x="-3492" y="378428"/>
                        <a:pt x="223" y="420148"/>
                      </a:cubicBezTo>
                      <a:cubicBezTo>
                        <a:pt x="9558" y="524256"/>
                        <a:pt x="161005" y="742379"/>
                        <a:pt x="181770" y="747808"/>
                      </a:cubicBezTo>
                      <a:cubicBezTo>
                        <a:pt x="182436" y="747998"/>
                        <a:pt x="218631" y="701707"/>
                        <a:pt x="218631" y="701707"/>
                      </a:cubicBezTo>
                      <a:cubicBezTo>
                        <a:pt x="218631" y="701707"/>
                        <a:pt x="141098" y="440341"/>
                        <a:pt x="142050" y="434340"/>
                      </a:cubicBezTo>
                      <a:cubicBezTo>
                        <a:pt x="142908" y="428720"/>
                        <a:pt x="173197" y="406432"/>
                        <a:pt x="184627" y="389668"/>
                      </a:cubicBezTo>
                      <a:cubicBezTo>
                        <a:pt x="185103" y="393668"/>
                        <a:pt x="220060" y="674275"/>
                        <a:pt x="220060" y="710279"/>
                      </a:cubicBezTo>
                      <a:cubicBezTo>
                        <a:pt x="220060" y="710470"/>
                        <a:pt x="588868" y="712375"/>
                        <a:pt x="588868" y="712375"/>
                      </a:cubicBezTo>
                      <a:cubicBezTo>
                        <a:pt x="588868" y="712375"/>
                        <a:pt x="630969" y="390620"/>
                        <a:pt x="631445" y="386810"/>
                      </a:cubicBezTo>
                      <a:cubicBezTo>
                        <a:pt x="642780" y="403574"/>
                        <a:pt x="672402" y="425196"/>
                        <a:pt x="673260" y="430816"/>
                      </a:cubicBezTo>
                      <a:cubicBezTo>
                        <a:pt x="674212" y="436816"/>
                        <a:pt x="597345" y="698945"/>
                        <a:pt x="597345" y="698945"/>
                      </a:cubicBezTo>
                      <a:cubicBezTo>
                        <a:pt x="597345" y="698945"/>
                        <a:pt x="632873" y="744474"/>
                        <a:pt x="633540" y="744283"/>
                      </a:cubicBezTo>
                      <a:cubicBezTo>
                        <a:pt x="654305" y="738854"/>
                        <a:pt x="805848" y="520732"/>
                        <a:pt x="815182" y="416623"/>
                      </a:cubicBezTo>
                      <a:cubicBezTo>
                        <a:pt x="820326" y="359473"/>
                        <a:pt x="737553" y="220885"/>
                        <a:pt x="709455" y="185356"/>
                      </a:cubicBezTo>
                      <a:cubicBezTo>
                        <a:pt x="669545" y="134874"/>
                        <a:pt x="590392" y="84963"/>
                        <a:pt x="578962" y="78962"/>
                      </a:cubicBezTo>
                      <a:cubicBezTo>
                        <a:pt x="516478" y="45911"/>
                        <a:pt x="470472" y="42100"/>
                        <a:pt x="470472" y="42100"/>
                      </a:cubicBezTo>
                      <a:lnTo>
                        <a:pt x="454375" y="0"/>
                      </a:lnTo>
                      <a:lnTo>
                        <a:pt x="358935" y="2572"/>
                      </a:lnTo>
                      <a:close/>
                    </a:path>
                  </a:pathLst>
                </a:custGeom>
                <a:solidFill>
                  <a:srgbClr val="292B4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57" name="任意多边形: 形状 56" descr="dfdb5a69-d63a-42db-9b6b-ec831ef4bcc7"/>
                <p:cNvSpPr/>
                <p:nvPr/>
              </p:nvSpPr>
              <p:spPr>
                <a:xfrm>
                  <a:off x="5340951" y="4318301"/>
                  <a:ext cx="107823" cy="86505"/>
                </a:xfrm>
                <a:custGeom>
                  <a:avLst/>
                  <a:gdLst>
                    <a:gd name="connsiteX0" fmla="*/ 79153 w 107823"/>
                    <a:gd name="connsiteY0" fmla="*/ 3571 h 86505"/>
                    <a:gd name="connsiteX1" fmla="*/ 12383 w 107823"/>
                    <a:gd name="connsiteY1" fmla="*/ 13287 h 86505"/>
                    <a:gd name="connsiteX2" fmla="*/ 31528 w 107823"/>
                    <a:gd name="connsiteY2" fmla="*/ 86439 h 86505"/>
                    <a:gd name="connsiteX3" fmla="*/ 107824 w 107823"/>
                    <a:gd name="connsiteY3" fmla="*/ 39861 h 86505"/>
                    <a:gd name="connsiteX4" fmla="*/ 79153 w 107823"/>
                    <a:gd name="connsiteY4" fmla="*/ 3571 h 865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823" h="86505">
                      <a:moveTo>
                        <a:pt x="79153" y="3571"/>
                      </a:moveTo>
                      <a:cubicBezTo>
                        <a:pt x="79153" y="3571"/>
                        <a:pt x="26766" y="-9097"/>
                        <a:pt x="12383" y="13287"/>
                      </a:cubicBezTo>
                      <a:cubicBezTo>
                        <a:pt x="-8191" y="45195"/>
                        <a:pt x="-4000" y="88439"/>
                        <a:pt x="31528" y="86439"/>
                      </a:cubicBezTo>
                      <a:cubicBezTo>
                        <a:pt x="66962" y="84438"/>
                        <a:pt x="94870" y="59388"/>
                        <a:pt x="107824" y="39861"/>
                      </a:cubicBezTo>
                      <a:cubicBezTo>
                        <a:pt x="107824" y="39671"/>
                        <a:pt x="79153" y="3571"/>
                        <a:pt x="79153" y="3571"/>
                      </a:cubicBezTo>
                      <a:close/>
                    </a:path>
                  </a:pathLst>
                </a:custGeom>
                <a:solidFill>
                  <a:srgbClr val="FFC1A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58" name="任意多边形: 形状 57" descr="95db51b4-9a51-4ba5-9053-de2fb19f6846"/>
                <p:cNvSpPr/>
                <p:nvPr/>
              </p:nvSpPr>
              <p:spPr>
                <a:xfrm>
                  <a:off x="5001005" y="4322302"/>
                  <a:ext cx="102024" cy="81869"/>
                </a:xfrm>
                <a:custGeom>
                  <a:avLst/>
                  <a:gdLst>
                    <a:gd name="connsiteX0" fmla="*/ 28670 w 102024"/>
                    <a:gd name="connsiteY0" fmla="*/ 3571 h 81869"/>
                    <a:gd name="connsiteX1" fmla="*/ 95441 w 102024"/>
                    <a:gd name="connsiteY1" fmla="*/ 13287 h 81869"/>
                    <a:gd name="connsiteX2" fmla="*/ 96393 w 102024"/>
                    <a:gd name="connsiteY2" fmla="*/ 68722 h 81869"/>
                    <a:gd name="connsiteX3" fmla="*/ 34671 w 102024"/>
                    <a:gd name="connsiteY3" fmla="*/ 78247 h 81869"/>
                    <a:gd name="connsiteX4" fmla="*/ 0 w 102024"/>
                    <a:gd name="connsiteY4" fmla="*/ 39861 h 81869"/>
                    <a:gd name="connsiteX5" fmla="*/ 28670 w 102024"/>
                    <a:gd name="connsiteY5" fmla="*/ 3571 h 818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2024" h="81869">
                      <a:moveTo>
                        <a:pt x="28670" y="3571"/>
                      </a:moveTo>
                      <a:cubicBezTo>
                        <a:pt x="28670" y="3571"/>
                        <a:pt x="81058" y="-9097"/>
                        <a:pt x="95441" y="13287"/>
                      </a:cubicBezTo>
                      <a:cubicBezTo>
                        <a:pt x="102680" y="24526"/>
                        <a:pt x="105251" y="58150"/>
                        <a:pt x="96393" y="68722"/>
                      </a:cubicBezTo>
                      <a:cubicBezTo>
                        <a:pt x="80010" y="88153"/>
                        <a:pt x="40958" y="81105"/>
                        <a:pt x="34671" y="78247"/>
                      </a:cubicBezTo>
                      <a:cubicBezTo>
                        <a:pt x="11144" y="67675"/>
                        <a:pt x="13049" y="59293"/>
                        <a:pt x="0" y="39861"/>
                      </a:cubicBezTo>
                      <a:cubicBezTo>
                        <a:pt x="0" y="39766"/>
                        <a:pt x="28670" y="3571"/>
                        <a:pt x="28670" y="3571"/>
                      </a:cubicBezTo>
                      <a:close/>
                    </a:path>
                  </a:pathLst>
                </a:custGeom>
                <a:solidFill>
                  <a:srgbClr val="FFC1A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59" name="任意多边形: 形状 58" descr="e65bc767-eb5d-4e46-be5d-f297f2324bdf"/>
                <p:cNvSpPr/>
                <p:nvPr/>
              </p:nvSpPr>
              <p:spPr>
                <a:xfrm>
                  <a:off x="5139213" y="3518248"/>
                  <a:ext cx="171735" cy="90297"/>
                </a:xfrm>
                <a:custGeom>
                  <a:avLst/>
                  <a:gdLst>
                    <a:gd name="connsiteX0" fmla="*/ 0 w 171735"/>
                    <a:gd name="connsiteY0" fmla="*/ 0 h 90297"/>
                    <a:gd name="connsiteX1" fmla="*/ 18955 w 171735"/>
                    <a:gd name="connsiteY1" fmla="*/ 1905 h 90297"/>
                    <a:gd name="connsiteX2" fmla="*/ 46482 w 171735"/>
                    <a:gd name="connsiteY2" fmla="*/ 39910 h 90297"/>
                    <a:gd name="connsiteX3" fmla="*/ 62675 w 171735"/>
                    <a:gd name="connsiteY3" fmla="*/ 31528 h 90297"/>
                    <a:gd name="connsiteX4" fmla="*/ 104489 w 171735"/>
                    <a:gd name="connsiteY4" fmla="*/ 31718 h 90297"/>
                    <a:gd name="connsiteX5" fmla="*/ 121729 w 171735"/>
                    <a:gd name="connsiteY5" fmla="*/ 42386 h 90297"/>
                    <a:gd name="connsiteX6" fmla="*/ 155734 w 171735"/>
                    <a:gd name="connsiteY6" fmla="*/ 762 h 90297"/>
                    <a:gd name="connsiteX7" fmla="*/ 171736 w 171735"/>
                    <a:gd name="connsiteY7" fmla="*/ 2858 h 90297"/>
                    <a:gd name="connsiteX8" fmla="*/ 135826 w 171735"/>
                    <a:gd name="connsiteY8" fmla="*/ 76581 h 90297"/>
                    <a:gd name="connsiteX9" fmla="*/ 30766 w 171735"/>
                    <a:gd name="connsiteY9" fmla="*/ 73723 h 90297"/>
                    <a:gd name="connsiteX10" fmla="*/ 0 w 171735"/>
                    <a:gd name="connsiteY10" fmla="*/ 0 h 902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71735" h="90297">
                      <a:moveTo>
                        <a:pt x="0" y="0"/>
                      </a:moveTo>
                      <a:lnTo>
                        <a:pt x="18955" y="1905"/>
                      </a:lnTo>
                      <a:lnTo>
                        <a:pt x="46482" y="39910"/>
                      </a:lnTo>
                      <a:cubicBezTo>
                        <a:pt x="46482" y="39910"/>
                        <a:pt x="49435" y="36290"/>
                        <a:pt x="62675" y="31528"/>
                      </a:cubicBezTo>
                      <a:cubicBezTo>
                        <a:pt x="75914" y="26765"/>
                        <a:pt x="91440" y="27242"/>
                        <a:pt x="104489" y="31718"/>
                      </a:cubicBezTo>
                      <a:cubicBezTo>
                        <a:pt x="117443" y="36195"/>
                        <a:pt x="121729" y="42386"/>
                        <a:pt x="121729" y="42386"/>
                      </a:cubicBezTo>
                      <a:lnTo>
                        <a:pt x="155734" y="762"/>
                      </a:lnTo>
                      <a:lnTo>
                        <a:pt x="171736" y="2858"/>
                      </a:lnTo>
                      <a:cubicBezTo>
                        <a:pt x="171736" y="2858"/>
                        <a:pt x="168592" y="54673"/>
                        <a:pt x="135826" y="76581"/>
                      </a:cubicBezTo>
                      <a:cubicBezTo>
                        <a:pt x="110014" y="93726"/>
                        <a:pt x="57626" y="96964"/>
                        <a:pt x="30766" y="73723"/>
                      </a:cubicBezTo>
                      <a:cubicBezTo>
                        <a:pt x="3905" y="50483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292B4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</p:grpSp>
          <p:grpSp>
            <p:nvGrpSpPr>
              <p:cNvPr id="19" name="图形 2" descr="6504135a-db02-40ec-8566-99556d922387"/>
              <p:cNvGrpSpPr/>
              <p:nvPr/>
            </p:nvGrpSpPr>
            <p:grpSpPr>
              <a:xfrm>
                <a:off x="6751897" y="3330351"/>
                <a:ext cx="586882" cy="2617189"/>
                <a:chOff x="6751897" y="3330351"/>
                <a:chExt cx="586882" cy="2617189"/>
              </a:xfrm>
            </p:grpSpPr>
            <p:sp>
              <p:nvSpPr>
                <p:cNvPr id="38" name="任意多边形: 形状 37" descr="74f6c3d5-f8c6-494d-ad91-49315c83e8d4"/>
                <p:cNvSpPr/>
                <p:nvPr/>
              </p:nvSpPr>
              <p:spPr>
                <a:xfrm>
                  <a:off x="6867256" y="4469976"/>
                  <a:ext cx="402215" cy="1368744"/>
                </a:xfrm>
                <a:custGeom>
                  <a:avLst/>
                  <a:gdLst>
                    <a:gd name="connsiteX0" fmla="*/ 22938 w 402215"/>
                    <a:gd name="connsiteY0" fmla="*/ 231468 h 1368744"/>
                    <a:gd name="connsiteX1" fmla="*/ 20080 w 402215"/>
                    <a:gd name="connsiteY1" fmla="*/ 667904 h 1368744"/>
                    <a:gd name="connsiteX2" fmla="*/ 8936 w 402215"/>
                    <a:gd name="connsiteY2" fmla="*/ 1278742 h 1368744"/>
                    <a:gd name="connsiteX3" fmla="*/ 268 w 402215"/>
                    <a:gd name="connsiteY3" fmla="*/ 1332272 h 1368744"/>
                    <a:gd name="connsiteX4" fmla="*/ 39035 w 402215"/>
                    <a:gd name="connsiteY4" fmla="*/ 1338178 h 1368744"/>
                    <a:gd name="connsiteX5" fmla="*/ 54466 w 402215"/>
                    <a:gd name="connsiteY5" fmla="*/ 1315318 h 1368744"/>
                    <a:gd name="connsiteX6" fmla="*/ 129142 w 402215"/>
                    <a:gd name="connsiteY6" fmla="*/ 967751 h 1368744"/>
                    <a:gd name="connsiteX7" fmla="*/ 196007 w 402215"/>
                    <a:gd name="connsiteY7" fmla="*/ 367580 h 1368744"/>
                    <a:gd name="connsiteX8" fmla="*/ 353551 w 402215"/>
                    <a:gd name="connsiteY8" fmla="*/ 1332844 h 1368744"/>
                    <a:gd name="connsiteX9" fmla="*/ 375458 w 402215"/>
                    <a:gd name="connsiteY9" fmla="*/ 1367801 h 1368744"/>
                    <a:gd name="connsiteX10" fmla="*/ 401842 w 402215"/>
                    <a:gd name="connsiteY10" fmla="*/ 1346846 h 1368744"/>
                    <a:gd name="connsiteX11" fmla="*/ 391365 w 402215"/>
                    <a:gd name="connsiteY11" fmla="*/ 688478 h 1368744"/>
                    <a:gd name="connsiteX12" fmla="*/ 399175 w 402215"/>
                    <a:gd name="connsiteY12" fmla="*/ 228515 h 1368744"/>
                    <a:gd name="connsiteX13" fmla="*/ 213247 w 402215"/>
                    <a:gd name="connsiteY13" fmla="*/ 11 h 1368744"/>
                    <a:gd name="connsiteX14" fmla="*/ 22938 w 402215"/>
                    <a:gd name="connsiteY14" fmla="*/ 231468 h 13687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402215" h="1368744">
                      <a:moveTo>
                        <a:pt x="22938" y="231468"/>
                      </a:moveTo>
                      <a:lnTo>
                        <a:pt x="20080" y="667904"/>
                      </a:lnTo>
                      <a:cubicBezTo>
                        <a:pt x="20080" y="667904"/>
                        <a:pt x="9698" y="1242261"/>
                        <a:pt x="8936" y="1278742"/>
                      </a:cubicBezTo>
                      <a:cubicBezTo>
                        <a:pt x="8079" y="1322652"/>
                        <a:pt x="-1732" y="1335415"/>
                        <a:pt x="268" y="1332272"/>
                      </a:cubicBezTo>
                      <a:cubicBezTo>
                        <a:pt x="1221" y="1330748"/>
                        <a:pt x="-684" y="1346560"/>
                        <a:pt x="39035" y="1338178"/>
                      </a:cubicBezTo>
                      <a:cubicBezTo>
                        <a:pt x="48084" y="1336273"/>
                        <a:pt x="53894" y="1319414"/>
                        <a:pt x="54466" y="1315318"/>
                      </a:cubicBezTo>
                      <a:cubicBezTo>
                        <a:pt x="57228" y="1291601"/>
                        <a:pt x="103043" y="1142058"/>
                        <a:pt x="129142" y="967751"/>
                      </a:cubicBezTo>
                      <a:cubicBezTo>
                        <a:pt x="169718" y="696860"/>
                        <a:pt x="196007" y="367580"/>
                        <a:pt x="196007" y="367580"/>
                      </a:cubicBezTo>
                      <a:lnTo>
                        <a:pt x="353551" y="1332844"/>
                      </a:lnTo>
                      <a:cubicBezTo>
                        <a:pt x="353551" y="1332844"/>
                        <a:pt x="368314" y="1365133"/>
                        <a:pt x="375458" y="1367801"/>
                      </a:cubicBezTo>
                      <a:cubicBezTo>
                        <a:pt x="390698" y="1373515"/>
                        <a:pt x="404700" y="1351608"/>
                        <a:pt x="401842" y="1346846"/>
                      </a:cubicBezTo>
                      <a:cubicBezTo>
                        <a:pt x="394984" y="1335415"/>
                        <a:pt x="391365" y="688478"/>
                        <a:pt x="391365" y="688478"/>
                      </a:cubicBezTo>
                      <a:lnTo>
                        <a:pt x="399175" y="228515"/>
                      </a:lnTo>
                      <a:cubicBezTo>
                        <a:pt x="399175" y="228515"/>
                        <a:pt x="395937" y="-1799"/>
                        <a:pt x="213247" y="11"/>
                      </a:cubicBezTo>
                      <a:cubicBezTo>
                        <a:pt x="22081" y="1915"/>
                        <a:pt x="22938" y="231468"/>
                        <a:pt x="22938" y="231468"/>
                      </a:cubicBezTo>
                      <a:close/>
                    </a:path>
                  </a:pathLst>
                </a:custGeom>
                <a:solidFill>
                  <a:srgbClr val="FEB1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39" name="任意多边形: 形状 38" descr="8c821ddd-3b83-4337-849c-5f083749e75e"/>
                <p:cNvSpPr/>
                <p:nvPr/>
              </p:nvSpPr>
              <p:spPr>
                <a:xfrm>
                  <a:off x="7220139" y="5786246"/>
                  <a:ext cx="84675" cy="161295"/>
                </a:xfrm>
                <a:custGeom>
                  <a:avLst/>
                  <a:gdLst>
                    <a:gd name="connsiteX0" fmla="*/ 45911 w 84675"/>
                    <a:gd name="connsiteY0" fmla="*/ 0 h 161295"/>
                    <a:gd name="connsiteX1" fmla="*/ 84582 w 84675"/>
                    <a:gd name="connsiteY1" fmla="*/ 106871 h 161295"/>
                    <a:gd name="connsiteX2" fmla="*/ 59817 w 84675"/>
                    <a:gd name="connsiteY2" fmla="*/ 161068 h 161295"/>
                    <a:gd name="connsiteX3" fmla="*/ 11811 w 84675"/>
                    <a:gd name="connsiteY3" fmla="*/ 122587 h 161295"/>
                    <a:gd name="connsiteX4" fmla="*/ 0 w 84675"/>
                    <a:gd name="connsiteY4" fmla="*/ 11526 h 161295"/>
                    <a:gd name="connsiteX5" fmla="*/ 32099 w 84675"/>
                    <a:gd name="connsiteY5" fmla="*/ 37624 h 161295"/>
                    <a:gd name="connsiteX6" fmla="*/ 45911 w 84675"/>
                    <a:gd name="connsiteY6" fmla="*/ 0 h 1612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4675" h="161295">
                      <a:moveTo>
                        <a:pt x="45911" y="0"/>
                      </a:moveTo>
                      <a:cubicBezTo>
                        <a:pt x="61436" y="34767"/>
                        <a:pt x="86392" y="66961"/>
                        <a:pt x="84582" y="106871"/>
                      </a:cubicBezTo>
                      <a:cubicBezTo>
                        <a:pt x="83534" y="129159"/>
                        <a:pt x="75914" y="157067"/>
                        <a:pt x="59817" y="161068"/>
                      </a:cubicBezTo>
                      <a:cubicBezTo>
                        <a:pt x="48006" y="164021"/>
                        <a:pt x="18764" y="137446"/>
                        <a:pt x="11811" y="122587"/>
                      </a:cubicBezTo>
                      <a:cubicBezTo>
                        <a:pt x="1143" y="99917"/>
                        <a:pt x="762" y="19908"/>
                        <a:pt x="0" y="11526"/>
                      </a:cubicBezTo>
                      <a:cubicBezTo>
                        <a:pt x="0" y="11430"/>
                        <a:pt x="13811" y="41148"/>
                        <a:pt x="32099" y="37624"/>
                      </a:cubicBezTo>
                      <a:cubicBezTo>
                        <a:pt x="46196" y="34862"/>
                        <a:pt x="45815" y="-95"/>
                        <a:pt x="45911" y="0"/>
                      </a:cubicBezTo>
                      <a:close/>
                    </a:path>
                  </a:pathLst>
                </a:custGeom>
                <a:solidFill>
                  <a:srgbClr val="273977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40" name="任意多边形: 形状 39" descr="b35898c7-a096-4612-9af9-642abdce6441"/>
                <p:cNvSpPr/>
                <p:nvPr/>
              </p:nvSpPr>
              <p:spPr>
                <a:xfrm>
                  <a:off x="6751897" y="5782340"/>
                  <a:ext cx="182862" cy="106016"/>
                </a:xfrm>
                <a:custGeom>
                  <a:avLst/>
                  <a:gdLst>
                    <a:gd name="connsiteX0" fmla="*/ 171158 w 182862"/>
                    <a:gd name="connsiteY0" fmla="*/ 0 h 106016"/>
                    <a:gd name="connsiteX1" fmla="*/ 181921 w 182862"/>
                    <a:gd name="connsiteY1" fmla="*/ 45340 h 106016"/>
                    <a:gd name="connsiteX2" fmla="*/ 178302 w 182862"/>
                    <a:gd name="connsiteY2" fmla="*/ 102966 h 106016"/>
                    <a:gd name="connsiteX3" fmla="*/ 1804 w 182862"/>
                    <a:gd name="connsiteY3" fmla="*/ 106014 h 106016"/>
                    <a:gd name="connsiteX4" fmla="*/ 3804 w 182862"/>
                    <a:gd name="connsiteY4" fmla="*/ 82106 h 106016"/>
                    <a:gd name="connsiteX5" fmla="*/ 79813 w 182862"/>
                    <a:gd name="connsiteY5" fmla="*/ 54102 h 106016"/>
                    <a:gd name="connsiteX6" fmla="*/ 114294 w 182862"/>
                    <a:gd name="connsiteY6" fmla="*/ 17336 h 106016"/>
                    <a:gd name="connsiteX7" fmla="*/ 143441 w 182862"/>
                    <a:gd name="connsiteY7" fmla="*/ 17050 h 106016"/>
                    <a:gd name="connsiteX8" fmla="*/ 171158 w 182862"/>
                    <a:gd name="connsiteY8" fmla="*/ 0 h 1060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82862" h="106016">
                      <a:moveTo>
                        <a:pt x="171158" y="0"/>
                      </a:moveTo>
                      <a:cubicBezTo>
                        <a:pt x="173825" y="12002"/>
                        <a:pt x="177445" y="34386"/>
                        <a:pt x="181921" y="45340"/>
                      </a:cubicBezTo>
                      <a:cubicBezTo>
                        <a:pt x="185160" y="53245"/>
                        <a:pt x="179064" y="102775"/>
                        <a:pt x="178302" y="102966"/>
                      </a:cubicBezTo>
                      <a:cubicBezTo>
                        <a:pt x="175540" y="103633"/>
                        <a:pt x="11424" y="105252"/>
                        <a:pt x="1804" y="106014"/>
                      </a:cubicBezTo>
                      <a:cubicBezTo>
                        <a:pt x="-1625" y="106299"/>
                        <a:pt x="280" y="86106"/>
                        <a:pt x="3804" y="82106"/>
                      </a:cubicBezTo>
                      <a:cubicBezTo>
                        <a:pt x="16567" y="67438"/>
                        <a:pt x="60763" y="69438"/>
                        <a:pt x="79813" y="54102"/>
                      </a:cubicBezTo>
                      <a:cubicBezTo>
                        <a:pt x="86576" y="48673"/>
                        <a:pt x="106960" y="30576"/>
                        <a:pt x="114294" y="17336"/>
                      </a:cubicBezTo>
                      <a:cubicBezTo>
                        <a:pt x="114294" y="17241"/>
                        <a:pt x="121342" y="21717"/>
                        <a:pt x="143441" y="17050"/>
                      </a:cubicBezTo>
                      <a:cubicBezTo>
                        <a:pt x="155251" y="14288"/>
                        <a:pt x="171158" y="-95"/>
                        <a:pt x="171158" y="0"/>
                      </a:cubicBezTo>
                      <a:close/>
                    </a:path>
                  </a:pathLst>
                </a:custGeom>
                <a:solidFill>
                  <a:srgbClr val="273977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41" name="任意多边形: 形状 40" descr="9c7846af-ff14-4f3e-af9a-2a719474e414"/>
                <p:cNvSpPr/>
                <p:nvPr/>
              </p:nvSpPr>
              <p:spPr>
                <a:xfrm>
                  <a:off x="6830115" y="3692968"/>
                  <a:ext cx="409941" cy="632404"/>
                </a:xfrm>
                <a:custGeom>
                  <a:avLst/>
                  <a:gdLst>
                    <a:gd name="connsiteX0" fmla="*/ 211431 w 409941"/>
                    <a:gd name="connsiteY0" fmla="*/ 2540 h 632404"/>
                    <a:gd name="connsiteX1" fmla="*/ 311539 w 409941"/>
                    <a:gd name="connsiteY1" fmla="*/ 33401 h 632404"/>
                    <a:gd name="connsiteX2" fmla="*/ 331922 w 409941"/>
                    <a:gd name="connsiteY2" fmla="*/ 217043 h 632404"/>
                    <a:gd name="connsiteX3" fmla="*/ 397930 w 409941"/>
                    <a:gd name="connsiteY3" fmla="*/ 553847 h 632404"/>
                    <a:gd name="connsiteX4" fmla="*/ 119229 w 409941"/>
                    <a:gd name="connsiteY4" fmla="*/ 600329 h 632404"/>
                    <a:gd name="connsiteX5" fmla="*/ 17406 w 409941"/>
                    <a:gd name="connsiteY5" fmla="*/ 366014 h 632404"/>
                    <a:gd name="connsiteX6" fmla="*/ 112085 w 409941"/>
                    <a:gd name="connsiteY6" fmla="*/ 137033 h 632404"/>
                    <a:gd name="connsiteX7" fmla="*/ 211431 w 409941"/>
                    <a:gd name="connsiteY7" fmla="*/ 2540 h 6324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09941" h="632404">
                      <a:moveTo>
                        <a:pt x="211431" y="2540"/>
                      </a:moveTo>
                      <a:cubicBezTo>
                        <a:pt x="230100" y="3778"/>
                        <a:pt x="280487" y="-14891"/>
                        <a:pt x="311539" y="33401"/>
                      </a:cubicBezTo>
                      <a:cubicBezTo>
                        <a:pt x="319158" y="45212"/>
                        <a:pt x="345638" y="149511"/>
                        <a:pt x="331922" y="217043"/>
                      </a:cubicBezTo>
                      <a:cubicBezTo>
                        <a:pt x="320016" y="276003"/>
                        <a:pt x="448984" y="429546"/>
                        <a:pt x="397930" y="553847"/>
                      </a:cubicBezTo>
                      <a:cubicBezTo>
                        <a:pt x="337161" y="701770"/>
                        <a:pt x="172759" y="594233"/>
                        <a:pt x="119229" y="600329"/>
                      </a:cubicBezTo>
                      <a:cubicBezTo>
                        <a:pt x="62936" y="606711"/>
                        <a:pt x="-41363" y="492030"/>
                        <a:pt x="17406" y="366014"/>
                      </a:cubicBezTo>
                      <a:cubicBezTo>
                        <a:pt x="31218" y="336391"/>
                        <a:pt x="115133" y="161227"/>
                        <a:pt x="112085" y="137033"/>
                      </a:cubicBezTo>
                      <a:cubicBezTo>
                        <a:pt x="99036" y="30924"/>
                        <a:pt x="165901" y="-508"/>
                        <a:pt x="211431" y="2540"/>
                      </a:cubicBezTo>
                      <a:close/>
                    </a:path>
                  </a:pathLst>
                </a:custGeom>
                <a:solidFill>
                  <a:srgbClr val="20202E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42" name="任意多边形: 形状 41" descr="4541807e-f733-42e5-b508-ca5f341b3533"/>
                <p:cNvSpPr/>
                <p:nvPr/>
              </p:nvSpPr>
              <p:spPr>
                <a:xfrm>
                  <a:off x="7026306" y="3885913"/>
                  <a:ext cx="113633" cy="114109"/>
                </a:xfrm>
                <a:custGeom>
                  <a:avLst/>
                  <a:gdLst>
                    <a:gd name="connsiteX0" fmla="*/ 2857 w 113633"/>
                    <a:gd name="connsiteY0" fmla="*/ 114110 h 114109"/>
                    <a:gd name="connsiteX1" fmla="*/ 6096 w 113633"/>
                    <a:gd name="connsiteY1" fmla="*/ 42481 h 114109"/>
                    <a:gd name="connsiteX2" fmla="*/ 0 w 113633"/>
                    <a:gd name="connsiteY2" fmla="*/ 11144 h 114109"/>
                    <a:gd name="connsiteX3" fmla="*/ 93440 w 113633"/>
                    <a:gd name="connsiteY3" fmla="*/ 0 h 114109"/>
                    <a:gd name="connsiteX4" fmla="*/ 97917 w 113633"/>
                    <a:gd name="connsiteY4" fmla="*/ 52864 h 114109"/>
                    <a:gd name="connsiteX5" fmla="*/ 113633 w 113633"/>
                    <a:gd name="connsiteY5" fmla="*/ 94679 h 114109"/>
                    <a:gd name="connsiteX6" fmla="*/ 2857 w 113633"/>
                    <a:gd name="connsiteY6" fmla="*/ 114110 h 1141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13633" h="114109">
                      <a:moveTo>
                        <a:pt x="2857" y="114110"/>
                      </a:moveTo>
                      <a:cubicBezTo>
                        <a:pt x="2857" y="114110"/>
                        <a:pt x="6858" y="79057"/>
                        <a:pt x="6096" y="42481"/>
                      </a:cubicBezTo>
                      <a:cubicBezTo>
                        <a:pt x="5334" y="5905"/>
                        <a:pt x="0" y="11144"/>
                        <a:pt x="0" y="11144"/>
                      </a:cubicBezTo>
                      <a:lnTo>
                        <a:pt x="93440" y="0"/>
                      </a:lnTo>
                      <a:cubicBezTo>
                        <a:pt x="93440" y="0"/>
                        <a:pt x="94774" y="35623"/>
                        <a:pt x="97917" y="52864"/>
                      </a:cubicBezTo>
                      <a:cubicBezTo>
                        <a:pt x="100393" y="66294"/>
                        <a:pt x="113633" y="94679"/>
                        <a:pt x="113633" y="94679"/>
                      </a:cubicBezTo>
                      <a:lnTo>
                        <a:pt x="2857" y="114110"/>
                      </a:lnTo>
                      <a:close/>
                    </a:path>
                  </a:pathLst>
                </a:custGeom>
                <a:solidFill>
                  <a:srgbClr val="FE987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43" name="任意多边形: 形状 42" descr="17294288-8cf9-4408-942e-8eaa2885e597"/>
                <p:cNvSpPr/>
                <p:nvPr/>
              </p:nvSpPr>
              <p:spPr>
                <a:xfrm>
                  <a:off x="6964917" y="3744338"/>
                  <a:ext cx="204496" cy="195808"/>
                </a:xfrm>
                <a:custGeom>
                  <a:avLst/>
                  <a:gdLst>
                    <a:gd name="connsiteX0" fmla="*/ 108062 w 204496"/>
                    <a:gd name="connsiteY0" fmla="*/ 1748 h 195808"/>
                    <a:gd name="connsiteX1" fmla="*/ 175784 w 204496"/>
                    <a:gd name="connsiteY1" fmla="*/ 55088 h 195808"/>
                    <a:gd name="connsiteX2" fmla="*/ 180737 w 204496"/>
                    <a:gd name="connsiteY2" fmla="*/ 50897 h 195808"/>
                    <a:gd name="connsiteX3" fmla="*/ 203978 w 204496"/>
                    <a:gd name="connsiteY3" fmla="*/ 68328 h 195808"/>
                    <a:gd name="connsiteX4" fmla="*/ 185405 w 204496"/>
                    <a:gd name="connsiteY4" fmla="*/ 92902 h 195808"/>
                    <a:gd name="connsiteX5" fmla="*/ 127969 w 204496"/>
                    <a:gd name="connsiteY5" fmla="*/ 193772 h 195808"/>
                    <a:gd name="connsiteX6" fmla="*/ 30528 w 204496"/>
                    <a:gd name="connsiteY6" fmla="*/ 134050 h 195808"/>
                    <a:gd name="connsiteX7" fmla="*/ 905 w 204496"/>
                    <a:gd name="connsiteY7" fmla="*/ 115191 h 195808"/>
                    <a:gd name="connsiteX8" fmla="*/ 16812 w 204496"/>
                    <a:gd name="connsiteY8" fmla="*/ 87854 h 195808"/>
                    <a:gd name="connsiteX9" fmla="*/ 19860 w 204496"/>
                    <a:gd name="connsiteY9" fmla="*/ 88045 h 195808"/>
                    <a:gd name="connsiteX10" fmla="*/ 93203 w 204496"/>
                    <a:gd name="connsiteY10" fmla="*/ 32990 h 195808"/>
                    <a:gd name="connsiteX11" fmla="*/ 108062 w 204496"/>
                    <a:gd name="connsiteY11" fmla="*/ 1748 h 195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04496" h="195808">
                      <a:moveTo>
                        <a:pt x="108062" y="1748"/>
                      </a:moveTo>
                      <a:cubicBezTo>
                        <a:pt x="162259" y="-12539"/>
                        <a:pt x="161306" y="65756"/>
                        <a:pt x="175784" y="55088"/>
                      </a:cubicBezTo>
                      <a:cubicBezTo>
                        <a:pt x="177499" y="53659"/>
                        <a:pt x="178546" y="51373"/>
                        <a:pt x="180737" y="50897"/>
                      </a:cubicBezTo>
                      <a:cubicBezTo>
                        <a:pt x="190357" y="48516"/>
                        <a:pt x="201025" y="56422"/>
                        <a:pt x="203978" y="68328"/>
                      </a:cubicBezTo>
                      <a:cubicBezTo>
                        <a:pt x="207026" y="80234"/>
                        <a:pt x="196072" y="100237"/>
                        <a:pt x="185405" y="92902"/>
                      </a:cubicBezTo>
                      <a:cubicBezTo>
                        <a:pt x="189596" y="140623"/>
                        <a:pt x="167212" y="183866"/>
                        <a:pt x="127969" y="193772"/>
                      </a:cubicBezTo>
                      <a:cubicBezTo>
                        <a:pt x="89297" y="203583"/>
                        <a:pt x="49769" y="177008"/>
                        <a:pt x="30528" y="134050"/>
                      </a:cubicBezTo>
                      <a:cubicBezTo>
                        <a:pt x="29861" y="134241"/>
                        <a:pt x="7858" y="142528"/>
                        <a:pt x="905" y="115191"/>
                      </a:cubicBezTo>
                      <a:cubicBezTo>
                        <a:pt x="-2429" y="102047"/>
                        <a:pt x="3572" y="91188"/>
                        <a:pt x="16812" y="87854"/>
                      </a:cubicBezTo>
                      <a:cubicBezTo>
                        <a:pt x="17860" y="87568"/>
                        <a:pt x="18812" y="88235"/>
                        <a:pt x="19860" y="88045"/>
                      </a:cubicBezTo>
                      <a:cubicBezTo>
                        <a:pt x="19098" y="67375"/>
                        <a:pt x="76248" y="48611"/>
                        <a:pt x="93203" y="32990"/>
                      </a:cubicBezTo>
                      <a:cubicBezTo>
                        <a:pt x="113205" y="14607"/>
                        <a:pt x="95012" y="5177"/>
                        <a:pt x="108062" y="1748"/>
                      </a:cubicBezTo>
                      <a:close/>
                    </a:path>
                  </a:pathLst>
                </a:custGeom>
                <a:solidFill>
                  <a:srgbClr val="FEB1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44" name="任意多边形: 形状 43" descr="9d0af3b3-05b7-49d5-a6fe-ea71eea310d9"/>
                <p:cNvSpPr/>
                <p:nvPr/>
              </p:nvSpPr>
              <p:spPr>
                <a:xfrm>
                  <a:off x="6861594" y="4419789"/>
                  <a:ext cx="439797" cy="1361693"/>
                </a:xfrm>
                <a:custGeom>
                  <a:avLst/>
                  <a:gdLst>
                    <a:gd name="connsiteX0" fmla="*/ 78987 w 439797"/>
                    <a:gd name="connsiteY0" fmla="*/ 0 h 1361693"/>
                    <a:gd name="connsiteX1" fmla="*/ 8882 w 439797"/>
                    <a:gd name="connsiteY1" fmla="*/ 246126 h 1361693"/>
                    <a:gd name="connsiteX2" fmla="*/ 27171 w 439797"/>
                    <a:gd name="connsiteY2" fmla="*/ 778097 h 1361693"/>
                    <a:gd name="connsiteX3" fmla="*/ 3834 w 439797"/>
                    <a:gd name="connsiteY3" fmla="*/ 1351217 h 1361693"/>
                    <a:gd name="connsiteX4" fmla="*/ 73176 w 439797"/>
                    <a:gd name="connsiteY4" fmla="*/ 1348264 h 1361693"/>
                    <a:gd name="connsiteX5" fmla="*/ 137470 w 439797"/>
                    <a:gd name="connsiteY5" fmla="*/ 1019747 h 1361693"/>
                    <a:gd name="connsiteX6" fmla="*/ 168712 w 439797"/>
                    <a:gd name="connsiteY6" fmla="*/ 771811 h 1361693"/>
                    <a:gd name="connsiteX7" fmla="*/ 206812 w 439797"/>
                    <a:gd name="connsiteY7" fmla="*/ 462629 h 1361693"/>
                    <a:gd name="connsiteX8" fmla="*/ 342638 w 439797"/>
                    <a:gd name="connsiteY8" fmla="*/ 1361694 h 1361693"/>
                    <a:gd name="connsiteX9" fmla="*/ 407885 w 439797"/>
                    <a:gd name="connsiteY9" fmla="*/ 1361694 h 1361693"/>
                    <a:gd name="connsiteX10" fmla="*/ 411885 w 439797"/>
                    <a:gd name="connsiteY10" fmla="*/ 778097 h 1361693"/>
                    <a:gd name="connsiteX11" fmla="*/ 431030 w 439797"/>
                    <a:gd name="connsiteY11" fmla="*/ 246126 h 1361693"/>
                    <a:gd name="connsiteX12" fmla="*/ 360926 w 439797"/>
                    <a:gd name="connsiteY12" fmla="*/ 0 h 1361693"/>
                    <a:gd name="connsiteX13" fmla="*/ 78987 w 439797"/>
                    <a:gd name="connsiteY13" fmla="*/ 0 h 13616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39797" h="1361693">
                      <a:moveTo>
                        <a:pt x="78987" y="0"/>
                      </a:moveTo>
                      <a:cubicBezTo>
                        <a:pt x="79844" y="11716"/>
                        <a:pt x="36600" y="105823"/>
                        <a:pt x="8882" y="246126"/>
                      </a:cubicBezTo>
                      <a:cubicBezTo>
                        <a:pt x="-18835" y="386429"/>
                        <a:pt x="27171" y="778097"/>
                        <a:pt x="27171" y="778097"/>
                      </a:cubicBezTo>
                      <a:lnTo>
                        <a:pt x="3834" y="1351217"/>
                      </a:lnTo>
                      <a:lnTo>
                        <a:pt x="73176" y="1348264"/>
                      </a:lnTo>
                      <a:cubicBezTo>
                        <a:pt x="73176" y="1348264"/>
                        <a:pt x="113562" y="1163860"/>
                        <a:pt x="137470" y="1019747"/>
                      </a:cubicBezTo>
                      <a:cubicBezTo>
                        <a:pt x="161378" y="875634"/>
                        <a:pt x="168712" y="771811"/>
                        <a:pt x="168712" y="771811"/>
                      </a:cubicBezTo>
                      <a:lnTo>
                        <a:pt x="206812" y="462629"/>
                      </a:lnTo>
                      <a:lnTo>
                        <a:pt x="342638" y="1361694"/>
                      </a:lnTo>
                      <a:lnTo>
                        <a:pt x="407885" y="1361694"/>
                      </a:lnTo>
                      <a:lnTo>
                        <a:pt x="411885" y="778097"/>
                      </a:lnTo>
                      <a:cubicBezTo>
                        <a:pt x="411885" y="778097"/>
                        <a:pt x="458748" y="386429"/>
                        <a:pt x="431030" y="246126"/>
                      </a:cubicBezTo>
                      <a:cubicBezTo>
                        <a:pt x="403313" y="105823"/>
                        <a:pt x="360069" y="11716"/>
                        <a:pt x="360926" y="0"/>
                      </a:cubicBezTo>
                      <a:lnTo>
                        <a:pt x="78987" y="0"/>
                      </a:lnTo>
                      <a:close/>
                    </a:path>
                  </a:pathLst>
                </a:custGeom>
                <a:solidFill>
                  <a:srgbClr val="FF560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45" name="任意多边形: 形状 44" descr="3acee7a7-1d5d-4f8e-8fbb-4b6401a4d5e2"/>
                <p:cNvSpPr/>
                <p:nvPr/>
              </p:nvSpPr>
              <p:spPr>
                <a:xfrm>
                  <a:off x="7256237" y="3330351"/>
                  <a:ext cx="82514" cy="190810"/>
                </a:xfrm>
                <a:custGeom>
                  <a:avLst/>
                  <a:gdLst>
                    <a:gd name="connsiteX0" fmla="*/ 41817 w 82514"/>
                    <a:gd name="connsiteY0" fmla="*/ 6255 h 190810"/>
                    <a:gd name="connsiteX1" fmla="*/ 15338 w 82514"/>
                    <a:gd name="connsiteY1" fmla="*/ 33687 h 190810"/>
                    <a:gd name="connsiteX2" fmla="*/ 3050 w 82514"/>
                    <a:gd name="connsiteY2" fmla="*/ 60834 h 190810"/>
                    <a:gd name="connsiteX3" fmla="*/ 32387 w 82514"/>
                    <a:gd name="connsiteY3" fmla="*/ 101220 h 190810"/>
                    <a:gd name="connsiteX4" fmla="*/ 25815 w 82514"/>
                    <a:gd name="connsiteY4" fmla="*/ 177134 h 190810"/>
                    <a:gd name="connsiteX5" fmla="*/ 74011 w 82514"/>
                    <a:gd name="connsiteY5" fmla="*/ 189612 h 190810"/>
                    <a:gd name="connsiteX6" fmla="*/ 75916 w 82514"/>
                    <a:gd name="connsiteY6" fmla="*/ 97410 h 190810"/>
                    <a:gd name="connsiteX7" fmla="*/ 81917 w 82514"/>
                    <a:gd name="connsiteY7" fmla="*/ 22543 h 190810"/>
                    <a:gd name="connsiteX8" fmla="*/ 41817 w 82514"/>
                    <a:gd name="connsiteY8" fmla="*/ 6255 h 1908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2514" h="190810">
                      <a:moveTo>
                        <a:pt x="41817" y="6255"/>
                      </a:moveTo>
                      <a:cubicBezTo>
                        <a:pt x="41817" y="6255"/>
                        <a:pt x="17147" y="-19557"/>
                        <a:pt x="15338" y="33687"/>
                      </a:cubicBezTo>
                      <a:cubicBezTo>
                        <a:pt x="15242" y="36354"/>
                        <a:pt x="-8189" y="37021"/>
                        <a:pt x="3050" y="60834"/>
                      </a:cubicBezTo>
                      <a:cubicBezTo>
                        <a:pt x="14290" y="84646"/>
                        <a:pt x="24958" y="88742"/>
                        <a:pt x="32387" y="101220"/>
                      </a:cubicBezTo>
                      <a:cubicBezTo>
                        <a:pt x="32387" y="101220"/>
                        <a:pt x="27339" y="156655"/>
                        <a:pt x="25815" y="177134"/>
                      </a:cubicBezTo>
                      <a:cubicBezTo>
                        <a:pt x="25434" y="182468"/>
                        <a:pt x="73726" y="194660"/>
                        <a:pt x="74011" y="189612"/>
                      </a:cubicBezTo>
                      <a:cubicBezTo>
                        <a:pt x="77726" y="130557"/>
                        <a:pt x="75916" y="97791"/>
                        <a:pt x="75916" y="97410"/>
                      </a:cubicBezTo>
                      <a:cubicBezTo>
                        <a:pt x="75916" y="91885"/>
                        <a:pt x="84870" y="30830"/>
                        <a:pt x="81917" y="22543"/>
                      </a:cubicBezTo>
                      <a:cubicBezTo>
                        <a:pt x="79155" y="14257"/>
                        <a:pt x="55533" y="9208"/>
                        <a:pt x="41817" y="6255"/>
                      </a:cubicBezTo>
                      <a:close/>
                    </a:path>
                  </a:pathLst>
                </a:custGeom>
                <a:solidFill>
                  <a:srgbClr val="FEB1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46" name="任意多边形: 形状 45" descr="226cea0f-6341-44ce-9e37-9c47a15ea129"/>
                <p:cNvSpPr/>
                <p:nvPr/>
              </p:nvSpPr>
              <p:spPr>
                <a:xfrm>
                  <a:off x="6766460" y="3454812"/>
                  <a:ext cx="572318" cy="1055507"/>
                </a:xfrm>
                <a:custGeom>
                  <a:avLst/>
                  <a:gdLst>
                    <a:gd name="connsiteX0" fmla="*/ 515973 w 572318"/>
                    <a:gd name="connsiteY0" fmla="*/ 0 h 1055507"/>
                    <a:gd name="connsiteX1" fmla="*/ 571504 w 572318"/>
                    <a:gd name="connsiteY1" fmla="*/ 5048 h 1055507"/>
                    <a:gd name="connsiteX2" fmla="*/ 554930 w 572318"/>
                    <a:gd name="connsiteY2" fmla="*/ 390144 h 1055507"/>
                    <a:gd name="connsiteX3" fmla="*/ 493113 w 572318"/>
                    <a:gd name="connsiteY3" fmla="*/ 746951 h 1055507"/>
                    <a:gd name="connsiteX4" fmla="*/ 454822 w 572318"/>
                    <a:gd name="connsiteY4" fmla="*/ 964978 h 1055507"/>
                    <a:gd name="connsiteX5" fmla="*/ 174216 w 572318"/>
                    <a:gd name="connsiteY5" fmla="*/ 964883 h 1055507"/>
                    <a:gd name="connsiteX6" fmla="*/ 170977 w 572318"/>
                    <a:gd name="connsiteY6" fmla="*/ 819912 h 1055507"/>
                    <a:gd name="connsiteX7" fmla="*/ 168786 w 572318"/>
                    <a:gd name="connsiteY7" fmla="*/ 747427 h 1055507"/>
                    <a:gd name="connsiteX8" fmla="*/ 112494 w 572318"/>
                    <a:gd name="connsiteY8" fmla="*/ 856107 h 1055507"/>
                    <a:gd name="connsiteX9" fmla="*/ 163548 w 572318"/>
                    <a:gd name="connsiteY9" fmla="*/ 1013651 h 1055507"/>
                    <a:gd name="connsiteX10" fmla="*/ 124876 w 572318"/>
                    <a:gd name="connsiteY10" fmla="*/ 1054322 h 1055507"/>
                    <a:gd name="connsiteX11" fmla="*/ 4 w 572318"/>
                    <a:gd name="connsiteY11" fmla="*/ 842391 h 1055507"/>
                    <a:gd name="connsiteX12" fmla="*/ 162786 w 572318"/>
                    <a:gd name="connsiteY12" fmla="*/ 555117 h 1055507"/>
                    <a:gd name="connsiteX13" fmla="*/ 395100 w 572318"/>
                    <a:gd name="connsiteY13" fmla="*/ 488918 h 1055507"/>
                    <a:gd name="connsiteX14" fmla="*/ 515973 w 572318"/>
                    <a:gd name="connsiteY14" fmla="*/ 0 h 10555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72318" h="1055507">
                      <a:moveTo>
                        <a:pt x="515973" y="0"/>
                      </a:moveTo>
                      <a:cubicBezTo>
                        <a:pt x="515973" y="0"/>
                        <a:pt x="577504" y="762"/>
                        <a:pt x="571504" y="5048"/>
                      </a:cubicBezTo>
                      <a:cubicBezTo>
                        <a:pt x="571504" y="5048"/>
                        <a:pt x="577885" y="218599"/>
                        <a:pt x="554930" y="390144"/>
                      </a:cubicBezTo>
                      <a:cubicBezTo>
                        <a:pt x="535594" y="535115"/>
                        <a:pt x="517782" y="615982"/>
                        <a:pt x="493113" y="746951"/>
                      </a:cubicBezTo>
                      <a:cubicBezTo>
                        <a:pt x="493303" y="747427"/>
                        <a:pt x="454822" y="964978"/>
                        <a:pt x="454822" y="964978"/>
                      </a:cubicBezTo>
                      <a:cubicBezTo>
                        <a:pt x="454632" y="967359"/>
                        <a:pt x="174406" y="968312"/>
                        <a:pt x="174216" y="964883"/>
                      </a:cubicBezTo>
                      <a:lnTo>
                        <a:pt x="170977" y="819912"/>
                      </a:lnTo>
                      <a:lnTo>
                        <a:pt x="168786" y="747427"/>
                      </a:lnTo>
                      <a:cubicBezTo>
                        <a:pt x="168786" y="747427"/>
                        <a:pt x="131544" y="806005"/>
                        <a:pt x="112494" y="856107"/>
                      </a:cubicBezTo>
                      <a:cubicBezTo>
                        <a:pt x="108493" y="866680"/>
                        <a:pt x="143736" y="961454"/>
                        <a:pt x="163548" y="1013651"/>
                      </a:cubicBezTo>
                      <a:cubicBezTo>
                        <a:pt x="164405" y="1015841"/>
                        <a:pt x="141355" y="1063562"/>
                        <a:pt x="124876" y="1054322"/>
                      </a:cubicBezTo>
                      <a:cubicBezTo>
                        <a:pt x="60868" y="1018413"/>
                        <a:pt x="765" y="887254"/>
                        <a:pt x="4" y="842391"/>
                      </a:cubicBezTo>
                      <a:cubicBezTo>
                        <a:pt x="-759" y="797528"/>
                        <a:pt x="121447" y="580739"/>
                        <a:pt x="162786" y="555117"/>
                      </a:cubicBezTo>
                      <a:cubicBezTo>
                        <a:pt x="216507" y="521780"/>
                        <a:pt x="351476" y="516446"/>
                        <a:pt x="395100" y="488918"/>
                      </a:cubicBezTo>
                      <a:cubicBezTo>
                        <a:pt x="415674" y="476155"/>
                        <a:pt x="515973" y="0"/>
                        <a:pt x="515973" y="0"/>
                      </a:cubicBezTo>
                      <a:close/>
                    </a:path>
                  </a:pathLst>
                </a:custGeom>
                <a:solidFill>
                  <a:srgbClr val="3E41C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47" name="任意多边形: 形状 46" descr="db43a61f-e85e-46f1-83c1-874ea343aff9"/>
                <p:cNvSpPr/>
                <p:nvPr/>
              </p:nvSpPr>
              <p:spPr>
                <a:xfrm>
                  <a:off x="6883665" y="4462120"/>
                  <a:ext cx="79819" cy="83800"/>
                </a:xfrm>
                <a:custGeom>
                  <a:avLst/>
                  <a:gdLst>
                    <a:gd name="connsiteX0" fmla="*/ 23579 w 79819"/>
                    <a:gd name="connsiteY0" fmla="*/ 81304 h 83800"/>
                    <a:gd name="connsiteX1" fmla="*/ 3671 w 79819"/>
                    <a:gd name="connsiteY1" fmla="*/ 61968 h 83800"/>
                    <a:gd name="connsiteX2" fmla="*/ 43962 w 79819"/>
                    <a:gd name="connsiteY2" fmla="*/ 151 h 83800"/>
                    <a:gd name="connsiteX3" fmla="*/ 52916 w 79819"/>
                    <a:gd name="connsiteY3" fmla="*/ 21201 h 83800"/>
                    <a:gd name="connsiteX4" fmla="*/ 79776 w 79819"/>
                    <a:gd name="connsiteY4" fmla="*/ 64635 h 83800"/>
                    <a:gd name="connsiteX5" fmla="*/ 23579 w 79819"/>
                    <a:gd name="connsiteY5" fmla="*/ 81304 h 83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9819" h="83800">
                      <a:moveTo>
                        <a:pt x="23579" y="81304"/>
                      </a:moveTo>
                      <a:cubicBezTo>
                        <a:pt x="17768" y="79018"/>
                        <a:pt x="7196" y="67016"/>
                        <a:pt x="3671" y="61968"/>
                      </a:cubicBezTo>
                      <a:cubicBezTo>
                        <a:pt x="-14235" y="35679"/>
                        <a:pt x="38914" y="-2707"/>
                        <a:pt x="43962" y="151"/>
                      </a:cubicBezTo>
                      <a:cubicBezTo>
                        <a:pt x="50534" y="3770"/>
                        <a:pt x="45010" y="9295"/>
                        <a:pt x="52916" y="21201"/>
                      </a:cubicBezTo>
                      <a:cubicBezTo>
                        <a:pt x="60821" y="33012"/>
                        <a:pt x="78633" y="49586"/>
                        <a:pt x="79776" y="64635"/>
                      </a:cubicBezTo>
                      <a:cubicBezTo>
                        <a:pt x="81395" y="85114"/>
                        <a:pt x="36628" y="86352"/>
                        <a:pt x="23579" y="81304"/>
                      </a:cubicBezTo>
                      <a:close/>
                    </a:path>
                  </a:pathLst>
                </a:custGeom>
                <a:solidFill>
                  <a:srgbClr val="FEB19D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</p:grpSp>
          <p:grpSp>
            <p:nvGrpSpPr>
              <p:cNvPr id="20" name="图形 2" descr="0026b0ac-8fb4-4411-889d-1c7e70970a26"/>
              <p:cNvGrpSpPr/>
              <p:nvPr/>
            </p:nvGrpSpPr>
            <p:grpSpPr>
              <a:xfrm>
                <a:off x="7835073" y="6016251"/>
                <a:ext cx="161686" cy="162044"/>
                <a:chOff x="7835073" y="6016251"/>
                <a:chExt cx="161686" cy="162044"/>
              </a:xfrm>
            </p:grpSpPr>
            <p:sp>
              <p:nvSpPr>
                <p:cNvPr id="36" name="任意多边形: 形状 35" descr="0a46d14b-8cf7-464c-85c1-a53171b4edc0"/>
                <p:cNvSpPr/>
                <p:nvPr/>
              </p:nvSpPr>
              <p:spPr>
                <a:xfrm>
                  <a:off x="7835073" y="6016251"/>
                  <a:ext cx="161686" cy="162044"/>
                </a:xfrm>
                <a:custGeom>
                  <a:avLst/>
                  <a:gdLst>
                    <a:gd name="connsiteX0" fmla="*/ 73533 w 161686"/>
                    <a:gd name="connsiteY0" fmla="*/ 162044 h 162044"/>
                    <a:gd name="connsiteX1" fmla="*/ 72676 w 161686"/>
                    <a:gd name="connsiteY1" fmla="*/ 162044 h 162044"/>
                    <a:gd name="connsiteX2" fmla="*/ 28480 w 161686"/>
                    <a:gd name="connsiteY2" fmla="*/ 142994 h 162044"/>
                    <a:gd name="connsiteX3" fmla="*/ 26003 w 161686"/>
                    <a:gd name="connsiteY3" fmla="*/ 138517 h 162044"/>
                    <a:gd name="connsiteX4" fmla="*/ 27623 w 161686"/>
                    <a:gd name="connsiteY4" fmla="*/ 133564 h 162044"/>
                    <a:gd name="connsiteX5" fmla="*/ 37243 w 161686"/>
                    <a:gd name="connsiteY5" fmla="*/ 132898 h 162044"/>
                    <a:gd name="connsiteX6" fmla="*/ 74009 w 161686"/>
                    <a:gd name="connsiteY6" fmla="*/ 148614 h 162044"/>
                    <a:gd name="connsiteX7" fmla="*/ 80105 w 161686"/>
                    <a:gd name="connsiteY7" fmla="*/ 155377 h 162044"/>
                    <a:gd name="connsiteX8" fmla="*/ 80105 w 161686"/>
                    <a:gd name="connsiteY8" fmla="*/ 156043 h 162044"/>
                    <a:gd name="connsiteX9" fmla="*/ 73533 w 161686"/>
                    <a:gd name="connsiteY9" fmla="*/ 162044 h 162044"/>
                    <a:gd name="connsiteX10" fmla="*/ 116872 w 161686"/>
                    <a:gd name="connsiteY10" fmla="*/ 153567 h 162044"/>
                    <a:gd name="connsiteX11" fmla="*/ 110776 w 161686"/>
                    <a:gd name="connsiteY11" fmla="*/ 149947 h 162044"/>
                    <a:gd name="connsiteX12" fmla="*/ 110300 w 161686"/>
                    <a:gd name="connsiteY12" fmla="*/ 144804 h 162044"/>
                    <a:gd name="connsiteX13" fmla="*/ 113443 w 161686"/>
                    <a:gd name="connsiteY13" fmla="*/ 140803 h 162044"/>
                    <a:gd name="connsiteX14" fmla="*/ 141542 w 161686"/>
                    <a:gd name="connsiteY14" fmla="*/ 112038 h 162044"/>
                    <a:gd name="connsiteX15" fmla="*/ 150495 w 161686"/>
                    <a:gd name="connsiteY15" fmla="*/ 109085 h 162044"/>
                    <a:gd name="connsiteX16" fmla="*/ 154305 w 161686"/>
                    <a:gd name="connsiteY16" fmla="*/ 115181 h 162044"/>
                    <a:gd name="connsiteX17" fmla="*/ 153638 w 161686"/>
                    <a:gd name="connsiteY17" fmla="*/ 118134 h 162044"/>
                    <a:gd name="connsiteX18" fmla="*/ 120015 w 161686"/>
                    <a:gd name="connsiteY18" fmla="*/ 152709 h 162044"/>
                    <a:gd name="connsiteX19" fmla="*/ 116872 w 161686"/>
                    <a:gd name="connsiteY19" fmla="*/ 153567 h 162044"/>
                    <a:gd name="connsiteX20" fmla="*/ 9144 w 161686"/>
                    <a:gd name="connsiteY20" fmla="*/ 107371 h 162044"/>
                    <a:gd name="connsiteX21" fmla="*/ 2667 w 161686"/>
                    <a:gd name="connsiteY21" fmla="*/ 102418 h 162044"/>
                    <a:gd name="connsiteX22" fmla="*/ 0 w 161686"/>
                    <a:gd name="connsiteY22" fmla="*/ 81367 h 162044"/>
                    <a:gd name="connsiteX23" fmla="*/ 14097 w 161686"/>
                    <a:gd name="connsiteY23" fmla="*/ 35362 h 162044"/>
                    <a:gd name="connsiteX24" fmla="*/ 23527 w 161686"/>
                    <a:gd name="connsiteY24" fmla="*/ 33552 h 162044"/>
                    <a:gd name="connsiteX25" fmla="*/ 25337 w 161686"/>
                    <a:gd name="connsiteY25" fmla="*/ 42982 h 162044"/>
                    <a:gd name="connsiteX26" fmla="*/ 13430 w 161686"/>
                    <a:gd name="connsiteY26" fmla="*/ 81367 h 162044"/>
                    <a:gd name="connsiteX27" fmla="*/ 15621 w 161686"/>
                    <a:gd name="connsiteY27" fmla="*/ 98893 h 162044"/>
                    <a:gd name="connsiteX28" fmla="*/ 15812 w 161686"/>
                    <a:gd name="connsiteY28" fmla="*/ 100703 h 162044"/>
                    <a:gd name="connsiteX29" fmla="*/ 10859 w 161686"/>
                    <a:gd name="connsiteY29" fmla="*/ 107180 h 162044"/>
                    <a:gd name="connsiteX30" fmla="*/ 9144 w 161686"/>
                    <a:gd name="connsiteY30" fmla="*/ 107371 h 162044"/>
                    <a:gd name="connsiteX31" fmla="*/ 154972 w 161686"/>
                    <a:gd name="connsiteY31" fmla="*/ 78414 h 162044"/>
                    <a:gd name="connsiteX32" fmla="*/ 148209 w 161686"/>
                    <a:gd name="connsiteY32" fmla="*/ 72318 h 162044"/>
                    <a:gd name="connsiteX33" fmla="*/ 131350 w 161686"/>
                    <a:gd name="connsiteY33" fmla="*/ 35933 h 162044"/>
                    <a:gd name="connsiteX34" fmla="*/ 129826 w 161686"/>
                    <a:gd name="connsiteY34" fmla="*/ 31456 h 162044"/>
                    <a:gd name="connsiteX35" fmla="*/ 132017 w 161686"/>
                    <a:gd name="connsiteY35" fmla="*/ 26313 h 162044"/>
                    <a:gd name="connsiteX36" fmla="*/ 141446 w 161686"/>
                    <a:gd name="connsiteY36" fmla="*/ 26980 h 162044"/>
                    <a:gd name="connsiteX37" fmla="*/ 161639 w 161686"/>
                    <a:gd name="connsiteY37" fmla="*/ 70699 h 162044"/>
                    <a:gd name="connsiteX38" fmla="*/ 160306 w 161686"/>
                    <a:gd name="connsiteY38" fmla="*/ 75652 h 162044"/>
                    <a:gd name="connsiteX39" fmla="*/ 155829 w 161686"/>
                    <a:gd name="connsiteY39" fmla="*/ 78129 h 162044"/>
                    <a:gd name="connsiteX40" fmla="*/ 154972 w 161686"/>
                    <a:gd name="connsiteY40" fmla="*/ 78414 h 162044"/>
                    <a:gd name="connsiteX41" fmla="*/ 54483 w 161686"/>
                    <a:gd name="connsiteY41" fmla="*/ 18407 h 162044"/>
                    <a:gd name="connsiteX42" fmla="*/ 48197 w 161686"/>
                    <a:gd name="connsiteY42" fmla="*/ 14121 h 162044"/>
                    <a:gd name="connsiteX43" fmla="*/ 47720 w 161686"/>
                    <a:gd name="connsiteY43" fmla="*/ 11644 h 162044"/>
                    <a:gd name="connsiteX44" fmla="*/ 52007 w 161686"/>
                    <a:gd name="connsiteY44" fmla="*/ 5358 h 162044"/>
                    <a:gd name="connsiteX45" fmla="*/ 100013 w 161686"/>
                    <a:gd name="connsiteY45" fmla="*/ 2214 h 162044"/>
                    <a:gd name="connsiteX46" fmla="*/ 105156 w 161686"/>
                    <a:gd name="connsiteY46" fmla="*/ 10311 h 162044"/>
                    <a:gd name="connsiteX47" fmla="*/ 96869 w 161686"/>
                    <a:gd name="connsiteY47" fmla="*/ 15264 h 162044"/>
                    <a:gd name="connsiteX48" fmla="*/ 56960 w 161686"/>
                    <a:gd name="connsiteY48" fmla="*/ 17931 h 162044"/>
                    <a:gd name="connsiteX49" fmla="*/ 54483 w 161686"/>
                    <a:gd name="connsiteY49" fmla="*/ 18407 h 1620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</a:cxnLst>
                  <a:rect l="l" t="t" r="r" b="b"/>
                  <a:pathLst>
                    <a:path w="161686" h="162044">
                      <a:moveTo>
                        <a:pt x="73533" y="162044"/>
                      </a:moveTo>
                      <a:cubicBezTo>
                        <a:pt x="73343" y="162044"/>
                        <a:pt x="72866" y="162044"/>
                        <a:pt x="72676" y="162044"/>
                      </a:cubicBezTo>
                      <a:cubicBezTo>
                        <a:pt x="56293" y="160424"/>
                        <a:pt x="41053" y="153757"/>
                        <a:pt x="28480" y="142994"/>
                      </a:cubicBezTo>
                      <a:cubicBezTo>
                        <a:pt x="27146" y="141851"/>
                        <a:pt x="26194" y="140327"/>
                        <a:pt x="26003" y="138517"/>
                      </a:cubicBezTo>
                      <a:cubicBezTo>
                        <a:pt x="26003" y="136707"/>
                        <a:pt x="26479" y="134898"/>
                        <a:pt x="27623" y="133564"/>
                      </a:cubicBezTo>
                      <a:cubicBezTo>
                        <a:pt x="30099" y="130897"/>
                        <a:pt x="34576" y="130421"/>
                        <a:pt x="37243" y="132898"/>
                      </a:cubicBezTo>
                      <a:cubicBezTo>
                        <a:pt x="47816" y="141851"/>
                        <a:pt x="60579" y="147281"/>
                        <a:pt x="74009" y="148614"/>
                      </a:cubicBezTo>
                      <a:cubicBezTo>
                        <a:pt x="77629" y="149090"/>
                        <a:pt x="80105" y="151948"/>
                        <a:pt x="80105" y="155377"/>
                      </a:cubicBezTo>
                      <a:cubicBezTo>
                        <a:pt x="80105" y="155567"/>
                        <a:pt x="80105" y="155853"/>
                        <a:pt x="80105" y="156043"/>
                      </a:cubicBezTo>
                      <a:cubicBezTo>
                        <a:pt x="79820" y="159377"/>
                        <a:pt x="76867" y="162044"/>
                        <a:pt x="73533" y="162044"/>
                      </a:cubicBezTo>
                      <a:close/>
                      <a:moveTo>
                        <a:pt x="116872" y="153567"/>
                      </a:moveTo>
                      <a:cubicBezTo>
                        <a:pt x="114205" y="153567"/>
                        <a:pt x="111919" y="152233"/>
                        <a:pt x="110776" y="149947"/>
                      </a:cubicBezTo>
                      <a:cubicBezTo>
                        <a:pt x="109919" y="148328"/>
                        <a:pt x="109633" y="146614"/>
                        <a:pt x="110300" y="144804"/>
                      </a:cubicBezTo>
                      <a:cubicBezTo>
                        <a:pt x="110776" y="143184"/>
                        <a:pt x="111824" y="141661"/>
                        <a:pt x="113443" y="140803"/>
                      </a:cubicBezTo>
                      <a:cubicBezTo>
                        <a:pt x="125540" y="134326"/>
                        <a:pt x="135255" y="124420"/>
                        <a:pt x="141542" y="112038"/>
                      </a:cubicBezTo>
                      <a:cubicBezTo>
                        <a:pt x="143066" y="108894"/>
                        <a:pt x="147352" y="107561"/>
                        <a:pt x="150495" y="109085"/>
                      </a:cubicBezTo>
                      <a:cubicBezTo>
                        <a:pt x="152972" y="110228"/>
                        <a:pt x="154305" y="112705"/>
                        <a:pt x="154305" y="115181"/>
                      </a:cubicBezTo>
                      <a:cubicBezTo>
                        <a:pt x="154305" y="116324"/>
                        <a:pt x="154115" y="117181"/>
                        <a:pt x="153638" y="118134"/>
                      </a:cubicBezTo>
                      <a:cubicBezTo>
                        <a:pt x="146018" y="132898"/>
                        <a:pt x="134588" y="144804"/>
                        <a:pt x="120015" y="152709"/>
                      </a:cubicBezTo>
                      <a:cubicBezTo>
                        <a:pt x="119063" y="153376"/>
                        <a:pt x="117920" y="153567"/>
                        <a:pt x="116872" y="153567"/>
                      </a:cubicBezTo>
                      <a:close/>
                      <a:moveTo>
                        <a:pt x="9144" y="107371"/>
                      </a:moveTo>
                      <a:cubicBezTo>
                        <a:pt x="6191" y="107371"/>
                        <a:pt x="3524" y="105370"/>
                        <a:pt x="2667" y="102418"/>
                      </a:cubicBezTo>
                      <a:cubicBezTo>
                        <a:pt x="858" y="95464"/>
                        <a:pt x="0" y="88511"/>
                        <a:pt x="0" y="81367"/>
                      </a:cubicBezTo>
                      <a:cubicBezTo>
                        <a:pt x="0" y="64984"/>
                        <a:pt x="4953" y="49078"/>
                        <a:pt x="14097" y="35362"/>
                      </a:cubicBezTo>
                      <a:cubicBezTo>
                        <a:pt x="16097" y="32409"/>
                        <a:pt x="20574" y="31552"/>
                        <a:pt x="23527" y="33552"/>
                      </a:cubicBezTo>
                      <a:cubicBezTo>
                        <a:pt x="26670" y="35838"/>
                        <a:pt x="27337" y="39838"/>
                        <a:pt x="25337" y="42982"/>
                      </a:cubicBezTo>
                      <a:cubicBezTo>
                        <a:pt x="17431" y="54221"/>
                        <a:pt x="13430" y="67651"/>
                        <a:pt x="13430" y="81367"/>
                      </a:cubicBezTo>
                      <a:cubicBezTo>
                        <a:pt x="13430" y="87463"/>
                        <a:pt x="14097" y="93273"/>
                        <a:pt x="15621" y="98893"/>
                      </a:cubicBezTo>
                      <a:cubicBezTo>
                        <a:pt x="15812" y="99560"/>
                        <a:pt x="15812" y="100036"/>
                        <a:pt x="15812" y="100703"/>
                      </a:cubicBezTo>
                      <a:cubicBezTo>
                        <a:pt x="15812" y="103656"/>
                        <a:pt x="13811" y="106513"/>
                        <a:pt x="10859" y="107180"/>
                      </a:cubicBezTo>
                      <a:cubicBezTo>
                        <a:pt x="10192" y="107371"/>
                        <a:pt x="9811" y="107371"/>
                        <a:pt x="9144" y="107371"/>
                      </a:cubicBezTo>
                      <a:close/>
                      <a:moveTo>
                        <a:pt x="154972" y="78414"/>
                      </a:moveTo>
                      <a:cubicBezTo>
                        <a:pt x="151638" y="78414"/>
                        <a:pt x="148685" y="75748"/>
                        <a:pt x="148209" y="72318"/>
                      </a:cubicBezTo>
                      <a:cubicBezTo>
                        <a:pt x="146400" y="58888"/>
                        <a:pt x="140589" y="46030"/>
                        <a:pt x="131350" y="35933"/>
                      </a:cubicBezTo>
                      <a:cubicBezTo>
                        <a:pt x="130207" y="34600"/>
                        <a:pt x="129826" y="32981"/>
                        <a:pt x="129826" y="31456"/>
                      </a:cubicBezTo>
                      <a:cubicBezTo>
                        <a:pt x="129826" y="29456"/>
                        <a:pt x="130493" y="27647"/>
                        <a:pt x="132017" y="26313"/>
                      </a:cubicBezTo>
                      <a:cubicBezTo>
                        <a:pt x="134493" y="24122"/>
                        <a:pt x="138970" y="24312"/>
                        <a:pt x="141446" y="26980"/>
                      </a:cubicBezTo>
                      <a:cubicBezTo>
                        <a:pt x="152400" y="39076"/>
                        <a:pt x="159353" y="54316"/>
                        <a:pt x="161639" y="70699"/>
                      </a:cubicBezTo>
                      <a:cubicBezTo>
                        <a:pt x="161830" y="72509"/>
                        <a:pt x="161449" y="74033"/>
                        <a:pt x="160306" y="75652"/>
                      </a:cubicBezTo>
                      <a:cubicBezTo>
                        <a:pt x="159163" y="76986"/>
                        <a:pt x="157639" y="77938"/>
                        <a:pt x="155829" y="78129"/>
                      </a:cubicBezTo>
                      <a:cubicBezTo>
                        <a:pt x="155639" y="78129"/>
                        <a:pt x="155258" y="78414"/>
                        <a:pt x="154972" y="78414"/>
                      </a:cubicBezTo>
                      <a:close/>
                      <a:moveTo>
                        <a:pt x="54483" y="18407"/>
                      </a:moveTo>
                      <a:cubicBezTo>
                        <a:pt x="51530" y="18407"/>
                        <a:pt x="49149" y="16597"/>
                        <a:pt x="48197" y="14121"/>
                      </a:cubicBezTo>
                      <a:cubicBezTo>
                        <a:pt x="48006" y="13264"/>
                        <a:pt x="47720" y="12597"/>
                        <a:pt x="47720" y="11644"/>
                      </a:cubicBezTo>
                      <a:cubicBezTo>
                        <a:pt x="47720" y="8977"/>
                        <a:pt x="49244" y="6310"/>
                        <a:pt x="52007" y="5358"/>
                      </a:cubicBezTo>
                      <a:cubicBezTo>
                        <a:pt x="67533" y="-452"/>
                        <a:pt x="84773" y="-1595"/>
                        <a:pt x="100013" y="2214"/>
                      </a:cubicBezTo>
                      <a:cubicBezTo>
                        <a:pt x="103632" y="3072"/>
                        <a:pt x="105823" y="6691"/>
                        <a:pt x="105156" y="10311"/>
                      </a:cubicBezTo>
                      <a:cubicBezTo>
                        <a:pt x="104299" y="13931"/>
                        <a:pt x="100489" y="16121"/>
                        <a:pt x="96869" y="15264"/>
                      </a:cubicBezTo>
                      <a:cubicBezTo>
                        <a:pt x="84106" y="12121"/>
                        <a:pt x="69533" y="12978"/>
                        <a:pt x="56960" y="17931"/>
                      </a:cubicBezTo>
                      <a:cubicBezTo>
                        <a:pt x="56007" y="18216"/>
                        <a:pt x="55150" y="18407"/>
                        <a:pt x="54483" y="18407"/>
                      </a:cubicBezTo>
                      <a:close/>
                    </a:path>
                  </a:pathLst>
                </a:custGeom>
                <a:solidFill>
                  <a:srgbClr val="3E41C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37" name="任意多边形: 形状 36" descr="ce566406-1aea-435c-9fe4-0e8aed8da5fb"/>
                <p:cNvSpPr/>
                <p:nvPr/>
              </p:nvSpPr>
              <p:spPr>
                <a:xfrm>
                  <a:off x="7873745" y="6055042"/>
                  <a:ext cx="84867" cy="84867"/>
                </a:xfrm>
                <a:custGeom>
                  <a:avLst/>
                  <a:gdLst>
                    <a:gd name="connsiteX0" fmla="*/ 0 w 84867"/>
                    <a:gd name="connsiteY0" fmla="*/ 42481 h 84867"/>
                    <a:gd name="connsiteX1" fmla="*/ 42481 w 84867"/>
                    <a:gd name="connsiteY1" fmla="*/ 0 h 84867"/>
                    <a:gd name="connsiteX2" fmla="*/ 84867 w 84867"/>
                    <a:gd name="connsiteY2" fmla="*/ 42481 h 84867"/>
                    <a:gd name="connsiteX3" fmla="*/ 42481 w 84867"/>
                    <a:gd name="connsiteY3" fmla="*/ 84867 h 84867"/>
                    <a:gd name="connsiteX4" fmla="*/ 0 w 84867"/>
                    <a:gd name="connsiteY4" fmla="*/ 42481 h 848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4867" h="84867">
                      <a:moveTo>
                        <a:pt x="0" y="42481"/>
                      </a:moveTo>
                      <a:cubicBezTo>
                        <a:pt x="0" y="19050"/>
                        <a:pt x="19050" y="0"/>
                        <a:pt x="42481" y="0"/>
                      </a:cubicBezTo>
                      <a:cubicBezTo>
                        <a:pt x="65913" y="0"/>
                        <a:pt x="84867" y="19050"/>
                        <a:pt x="84867" y="42481"/>
                      </a:cubicBezTo>
                      <a:cubicBezTo>
                        <a:pt x="84867" y="65913"/>
                        <a:pt x="65913" y="84867"/>
                        <a:pt x="42481" y="84867"/>
                      </a:cubicBezTo>
                      <a:cubicBezTo>
                        <a:pt x="19050" y="84963"/>
                        <a:pt x="0" y="65913"/>
                        <a:pt x="0" y="42481"/>
                      </a:cubicBezTo>
                      <a:close/>
                    </a:path>
                  </a:pathLst>
                </a:custGeom>
                <a:solidFill>
                  <a:srgbClr val="FF560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</p:grpSp>
          <p:grpSp>
            <p:nvGrpSpPr>
              <p:cNvPr id="21" name="图形 2" descr="6307dbfb-bfc0-45c8-a63a-d1516a2c234a"/>
              <p:cNvGrpSpPr/>
              <p:nvPr/>
            </p:nvGrpSpPr>
            <p:grpSpPr>
              <a:xfrm>
                <a:off x="4012500" y="5503055"/>
                <a:ext cx="136017" cy="135743"/>
                <a:chOff x="4012500" y="5503055"/>
                <a:chExt cx="136017" cy="135743"/>
              </a:xfrm>
            </p:grpSpPr>
            <p:sp>
              <p:nvSpPr>
                <p:cNvPr id="34" name="任意多边形: 形状 33" descr="8249ccb6-0bc6-46b8-b49d-9b550fbe7e71"/>
                <p:cNvSpPr/>
                <p:nvPr/>
              </p:nvSpPr>
              <p:spPr>
                <a:xfrm>
                  <a:off x="4012500" y="5503055"/>
                  <a:ext cx="136017" cy="135743"/>
                </a:xfrm>
                <a:custGeom>
                  <a:avLst/>
                  <a:gdLst>
                    <a:gd name="connsiteX0" fmla="*/ 67913 w 136017"/>
                    <a:gd name="connsiteY0" fmla="*/ 135744 h 135743"/>
                    <a:gd name="connsiteX1" fmla="*/ 40291 w 136017"/>
                    <a:gd name="connsiteY1" fmla="*/ 129934 h 135743"/>
                    <a:gd name="connsiteX2" fmla="*/ 36671 w 136017"/>
                    <a:gd name="connsiteY2" fmla="*/ 126123 h 135743"/>
                    <a:gd name="connsiteX3" fmla="*/ 36862 w 136017"/>
                    <a:gd name="connsiteY3" fmla="*/ 120980 h 135743"/>
                    <a:gd name="connsiteX4" fmla="*/ 45625 w 136017"/>
                    <a:gd name="connsiteY4" fmla="*/ 117646 h 135743"/>
                    <a:gd name="connsiteX5" fmla="*/ 84677 w 136017"/>
                    <a:gd name="connsiteY5" fmla="*/ 119647 h 135743"/>
                    <a:gd name="connsiteX6" fmla="*/ 93250 w 136017"/>
                    <a:gd name="connsiteY6" fmla="*/ 124124 h 135743"/>
                    <a:gd name="connsiteX7" fmla="*/ 93440 w 136017"/>
                    <a:gd name="connsiteY7" fmla="*/ 126123 h 135743"/>
                    <a:gd name="connsiteX8" fmla="*/ 88773 w 136017"/>
                    <a:gd name="connsiteY8" fmla="*/ 132600 h 135743"/>
                    <a:gd name="connsiteX9" fmla="*/ 67913 w 136017"/>
                    <a:gd name="connsiteY9" fmla="*/ 135744 h 135743"/>
                    <a:gd name="connsiteX10" fmla="*/ 120872 w 136017"/>
                    <a:gd name="connsiteY10" fmla="*/ 105168 h 135743"/>
                    <a:gd name="connsiteX11" fmla="*/ 117539 w 136017"/>
                    <a:gd name="connsiteY11" fmla="*/ 104311 h 135743"/>
                    <a:gd name="connsiteX12" fmla="*/ 115062 w 136017"/>
                    <a:gd name="connsiteY12" fmla="*/ 95072 h 135743"/>
                    <a:gd name="connsiteX13" fmla="*/ 122492 w 136017"/>
                    <a:gd name="connsiteY13" fmla="*/ 67926 h 135743"/>
                    <a:gd name="connsiteX14" fmla="*/ 121349 w 136017"/>
                    <a:gd name="connsiteY14" fmla="*/ 56496 h 135743"/>
                    <a:gd name="connsiteX15" fmla="*/ 121158 w 136017"/>
                    <a:gd name="connsiteY15" fmla="*/ 55162 h 135743"/>
                    <a:gd name="connsiteX16" fmla="*/ 126587 w 136017"/>
                    <a:gd name="connsiteY16" fmla="*/ 48685 h 135743"/>
                    <a:gd name="connsiteX17" fmla="*/ 134684 w 136017"/>
                    <a:gd name="connsiteY17" fmla="*/ 53829 h 135743"/>
                    <a:gd name="connsiteX18" fmla="*/ 136017 w 136017"/>
                    <a:gd name="connsiteY18" fmla="*/ 67926 h 135743"/>
                    <a:gd name="connsiteX19" fmla="*/ 126778 w 136017"/>
                    <a:gd name="connsiteY19" fmla="*/ 101835 h 135743"/>
                    <a:gd name="connsiteX20" fmla="*/ 120872 w 136017"/>
                    <a:gd name="connsiteY20" fmla="*/ 105168 h 135743"/>
                    <a:gd name="connsiteX21" fmla="*/ 12002 w 136017"/>
                    <a:gd name="connsiteY21" fmla="*/ 99358 h 135743"/>
                    <a:gd name="connsiteX22" fmla="*/ 5906 w 136017"/>
                    <a:gd name="connsiteY22" fmla="*/ 95549 h 135743"/>
                    <a:gd name="connsiteX23" fmla="*/ 5906 w 136017"/>
                    <a:gd name="connsiteY23" fmla="*/ 95358 h 135743"/>
                    <a:gd name="connsiteX24" fmla="*/ 5429 w 136017"/>
                    <a:gd name="connsiteY24" fmla="*/ 94500 h 135743"/>
                    <a:gd name="connsiteX25" fmla="*/ 0 w 136017"/>
                    <a:gd name="connsiteY25" fmla="*/ 68021 h 135743"/>
                    <a:gd name="connsiteX26" fmla="*/ 17526 w 136017"/>
                    <a:gd name="connsiteY26" fmla="*/ 22491 h 135743"/>
                    <a:gd name="connsiteX27" fmla="*/ 26956 w 136017"/>
                    <a:gd name="connsiteY27" fmla="*/ 22015 h 135743"/>
                    <a:gd name="connsiteX28" fmla="*/ 29242 w 136017"/>
                    <a:gd name="connsiteY28" fmla="*/ 26492 h 135743"/>
                    <a:gd name="connsiteX29" fmla="*/ 27432 w 136017"/>
                    <a:gd name="connsiteY29" fmla="*/ 31445 h 135743"/>
                    <a:gd name="connsiteX30" fmla="*/ 13526 w 136017"/>
                    <a:gd name="connsiteY30" fmla="*/ 68021 h 135743"/>
                    <a:gd name="connsiteX31" fmla="*/ 18002 w 136017"/>
                    <a:gd name="connsiteY31" fmla="*/ 90024 h 135743"/>
                    <a:gd name="connsiteX32" fmla="*/ 18669 w 136017"/>
                    <a:gd name="connsiteY32" fmla="*/ 92501 h 135743"/>
                    <a:gd name="connsiteX33" fmla="*/ 14669 w 136017"/>
                    <a:gd name="connsiteY33" fmla="*/ 98787 h 135743"/>
                    <a:gd name="connsiteX34" fmla="*/ 12002 w 136017"/>
                    <a:gd name="connsiteY34" fmla="*/ 99358 h 135743"/>
                    <a:gd name="connsiteX35" fmla="*/ 104013 w 136017"/>
                    <a:gd name="connsiteY35" fmla="*/ 25063 h 135743"/>
                    <a:gd name="connsiteX36" fmla="*/ 100013 w 136017"/>
                    <a:gd name="connsiteY36" fmla="*/ 23730 h 135743"/>
                    <a:gd name="connsiteX37" fmla="*/ 62294 w 136017"/>
                    <a:gd name="connsiteY37" fmla="*/ 13633 h 135743"/>
                    <a:gd name="connsiteX38" fmla="*/ 54864 w 136017"/>
                    <a:gd name="connsiteY38" fmla="*/ 7537 h 135743"/>
                    <a:gd name="connsiteX39" fmla="*/ 54864 w 136017"/>
                    <a:gd name="connsiteY39" fmla="*/ 6870 h 135743"/>
                    <a:gd name="connsiteX40" fmla="*/ 60960 w 136017"/>
                    <a:gd name="connsiteY40" fmla="*/ 393 h 135743"/>
                    <a:gd name="connsiteX41" fmla="*/ 107918 w 136017"/>
                    <a:gd name="connsiteY41" fmla="*/ 12966 h 135743"/>
                    <a:gd name="connsiteX42" fmla="*/ 110585 w 136017"/>
                    <a:gd name="connsiteY42" fmla="*/ 17253 h 135743"/>
                    <a:gd name="connsiteX43" fmla="*/ 109442 w 136017"/>
                    <a:gd name="connsiteY43" fmla="*/ 22396 h 135743"/>
                    <a:gd name="connsiteX44" fmla="*/ 104013 w 136017"/>
                    <a:gd name="connsiteY44" fmla="*/ 25063 h 1357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</a:cxnLst>
                  <a:rect l="l" t="t" r="r" b="b"/>
                  <a:pathLst>
                    <a:path w="136017" h="135743">
                      <a:moveTo>
                        <a:pt x="67913" y="135744"/>
                      </a:moveTo>
                      <a:cubicBezTo>
                        <a:pt x="58293" y="135744"/>
                        <a:pt x="49054" y="133743"/>
                        <a:pt x="40291" y="129934"/>
                      </a:cubicBezTo>
                      <a:cubicBezTo>
                        <a:pt x="38481" y="129076"/>
                        <a:pt x="37338" y="127743"/>
                        <a:pt x="36671" y="126123"/>
                      </a:cubicBezTo>
                      <a:cubicBezTo>
                        <a:pt x="36005" y="124600"/>
                        <a:pt x="36005" y="122504"/>
                        <a:pt x="36862" y="120980"/>
                      </a:cubicBezTo>
                      <a:cubicBezTo>
                        <a:pt x="38195" y="117837"/>
                        <a:pt x="42291" y="116027"/>
                        <a:pt x="45625" y="117646"/>
                      </a:cubicBezTo>
                      <a:cubicBezTo>
                        <a:pt x="57722" y="123075"/>
                        <a:pt x="71914" y="123933"/>
                        <a:pt x="84677" y="119647"/>
                      </a:cubicBezTo>
                      <a:cubicBezTo>
                        <a:pt x="88011" y="118504"/>
                        <a:pt x="92107" y="120504"/>
                        <a:pt x="93250" y="124124"/>
                      </a:cubicBezTo>
                      <a:cubicBezTo>
                        <a:pt x="93440" y="124790"/>
                        <a:pt x="93440" y="125457"/>
                        <a:pt x="93440" y="126123"/>
                      </a:cubicBezTo>
                      <a:cubicBezTo>
                        <a:pt x="93440" y="129076"/>
                        <a:pt x="91631" y="131743"/>
                        <a:pt x="88773" y="132600"/>
                      </a:cubicBezTo>
                      <a:cubicBezTo>
                        <a:pt x="82010" y="134601"/>
                        <a:pt x="75057" y="135744"/>
                        <a:pt x="67913" y="135744"/>
                      </a:cubicBezTo>
                      <a:close/>
                      <a:moveTo>
                        <a:pt x="120872" y="105168"/>
                      </a:moveTo>
                      <a:cubicBezTo>
                        <a:pt x="119729" y="105168"/>
                        <a:pt x="118586" y="104978"/>
                        <a:pt x="117539" y="104311"/>
                      </a:cubicBezTo>
                      <a:cubicBezTo>
                        <a:pt x="114395" y="102502"/>
                        <a:pt x="113252" y="98215"/>
                        <a:pt x="115062" y="95072"/>
                      </a:cubicBezTo>
                      <a:cubicBezTo>
                        <a:pt x="120015" y="86785"/>
                        <a:pt x="122492" y="77355"/>
                        <a:pt x="122492" y="67926"/>
                      </a:cubicBezTo>
                      <a:cubicBezTo>
                        <a:pt x="122492" y="63925"/>
                        <a:pt x="122015" y="60020"/>
                        <a:pt x="121349" y="56496"/>
                      </a:cubicBezTo>
                      <a:cubicBezTo>
                        <a:pt x="121158" y="56020"/>
                        <a:pt x="121158" y="55639"/>
                        <a:pt x="121158" y="55162"/>
                      </a:cubicBezTo>
                      <a:cubicBezTo>
                        <a:pt x="121158" y="52019"/>
                        <a:pt x="123444" y="49352"/>
                        <a:pt x="126587" y="48685"/>
                      </a:cubicBezTo>
                      <a:cubicBezTo>
                        <a:pt x="130207" y="47828"/>
                        <a:pt x="133731" y="50209"/>
                        <a:pt x="134684" y="53829"/>
                      </a:cubicBezTo>
                      <a:cubicBezTo>
                        <a:pt x="135541" y="58305"/>
                        <a:pt x="136017" y="63068"/>
                        <a:pt x="136017" y="67926"/>
                      </a:cubicBezTo>
                      <a:cubicBezTo>
                        <a:pt x="136017" y="79832"/>
                        <a:pt x="132874" y="91452"/>
                        <a:pt x="126778" y="101835"/>
                      </a:cubicBezTo>
                      <a:cubicBezTo>
                        <a:pt x="125540" y="103835"/>
                        <a:pt x="123349" y="105168"/>
                        <a:pt x="120872" y="105168"/>
                      </a:cubicBezTo>
                      <a:close/>
                      <a:moveTo>
                        <a:pt x="12002" y="99358"/>
                      </a:moveTo>
                      <a:cubicBezTo>
                        <a:pt x="9335" y="99358"/>
                        <a:pt x="7049" y="97834"/>
                        <a:pt x="5906" y="95549"/>
                      </a:cubicBezTo>
                      <a:lnTo>
                        <a:pt x="5906" y="95358"/>
                      </a:lnTo>
                      <a:cubicBezTo>
                        <a:pt x="5715" y="95167"/>
                        <a:pt x="5715" y="94882"/>
                        <a:pt x="5429" y="94500"/>
                      </a:cubicBezTo>
                      <a:cubicBezTo>
                        <a:pt x="1810" y="86214"/>
                        <a:pt x="0" y="77260"/>
                        <a:pt x="0" y="68021"/>
                      </a:cubicBezTo>
                      <a:cubicBezTo>
                        <a:pt x="0" y="50971"/>
                        <a:pt x="6096" y="34779"/>
                        <a:pt x="17526" y="22491"/>
                      </a:cubicBezTo>
                      <a:cubicBezTo>
                        <a:pt x="19812" y="19825"/>
                        <a:pt x="24289" y="19539"/>
                        <a:pt x="26956" y="22015"/>
                      </a:cubicBezTo>
                      <a:cubicBezTo>
                        <a:pt x="28289" y="23158"/>
                        <a:pt x="28956" y="24683"/>
                        <a:pt x="29242" y="26492"/>
                      </a:cubicBezTo>
                      <a:cubicBezTo>
                        <a:pt x="29242" y="28302"/>
                        <a:pt x="28575" y="30111"/>
                        <a:pt x="27432" y="31445"/>
                      </a:cubicBezTo>
                      <a:cubicBezTo>
                        <a:pt x="18479" y="41541"/>
                        <a:pt x="13526" y="54591"/>
                        <a:pt x="13526" y="68021"/>
                      </a:cubicBezTo>
                      <a:cubicBezTo>
                        <a:pt x="13526" y="75641"/>
                        <a:pt x="15145" y="83070"/>
                        <a:pt x="18002" y="90024"/>
                      </a:cubicBezTo>
                      <a:cubicBezTo>
                        <a:pt x="18479" y="90881"/>
                        <a:pt x="18669" y="91548"/>
                        <a:pt x="18669" y="92501"/>
                      </a:cubicBezTo>
                      <a:cubicBezTo>
                        <a:pt x="18669" y="95167"/>
                        <a:pt x="17145" y="97644"/>
                        <a:pt x="14669" y="98787"/>
                      </a:cubicBezTo>
                      <a:cubicBezTo>
                        <a:pt x="13811" y="99168"/>
                        <a:pt x="12859" y="99358"/>
                        <a:pt x="12002" y="99358"/>
                      </a:cubicBezTo>
                      <a:close/>
                      <a:moveTo>
                        <a:pt x="104013" y="25063"/>
                      </a:moveTo>
                      <a:cubicBezTo>
                        <a:pt x="102394" y="25063"/>
                        <a:pt x="101060" y="24587"/>
                        <a:pt x="100013" y="23730"/>
                      </a:cubicBezTo>
                      <a:cubicBezTo>
                        <a:pt x="88964" y="15919"/>
                        <a:pt x="74676" y="12490"/>
                        <a:pt x="62294" y="13633"/>
                      </a:cubicBezTo>
                      <a:cubicBezTo>
                        <a:pt x="58674" y="14109"/>
                        <a:pt x="55340" y="11347"/>
                        <a:pt x="54864" y="7537"/>
                      </a:cubicBezTo>
                      <a:cubicBezTo>
                        <a:pt x="54864" y="7347"/>
                        <a:pt x="54864" y="7061"/>
                        <a:pt x="54864" y="6870"/>
                      </a:cubicBezTo>
                      <a:cubicBezTo>
                        <a:pt x="54864" y="3537"/>
                        <a:pt x="57531" y="584"/>
                        <a:pt x="60960" y="393"/>
                      </a:cubicBezTo>
                      <a:cubicBezTo>
                        <a:pt x="79153" y="-1416"/>
                        <a:pt x="94393" y="3061"/>
                        <a:pt x="107918" y="12966"/>
                      </a:cubicBezTo>
                      <a:cubicBezTo>
                        <a:pt x="109442" y="14109"/>
                        <a:pt x="110395" y="15443"/>
                        <a:pt x="110585" y="17253"/>
                      </a:cubicBezTo>
                      <a:cubicBezTo>
                        <a:pt x="111062" y="19063"/>
                        <a:pt x="110585" y="20872"/>
                        <a:pt x="109442" y="22396"/>
                      </a:cubicBezTo>
                      <a:cubicBezTo>
                        <a:pt x="108014" y="24111"/>
                        <a:pt x="106013" y="25063"/>
                        <a:pt x="104013" y="25063"/>
                      </a:cubicBezTo>
                      <a:close/>
                    </a:path>
                  </a:pathLst>
                </a:custGeom>
                <a:solidFill>
                  <a:srgbClr val="3E41C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35" name="任意多边形: 形状 34" descr="8000dd9a-10ac-43c3-a9c9-d115b45ccc32"/>
                <p:cNvSpPr/>
                <p:nvPr/>
              </p:nvSpPr>
              <p:spPr>
                <a:xfrm>
                  <a:off x="4046219" y="5536691"/>
                  <a:ext cx="68389" cy="68484"/>
                </a:xfrm>
                <a:custGeom>
                  <a:avLst/>
                  <a:gdLst>
                    <a:gd name="connsiteX0" fmla="*/ 0 w 68389"/>
                    <a:gd name="connsiteY0" fmla="*/ 34194 h 68484"/>
                    <a:gd name="connsiteX1" fmla="*/ 34195 w 68389"/>
                    <a:gd name="connsiteY1" fmla="*/ 0 h 68484"/>
                    <a:gd name="connsiteX2" fmla="*/ 68390 w 68389"/>
                    <a:gd name="connsiteY2" fmla="*/ 34194 h 68484"/>
                    <a:gd name="connsiteX3" fmla="*/ 34195 w 68389"/>
                    <a:gd name="connsiteY3" fmla="*/ 68484 h 68484"/>
                    <a:gd name="connsiteX4" fmla="*/ 0 w 68389"/>
                    <a:gd name="connsiteY4" fmla="*/ 34194 h 684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389" h="68484">
                      <a:moveTo>
                        <a:pt x="0" y="34194"/>
                      </a:moveTo>
                      <a:cubicBezTo>
                        <a:pt x="0" y="15335"/>
                        <a:pt x="15335" y="0"/>
                        <a:pt x="34195" y="0"/>
                      </a:cubicBezTo>
                      <a:cubicBezTo>
                        <a:pt x="53150" y="0"/>
                        <a:pt x="68390" y="15335"/>
                        <a:pt x="68390" y="34194"/>
                      </a:cubicBezTo>
                      <a:cubicBezTo>
                        <a:pt x="68390" y="53149"/>
                        <a:pt x="53054" y="68484"/>
                        <a:pt x="34195" y="68484"/>
                      </a:cubicBezTo>
                      <a:cubicBezTo>
                        <a:pt x="15335" y="68389"/>
                        <a:pt x="0" y="53054"/>
                        <a:pt x="0" y="34194"/>
                      </a:cubicBezTo>
                      <a:close/>
                    </a:path>
                  </a:pathLst>
                </a:custGeom>
                <a:solidFill>
                  <a:srgbClr val="FBC849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</p:grpSp>
          <p:grpSp>
            <p:nvGrpSpPr>
              <p:cNvPr id="22" name="图形 2" descr="883791ce-4f2f-41dd-ae05-1ff0ee63ffe2"/>
              <p:cNvGrpSpPr/>
              <p:nvPr/>
            </p:nvGrpSpPr>
            <p:grpSpPr>
              <a:xfrm>
                <a:off x="3892009" y="5743765"/>
                <a:ext cx="303657" cy="303180"/>
                <a:chOff x="3892009" y="5743765"/>
                <a:chExt cx="303657" cy="303180"/>
              </a:xfrm>
            </p:grpSpPr>
            <p:sp>
              <p:nvSpPr>
                <p:cNvPr id="32" name="任意多边形: 形状 31" descr="5ee3ac95-286d-412e-b19d-2269c1ea4e87"/>
                <p:cNvSpPr/>
                <p:nvPr/>
              </p:nvSpPr>
              <p:spPr>
                <a:xfrm>
                  <a:off x="3892009" y="5743765"/>
                  <a:ext cx="303657" cy="303180"/>
                </a:xfrm>
                <a:custGeom>
                  <a:avLst/>
                  <a:gdLst>
                    <a:gd name="connsiteX0" fmla="*/ 161925 w 303657"/>
                    <a:gd name="connsiteY0" fmla="*/ 303086 h 303180"/>
                    <a:gd name="connsiteX1" fmla="*/ 154972 w 303657"/>
                    <a:gd name="connsiteY1" fmla="*/ 296799 h 303180"/>
                    <a:gd name="connsiteX2" fmla="*/ 156781 w 303657"/>
                    <a:gd name="connsiteY2" fmla="*/ 291846 h 303180"/>
                    <a:gd name="connsiteX3" fmla="*/ 161258 w 303657"/>
                    <a:gd name="connsiteY3" fmla="*/ 289655 h 303180"/>
                    <a:gd name="connsiteX4" fmla="*/ 202597 w 303657"/>
                    <a:gd name="connsiteY4" fmla="*/ 280225 h 303180"/>
                    <a:gd name="connsiteX5" fmla="*/ 202787 w 303657"/>
                    <a:gd name="connsiteY5" fmla="*/ 280225 h 303180"/>
                    <a:gd name="connsiteX6" fmla="*/ 211550 w 303657"/>
                    <a:gd name="connsiteY6" fmla="*/ 284036 h 303180"/>
                    <a:gd name="connsiteX7" fmla="*/ 212026 w 303657"/>
                    <a:gd name="connsiteY7" fmla="*/ 286512 h 303180"/>
                    <a:gd name="connsiteX8" fmla="*/ 208026 w 303657"/>
                    <a:gd name="connsiteY8" fmla="*/ 292608 h 303180"/>
                    <a:gd name="connsiteX9" fmla="*/ 162211 w 303657"/>
                    <a:gd name="connsiteY9" fmla="*/ 303180 h 303180"/>
                    <a:gd name="connsiteX10" fmla="*/ 161925 w 303657"/>
                    <a:gd name="connsiteY10" fmla="*/ 303180 h 303180"/>
                    <a:gd name="connsiteX11" fmla="*/ 117253 w 303657"/>
                    <a:gd name="connsiteY11" fmla="*/ 299180 h 303180"/>
                    <a:gd name="connsiteX12" fmla="*/ 115729 w 303657"/>
                    <a:gd name="connsiteY12" fmla="*/ 298989 h 303180"/>
                    <a:gd name="connsiteX13" fmla="*/ 72390 w 303657"/>
                    <a:gd name="connsiteY13" fmla="*/ 280797 h 303180"/>
                    <a:gd name="connsiteX14" fmla="*/ 70104 w 303657"/>
                    <a:gd name="connsiteY14" fmla="*/ 271558 h 303180"/>
                    <a:gd name="connsiteX15" fmla="*/ 79534 w 303657"/>
                    <a:gd name="connsiteY15" fmla="*/ 269271 h 303180"/>
                    <a:gd name="connsiteX16" fmla="*/ 118777 w 303657"/>
                    <a:gd name="connsiteY16" fmla="*/ 285655 h 303180"/>
                    <a:gd name="connsiteX17" fmla="*/ 123920 w 303657"/>
                    <a:gd name="connsiteY17" fmla="*/ 292132 h 303180"/>
                    <a:gd name="connsiteX18" fmla="*/ 123730 w 303657"/>
                    <a:gd name="connsiteY18" fmla="*/ 293941 h 303180"/>
                    <a:gd name="connsiteX19" fmla="*/ 117253 w 303657"/>
                    <a:gd name="connsiteY19" fmla="*/ 299180 h 303180"/>
                    <a:gd name="connsiteX20" fmla="*/ 243840 w 303657"/>
                    <a:gd name="connsiteY20" fmla="*/ 270224 h 303180"/>
                    <a:gd name="connsiteX21" fmla="*/ 238696 w 303657"/>
                    <a:gd name="connsiteY21" fmla="*/ 267748 h 303180"/>
                    <a:gd name="connsiteX22" fmla="*/ 239554 w 303657"/>
                    <a:gd name="connsiteY22" fmla="*/ 258318 h 303180"/>
                    <a:gd name="connsiteX23" fmla="*/ 267843 w 303657"/>
                    <a:gd name="connsiteY23" fmla="*/ 226409 h 303180"/>
                    <a:gd name="connsiteX24" fmla="*/ 268034 w 303657"/>
                    <a:gd name="connsiteY24" fmla="*/ 226409 h 303180"/>
                    <a:gd name="connsiteX25" fmla="*/ 277273 w 303657"/>
                    <a:gd name="connsiteY25" fmla="*/ 224599 h 303180"/>
                    <a:gd name="connsiteX26" fmla="*/ 280225 w 303657"/>
                    <a:gd name="connsiteY26" fmla="*/ 229933 h 303180"/>
                    <a:gd name="connsiteX27" fmla="*/ 279368 w 303657"/>
                    <a:gd name="connsiteY27" fmla="*/ 233743 h 303180"/>
                    <a:gd name="connsiteX28" fmla="*/ 248126 w 303657"/>
                    <a:gd name="connsiteY28" fmla="*/ 268510 h 303180"/>
                    <a:gd name="connsiteX29" fmla="*/ 243840 w 303657"/>
                    <a:gd name="connsiteY29" fmla="*/ 270224 h 303180"/>
                    <a:gd name="connsiteX30" fmla="*/ 41815 w 303657"/>
                    <a:gd name="connsiteY30" fmla="*/ 252984 h 303180"/>
                    <a:gd name="connsiteX31" fmla="*/ 36862 w 303657"/>
                    <a:gd name="connsiteY31" fmla="*/ 250507 h 303180"/>
                    <a:gd name="connsiteX32" fmla="*/ 11906 w 303657"/>
                    <a:gd name="connsiteY32" fmla="*/ 210788 h 303180"/>
                    <a:gd name="connsiteX33" fmla="*/ 11906 w 303657"/>
                    <a:gd name="connsiteY33" fmla="*/ 205835 h 303180"/>
                    <a:gd name="connsiteX34" fmla="*/ 15526 w 303657"/>
                    <a:gd name="connsiteY34" fmla="*/ 202025 h 303180"/>
                    <a:gd name="connsiteX35" fmla="*/ 24479 w 303657"/>
                    <a:gd name="connsiteY35" fmla="*/ 205644 h 303180"/>
                    <a:gd name="connsiteX36" fmla="*/ 46958 w 303657"/>
                    <a:gd name="connsiteY36" fmla="*/ 241745 h 303180"/>
                    <a:gd name="connsiteX37" fmla="*/ 48482 w 303657"/>
                    <a:gd name="connsiteY37" fmla="*/ 246030 h 303180"/>
                    <a:gd name="connsiteX38" fmla="*/ 46196 w 303657"/>
                    <a:gd name="connsiteY38" fmla="*/ 251174 h 303180"/>
                    <a:gd name="connsiteX39" fmla="*/ 41815 w 303657"/>
                    <a:gd name="connsiteY39" fmla="*/ 252984 h 303180"/>
                    <a:gd name="connsiteX40" fmla="*/ 291656 w 303657"/>
                    <a:gd name="connsiteY40" fmla="*/ 196215 h 303180"/>
                    <a:gd name="connsiteX41" fmla="*/ 290132 w 303657"/>
                    <a:gd name="connsiteY41" fmla="*/ 196024 h 303180"/>
                    <a:gd name="connsiteX42" fmla="*/ 285179 w 303657"/>
                    <a:gd name="connsiteY42" fmla="*/ 187737 h 303180"/>
                    <a:gd name="connsiteX43" fmla="*/ 290132 w 303657"/>
                    <a:gd name="connsiteY43" fmla="*/ 151638 h 303180"/>
                    <a:gd name="connsiteX44" fmla="*/ 289941 w 303657"/>
                    <a:gd name="connsiteY44" fmla="*/ 147638 h 303180"/>
                    <a:gd name="connsiteX45" fmla="*/ 289941 w 303657"/>
                    <a:gd name="connsiteY45" fmla="*/ 145352 h 303180"/>
                    <a:gd name="connsiteX46" fmla="*/ 290798 w 303657"/>
                    <a:gd name="connsiteY46" fmla="*/ 145161 h 303180"/>
                    <a:gd name="connsiteX47" fmla="*/ 289941 w 303657"/>
                    <a:gd name="connsiteY47" fmla="*/ 145161 h 303180"/>
                    <a:gd name="connsiteX48" fmla="*/ 296228 w 303657"/>
                    <a:gd name="connsiteY48" fmla="*/ 138398 h 303180"/>
                    <a:gd name="connsiteX49" fmla="*/ 296704 w 303657"/>
                    <a:gd name="connsiteY49" fmla="*/ 138398 h 303180"/>
                    <a:gd name="connsiteX50" fmla="*/ 303467 w 303657"/>
                    <a:gd name="connsiteY50" fmla="*/ 144685 h 303180"/>
                    <a:gd name="connsiteX51" fmla="*/ 303657 w 303657"/>
                    <a:gd name="connsiteY51" fmla="*/ 151638 h 303180"/>
                    <a:gd name="connsiteX52" fmla="*/ 298228 w 303657"/>
                    <a:gd name="connsiteY52" fmla="*/ 191167 h 303180"/>
                    <a:gd name="connsiteX53" fmla="*/ 291656 w 303657"/>
                    <a:gd name="connsiteY53" fmla="*/ 196215 h 303180"/>
                    <a:gd name="connsiteX54" fmla="*/ 7429 w 303657"/>
                    <a:gd name="connsiteY54" fmla="*/ 171735 h 303180"/>
                    <a:gd name="connsiteX55" fmla="*/ 667 w 303657"/>
                    <a:gd name="connsiteY55" fmla="*/ 165639 h 303180"/>
                    <a:gd name="connsiteX56" fmla="*/ 667 w 303657"/>
                    <a:gd name="connsiteY56" fmla="*/ 165449 h 303180"/>
                    <a:gd name="connsiteX57" fmla="*/ 476 w 303657"/>
                    <a:gd name="connsiteY57" fmla="*/ 164782 h 303180"/>
                    <a:gd name="connsiteX58" fmla="*/ 0 w 303657"/>
                    <a:gd name="connsiteY58" fmla="*/ 151543 h 303180"/>
                    <a:gd name="connsiteX59" fmla="*/ 7144 w 303657"/>
                    <a:gd name="connsiteY59" fmla="*/ 105346 h 303180"/>
                    <a:gd name="connsiteX60" fmla="*/ 15716 w 303657"/>
                    <a:gd name="connsiteY60" fmla="*/ 101060 h 303180"/>
                    <a:gd name="connsiteX61" fmla="*/ 20002 w 303657"/>
                    <a:gd name="connsiteY61" fmla="*/ 109633 h 303180"/>
                    <a:gd name="connsiteX62" fmla="*/ 13526 w 303657"/>
                    <a:gd name="connsiteY62" fmla="*/ 151352 h 303180"/>
                    <a:gd name="connsiteX63" fmla="*/ 13526 w 303657"/>
                    <a:gd name="connsiteY63" fmla="*/ 151543 h 303180"/>
                    <a:gd name="connsiteX64" fmla="*/ 13526 w 303657"/>
                    <a:gd name="connsiteY64" fmla="*/ 152400 h 303180"/>
                    <a:gd name="connsiteX65" fmla="*/ 14192 w 303657"/>
                    <a:gd name="connsiteY65" fmla="*/ 164306 h 303180"/>
                    <a:gd name="connsiteX66" fmla="*/ 14192 w 303657"/>
                    <a:gd name="connsiteY66" fmla="*/ 164973 h 303180"/>
                    <a:gd name="connsiteX67" fmla="*/ 7906 w 303657"/>
                    <a:gd name="connsiteY67" fmla="*/ 171450 h 303180"/>
                    <a:gd name="connsiteX68" fmla="*/ 7429 w 303657"/>
                    <a:gd name="connsiteY68" fmla="*/ 171735 h 303180"/>
                    <a:gd name="connsiteX69" fmla="*/ 287560 w 303657"/>
                    <a:gd name="connsiteY69" fmla="*/ 108013 h 303180"/>
                    <a:gd name="connsiteX70" fmla="*/ 281273 w 303657"/>
                    <a:gd name="connsiteY70" fmla="*/ 103537 h 303180"/>
                    <a:gd name="connsiteX71" fmla="*/ 260414 w 303657"/>
                    <a:gd name="connsiteY71" fmla="*/ 66294 h 303180"/>
                    <a:gd name="connsiteX72" fmla="*/ 259080 w 303657"/>
                    <a:gd name="connsiteY72" fmla="*/ 62008 h 303180"/>
                    <a:gd name="connsiteX73" fmla="*/ 261556 w 303657"/>
                    <a:gd name="connsiteY73" fmla="*/ 56864 h 303180"/>
                    <a:gd name="connsiteX74" fmla="*/ 271177 w 303657"/>
                    <a:gd name="connsiteY74" fmla="*/ 58007 h 303180"/>
                    <a:gd name="connsiteX75" fmla="*/ 293846 w 303657"/>
                    <a:gd name="connsiteY75" fmla="*/ 98870 h 303180"/>
                    <a:gd name="connsiteX76" fmla="*/ 290036 w 303657"/>
                    <a:gd name="connsiteY76" fmla="*/ 107632 h 303180"/>
                    <a:gd name="connsiteX77" fmla="*/ 287560 w 303657"/>
                    <a:gd name="connsiteY77" fmla="*/ 108013 h 303180"/>
                    <a:gd name="connsiteX78" fmla="*/ 33718 w 303657"/>
                    <a:gd name="connsiteY78" fmla="*/ 74104 h 303180"/>
                    <a:gd name="connsiteX79" fmla="*/ 29718 w 303657"/>
                    <a:gd name="connsiteY79" fmla="*/ 72961 h 303180"/>
                    <a:gd name="connsiteX80" fmla="*/ 27051 w 303657"/>
                    <a:gd name="connsiteY80" fmla="*/ 67342 h 303180"/>
                    <a:gd name="connsiteX81" fmla="*/ 28194 w 303657"/>
                    <a:gd name="connsiteY81" fmla="*/ 63532 h 303180"/>
                    <a:gd name="connsiteX82" fmla="*/ 60960 w 303657"/>
                    <a:gd name="connsiteY82" fmla="*/ 30099 h 303180"/>
                    <a:gd name="connsiteX83" fmla="*/ 70390 w 303657"/>
                    <a:gd name="connsiteY83" fmla="*/ 31432 h 303180"/>
                    <a:gd name="connsiteX84" fmla="*/ 69056 w 303657"/>
                    <a:gd name="connsiteY84" fmla="*/ 40862 h 303180"/>
                    <a:gd name="connsiteX85" fmla="*/ 39243 w 303657"/>
                    <a:gd name="connsiteY85" fmla="*/ 71342 h 303180"/>
                    <a:gd name="connsiteX86" fmla="*/ 33718 w 303657"/>
                    <a:gd name="connsiteY86" fmla="*/ 74104 h 303180"/>
                    <a:gd name="connsiteX87" fmla="*/ 233077 w 303657"/>
                    <a:gd name="connsiteY87" fmla="*/ 38385 h 303180"/>
                    <a:gd name="connsiteX88" fmla="*/ 229457 w 303657"/>
                    <a:gd name="connsiteY88" fmla="*/ 37242 h 303180"/>
                    <a:gd name="connsiteX89" fmla="*/ 191071 w 303657"/>
                    <a:gd name="connsiteY89" fmla="*/ 19050 h 303180"/>
                    <a:gd name="connsiteX90" fmla="*/ 190881 w 303657"/>
                    <a:gd name="connsiteY90" fmla="*/ 19050 h 303180"/>
                    <a:gd name="connsiteX91" fmla="*/ 185928 w 303657"/>
                    <a:gd name="connsiteY91" fmla="*/ 12573 h 303180"/>
                    <a:gd name="connsiteX92" fmla="*/ 186404 w 303657"/>
                    <a:gd name="connsiteY92" fmla="*/ 10573 h 303180"/>
                    <a:gd name="connsiteX93" fmla="*/ 194691 w 303657"/>
                    <a:gd name="connsiteY93" fmla="*/ 6096 h 303180"/>
                    <a:gd name="connsiteX94" fmla="*/ 236887 w 303657"/>
                    <a:gd name="connsiteY94" fmla="*/ 26098 h 303180"/>
                    <a:gd name="connsiteX95" fmla="*/ 238696 w 303657"/>
                    <a:gd name="connsiteY95" fmla="*/ 35528 h 303180"/>
                    <a:gd name="connsiteX96" fmla="*/ 233077 w 303657"/>
                    <a:gd name="connsiteY96" fmla="*/ 38385 h 303180"/>
                    <a:gd name="connsiteX97" fmla="*/ 104394 w 303657"/>
                    <a:gd name="connsiteY97" fmla="*/ 21336 h 303180"/>
                    <a:gd name="connsiteX98" fmla="*/ 98107 w 303657"/>
                    <a:gd name="connsiteY98" fmla="*/ 16669 h 303180"/>
                    <a:gd name="connsiteX99" fmla="*/ 97631 w 303657"/>
                    <a:gd name="connsiteY99" fmla="*/ 14383 h 303180"/>
                    <a:gd name="connsiteX100" fmla="*/ 102108 w 303657"/>
                    <a:gd name="connsiteY100" fmla="*/ 8096 h 303180"/>
                    <a:gd name="connsiteX101" fmla="*/ 148114 w 303657"/>
                    <a:gd name="connsiteY101" fmla="*/ 0 h 303180"/>
                    <a:gd name="connsiteX102" fmla="*/ 148114 w 303657"/>
                    <a:gd name="connsiteY102" fmla="*/ 0 h 303180"/>
                    <a:gd name="connsiteX103" fmla="*/ 155067 w 303657"/>
                    <a:gd name="connsiteY103" fmla="*/ 6477 h 303180"/>
                    <a:gd name="connsiteX104" fmla="*/ 148590 w 303657"/>
                    <a:gd name="connsiteY104" fmla="*/ 13430 h 303180"/>
                    <a:gd name="connsiteX105" fmla="*/ 106585 w 303657"/>
                    <a:gd name="connsiteY105" fmla="*/ 20860 h 303180"/>
                    <a:gd name="connsiteX106" fmla="*/ 104394 w 303657"/>
                    <a:gd name="connsiteY106" fmla="*/ 21336 h 3031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</a:cxnLst>
                  <a:rect l="l" t="t" r="r" b="b"/>
                  <a:pathLst>
                    <a:path w="303657" h="303180">
                      <a:moveTo>
                        <a:pt x="161925" y="303086"/>
                      </a:moveTo>
                      <a:cubicBezTo>
                        <a:pt x="158305" y="303086"/>
                        <a:pt x="155162" y="300133"/>
                        <a:pt x="154972" y="296799"/>
                      </a:cubicBezTo>
                      <a:cubicBezTo>
                        <a:pt x="154972" y="294989"/>
                        <a:pt x="155448" y="293179"/>
                        <a:pt x="156781" y="291846"/>
                      </a:cubicBezTo>
                      <a:cubicBezTo>
                        <a:pt x="157924" y="290513"/>
                        <a:pt x="159448" y="289655"/>
                        <a:pt x="161258" y="289655"/>
                      </a:cubicBezTo>
                      <a:cubicBezTo>
                        <a:pt x="175355" y="288512"/>
                        <a:pt x="189357" y="285369"/>
                        <a:pt x="202597" y="280225"/>
                      </a:cubicBezTo>
                      <a:lnTo>
                        <a:pt x="202787" y="280225"/>
                      </a:lnTo>
                      <a:cubicBezTo>
                        <a:pt x="206121" y="278892"/>
                        <a:pt x="210217" y="280416"/>
                        <a:pt x="211550" y="284036"/>
                      </a:cubicBezTo>
                      <a:cubicBezTo>
                        <a:pt x="212026" y="284702"/>
                        <a:pt x="212217" y="285559"/>
                        <a:pt x="212026" y="286512"/>
                      </a:cubicBezTo>
                      <a:cubicBezTo>
                        <a:pt x="212026" y="289179"/>
                        <a:pt x="210407" y="291655"/>
                        <a:pt x="208026" y="292608"/>
                      </a:cubicBezTo>
                      <a:cubicBezTo>
                        <a:pt x="193453" y="298418"/>
                        <a:pt x="177927" y="302037"/>
                        <a:pt x="162211" y="303180"/>
                      </a:cubicBezTo>
                      <a:lnTo>
                        <a:pt x="161925" y="303180"/>
                      </a:lnTo>
                      <a:close/>
                      <a:moveTo>
                        <a:pt x="117253" y="299180"/>
                      </a:moveTo>
                      <a:cubicBezTo>
                        <a:pt x="116586" y="299180"/>
                        <a:pt x="116110" y="298989"/>
                        <a:pt x="115729" y="298989"/>
                      </a:cubicBezTo>
                      <a:cubicBezTo>
                        <a:pt x="100489" y="295180"/>
                        <a:pt x="85916" y="289084"/>
                        <a:pt x="72390" y="280797"/>
                      </a:cubicBezTo>
                      <a:cubicBezTo>
                        <a:pt x="69247" y="278987"/>
                        <a:pt x="68390" y="274701"/>
                        <a:pt x="70104" y="271558"/>
                      </a:cubicBezTo>
                      <a:cubicBezTo>
                        <a:pt x="72104" y="268414"/>
                        <a:pt x="76391" y="267557"/>
                        <a:pt x="79534" y="269271"/>
                      </a:cubicBezTo>
                      <a:cubicBezTo>
                        <a:pt x="91630" y="276892"/>
                        <a:pt x="104870" y="282321"/>
                        <a:pt x="118777" y="285655"/>
                      </a:cubicBezTo>
                      <a:cubicBezTo>
                        <a:pt x="121729" y="286512"/>
                        <a:pt x="123920" y="288988"/>
                        <a:pt x="123920" y="292132"/>
                      </a:cubicBezTo>
                      <a:cubicBezTo>
                        <a:pt x="123920" y="292798"/>
                        <a:pt x="123920" y="293275"/>
                        <a:pt x="123730" y="293941"/>
                      </a:cubicBezTo>
                      <a:cubicBezTo>
                        <a:pt x="123063" y="296989"/>
                        <a:pt x="120110" y="299180"/>
                        <a:pt x="117253" y="299180"/>
                      </a:cubicBezTo>
                      <a:close/>
                      <a:moveTo>
                        <a:pt x="243840" y="270224"/>
                      </a:moveTo>
                      <a:cubicBezTo>
                        <a:pt x="241840" y="270224"/>
                        <a:pt x="239840" y="269367"/>
                        <a:pt x="238696" y="267748"/>
                      </a:cubicBezTo>
                      <a:cubicBezTo>
                        <a:pt x="236220" y="264795"/>
                        <a:pt x="236696" y="260795"/>
                        <a:pt x="239554" y="258318"/>
                      </a:cubicBezTo>
                      <a:cubicBezTo>
                        <a:pt x="250508" y="249078"/>
                        <a:pt x="260223" y="238601"/>
                        <a:pt x="267843" y="226409"/>
                      </a:cubicBezTo>
                      <a:lnTo>
                        <a:pt x="268034" y="226409"/>
                      </a:lnTo>
                      <a:cubicBezTo>
                        <a:pt x="270034" y="223456"/>
                        <a:pt x="274320" y="222599"/>
                        <a:pt x="277273" y="224599"/>
                      </a:cubicBezTo>
                      <a:cubicBezTo>
                        <a:pt x="279083" y="225742"/>
                        <a:pt x="280225" y="227743"/>
                        <a:pt x="280225" y="229933"/>
                      </a:cubicBezTo>
                      <a:cubicBezTo>
                        <a:pt x="280225" y="231267"/>
                        <a:pt x="280035" y="232600"/>
                        <a:pt x="279368" y="233743"/>
                      </a:cubicBezTo>
                      <a:cubicBezTo>
                        <a:pt x="270605" y="246983"/>
                        <a:pt x="260318" y="258699"/>
                        <a:pt x="248126" y="268510"/>
                      </a:cubicBezTo>
                      <a:cubicBezTo>
                        <a:pt x="246697" y="269843"/>
                        <a:pt x="245364" y="270224"/>
                        <a:pt x="243840" y="270224"/>
                      </a:cubicBezTo>
                      <a:close/>
                      <a:moveTo>
                        <a:pt x="41815" y="252984"/>
                      </a:moveTo>
                      <a:cubicBezTo>
                        <a:pt x="40005" y="252984"/>
                        <a:pt x="38005" y="252126"/>
                        <a:pt x="36862" y="250507"/>
                      </a:cubicBezTo>
                      <a:cubicBezTo>
                        <a:pt x="26575" y="238601"/>
                        <a:pt x="18193" y="225361"/>
                        <a:pt x="11906" y="210788"/>
                      </a:cubicBezTo>
                      <a:cubicBezTo>
                        <a:pt x="11240" y="209264"/>
                        <a:pt x="11240" y="207454"/>
                        <a:pt x="11906" y="205835"/>
                      </a:cubicBezTo>
                      <a:cubicBezTo>
                        <a:pt x="12573" y="204025"/>
                        <a:pt x="13906" y="202692"/>
                        <a:pt x="15526" y="202025"/>
                      </a:cubicBezTo>
                      <a:cubicBezTo>
                        <a:pt x="18859" y="200692"/>
                        <a:pt x="22955" y="202216"/>
                        <a:pt x="24479" y="205644"/>
                      </a:cubicBezTo>
                      <a:cubicBezTo>
                        <a:pt x="30099" y="218884"/>
                        <a:pt x="37719" y="230981"/>
                        <a:pt x="46958" y="241745"/>
                      </a:cubicBezTo>
                      <a:cubicBezTo>
                        <a:pt x="48101" y="242888"/>
                        <a:pt x="48482" y="244411"/>
                        <a:pt x="48482" y="246030"/>
                      </a:cubicBezTo>
                      <a:cubicBezTo>
                        <a:pt x="48482" y="248031"/>
                        <a:pt x="47815" y="250031"/>
                        <a:pt x="46196" y="251174"/>
                      </a:cubicBezTo>
                      <a:cubicBezTo>
                        <a:pt x="45148" y="252317"/>
                        <a:pt x="43625" y="252984"/>
                        <a:pt x="41815" y="252984"/>
                      </a:cubicBezTo>
                      <a:close/>
                      <a:moveTo>
                        <a:pt x="291656" y="196215"/>
                      </a:moveTo>
                      <a:cubicBezTo>
                        <a:pt x="291179" y="196215"/>
                        <a:pt x="290513" y="196024"/>
                        <a:pt x="290132" y="196024"/>
                      </a:cubicBezTo>
                      <a:cubicBezTo>
                        <a:pt x="286512" y="194881"/>
                        <a:pt x="284321" y="191262"/>
                        <a:pt x="285179" y="187737"/>
                      </a:cubicBezTo>
                      <a:cubicBezTo>
                        <a:pt x="288322" y="175831"/>
                        <a:pt x="290132" y="163735"/>
                        <a:pt x="290132" y="151638"/>
                      </a:cubicBezTo>
                      <a:cubicBezTo>
                        <a:pt x="290132" y="150304"/>
                        <a:pt x="289941" y="148971"/>
                        <a:pt x="289941" y="147638"/>
                      </a:cubicBezTo>
                      <a:lnTo>
                        <a:pt x="289941" y="145352"/>
                      </a:lnTo>
                      <a:lnTo>
                        <a:pt x="290798" y="145161"/>
                      </a:lnTo>
                      <a:lnTo>
                        <a:pt x="289941" y="145161"/>
                      </a:lnTo>
                      <a:cubicBezTo>
                        <a:pt x="289941" y="141351"/>
                        <a:pt x="292608" y="138398"/>
                        <a:pt x="296228" y="138398"/>
                      </a:cubicBezTo>
                      <a:lnTo>
                        <a:pt x="296704" y="138398"/>
                      </a:lnTo>
                      <a:cubicBezTo>
                        <a:pt x="300323" y="138398"/>
                        <a:pt x="303181" y="141065"/>
                        <a:pt x="303467" y="144685"/>
                      </a:cubicBezTo>
                      <a:cubicBezTo>
                        <a:pt x="303467" y="147161"/>
                        <a:pt x="303657" y="149352"/>
                        <a:pt x="303657" y="151638"/>
                      </a:cubicBezTo>
                      <a:cubicBezTo>
                        <a:pt x="303657" y="165068"/>
                        <a:pt x="301847" y="178403"/>
                        <a:pt x="298228" y="191167"/>
                      </a:cubicBezTo>
                      <a:cubicBezTo>
                        <a:pt x="297466" y="194214"/>
                        <a:pt x="294799" y="196215"/>
                        <a:pt x="291656" y="196215"/>
                      </a:cubicBezTo>
                      <a:close/>
                      <a:moveTo>
                        <a:pt x="7429" y="171735"/>
                      </a:moveTo>
                      <a:cubicBezTo>
                        <a:pt x="4096" y="171735"/>
                        <a:pt x="1143" y="169069"/>
                        <a:pt x="667" y="165639"/>
                      </a:cubicBezTo>
                      <a:cubicBezTo>
                        <a:pt x="667" y="165639"/>
                        <a:pt x="667" y="165639"/>
                        <a:pt x="667" y="165449"/>
                      </a:cubicBezTo>
                      <a:cubicBezTo>
                        <a:pt x="476" y="165259"/>
                        <a:pt x="476" y="164973"/>
                        <a:pt x="476" y="164782"/>
                      </a:cubicBezTo>
                      <a:cubicBezTo>
                        <a:pt x="286" y="160782"/>
                        <a:pt x="0" y="156496"/>
                        <a:pt x="0" y="151543"/>
                      </a:cubicBezTo>
                      <a:cubicBezTo>
                        <a:pt x="0" y="135827"/>
                        <a:pt x="2477" y="120396"/>
                        <a:pt x="7144" y="105346"/>
                      </a:cubicBezTo>
                      <a:cubicBezTo>
                        <a:pt x="8287" y="102012"/>
                        <a:pt x="12097" y="99917"/>
                        <a:pt x="15716" y="101060"/>
                      </a:cubicBezTo>
                      <a:cubicBezTo>
                        <a:pt x="19050" y="102203"/>
                        <a:pt x="21145" y="106013"/>
                        <a:pt x="20002" y="109633"/>
                      </a:cubicBezTo>
                      <a:cubicBezTo>
                        <a:pt x="15716" y="123063"/>
                        <a:pt x="13526" y="137255"/>
                        <a:pt x="13526" y="151352"/>
                      </a:cubicBezTo>
                      <a:cubicBezTo>
                        <a:pt x="13526" y="151543"/>
                        <a:pt x="13526" y="151543"/>
                        <a:pt x="13526" y="151543"/>
                      </a:cubicBezTo>
                      <a:cubicBezTo>
                        <a:pt x="13526" y="151733"/>
                        <a:pt x="13526" y="152209"/>
                        <a:pt x="13526" y="152400"/>
                      </a:cubicBezTo>
                      <a:cubicBezTo>
                        <a:pt x="13526" y="156020"/>
                        <a:pt x="13716" y="160020"/>
                        <a:pt x="14192" y="164306"/>
                      </a:cubicBezTo>
                      <a:cubicBezTo>
                        <a:pt x="14192" y="164496"/>
                        <a:pt x="14192" y="164782"/>
                        <a:pt x="14192" y="164973"/>
                      </a:cubicBezTo>
                      <a:cubicBezTo>
                        <a:pt x="14002" y="168307"/>
                        <a:pt x="11525" y="171259"/>
                        <a:pt x="7906" y="171450"/>
                      </a:cubicBezTo>
                      <a:cubicBezTo>
                        <a:pt x="7715" y="171735"/>
                        <a:pt x="7429" y="171735"/>
                        <a:pt x="7429" y="171735"/>
                      </a:cubicBezTo>
                      <a:close/>
                      <a:moveTo>
                        <a:pt x="287560" y="108013"/>
                      </a:moveTo>
                      <a:cubicBezTo>
                        <a:pt x="284893" y="108013"/>
                        <a:pt x="282416" y="106203"/>
                        <a:pt x="281273" y="103537"/>
                      </a:cubicBezTo>
                      <a:cubicBezTo>
                        <a:pt x="276320" y="90106"/>
                        <a:pt x="269367" y="77724"/>
                        <a:pt x="260414" y="66294"/>
                      </a:cubicBezTo>
                      <a:cubicBezTo>
                        <a:pt x="259556" y="65151"/>
                        <a:pt x="259080" y="63627"/>
                        <a:pt x="259080" y="62008"/>
                      </a:cubicBezTo>
                      <a:cubicBezTo>
                        <a:pt x="259080" y="60007"/>
                        <a:pt x="259937" y="58198"/>
                        <a:pt x="261556" y="56864"/>
                      </a:cubicBezTo>
                      <a:cubicBezTo>
                        <a:pt x="264509" y="54578"/>
                        <a:pt x="268986" y="55340"/>
                        <a:pt x="271177" y="58007"/>
                      </a:cubicBezTo>
                      <a:cubicBezTo>
                        <a:pt x="280797" y="70389"/>
                        <a:pt x="288417" y="84011"/>
                        <a:pt x="293846" y="98870"/>
                      </a:cubicBezTo>
                      <a:cubicBezTo>
                        <a:pt x="295180" y="102489"/>
                        <a:pt x="293370" y="106299"/>
                        <a:pt x="290036" y="107632"/>
                      </a:cubicBezTo>
                      <a:cubicBezTo>
                        <a:pt x="289179" y="107728"/>
                        <a:pt x="288512" y="108013"/>
                        <a:pt x="287560" y="108013"/>
                      </a:cubicBezTo>
                      <a:close/>
                      <a:moveTo>
                        <a:pt x="33718" y="74104"/>
                      </a:moveTo>
                      <a:cubicBezTo>
                        <a:pt x="32385" y="74104"/>
                        <a:pt x="31052" y="73914"/>
                        <a:pt x="29718" y="72961"/>
                      </a:cubicBezTo>
                      <a:cubicBezTo>
                        <a:pt x="27908" y="71628"/>
                        <a:pt x="27051" y="69628"/>
                        <a:pt x="27051" y="67342"/>
                      </a:cubicBezTo>
                      <a:cubicBezTo>
                        <a:pt x="27051" y="66008"/>
                        <a:pt x="27527" y="64675"/>
                        <a:pt x="28194" y="63532"/>
                      </a:cubicBezTo>
                      <a:cubicBezTo>
                        <a:pt x="37433" y="50768"/>
                        <a:pt x="48387" y="39528"/>
                        <a:pt x="60960" y="30099"/>
                      </a:cubicBezTo>
                      <a:cubicBezTo>
                        <a:pt x="63913" y="28098"/>
                        <a:pt x="68104" y="28480"/>
                        <a:pt x="70390" y="31432"/>
                      </a:cubicBezTo>
                      <a:cubicBezTo>
                        <a:pt x="72676" y="34576"/>
                        <a:pt x="71914" y="38576"/>
                        <a:pt x="69056" y="40862"/>
                      </a:cubicBezTo>
                      <a:cubicBezTo>
                        <a:pt x="57626" y="49435"/>
                        <a:pt x="47530" y="59721"/>
                        <a:pt x="39243" y="71342"/>
                      </a:cubicBezTo>
                      <a:cubicBezTo>
                        <a:pt x="38005" y="73247"/>
                        <a:pt x="36004" y="74104"/>
                        <a:pt x="33718" y="74104"/>
                      </a:cubicBezTo>
                      <a:close/>
                      <a:moveTo>
                        <a:pt x="233077" y="38385"/>
                      </a:moveTo>
                      <a:cubicBezTo>
                        <a:pt x="231743" y="38385"/>
                        <a:pt x="230600" y="37909"/>
                        <a:pt x="229457" y="37242"/>
                      </a:cubicBezTo>
                      <a:cubicBezTo>
                        <a:pt x="217551" y="29146"/>
                        <a:pt x="204788" y="23146"/>
                        <a:pt x="191071" y="19050"/>
                      </a:cubicBezTo>
                      <a:lnTo>
                        <a:pt x="190881" y="19050"/>
                      </a:lnTo>
                      <a:cubicBezTo>
                        <a:pt x="187928" y="18192"/>
                        <a:pt x="186119" y="15430"/>
                        <a:pt x="185928" y="12573"/>
                      </a:cubicBezTo>
                      <a:cubicBezTo>
                        <a:pt x="185928" y="11906"/>
                        <a:pt x="186119" y="11239"/>
                        <a:pt x="186404" y="10573"/>
                      </a:cubicBezTo>
                      <a:cubicBezTo>
                        <a:pt x="187262" y="7239"/>
                        <a:pt x="191357" y="4953"/>
                        <a:pt x="194691" y="6096"/>
                      </a:cubicBezTo>
                      <a:cubicBezTo>
                        <a:pt x="209741" y="10573"/>
                        <a:pt x="223838" y="17336"/>
                        <a:pt x="236887" y="26098"/>
                      </a:cubicBezTo>
                      <a:cubicBezTo>
                        <a:pt x="240030" y="28098"/>
                        <a:pt x="240697" y="32385"/>
                        <a:pt x="238696" y="35528"/>
                      </a:cubicBezTo>
                      <a:cubicBezTo>
                        <a:pt x="237553" y="37338"/>
                        <a:pt x="235268" y="38385"/>
                        <a:pt x="233077" y="38385"/>
                      </a:cubicBezTo>
                      <a:close/>
                      <a:moveTo>
                        <a:pt x="104394" y="21336"/>
                      </a:moveTo>
                      <a:cubicBezTo>
                        <a:pt x="101441" y="21336"/>
                        <a:pt x="98965" y="19526"/>
                        <a:pt x="98107" y="16669"/>
                      </a:cubicBezTo>
                      <a:cubicBezTo>
                        <a:pt x="97631" y="16002"/>
                        <a:pt x="97631" y="15335"/>
                        <a:pt x="97631" y="14383"/>
                      </a:cubicBezTo>
                      <a:cubicBezTo>
                        <a:pt x="97631" y="11716"/>
                        <a:pt x="99441" y="8954"/>
                        <a:pt x="102108" y="8096"/>
                      </a:cubicBezTo>
                      <a:cubicBezTo>
                        <a:pt x="116967" y="3143"/>
                        <a:pt x="132397" y="285"/>
                        <a:pt x="148114" y="0"/>
                      </a:cubicBezTo>
                      <a:lnTo>
                        <a:pt x="148114" y="0"/>
                      </a:lnTo>
                      <a:cubicBezTo>
                        <a:pt x="151924" y="0"/>
                        <a:pt x="154876" y="2953"/>
                        <a:pt x="155067" y="6477"/>
                      </a:cubicBezTo>
                      <a:cubicBezTo>
                        <a:pt x="155067" y="10287"/>
                        <a:pt x="152114" y="13239"/>
                        <a:pt x="148590" y="13430"/>
                      </a:cubicBezTo>
                      <a:cubicBezTo>
                        <a:pt x="134017" y="13621"/>
                        <a:pt x="119824" y="16097"/>
                        <a:pt x="106585" y="20860"/>
                      </a:cubicBezTo>
                      <a:cubicBezTo>
                        <a:pt x="106013" y="21145"/>
                        <a:pt x="105061" y="21336"/>
                        <a:pt x="104394" y="21336"/>
                      </a:cubicBezTo>
                      <a:close/>
                    </a:path>
                  </a:pathLst>
                </a:custGeom>
                <a:solidFill>
                  <a:srgbClr val="3E41C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33" name="任意多边形: 形状 32" descr="aebba689-6604-4f50-8aa4-b5bb9677ca5d"/>
                <p:cNvSpPr/>
                <p:nvPr/>
              </p:nvSpPr>
              <p:spPr>
                <a:xfrm>
                  <a:off x="3961256" y="5812916"/>
                  <a:ext cx="164973" cy="164972"/>
                </a:xfrm>
                <a:custGeom>
                  <a:avLst/>
                  <a:gdLst>
                    <a:gd name="connsiteX0" fmla="*/ 0 w 164973"/>
                    <a:gd name="connsiteY0" fmla="*/ 82486 h 164972"/>
                    <a:gd name="connsiteX1" fmla="*/ 82487 w 164973"/>
                    <a:gd name="connsiteY1" fmla="*/ 0 h 164972"/>
                    <a:gd name="connsiteX2" fmla="*/ 164973 w 164973"/>
                    <a:gd name="connsiteY2" fmla="*/ 82486 h 164972"/>
                    <a:gd name="connsiteX3" fmla="*/ 82487 w 164973"/>
                    <a:gd name="connsiteY3" fmla="*/ 164972 h 164972"/>
                    <a:gd name="connsiteX4" fmla="*/ 0 w 164973"/>
                    <a:gd name="connsiteY4" fmla="*/ 82486 h 164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4973" h="164972">
                      <a:moveTo>
                        <a:pt x="0" y="82486"/>
                      </a:moveTo>
                      <a:cubicBezTo>
                        <a:pt x="0" y="36862"/>
                        <a:pt x="36957" y="0"/>
                        <a:pt x="82487" y="0"/>
                      </a:cubicBezTo>
                      <a:cubicBezTo>
                        <a:pt x="128111" y="0"/>
                        <a:pt x="164973" y="36956"/>
                        <a:pt x="164973" y="82486"/>
                      </a:cubicBezTo>
                      <a:cubicBezTo>
                        <a:pt x="164973" y="128111"/>
                        <a:pt x="128016" y="164972"/>
                        <a:pt x="82487" y="164972"/>
                      </a:cubicBezTo>
                      <a:cubicBezTo>
                        <a:pt x="36862" y="164972"/>
                        <a:pt x="0" y="128015"/>
                        <a:pt x="0" y="82486"/>
                      </a:cubicBezTo>
                      <a:close/>
                    </a:path>
                  </a:pathLst>
                </a:custGeom>
                <a:solidFill>
                  <a:srgbClr val="FF560B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</p:grpSp>
          <p:grpSp>
            <p:nvGrpSpPr>
              <p:cNvPr id="23" name="图形 2" descr="85b4b7cc-5c63-412a-bb5f-d38d42375f87"/>
              <p:cNvGrpSpPr/>
              <p:nvPr/>
            </p:nvGrpSpPr>
            <p:grpSpPr>
              <a:xfrm>
                <a:off x="6446995" y="3045999"/>
                <a:ext cx="299846" cy="299751"/>
                <a:chOff x="6446995" y="3045999"/>
                <a:chExt cx="299846" cy="299751"/>
              </a:xfrm>
            </p:grpSpPr>
            <p:sp>
              <p:nvSpPr>
                <p:cNvPr id="30" name="任意多边形: 形状 29" descr="78965394-e31f-469e-abc6-cd91f5aff370"/>
                <p:cNvSpPr/>
                <p:nvPr/>
              </p:nvSpPr>
              <p:spPr>
                <a:xfrm>
                  <a:off x="6446995" y="3045999"/>
                  <a:ext cx="299846" cy="299751"/>
                </a:xfrm>
                <a:custGeom>
                  <a:avLst/>
                  <a:gdLst>
                    <a:gd name="connsiteX0" fmla="*/ 151924 w 299846"/>
                    <a:gd name="connsiteY0" fmla="*/ 299752 h 299751"/>
                    <a:gd name="connsiteX1" fmla="*/ 151733 w 299846"/>
                    <a:gd name="connsiteY1" fmla="*/ 299752 h 299751"/>
                    <a:gd name="connsiteX2" fmla="*/ 151733 w 299846"/>
                    <a:gd name="connsiteY2" fmla="*/ 299752 h 299751"/>
                    <a:gd name="connsiteX3" fmla="*/ 144971 w 299846"/>
                    <a:gd name="connsiteY3" fmla="*/ 292989 h 299751"/>
                    <a:gd name="connsiteX4" fmla="*/ 146971 w 299846"/>
                    <a:gd name="connsiteY4" fmla="*/ 288322 h 299751"/>
                    <a:gd name="connsiteX5" fmla="*/ 151638 w 299846"/>
                    <a:gd name="connsiteY5" fmla="*/ 286321 h 299751"/>
                    <a:gd name="connsiteX6" fmla="*/ 193643 w 299846"/>
                    <a:gd name="connsiteY6" fmla="*/ 279178 h 299751"/>
                    <a:gd name="connsiteX7" fmla="*/ 202216 w 299846"/>
                    <a:gd name="connsiteY7" fmla="*/ 283464 h 299751"/>
                    <a:gd name="connsiteX8" fmla="*/ 202406 w 299846"/>
                    <a:gd name="connsiteY8" fmla="*/ 285464 h 299751"/>
                    <a:gd name="connsiteX9" fmla="*/ 197929 w 299846"/>
                    <a:gd name="connsiteY9" fmla="*/ 291941 h 299751"/>
                    <a:gd name="connsiteX10" fmla="*/ 151924 w 299846"/>
                    <a:gd name="connsiteY10" fmla="*/ 299752 h 299751"/>
                    <a:gd name="connsiteX11" fmla="*/ 107537 w 299846"/>
                    <a:gd name="connsiteY11" fmla="*/ 293275 h 299751"/>
                    <a:gd name="connsiteX12" fmla="*/ 105537 w 299846"/>
                    <a:gd name="connsiteY12" fmla="*/ 293084 h 299751"/>
                    <a:gd name="connsiteX13" fmla="*/ 63532 w 299846"/>
                    <a:gd name="connsiteY13" fmla="*/ 272415 h 299751"/>
                    <a:gd name="connsiteX14" fmla="*/ 60865 w 299846"/>
                    <a:gd name="connsiteY14" fmla="*/ 268129 h 299751"/>
                    <a:gd name="connsiteX15" fmla="*/ 62008 w 299846"/>
                    <a:gd name="connsiteY15" fmla="*/ 262985 h 299751"/>
                    <a:gd name="connsiteX16" fmla="*/ 71438 w 299846"/>
                    <a:gd name="connsiteY16" fmla="*/ 261461 h 299751"/>
                    <a:gd name="connsiteX17" fmla="*/ 109633 w 299846"/>
                    <a:gd name="connsiteY17" fmla="*/ 280321 h 299751"/>
                    <a:gd name="connsiteX18" fmla="*/ 109823 w 299846"/>
                    <a:gd name="connsiteY18" fmla="*/ 280321 h 299751"/>
                    <a:gd name="connsiteX19" fmla="*/ 114300 w 299846"/>
                    <a:gd name="connsiteY19" fmla="*/ 286607 h 299751"/>
                    <a:gd name="connsiteX20" fmla="*/ 114109 w 299846"/>
                    <a:gd name="connsiteY20" fmla="*/ 288607 h 299751"/>
                    <a:gd name="connsiteX21" fmla="*/ 107537 w 299846"/>
                    <a:gd name="connsiteY21" fmla="*/ 293275 h 299751"/>
                    <a:gd name="connsiteX22" fmla="*/ 235458 w 299846"/>
                    <a:gd name="connsiteY22" fmla="*/ 271463 h 299751"/>
                    <a:gd name="connsiteX23" fmla="*/ 230029 w 299846"/>
                    <a:gd name="connsiteY23" fmla="*/ 268796 h 299751"/>
                    <a:gd name="connsiteX24" fmla="*/ 228695 w 299846"/>
                    <a:gd name="connsiteY24" fmla="*/ 263842 h 299751"/>
                    <a:gd name="connsiteX25" fmla="*/ 231362 w 299846"/>
                    <a:gd name="connsiteY25" fmla="*/ 259366 h 299751"/>
                    <a:gd name="connsiteX26" fmla="*/ 261175 w 299846"/>
                    <a:gd name="connsiteY26" fmla="*/ 228790 h 299751"/>
                    <a:gd name="connsiteX27" fmla="*/ 270605 w 299846"/>
                    <a:gd name="connsiteY27" fmla="*/ 227457 h 299751"/>
                    <a:gd name="connsiteX28" fmla="*/ 273272 w 299846"/>
                    <a:gd name="connsiteY28" fmla="*/ 233077 h 299751"/>
                    <a:gd name="connsiteX29" fmla="*/ 272129 w 299846"/>
                    <a:gd name="connsiteY29" fmla="*/ 236696 h 299751"/>
                    <a:gd name="connsiteX30" fmla="*/ 239363 w 299846"/>
                    <a:gd name="connsiteY30" fmla="*/ 270129 h 299751"/>
                    <a:gd name="connsiteX31" fmla="*/ 235458 w 299846"/>
                    <a:gd name="connsiteY31" fmla="*/ 271463 h 299751"/>
                    <a:gd name="connsiteX32" fmla="*/ 35242 w 299846"/>
                    <a:gd name="connsiteY32" fmla="*/ 242506 h 299751"/>
                    <a:gd name="connsiteX33" fmla="*/ 30099 w 299846"/>
                    <a:gd name="connsiteY33" fmla="*/ 239839 h 299751"/>
                    <a:gd name="connsiteX34" fmla="*/ 8096 w 299846"/>
                    <a:gd name="connsiteY34" fmla="*/ 198310 h 299751"/>
                    <a:gd name="connsiteX35" fmla="*/ 12382 w 299846"/>
                    <a:gd name="connsiteY35" fmla="*/ 189738 h 299751"/>
                    <a:gd name="connsiteX36" fmla="*/ 20955 w 299846"/>
                    <a:gd name="connsiteY36" fmla="*/ 194024 h 299751"/>
                    <a:gd name="connsiteX37" fmla="*/ 40957 w 299846"/>
                    <a:gd name="connsiteY37" fmla="*/ 231743 h 299751"/>
                    <a:gd name="connsiteX38" fmla="*/ 42291 w 299846"/>
                    <a:gd name="connsiteY38" fmla="*/ 235744 h 299751"/>
                    <a:gd name="connsiteX39" fmla="*/ 39624 w 299846"/>
                    <a:gd name="connsiteY39" fmla="*/ 241173 h 299751"/>
                    <a:gd name="connsiteX40" fmla="*/ 35242 w 299846"/>
                    <a:gd name="connsiteY40" fmla="*/ 242506 h 299751"/>
                    <a:gd name="connsiteX41" fmla="*/ 286607 w 299846"/>
                    <a:gd name="connsiteY41" fmla="*/ 199644 h 299751"/>
                    <a:gd name="connsiteX42" fmla="*/ 284607 w 299846"/>
                    <a:gd name="connsiteY42" fmla="*/ 199168 h 299751"/>
                    <a:gd name="connsiteX43" fmla="*/ 280606 w 299846"/>
                    <a:gd name="connsiteY43" fmla="*/ 195834 h 299751"/>
                    <a:gd name="connsiteX44" fmla="*/ 280130 w 299846"/>
                    <a:gd name="connsiteY44" fmla="*/ 190881 h 299751"/>
                    <a:gd name="connsiteX45" fmla="*/ 286417 w 299846"/>
                    <a:gd name="connsiteY45" fmla="*/ 149828 h 299751"/>
                    <a:gd name="connsiteX46" fmla="*/ 286417 w 299846"/>
                    <a:gd name="connsiteY46" fmla="*/ 148685 h 299751"/>
                    <a:gd name="connsiteX47" fmla="*/ 288417 w 299846"/>
                    <a:gd name="connsiteY47" fmla="*/ 144018 h 299751"/>
                    <a:gd name="connsiteX48" fmla="*/ 299847 w 299846"/>
                    <a:gd name="connsiteY48" fmla="*/ 148495 h 299751"/>
                    <a:gd name="connsiteX49" fmla="*/ 299847 w 299846"/>
                    <a:gd name="connsiteY49" fmla="*/ 148495 h 299751"/>
                    <a:gd name="connsiteX50" fmla="*/ 299847 w 299846"/>
                    <a:gd name="connsiteY50" fmla="*/ 149828 h 299751"/>
                    <a:gd name="connsiteX51" fmla="*/ 293084 w 299846"/>
                    <a:gd name="connsiteY51" fmla="*/ 194977 h 299751"/>
                    <a:gd name="connsiteX52" fmla="*/ 286607 w 299846"/>
                    <a:gd name="connsiteY52" fmla="*/ 199644 h 299751"/>
                    <a:gd name="connsiteX53" fmla="*/ 6953 w 299846"/>
                    <a:gd name="connsiteY53" fmla="*/ 159067 h 299751"/>
                    <a:gd name="connsiteX54" fmla="*/ 6953 w 299846"/>
                    <a:gd name="connsiteY54" fmla="*/ 159067 h 299751"/>
                    <a:gd name="connsiteX55" fmla="*/ 6763 w 299846"/>
                    <a:gd name="connsiteY55" fmla="*/ 159067 h 299751"/>
                    <a:gd name="connsiteX56" fmla="*/ 0 w 299846"/>
                    <a:gd name="connsiteY56" fmla="*/ 152305 h 299751"/>
                    <a:gd name="connsiteX57" fmla="*/ 0 w 299846"/>
                    <a:gd name="connsiteY57" fmla="*/ 151162 h 299751"/>
                    <a:gd name="connsiteX58" fmla="*/ 0 w 299846"/>
                    <a:gd name="connsiteY58" fmla="*/ 149828 h 299751"/>
                    <a:gd name="connsiteX59" fmla="*/ 7144 w 299846"/>
                    <a:gd name="connsiteY59" fmla="*/ 103632 h 299751"/>
                    <a:gd name="connsiteX60" fmla="*/ 15716 w 299846"/>
                    <a:gd name="connsiteY60" fmla="*/ 99346 h 299751"/>
                    <a:gd name="connsiteX61" fmla="*/ 20193 w 299846"/>
                    <a:gd name="connsiteY61" fmla="*/ 107632 h 299751"/>
                    <a:gd name="connsiteX62" fmla="*/ 13430 w 299846"/>
                    <a:gd name="connsiteY62" fmla="*/ 149828 h 299751"/>
                    <a:gd name="connsiteX63" fmla="*/ 13430 w 299846"/>
                    <a:gd name="connsiteY63" fmla="*/ 152019 h 299751"/>
                    <a:gd name="connsiteX64" fmla="*/ 11621 w 299846"/>
                    <a:gd name="connsiteY64" fmla="*/ 156686 h 299751"/>
                    <a:gd name="connsiteX65" fmla="*/ 6953 w 299846"/>
                    <a:gd name="connsiteY65" fmla="*/ 159067 h 299751"/>
                    <a:gd name="connsiteX66" fmla="*/ 285940 w 299846"/>
                    <a:gd name="connsiteY66" fmla="*/ 111252 h 299751"/>
                    <a:gd name="connsiteX67" fmla="*/ 279463 w 299846"/>
                    <a:gd name="connsiteY67" fmla="*/ 106775 h 299751"/>
                    <a:gd name="connsiteX68" fmla="*/ 259937 w 299846"/>
                    <a:gd name="connsiteY68" fmla="*/ 68866 h 299751"/>
                    <a:gd name="connsiteX69" fmla="*/ 258604 w 299846"/>
                    <a:gd name="connsiteY69" fmla="*/ 64865 h 299751"/>
                    <a:gd name="connsiteX70" fmla="*/ 261271 w 299846"/>
                    <a:gd name="connsiteY70" fmla="*/ 59436 h 299751"/>
                    <a:gd name="connsiteX71" fmla="*/ 270510 w 299846"/>
                    <a:gd name="connsiteY71" fmla="*/ 60770 h 299751"/>
                    <a:gd name="connsiteX72" fmla="*/ 270700 w 299846"/>
                    <a:gd name="connsiteY72" fmla="*/ 60960 h 299751"/>
                    <a:gd name="connsiteX73" fmla="*/ 271177 w 299846"/>
                    <a:gd name="connsiteY73" fmla="*/ 61436 h 299751"/>
                    <a:gd name="connsiteX74" fmla="*/ 292227 w 299846"/>
                    <a:gd name="connsiteY74" fmla="*/ 102489 h 299751"/>
                    <a:gd name="connsiteX75" fmla="*/ 292037 w 299846"/>
                    <a:gd name="connsiteY75" fmla="*/ 107632 h 299751"/>
                    <a:gd name="connsiteX76" fmla="*/ 288036 w 299846"/>
                    <a:gd name="connsiteY76" fmla="*/ 110966 h 299751"/>
                    <a:gd name="connsiteX77" fmla="*/ 285940 w 299846"/>
                    <a:gd name="connsiteY77" fmla="*/ 111252 h 299751"/>
                    <a:gd name="connsiteX78" fmla="*/ 33909 w 299846"/>
                    <a:gd name="connsiteY78" fmla="*/ 72676 h 299751"/>
                    <a:gd name="connsiteX79" fmla="*/ 30099 w 299846"/>
                    <a:gd name="connsiteY79" fmla="*/ 71342 h 299751"/>
                    <a:gd name="connsiteX80" fmla="*/ 27146 w 299846"/>
                    <a:gd name="connsiteY80" fmla="*/ 65913 h 299751"/>
                    <a:gd name="connsiteX81" fmla="*/ 28480 w 299846"/>
                    <a:gd name="connsiteY81" fmla="*/ 61913 h 299751"/>
                    <a:gd name="connsiteX82" fmla="*/ 61436 w 299846"/>
                    <a:gd name="connsiteY82" fmla="*/ 28670 h 299751"/>
                    <a:gd name="connsiteX83" fmla="*/ 70866 w 299846"/>
                    <a:gd name="connsiteY83" fmla="*/ 30289 h 299751"/>
                    <a:gd name="connsiteX84" fmla="*/ 72199 w 299846"/>
                    <a:gd name="connsiteY84" fmla="*/ 35242 h 299751"/>
                    <a:gd name="connsiteX85" fmla="*/ 69532 w 299846"/>
                    <a:gd name="connsiteY85" fmla="*/ 39719 h 299751"/>
                    <a:gd name="connsiteX86" fmla="*/ 39433 w 299846"/>
                    <a:gd name="connsiteY86" fmla="*/ 69818 h 299751"/>
                    <a:gd name="connsiteX87" fmla="*/ 33909 w 299846"/>
                    <a:gd name="connsiteY87" fmla="*/ 72676 h 299751"/>
                    <a:gd name="connsiteX88" fmla="*/ 233458 w 299846"/>
                    <a:gd name="connsiteY88" fmla="*/ 40291 h 299751"/>
                    <a:gd name="connsiteX89" fmla="*/ 229648 w 299846"/>
                    <a:gd name="connsiteY89" fmla="*/ 38957 h 299751"/>
                    <a:gd name="connsiteX90" fmla="*/ 191453 w 299846"/>
                    <a:gd name="connsiteY90" fmla="*/ 19907 h 299751"/>
                    <a:gd name="connsiteX91" fmla="*/ 191262 w 299846"/>
                    <a:gd name="connsiteY91" fmla="*/ 19717 h 299751"/>
                    <a:gd name="connsiteX92" fmla="*/ 186785 w 299846"/>
                    <a:gd name="connsiteY92" fmla="*/ 13430 h 299751"/>
                    <a:gd name="connsiteX93" fmla="*/ 187262 w 299846"/>
                    <a:gd name="connsiteY93" fmla="*/ 11430 h 299751"/>
                    <a:gd name="connsiteX94" fmla="*/ 195358 w 299846"/>
                    <a:gd name="connsiteY94" fmla="*/ 6953 h 299751"/>
                    <a:gd name="connsiteX95" fmla="*/ 195548 w 299846"/>
                    <a:gd name="connsiteY95" fmla="*/ 6953 h 299751"/>
                    <a:gd name="connsiteX96" fmla="*/ 196405 w 299846"/>
                    <a:gd name="connsiteY96" fmla="*/ 7429 h 299751"/>
                    <a:gd name="connsiteX97" fmla="*/ 237458 w 299846"/>
                    <a:gd name="connsiteY97" fmla="*/ 28099 h 299751"/>
                    <a:gd name="connsiteX98" fmla="*/ 240125 w 299846"/>
                    <a:gd name="connsiteY98" fmla="*/ 32575 h 299751"/>
                    <a:gd name="connsiteX99" fmla="*/ 238982 w 299846"/>
                    <a:gd name="connsiteY99" fmla="*/ 37529 h 299751"/>
                    <a:gd name="connsiteX100" fmla="*/ 233458 w 299846"/>
                    <a:gd name="connsiteY100" fmla="*/ 40291 h 299751"/>
                    <a:gd name="connsiteX101" fmla="*/ 105251 w 299846"/>
                    <a:gd name="connsiteY101" fmla="*/ 20574 h 299751"/>
                    <a:gd name="connsiteX102" fmla="*/ 98774 w 299846"/>
                    <a:gd name="connsiteY102" fmla="*/ 15907 h 299751"/>
                    <a:gd name="connsiteX103" fmla="*/ 98584 w 299846"/>
                    <a:gd name="connsiteY103" fmla="*/ 13906 h 299751"/>
                    <a:gd name="connsiteX104" fmla="*/ 103061 w 299846"/>
                    <a:gd name="connsiteY104" fmla="*/ 7429 h 299751"/>
                    <a:gd name="connsiteX105" fmla="*/ 103251 w 299846"/>
                    <a:gd name="connsiteY105" fmla="*/ 7429 h 299751"/>
                    <a:gd name="connsiteX106" fmla="*/ 103441 w 299846"/>
                    <a:gd name="connsiteY106" fmla="*/ 7429 h 299751"/>
                    <a:gd name="connsiteX107" fmla="*/ 149257 w 299846"/>
                    <a:gd name="connsiteY107" fmla="*/ 0 h 299751"/>
                    <a:gd name="connsiteX108" fmla="*/ 156210 w 299846"/>
                    <a:gd name="connsiteY108" fmla="*/ 6763 h 299751"/>
                    <a:gd name="connsiteX109" fmla="*/ 149447 w 299846"/>
                    <a:gd name="connsiteY109" fmla="*/ 13525 h 299751"/>
                    <a:gd name="connsiteX110" fmla="*/ 107251 w 299846"/>
                    <a:gd name="connsiteY110" fmla="*/ 20288 h 299751"/>
                    <a:gd name="connsiteX111" fmla="*/ 107061 w 299846"/>
                    <a:gd name="connsiteY111" fmla="*/ 20288 h 299751"/>
                    <a:gd name="connsiteX112" fmla="*/ 105251 w 299846"/>
                    <a:gd name="connsiteY112" fmla="*/ 20574 h 2997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</a:cxnLst>
                  <a:rect l="l" t="t" r="r" b="b"/>
                  <a:pathLst>
                    <a:path w="299846" h="299751">
                      <a:moveTo>
                        <a:pt x="151924" y="299752"/>
                      </a:moveTo>
                      <a:lnTo>
                        <a:pt x="151733" y="299752"/>
                      </a:lnTo>
                      <a:lnTo>
                        <a:pt x="151733" y="299752"/>
                      </a:lnTo>
                      <a:cubicBezTo>
                        <a:pt x="148114" y="299752"/>
                        <a:pt x="144971" y="296799"/>
                        <a:pt x="144971" y="292989"/>
                      </a:cubicBezTo>
                      <a:cubicBezTo>
                        <a:pt x="144971" y="291179"/>
                        <a:pt x="145637" y="289655"/>
                        <a:pt x="146971" y="288322"/>
                      </a:cubicBezTo>
                      <a:cubicBezTo>
                        <a:pt x="148114" y="286988"/>
                        <a:pt x="149923" y="286321"/>
                        <a:pt x="151638" y="286321"/>
                      </a:cubicBezTo>
                      <a:cubicBezTo>
                        <a:pt x="166021" y="286131"/>
                        <a:pt x="180118" y="283655"/>
                        <a:pt x="193643" y="279178"/>
                      </a:cubicBezTo>
                      <a:cubicBezTo>
                        <a:pt x="196977" y="278035"/>
                        <a:pt x="201073" y="280035"/>
                        <a:pt x="202216" y="283464"/>
                      </a:cubicBezTo>
                      <a:cubicBezTo>
                        <a:pt x="202406" y="284131"/>
                        <a:pt x="202406" y="284797"/>
                        <a:pt x="202406" y="285464"/>
                      </a:cubicBezTo>
                      <a:cubicBezTo>
                        <a:pt x="202597" y="288417"/>
                        <a:pt x="200882" y="291084"/>
                        <a:pt x="197929" y="291941"/>
                      </a:cubicBezTo>
                      <a:cubicBezTo>
                        <a:pt x="183166" y="296894"/>
                        <a:pt x="167640" y="299561"/>
                        <a:pt x="151924" y="299752"/>
                      </a:cubicBezTo>
                      <a:close/>
                      <a:moveTo>
                        <a:pt x="107537" y="293275"/>
                      </a:moveTo>
                      <a:cubicBezTo>
                        <a:pt x="106871" y="293275"/>
                        <a:pt x="106204" y="293275"/>
                        <a:pt x="105537" y="293084"/>
                      </a:cubicBezTo>
                      <a:cubicBezTo>
                        <a:pt x="90678" y="288607"/>
                        <a:pt x="76581" y="281654"/>
                        <a:pt x="63532" y="272415"/>
                      </a:cubicBezTo>
                      <a:cubicBezTo>
                        <a:pt x="62198" y="271272"/>
                        <a:pt x="61055" y="269748"/>
                        <a:pt x="60865" y="268129"/>
                      </a:cubicBezTo>
                      <a:cubicBezTo>
                        <a:pt x="60388" y="266319"/>
                        <a:pt x="60865" y="264509"/>
                        <a:pt x="62008" y="262985"/>
                      </a:cubicBezTo>
                      <a:cubicBezTo>
                        <a:pt x="64008" y="260032"/>
                        <a:pt x="68485" y="259366"/>
                        <a:pt x="71438" y="261461"/>
                      </a:cubicBezTo>
                      <a:cubicBezTo>
                        <a:pt x="83153" y="269748"/>
                        <a:pt x="95917" y="276034"/>
                        <a:pt x="109633" y="280321"/>
                      </a:cubicBezTo>
                      <a:lnTo>
                        <a:pt x="109823" y="280321"/>
                      </a:lnTo>
                      <a:cubicBezTo>
                        <a:pt x="112490" y="281178"/>
                        <a:pt x="114300" y="283940"/>
                        <a:pt x="114300" y="286607"/>
                      </a:cubicBezTo>
                      <a:cubicBezTo>
                        <a:pt x="114300" y="287464"/>
                        <a:pt x="114300" y="288131"/>
                        <a:pt x="114109" y="288607"/>
                      </a:cubicBezTo>
                      <a:cubicBezTo>
                        <a:pt x="113062" y="291465"/>
                        <a:pt x="110395" y="293275"/>
                        <a:pt x="107537" y="293275"/>
                      </a:cubicBezTo>
                      <a:close/>
                      <a:moveTo>
                        <a:pt x="235458" y="271463"/>
                      </a:moveTo>
                      <a:cubicBezTo>
                        <a:pt x="233172" y="271463"/>
                        <a:pt x="231172" y="270605"/>
                        <a:pt x="230029" y="268796"/>
                      </a:cubicBezTo>
                      <a:cubicBezTo>
                        <a:pt x="228886" y="267462"/>
                        <a:pt x="228505" y="265652"/>
                        <a:pt x="228695" y="263842"/>
                      </a:cubicBezTo>
                      <a:cubicBezTo>
                        <a:pt x="228886" y="262033"/>
                        <a:pt x="229838" y="260509"/>
                        <a:pt x="231362" y="259366"/>
                      </a:cubicBezTo>
                      <a:cubicBezTo>
                        <a:pt x="242792" y="250793"/>
                        <a:pt x="252889" y="240506"/>
                        <a:pt x="261175" y="228790"/>
                      </a:cubicBezTo>
                      <a:cubicBezTo>
                        <a:pt x="263176" y="225838"/>
                        <a:pt x="267462" y="225171"/>
                        <a:pt x="270605" y="227457"/>
                      </a:cubicBezTo>
                      <a:cubicBezTo>
                        <a:pt x="272415" y="228600"/>
                        <a:pt x="273272" y="230791"/>
                        <a:pt x="273272" y="233077"/>
                      </a:cubicBezTo>
                      <a:cubicBezTo>
                        <a:pt x="273272" y="234410"/>
                        <a:pt x="272796" y="235553"/>
                        <a:pt x="272129" y="236696"/>
                      </a:cubicBezTo>
                      <a:cubicBezTo>
                        <a:pt x="262890" y="249460"/>
                        <a:pt x="251936" y="260699"/>
                        <a:pt x="239363" y="270129"/>
                      </a:cubicBezTo>
                      <a:cubicBezTo>
                        <a:pt x="238315" y="271081"/>
                        <a:pt x="236791" y="271463"/>
                        <a:pt x="235458" y="271463"/>
                      </a:cubicBezTo>
                      <a:close/>
                      <a:moveTo>
                        <a:pt x="35242" y="242506"/>
                      </a:moveTo>
                      <a:cubicBezTo>
                        <a:pt x="33242" y="242506"/>
                        <a:pt x="31242" y="241363"/>
                        <a:pt x="30099" y="239839"/>
                      </a:cubicBezTo>
                      <a:cubicBezTo>
                        <a:pt x="20479" y="227266"/>
                        <a:pt x="13240" y="213360"/>
                        <a:pt x="8096" y="198310"/>
                      </a:cubicBezTo>
                      <a:cubicBezTo>
                        <a:pt x="6953" y="194977"/>
                        <a:pt x="8763" y="191167"/>
                        <a:pt x="12382" y="189738"/>
                      </a:cubicBezTo>
                      <a:cubicBezTo>
                        <a:pt x="15716" y="188595"/>
                        <a:pt x="19526" y="190595"/>
                        <a:pt x="20955" y="194024"/>
                      </a:cubicBezTo>
                      <a:cubicBezTo>
                        <a:pt x="25432" y="207454"/>
                        <a:pt x="32195" y="220313"/>
                        <a:pt x="40957" y="231743"/>
                      </a:cubicBezTo>
                      <a:cubicBezTo>
                        <a:pt x="41815" y="232886"/>
                        <a:pt x="42291" y="234220"/>
                        <a:pt x="42291" y="235744"/>
                      </a:cubicBezTo>
                      <a:cubicBezTo>
                        <a:pt x="42291" y="237744"/>
                        <a:pt x="41148" y="239744"/>
                        <a:pt x="39624" y="241173"/>
                      </a:cubicBezTo>
                      <a:cubicBezTo>
                        <a:pt x="38100" y="242125"/>
                        <a:pt x="36766" y="242506"/>
                        <a:pt x="35242" y="242506"/>
                      </a:cubicBezTo>
                      <a:close/>
                      <a:moveTo>
                        <a:pt x="286607" y="199644"/>
                      </a:moveTo>
                      <a:cubicBezTo>
                        <a:pt x="285940" y="199644"/>
                        <a:pt x="285274" y="199454"/>
                        <a:pt x="284607" y="199168"/>
                      </a:cubicBezTo>
                      <a:cubicBezTo>
                        <a:pt x="282797" y="198691"/>
                        <a:pt x="281464" y="197644"/>
                        <a:pt x="280606" y="195834"/>
                      </a:cubicBezTo>
                      <a:cubicBezTo>
                        <a:pt x="279940" y="194310"/>
                        <a:pt x="279749" y="192500"/>
                        <a:pt x="280130" y="190881"/>
                      </a:cubicBezTo>
                      <a:cubicBezTo>
                        <a:pt x="284416" y="177641"/>
                        <a:pt x="286417" y="163735"/>
                        <a:pt x="286417" y="149828"/>
                      </a:cubicBezTo>
                      <a:lnTo>
                        <a:pt x="286417" y="148685"/>
                      </a:lnTo>
                      <a:cubicBezTo>
                        <a:pt x="286417" y="146875"/>
                        <a:pt x="287083" y="145066"/>
                        <a:pt x="288417" y="144018"/>
                      </a:cubicBezTo>
                      <a:cubicBezTo>
                        <a:pt x="292227" y="140017"/>
                        <a:pt x="299847" y="143161"/>
                        <a:pt x="299847" y="148495"/>
                      </a:cubicBezTo>
                      <a:lnTo>
                        <a:pt x="299847" y="148495"/>
                      </a:lnTo>
                      <a:lnTo>
                        <a:pt x="299847" y="149828"/>
                      </a:lnTo>
                      <a:cubicBezTo>
                        <a:pt x="299847" y="165354"/>
                        <a:pt x="297561" y="180308"/>
                        <a:pt x="293084" y="194977"/>
                      </a:cubicBezTo>
                      <a:cubicBezTo>
                        <a:pt x="292227" y="197644"/>
                        <a:pt x="289560" y="199644"/>
                        <a:pt x="286607" y="199644"/>
                      </a:cubicBezTo>
                      <a:close/>
                      <a:moveTo>
                        <a:pt x="6953" y="159067"/>
                      </a:moveTo>
                      <a:lnTo>
                        <a:pt x="6953" y="159067"/>
                      </a:lnTo>
                      <a:lnTo>
                        <a:pt x="6763" y="159067"/>
                      </a:lnTo>
                      <a:cubicBezTo>
                        <a:pt x="3143" y="159067"/>
                        <a:pt x="0" y="156115"/>
                        <a:pt x="0" y="152305"/>
                      </a:cubicBezTo>
                      <a:cubicBezTo>
                        <a:pt x="0" y="151829"/>
                        <a:pt x="0" y="151447"/>
                        <a:pt x="0" y="151162"/>
                      </a:cubicBezTo>
                      <a:cubicBezTo>
                        <a:pt x="0" y="150685"/>
                        <a:pt x="0" y="150304"/>
                        <a:pt x="0" y="149828"/>
                      </a:cubicBezTo>
                      <a:cubicBezTo>
                        <a:pt x="0" y="134112"/>
                        <a:pt x="2476" y="118586"/>
                        <a:pt x="7144" y="103632"/>
                      </a:cubicBezTo>
                      <a:cubicBezTo>
                        <a:pt x="8287" y="100298"/>
                        <a:pt x="12287" y="98203"/>
                        <a:pt x="15716" y="99346"/>
                      </a:cubicBezTo>
                      <a:cubicBezTo>
                        <a:pt x="19336" y="100489"/>
                        <a:pt x="21336" y="104013"/>
                        <a:pt x="20193" y="107632"/>
                      </a:cubicBezTo>
                      <a:cubicBezTo>
                        <a:pt x="15716" y="121348"/>
                        <a:pt x="13430" y="135446"/>
                        <a:pt x="13430" y="149828"/>
                      </a:cubicBezTo>
                      <a:lnTo>
                        <a:pt x="13430" y="152019"/>
                      </a:lnTo>
                      <a:cubicBezTo>
                        <a:pt x="13430" y="153829"/>
                        <a:pt x="12763" y="155638"/>
                        <a:pt x="11621" y="156686"/>
                      </a:cubicBezTo>
                      <a:cubicBezTo>
                        <a:pt x="10287" y="158115"/>
                        <a:pt x="8763" y="158877"/>
                        <a:pt x="6953" y="159067"/>
                      </a:cubicBezTo>
                      <a:close/>
                      <a:moveTo>
                        <a:pt x="285940" y="111252"/>
                      </a:moveTo>
                      <a:cubicBezTo>
                        <a:pt x="282988" y="111252"/>
                        <a:pt x="280321" y="109442"/>
                        <a:pt x="279463" y="106775"/>
                      </a:cubicBezTo>
                      <a:cubicBezTo>
                        <a:pt x="274987" y="93059"/>
                        <a:pt x="268224" y="80296"/>
                        <a:pt x="259937" y="68866"/>
                      </a:cubicBezTo>
                      <a:cubicBezTo>
                        <a:pt x="259080" y="67723"/>
                        <a:pt x="258604" y="66389"/>
                        <a:pt x="258604" y="64865"/>
                      </a:cubicBezTo>
                      <a:cubicBezTo>
                        <a:pt x="258604" y="62865"/>
                        <a:pt x="259461" y="60865"/>
                        <a:pt x="261271" y="59436"/>
                      </a:cubicBezTo>
                      <a:cubicBezTo>
                        <a:pt x="264223" y="57436"/>
                        <a:pt x="268414" y="58103"/>
                        <a:pt x="270510" y="60770"/>
                      </a:cubicBezTo>
                      <a:cubicBezTo>
                        <a:pt x="270700" y="60770"/>
                        <a:pt x="270700" y="60770"/>
                        <a:pt x="270700" y="60960"/>
                      </a:cubicBezTo>
                      <a:cubicBezTo>
                        <a:pt x="270891" y="61150"/>
                        <a:pt x="270891" y="61150"/>
                        <a:pt x="271177" y="61436"/>
                      </a:cubicBezTo>
                      <a:cubicBezTo>
                        <a:pt x="280130" y="73819"/>
                        <a:pt x="287369" y="87725"/>
                        <a:pt x="292227" y="102489"/>
                      </a:cubicBezTo>
                      <a:cubicBezTo>
                        <a:pt x="292894" y="104108"/>
                        <a:pt x="292703" y="105823"/>
                        <a:pt x="292037" y="107632"/>
                      </a:cubicBezTo>
                      <a:cubicBezTo>
                        <a:pt x="291179" y="109252"/>
                        <a:pt x="289750" y="110299"/>
                        <a:pt x="288036" y="110966"/>
                      </a:cubicBezTo>
                      <a:cubicBezTo>
                        <a:pt x="287274" y="111252"/>
                        <a:pt x="286607" y="111252"/>
                        <a:pt x="285940" y="111252"/>
                      </a:cubicBezTo>
                      <a:close/>
                      <a:moveTo>
                        <a:pt x="33909" y="72676"/>
                      </a:moveTo>
                      <a:cubicBezTo>
                        <a:pt x="32575" y="72676"/>
                        <a:pt x="31242" y="72199"/>
                        <a:pt x="30099" y="71342"/>
                      </a:cubicBezTo>
                      <a:cubicBezTo>
                        <a:pt x="28289" y="70199"/>
                        <a:pt x="27146" y="68199"/>
                        <a:pt x="27146" y="65913"/>
                      </a:cubicBezTo>
                      <a:cubicBezTo>
                        <a:pt x="27146" y="64579"/>
                        <a:pt x="27622" y="62960"/>
                        <a:pt x="28480" y="61913"/>
                      </a:cubicBezTo>
                      <a:cubicBezTo>
                        <a:pt x="37719" y="49149"/>
                        <a:pt x="48863" y="38100"/>
                        <a:pt x="61436" y="28670"/>
                      </a:cubicBezTo>
                      <a:cubicBezTo>
                        <a:pt x="64389" y="26670"/>
                        <a:pt x="68580" y="27337"/>
                        <a:pt x="70866" y="30289"/>
                      </a:cubicBezTo>
                      <a:cubicBezTo>
                        <a:pt x="72009" y="31623"/>
                        <a:pt x="72390" y="33433"/>
                        <a:pt x="72199" y="35242"/>
                      </a:cubicBezTo>
                      <a:cubicBezTo>
                        <a:pt x="71723" y="37052"/>
                        <a:pt x="70866" y="38576"/>
                        <a:pt x="69532" y="39719"/>
                      </a:cubicBezTo>
                      <a:cubicBezTo>
                        <a:pt x="57817" y="48006"/>
                        <a:pt x="47720" y="58388"/>
                        <a:pt x="39433" y="69818"/>
                      </a:cubicBezTo>
                      <a:cubicBezTo>
                        <a:pt x="38100" y="71533"/>
                        <a:pt x="36100" y="72676"/>
                        <a:pt x="33909" y="72676"/>
                      </a:cubicBezTo>
                      <a:close/>
                      <a:moveTo>
                        <a:pt x="233458" y="40291"/>
                      </a:moveTo>
                      <a:cubicBezTo>
                        <a:pt x="232124" y="40291"/>
                        <a:pt x="230791" y="39814"/>
                        <a:pt x="229648" y="38957"/>
                      </a:cubicBezTo>
                      <a:cubicBezTo>
                        <a:pt x="218027" y="30671"/>
                        <a:pt x="205169" y="24193"/>
                        <a:pt x="191453" y="19907"/>
                      </a:cubicBezTo>
                      <a:lnTo>
                        <a:pt x="191262" y="19717"/>
                      </a:lnTo>
                      <a:cubicBezTo>
                        <a:pt x="188595" y="18859"/>
                        <a:pt x="186785" y="16097"/>
                        <a:pt x="186785" y="13430"/>
                      </a:cubicBezTo>
                      <a:cubicBezTo>
                        <a:pt x="186785" y="12763"/>
                        <a:pt x="186976" y="12097"/>
                        <a:pt x="187262" y="11430"/>
                      </a:cubicBezTo>
                      <a:cubicBezTo>
                        <a:pt x="188119" y="8096"/>
                        <a:pt x="191929" y="6096"/>
                        <a:pt x="195358" y="6953"/>
                      </a:cubicBezTo>
                      <a:cubicBezTo>
                        <a:pt x="195548" y="6953"/>
                        <a:pt x="195548" y="6953"/>
                        <a:pt x="195548" y="6953"/>
                      </a:cubicBezTo>
                      <a:cubicBezTo>
                        <a:pt x="196024" y="7144"/>
                        <a:pt x="196215" y="7144"/>
                        <a:pt x="196405" y="7429"/>
                      </a:cubicBezTo>
                      <a:cubicBezTo>
                        <a:pt x="210979" y="12097"/>
                        <a:pt x="224885" y="19145"/>
                        <a:pt x="237458" y="28099"/>
                      </a:cubicBezTo>
                      <a:cubicBezTo>
                        <a:pt x="238792" y="29242"/>
                        <a:pt x="239935" y="30766"/>
                        <a:pt x="240125" y="32575"/>
                      </a:cubicBezTo>
                      <a:cubicBezTo>
                        <a:pt x="240316" y="34385"/>
                        <a:pt x="239935" y="36195"/>
                        <a:pt x="238982" y="37529"/>
                      </a:cubicBezTo>
                      <a:cubicBezTo>
                        <a:pt x="237649" y="39243"/>
                        <a:pt x="235648" y="40291"/>
                        <a:pt x="233458" y="40291"/>
                      </a:cubicBezTo>
                      <a:close/>
                      <a:moveTo>
                        <a:pt x="105251" y="20574"/>
                      </a:moveTo>
                      <a:cubicBezTo>
                        <a:pt x="102298" y="20574"/>
                        <a:pt x="99822" y="18574"/>
                        <a:pt x="98774" y="15907"/>
                      </a:cubicBezTo>
                      <a:cubicBezTo>
                        <a:pt x="98584" y="15240"/>
                        <a:pt x="98584" y="14573"/>
                        <a:pt x="98584" y="13906"/>
                      </a:cubicBezTo>
                      <a:cubicBezTo>
                        <a:pt x="98584" y="10954"/>
                        <a:pt x="100394" y="8477"/>
                        <a:pt x="103061" y="7429"/>
                      </a:cubicBezTo>
                      <a:cubicBezTo>
                        <a:pt x="103061" y="7429"/>
                        <a:pt x="103061" y="7429"/>
                        <a:pt x="103251" y="7429"/>
                      </a:cubicBezTo>
                      <a:lnTo>
                        <a:pt x="103441" y="7429"/>
                      </a:lnTo>
                      <a:cubicBezTo>
                        <a:pt x="118205" y="2476"/>
                        <a:pt x="133731" y="0"/>
                        <a:pt x="149257" y="0"/>
                      </a:cubicBezTo>
                      <a:cubicBezTo>
                        <a:pt x="153067" y="0"/>
                        <a:pt x="156020" y="2953"/>
                        <a:pt x="156210" y="6763"/>
                      </a:cubicBezTo>
                      <a:cubicBezTo>
                        <a:pt x="156210" y="10382"/>
                        <a:pt x="153067" y="13525"/>
                        <a:pt x="149447" y="13525"/>
                      </a:cubicBezTo>
                      <a:cubicBezTo>
                        <a:pt x="134874" y="13525"/>
                        <a:pt x="120682" y="15716"/>
                        <a:pt x="107251" y="20288"/>
                      </a:cubicBezTo>
                      <a:cubicBezTo>
                        <a:pt x="107251" y="20288"/>
                        <a:pt x="107251" y="20479"/>
                        <a:pt x="107061" y="20288"/>
                      </a:cubicBezTo>
                      <a:cubicBezTo>
                        <a:pt x="106394" y="20383"/>
                        <a:pt x="105918" y="20574"/>
                        <a:pt x="105251" y="20574"/>
                      </a:cubicBezTo>
                      <a:close/>
                    </a:path>
                  </a:pathLst>
                </a:custGeom>
                <a:solidFill>
                  <a:srgbClr val="3E41C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  <p:sp>
              <p:nvSpPr>
                <p:cNvPr id="31" name="任意多边形: 形状 30" descr="fbbc8e09-f3ec-46c7-b774-a9a5c27aac55"/>
                <p:cNvSpPr/>
                <p:nvPr/>
              </p:nvSpPr>
              <p:spPr>
                <a:xfrm>
                  <a:off x="6527862" y="3126676"/>
                  <a:ext cx="138207" cy="138207"/>
                </a:xfrm>
                <a:custGeom>
                  <a:avLst/>
                  <a:gdLst>
                    <a:gd name="connsiteX0" fmla="*/ 0 w 138207"/>
                    <a:gd name="connsiteY0" fmla="*/ 69151 h 138207"/>
                    <a:gd name="connsiteX1" fmla="*/ 69152 w 138207"/>
                    <a:gd name="connsiteY1" fmla="*/ 0 h 138207"/>
                    <a:gd name="connsiteX2" fmla="*/ 138208 w 138207"/>
                    <a:gd name="connsiteY2" fmla="*/ 69151 h 138207"/>
                    <a:gd name="connsiteX3" fmla="*/ 69152 w 138207"/>
                    <a:gd name="connsiteY3" fmla="*/ 138208 h 138207"/>
                    <a:gd name="connsiteX4" fmla="*/ 0 w 138207"/>
                    <a:gd name="connsiteY4" fmla="*/ 69151 h 1382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8207" h="138207">
                      <a:moveTo>
                        <a:pt x="0" y="69151"/>
                      </a:moveTo>
                      <a:cubicBezTo>
                        <a:pt x="0" y="30956"/>
                        <a:pt x="30956" y="0"/>
                        <a:pt x="69152" y="0"/>
                      </a:cubicBezTo>
                      <a:cubicBezTo>
                        <a:pt x="107347" y="0"/>
                        <a:pt x="138208" y="30956"/>
                        <a:pt x="138208" y="69151"/>
                      </a:cubicBezTo>
                      <a:cubicBezTo>
                        <a:pt x="138208" y="107347"/>
                        <a:pt x="107252" y="138208"/>
                        <a:pt x="69152" y="138208"/>
                      </a:cubicBezTo>
                      <a:cubicBezTo>
                        <a:pt x="30956" y="138303"/>
                        <a:pt x="0" y="107347"/>
                        <a:pt x="0" y="69151"/>
                      </a:cubicBezTo>
                      <a:close/>
                    </a:path>
                  </a:pathLst>
                </a:custGeom>
                <a:solidFill>
                  <a:srgbClr val="C49313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</p:grpSp>
          <p:sp>
            <p:nvSpPr>
              <p:cNvPr id="24" name="任意多边形: 形状 23" descr="de565d87-2507-434f-a6d4-584442653325"/>
              <p:cNvSpPr/>
              <p:nvPr/>
            </p:nvSpPr>
            <p:spPr>
              <a:xfrm>
                <a:off x="6620445" y="3459384"/>
                <a:ext cx="94297" cy="94297"/>
              </a:xfrm>
              <a:custGeom>
                <a:avLst/>
                <a:gdLst>
                  <a:gd name="connsiteX0" fmla="*/ 0 w 94297"/>
                  <a:gd name="connsiteY0" fmla="*/ 47149 h 94297"/>
                  <a:gd name="connsiteX1" fmla="*/ 47149 w 94297"/>
                  <a:gd name="connsiteY1" fmla="*/ 0 h 94297"/>
                  <a:gd name="connsiteX2" fmla="*/ 94297 w 94297"/>
                  <a:gd name="connsiteY2" fmla="*/ 47149 h 94297"/>
                  <a:gd name="connsiteX3" fmla="*/ 47149 w 94297"/>
                  <a:gd name="connsiteY3" fmla="*/ 94297 h 94297"/>
                  <a:gd name="connsiteX4" fmla="*/ 0 w 94297"/>
                  <a:gd name="connsiteY4" fmla="*/ 47149 h 94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297" h="94297">
                    <a:moveTo>
                      <a:pt x="0" y="47149"/>
                    </a:moveTo>
                    <a:cubicBezTo>
                      <a:pt x="0" y="21146"/>
                      <a:pt x="21146" y="0"/>
                      <a:pt x="47149" y="0"/>
                    </a:cubicBezTo>
                    <a:cubicBezTo>
                      <a:pt x="73152" y="0"/>
                      <a:pt x="94297" y="21050"/>
                      <a:pt x="94297" y="47149"/>
                    </a:cubicBezTo>
                    <a:cubicBezTo>
                      <a:pt x="94297" y="73152"/>
                      <a:pt x="73152" y="94297"/>
                      <a:pt x="47149" y="94297"/>
                    </a:cubicBezTo>
                    <a:cubicBezTo>
                      <a:pt x="21050" y="94202"/>
                      <a:pt x="0" y="73152"/>
                      <a:pt x="0" y="47149"/>
                    </a:cubicBezTo>
                    <a:close/>
                  </a:path>
                </a:pathLst>
              </a:custGeom>
              <a:solidFill>
                <a:srgbClr val="728EE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 anchorCtr="0"/>
              <a:lstStyle/>
              <a:p>
                <a:pPr algn="l"/>
              </a:p>
            </p:txBody>
          </p:sp>
          <p:grpSp>
            <p:nvGrpSpPr>
              <p:cNvPr id="25" name="图形 2" descr="d87a353d-059c-41d4-8c89-180e749d0a22"/>
              <p:cNvGrpSpPr/>
              <p:nvPr/>
            </p:nvGrpSpPr>
            <p:grpSpPr>
              <a:xfrm>
                <a:off x="8158553" y="5466176"/>
                <a:ext cx="371464" cy="371219"/>
                <a:chOff x="8158553" y="5466176"/>
                <a:chExt cx="371464" cy="371219"/>
              </a:xfrm>
            </p:grpSpPr>
            <p:grpSp>
              <p:nvGrpSpPr>
                <p:cNvPr id="26" name="图形 2" descr="4c403c7f-e2e9-44b4-8372-ace7631f8651"/>
                <p:cNvGrpSpPr/>
                <p:nvPr/>
              </p:nvGrpSpPr>
              <p:grpSpPr>
                <a:xfrm>
                  <a:off x="8253983" y="5564694"/>
                  <a:ext cx="177069" cy="177736"/>
                  <a:chOff x="8253983" y="5564694"/>
                  <a:chExt cx="177069" cy="177736"/>
                </a:xfrm>
              </p:grpSpPr>
              <p:sp>
                <p:nvSpPr>
                  <p:cNvPr id="28" name="任意多边形: 形状 27" descr="f4e1f123-2e00-4d5c-b1b5-d2316b77a928"/>
                  <p:cNvSpPr/>
                  <p:nvPr/>
                </p:nvSpPr>
                <p:spPr>
                  <a:xfrm>
                    <a:off x="8253983" y="5564694"/>
                    <a:ext cx="177069" cy="177736"/>
                  </a:xfrm>
                  <a:custGeom>
                    <a:avLst/>
                    <a:gdLst>
                      <a:gd name="connsiteX0" fmla="*/ 88963 w 177069"/>
                      <a:gd name="connsiteY0" fmla="*/ 177737 h 177736"/>
                      <a:gd name="connsiteX1" fmla="*/ 70771 w 177069"/>
                      <a:gd name="connsiteY1" fmla="*/ 175927 h 177736"/>
                      <a:gd name="connsiteX2" fmla="*/ 65627 w 177069"/>
                      <a:gd name="connsiteY2" fmla="*/ 167831 h 177736"/>
                      <a:gd name="connsiteX3" fmla="*/ 73723 w 177069"/>
                      <a:gd name="connsiteY3" fmla="*/ 162687 h 177736"/>
                      <a:gd name="connsiteX4" fmla="*/ 114110 w 177069"/>
                      <a:gd name="connsiteY4" fmla="*/ 160020 h 177736"/>
                      <a:gd name="connsiteX5" fmla="*/ 122872 w 177069"/>
                      <a:gd name="connsiteY5" fmla="*/ 164021 h 177736"/>
                      <a:gd name="connsiteX6" fmla="*/ 123063 w 177069"/>
                      <a:gd name="connsiteY6" fmla="*/ 166307 h 177736"/>
                      <a:gd name="connsiteX7" fmla="*/ 118586 w 177069"/>
                      <a:gd name="connsiteY7" fmla="*/ 172594 h 177736"/>
                      <a:gd name="connsiteX8" fmla="*/ 88963 w 177069"/>
                      <a:gd name="connsiteY8" fmla="*/ 177737 h 177736"/>
                      <a:gd name="connsiteX9" fmla="*/ 32861 w 177069"/>
                      <a:gd name="connsiteY9" fmla="*/ 155543 h 177736"/>
                      <a:gd name="connsiteX10" fmla="*/ 28575 w 177069"/>
                      <a:gd name="connsiteY10" fmla="*/ 154020 h 177736"/>
                      <a:gd name="connsiteX11" fmla="*/ 28385 w 177069"/>
                      <a:gd name="connsiteY11" fmla="*/ 153829 h 177736"/>
                      <a:gd name="connsiteX12" fmla="*/ 27718 w 177069"/>
                      <a:gd name="connsiteY12" fmla="*/ 153353 h 177736"/>
                      <a:gd name="connsiteX13" fmla="*/ 3429 w 177069"/>
                      <a:gd name="connsiteY13" fmla="*/ 112967 h 177736"/>
                      <a:gd name="connsiteX14" fmla="*/ 4096 w 177069"/>
                      <a:gd name="connsiteY14" fmla="*/ 107823 h 177736"/>
                      <a:gd name="connsiteX15" fmla="*/ 8096 w 177069"/>
                      <a:gd name="connsiteY15" fmla="*/ 104680 h 177736"/>
                      <a:gd name="connsiteX16" fmla="*/ 16193 w 177069"/>
                      <a:gd name="connsiteY16" fmla="*/ 109347 h 177736"/>
                      <a:gd name="connsiteX17" fmla="*/ 37529 w 177069"/>
                      <a:gd name="connsiteY17" fmla="*/ 143923 h 177736"/>
                      <a:gd name="connsiteX18" fmla="*/ 39529 w 177069"/>
                      <a:gd name="connsiteY18" fmla="*/ 149066 h 177736"/>
                      <a:gd name="connsiteX19" fmla="*/ 37719 w 177069"/>
                      <a:gd name="connsiteY19" fmla="*/ 153544 h 177736"/>
                      <a:gd name="connsiteX20" fmla="*/ 32861 w 177069"/>
                      <a:gd name="connsiteY20" fmla="*/ 155543 h 177736"/>
                      <a:gd name="connsiteX21" fmla="*/ 152686 w 177069"/>
                      <a:gd name="connsiteY21" fmla="*/ 147447 h 177736"/>
                      <a:gd name="connsiteX22" fmla="*/ 148400 w 177069"/>
                      <a:gd name="connsiteY22" fmla="*/ 146114 h 177736"/>
                      <a:gd name="connsiteX23" fmla="*/ 145923 w 177069"/>
                      <a:gd name="connsiteY23" fmla="*/ 141447 h 177736"/>
                      <a:gd name="connsiteX24" fmla="*/ 147256 w 177069"/>
                      <a:gd name="connsiteY24" fmla="*/ 136493 h 177736"/>
                      <a:gd name="connsiteX25" fmla="*/ 163639 w 177069"/>
                      <a:gd name="connsiteY25" fmla="*/ 99441 h 177736"/>
                      <a:gd name="connsiteX26" fmla="*/ 163639 w 177069"/>
                      <a:gd name="connsiteY26" fmla="*/ 99251 h 177736"/>
                      <a:gd name="connsiteX27" fmla="*/ 171260 w 177069"/>
                      <a:gd name="connsiteY27" fmla="*/ 93441 h 177736"/>
                      <a:gd name="connsiteX28" fmla="*/ 177070 w 177069"/>
                      <a:gd name="connsiteY28" fmla="*/ 100203 h 177736"/>
                      <a:gd name="connsiteX29" fmla="*/ 176879 w 177069"/>
                      <a:gd name="connsiteY29" fmla="*/ 101061 h 177736"/>
                      <a:gd name="connsiteX30" fmla="*/ 157829 w 177069"/>
                      <a:gd name="connsiteY30" fmla="*/ 145066 h 177736"/>
                      <a:gd name="connsiteX31" fmla="*/ 152686 w 177069"/>
                      <a:gd name="connsiteY31" fmla="*/ 147447 h 177736"/>
                      <a:gd name="connsiteX32" fmla="*/ 6763 w 177069"/>
                      <a:gd name="connsiteY32" fmla="*/ 95631 h 177736"/>
                      <a:gd name="connsiteX33" fmla="*/ 0 w 177069"/>
                      <a:gd name="connsiteY33" fmla="*/ 88868 h 177736"/>
                      <a:gd name="connsiteX34" fmla="*/ 13049 w 177069"/>
                      <a:gd name="connsiteY34" fmla="*/ 42672 h 177736"/>
                      <a:gd name="connsiteX35" fmla="*/ 22288 w 177069"/>
                      <a:gd name="connsiteY35" fmla="*/ 40386 h 177736"/>
                      <a:gd name="connsiteX36" fmla="*/ 24575 w 177069"/>
                      <a:gd name="connsiteY36" fmla="*/ 49816 h 177736"/>
                      <a:gd name="connsiteX37" fmla="*/ 13621 w 177069"/>
                      <a:gd name="connsiteY37" fmla="*/ 88678 h 177736"/>
                      <a:gd name="connsiteX38" fmla="*/ 13621 w 177069"/>
                      <a:gd name="connsiteY38" fmla="*/ 88868 h 177736"/>
                      <a:gd name="connsiteX39" fmla="*/ 6763 w 177069"/>
                      <a:gd name="connsiteY39" fmla="*/ 95631 h 177736"/>
                      <a:gd name="connsiteX40" fmla="*/ 164306 w 177069"/>
                      <a:gd name="connsiteY40" fmla="*/ 62865 h 177736"/>
                      <a:gd name="connsiteX41" fmla="*/ 158020 w 177069"/>
                      <a:gd name="connsiteY41" fmla="*/ 58865 h 177736"/>
                      <a:gd name="connsiteX42" fmla="*/ 132397 w 177069"/>
                      <a:gd name="connsiteY42" fmla="*/ 27432 h 177736"/>
                      <a:gd name="connsiteX43" fmla="*/ 129445 w 177069"/>
                      <a:gd name="connsiteY43" fmla="*/ 21813 h 177736"/>
                      <a:gd name="connsiteX44" fmla="*/ 130778 w 177069"/>
                      <a:gd name="connsiteY44" fmla="*/ 18002 h 177736"/>
                      <a:gd name="connsiteX45" fmla="*/ 140018 w 177069"/>
                      <a:gd name="connsiteY45" fmla="*/ 16383 h 177736"/>
                      <a:gd name="connsiteX46" fmla="*/ 170307 w 177069"/>
                      <a:gd name="connsiteY46" fmla="*/ 53436 h 177736"/>
                      <a:gd name="connsiteX47" fmla="*/ 166973 w 177069"/>
                      <a:gd name="connsiteY47" fmla="*/ 62389 h 177736"/>
                      <a:gd name="connsiteX48" fmla="*/ 164306 w 177069"/>
                      <a:gd name="connsiteY48" fmla="*/ 62865 h 177736"/>
                      <a:gd name="connsiteX49" fmla="*/ 51245 w 177069"/>
                      <a:gd name="connsiteY49" fmla="*/ 22670 h 177736"/>
                      <a:gd name="connsiteX50" fmla="*/ 45148 w 177069"/>
                      <a:gd name="connsiteY50" fmla="*/ 19050 h 177736"/>
                      <a:gd name="connsiteX51" fmla="*/ 44482 w 177069"/>
                      <a:gd name="connsiteY51" fmla="*/ 15907 h 177736"/>
                      <a:gd name="connsiteX52" fmla="*/ 48101 w 177069"/>
                      <a:gd name="connsiteY52" fmla="*/ 10097 h 177736"/>
                      <a:gd name="connsiteX53" fmla="*/ 88963 w 177069"/>
                      <a:gd name="connsiteY53" fmla="*/ 0 h 177736"/>
                      <a:gd name="connsiteX54" fmla="*/ 95060 w 177069"/>
                      <a:gd name="connsiteY54" fmla="*/ 191 h 177736"/>
                      <a:gd name="connsiteX55" fmla="*/ 99536 w 177069"/>
                      <a:gd name="connsiteY55" fmla="*/ 2477 h 177736"/>
                      <a:gd name="connsiteX56" fmla="*/ 101346 w 177069"/>
                      <a:gd name="connsiteY56" fmla="*/ 7430 h 177736"/>
                      <a:gd name="connsiteX57" fmla="*/ 94202 w 177069"/>
                      <a:gd name="connsiteY57" fmla="*/ 13716 h 177736"/>
                      <a:gd name="connsiteX58" fmla="*/ 89059 w 177069"/>
                      <a:gd name="connsiteY58" fmla="*/ 13526 h 177736"/>
                      <a:gd name="connsiteX59" fmla="*/ 54483 w 177069"/>
                      <a:gd name="connsiteY59" fmla="*/ 22098 h 177736"/>
                      <a:gd name="connsiteX60" fmla="*/ 51245 w 177069"/>
                      <a:gd name="connsiteY60" fmla="*/ 22670 h 1777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</a:cxnLst>
                    <a:rect l="l" t="t" r="r" b="b"/>
                    <a:pathLst>
                      <a:path w="177069" h="177736">
                        <a:moveTo>
                          <a:pt x="88963" y="177737"/>
                        </a:moveTo>
                        <a:cubicBezTo>
                          <a:pt x="82868" y="177737"/>
                          <a:pt x="76867" y="177070"/>
                          <a:pt x="70771" y="175927"/>
                        </a:cubicBezTo>
                        <a:cubicBezTo>
                          <a:pt x="67151" y="175070"/>
                          <a:pt x="64961" y="171450"/>
                          <a:pt x="65627" y="167831"/>
                        </a:cubicBezTo>
                        <a:cubicBezTo>
                          <a:pt x="66294" y="164211"/>
                          <a:pt x="70104" y="162020"/>
                          <a:pt x="73723" y="162687"/>
                        </a:cubicBezTo>
                        <a:cubicBezTo>
                          <a:pt x="86773" y="165640"/>
                          <a:pt x="101346" y="164497"/>
                          <a:pt x="114110" y="160020"/>
                        </a:cubicBezTo>
                        <a:cubicBezTo>
                          <a:pt x="117729" y="158687"/>
                          <a:pt x="121539" y="160687"/>
                          <a:pt x="122872" y="164021"/>
                        </a:cubicBezTo>
                        <a:cubicBezTo>
                          <a:pt x="123063" y="164688"/>
                          <a:pt x="123063" y="165640"/>
                          <a:pt x="123063" y="166307"/>
                        </a:cubicBezTo>
                        <a:cubicBezTo>
                          <a:pt x="123063" y="169259"/>
                          <a:pt x="121253" y="171736"/>
                          <a:pt x="118586" y="172594"/>
                        </a:cubicBezTo>
                        <a:cubicBezTo>
                          <a:pt x="109156" y="175927"/>
                          <a:pt x="99251" y="177737"/>
                          <a:pt x="88963" y="177737"/>
                        </a:cubicBezTo>
                        <a:close/>
                        <a:moveTo>
                          <a:pt x="32861" y="155543"/>
                        </a:moveTo>
                        <a:cubicBezTo>
                          <a:pt x="31337" y="155543"/>
                          <a:pt x="29718" y="155067"/>
                          <a:pt x="28575" y="154020"/>
                        </a:cubicBezTo>
                        <a:cubicBezTo>
                          <a:pt x="28385" y="154020"/>
                          <a:pt x="28385" y="154020"/>
                          <a:pt x="28385" y="153829"/>
                        </a:cubicBezTo>
                        <a:cubicBezTo>
                          <a:pt x="28194" y="153829"/>
                          <a:pt x="27908" y="153638"/>
                          <a:pt x="27718" y="153353"/>
                        </a:cubicBezTo>
                        <a:cubicBezTo>
                          <a:pt x="16288" y="142399"/>
                          <a:pt x="7715" y="128207"/>
                          <a:pt x="3429" y="112967"/>
                        </a:cubicBezTo>
                        <a:cubicBezTo>
                          <a:pt x="2953" y="111157"/>
                          <a:pt x="3238" y="109347"/>
                          <a:pt x="4096" y="107823"/>
                        </a:cubicBezTo>
                        <a:cubicBezTo>
                          <a:pt x="4763" y="106204"/>
                          <a:pt x="6287" y="105156"/>
                          <a:pt x="8096" y="104680"/>
                        </a:cubicBezTo>
                        <a:cubicBezTo>
                          <a:pt x="11430" y="103537"/>
                          <a:pt x="15240" y="105823"/>
                          <a:pt x="16193" y="109347"/>
                        </a:cubicBezTo>
                        <a:cubicBezTo>
                          <a:pt x="20003" y="122587"/>
                          <a:pt x="27146" y="134494"/>
                          <a:pt x="37529" y="143923"/>
                        </a:cubicBezTo>
                        <a:cubicBezTo>
                          <a:pt x="38862" y="145256"/>
                          <a:pt x="39529" y="147066"/>
                          <a:pt x="39529" y="149066"/>
                        </a:cubicBezTo>
                        <a:cubicBezTo>
                          <a:pt x="39529" y="150686"/>
                          <a:pt x="38862" y="152400"/>
                          <a:pt x="37719" y="153544"/>
                        </a:cubicBezTo>
                        <a:cubicBezTo>
                          <a:pt x="36386" y="154877"/>
                          <a:pt x="34862" y="155543"/>
                          <a:pt x="32861" y="155543"/>
                        </a:cubicBezTo>
                        <a:close/>
                        <a:moveTo>
                          <a:pt x="152686" y="147447"/>
                        </a:moveTo>
                        <a:cubicBezTo>
                          <a:pt x="151162" y="147447"/>
                          <a:pt x="149543" y="146971"/>
                          <a:pt x="148400" y="146114"/>
                        </a:cubicBezTo>
                        <a:cubicBezTo>
                          <a:pt x="147066" y="144780"/>
                          <a:pt x="146113" y="143161"/>
                          <a:pt x="145923" y="141447"/>
                        </a:cubicBezTo>
                        <a:cubicBezTo>
                          <a:pt x="145732" y="139637"/>
                          <a:pt x="146113" y="137827"/>
                          <a:pt x="147256" y="136493"/>
                        </a:cubicBezTo>
                        <a:cubicBezTo>
                          <a:pt x="156020" y="125921"/>
                          <a:pt x="161639" y="113157"/>
                          <a:pt x="163639" y="99441"/>
                        </a:cubicBezTo>
                        <a:lnTo>
                          <a:pt x="163639" y="99251"/>
                        </a:lnTo>
                        <a:cubicBezTo>
                          <a:pt x="164116" y="95631"/>
                          <a:pt x="167450" y="92964"/>
                          <a:pt x="171260" y="93441"/>
                        </a:cubicBezTo>
                        <a:cubicBezTo>
                          <a:pt x="174403" y="93917"/>
                          <a:pt x="176879" y="96774"/>
                          <a:pt x="177070" y="100203"/>
                        </a:cubicBezTo>
                        <a:cubicBezTo>
                          <a:pt x="177070" y="100394"/>
                          <a:pt x="176879" y="100870"/>
                          <a:pt x="176879" y="101061"/>
                        </a:cubicBezTo>
                        <a:cubicBezTo>
                          <a:pt x="174593" y="117253"/>
                          <a:pt x="168116" y="132493"/>
                          <a:pt x="157829" y="145066"/>
                        </a:cubicBezTo>
                        <a:cubicBezTo>
                          <a:pt x="156496" y="146590"/>
                          <a:pt x="154686" y="147447"/>
                          <a:pt x="152686" y="147447"/>
                        </a:cubicBezTo>
                        <a:close/>
                        <a:moveTo>
                          <a:pt x="6763" y="95631"/>
                        </a:moveTo>
                        <a:cubicBezTo>
                          <a:pt x="3143" y="95631"/>
                          <a:pt x="0" y="92679"/>
                          <a:pt x="0" y="88868"/>
                        </a:cubicBezTo>
                        <a:cubicBezTo>
                          <a:pt x="0" y="72676"/>
                          <a:pt x="4477" y="56579"/>
                          <a:pt x="13049" y="42672"/>
                        </a:cubicBezTo>
                        <a:cubicBezTo>
                          <a:pt x="14859" y="39720"/>
                          <a:pt x="19145" y="38672"/>
                          <a:pt x="22288" y="40386"/>
                        </a:cubicBezTo>
                        <a:cubicBezTo>
                          <a:pt x="25432" y="42386"/>
                          <a:pt x="26575" y="46673"/>
                          <a:pt x="24575" y="49816"/>
                        </a:cubicBezTo>
                        <a:cubicBezTo>
                          <a:pt x="17431" y="61532"/>
                          <a:pt x="13621" y="74962"/>
                          <a:pt x="13621" y="88678"/>
                        </a:cubicBezTo>
                        <a:lnTo>
                          <a:pt x="13621" y="88868"/>
                        </a:lnTo>
                        <a:cubicBezTo>
                          <a:pt x="13526" y="92679"/>
                          <a:pt x="10573" y="95631"/>
                          <a:pt x="6763" y="95631"/>
                        </a:cubicBezTo>
                        <a:close/>
                        <a:moveTo>
                          <a:pt x="164306" y="62865"/>
                        </a:moveTo>
                        <a:cubicBezTo>
                          <a:pt x="161639" y="62865"/>
                          <a:pt x="159163" y="61246"/>
                          <a:pt x="158020" y="58865"/>
                        </a:cubicBezTo>
                        <a:cubicBezTo>
                          <a:pt x="152590" y="46292"/>
                          <a:pt x="143637" y="35338"/>
                          <a:pt x="132397" y="27432"/>
                        </a:cubicBezTo>
                        <a:cubicBezTo>
                          <a:pt x="130588" y="26099"/>
                          <a:pt x="129445" y="24099"/>
                          <a:pt x="129445" y="21813"/>
                        </a:cubicBezTo>
                        <a:cubicBezTo>
                          <a:pt x="129445" y="20479"/>
                          <a:pt x="129921" y="19145"/>
                          <a:pt x="130778" y="18002"/>
                        </a:cubicBezTo>
                        <a:cubicBezTo>
                          <a:pt x="132779" y="15050"/>
                          <a:pt x="137065" y="14383"/>
                          <a:pt x="140018" y="16383"/>
                        </a:cubicBezTo>
                        <a:cubicBezTo>
                          <a:pt x="153448" y="25813"/>
                          <a:pt x="163830" y="38577"/>
                          <a:pt x="170307" y="53436"/>
                        </a:cubicBezTo>
                        <a:cubicBezTo>
                          <a:pt x="171926" y="57055"/>
                          <a:pt x="170307" y="60865"/>
                          <a:pt x="166973" y="62389"/>
                        </a:cubicBezTo>
                        <a:cubicBezTo>
                          <a:pt x="166116" y="62865"/>
                          <a:pt x="165259" y="62865"/>
                          <a:pt x="164306" y="62865"/>
                        </a:cubicBezTo>
                        <a:close/>
                        <a:moveTo>
                          <a:pt x="51245" y="22670"/>
                        </a:moveTo>
                        <a:cubicBezTo>
                          <a:pt x="48578" y="22670"/>
                          <a:pt x="46292" y="21336"/>
                          <a:pt x="45148" y="19050"/>
                        </a:cubicBezTo>
                        <a:cubicBezTo>
                          <a:pt x="44672" y="18193"/>
                          <a:pt x="44482" y="17050"/>
                          <a:pt x="44482" y="15907"/>
                        </a:cubicBezTo>
                        <a:cubicBezTo>
                          <a:pt x="44482" y="13431"/>
                          <a:pt x="45815" y="11145"/>
                          <a:pt x="48101" y="10097"/>
                        </a:cubicBezTo>
                        <a:cubicBezTo>
                          <a:pt x="60674" y="3620"/>
                          <a:pt x="74771" y="0"/>
                          <a:pt x="88963" y="0"/>
                        </a:cubicBezTo>
                        <a:cubicBezTo>
                          <a:pt x="90773" y="0"/>
                          <a:pt x="92773" y="191"/>
                          <a:pt x="95060" y="191"/>
                        </a:cubicBezTo>
                        <a:cubicBezTo>
                          <a:pt x="96869" y="381"/>
                          <a:pt x="98393" y="1048"/>
                          <a:pt x="99536" y="2477"/>
                        </a:cubicBezTo>
                        <a:cubicBezTo>
                          <a:pt x="100870" y="3810"/>
                          <a:pt x="101346" y="5620"/>
                          <a:pt x="101346" y="7430"/>
                        </a:cubicBezTo>
                        <a:cubicBezTo>
                          <a:pt x="101155" y="11049"/>
                          <a:pt x="98012" y="13907"/>
                          <a:pt x="94202" y="13716"/>
                        </a:cubicBezTo>
                        <a:cubicBezTo>
                          <a:pt x="92678" y="13716"/>
                          <a:pt x="90869" y="13526"/>
                          <a:pt x="89059" y="13526"/>
                        </a:cubicBezTo>
                        <a:cubicBezTo>
                          <a:pt x="76962" y="13526"/>
                          <a:pt x="65056" y="16479"/>
                          <a:pt x="54483" y="22098"/>
                        </a:cubicBezTo>
                        <a:cubicBezTo>
                          <a:pt x="53245" y="22479"/>
                          <a:pt x="52388" y="22670"/>
                          <a:pt x="51245" y="22670"/>
                        </a:cubicBezTo>
                        <a:close/>
                      </a:path>
                    </a:pathLst>
                  </a:custGeom>
                  <a:solidFill>
                    <a:srgbClr val="3E41CA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  <p:sp>
                <p:nvSpPr>
                  <p:cNvPr id="29" name="任意多边形: 形状 28" descr="37e2a38c-876e-4521-8503-53aa72c5454b"/>
                  <p:cNvSpPr/>
                  <p:nvPr/>
                </p:nvSpPr>
                <p:spPr>
                  <a:xfrm>
                    <a:off x="8302084" y="5612891"/>
                    <a:ext cx="81534" cy="81533"/>
                  </a:xfrm>
                  <a:custGeom>
                    <a:avLst/>
                    <a:gdLst>
                      <a:gd name="connsiteX0" fmla="*/ 0 w 81534"/>
                      <a:gd name="connsiteY0" fmla="*/ 40767 h 81533"/>
                      <a:gd name="connsiteX1" fmla="*/ 40767 w 81534"/>
                      <a:gd name="connsiteY1" fmla="*/ 0 h 81533"/>
                      <a:gd name="connsiteX2" fmla="*/ 81534 w 81534"/>
                      <a:gd name="connsiteY2" fmla="*/ 40767 h 81533"/>
                      <a:gd name="connsiteX3" fmla="*/ 40767 w 81534"/>
                      <a:gd name="connsiteY3" fmla="*/ 81534 h 81533"/>
                      <a:gd name="connsiteX4" fmla="*/ 0 w 81534"/>
                      <a:gd name="connsiteY4" fmla="*/ 40767 h 815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81534" h="81533">
                        <a:moveTo>
                          <a:pt x="0" y="40767"/>
                        </a:moveTo>
                        <a:cubicBezTo>
                          <a:pt x="0" y="18192"/>
                          <a:pt x="18288" y="0"/>
                          <a:pt x="40767" y="0"/>
                        </a:cubicBezTo>
                        <a:cubicBezTo>
                          <a:pt x="63341" y="0"/>
                          <a:pt x="81534" y="18288"/>
                          <a:pt x="81534" y="40767"/>
                        </a:cubicBezTo>
                        <a:cubicBezTo>
                          <a:pt x="81534" y="63246"/>
                          <a:pt x="63246" y="81534"/>
                          <a:pt x="40767" y="81534"/>
                        </a:cubicBezTo>
                        <a:cubicBezTo>
                          <a:pt x="18288" y="81534"/>
                          <a:pt x="0" y="63246"/>
                          <a:pt x="0" y="40767"/>
                        </a:cubicBezTo>
                        <a:close/>
                      </a:path>
                    </a:pathLst>
                  </a:custGeom>
                  <a:solidFill>
                    <a:srgbClr val="FBC849"/>
                  </a:solidFill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 anchorCtr="0"/>
                  <a:lstStyle/>
                  <a:p>
                    <a:pPr algn="l"/>
                  </a:p>
                </p:txBody>
              </p:sp>
            </p:grpSp>
            <p:sp>
              <p:nvSpPr>
                <p:cNvPr id="27" name="任意多边形: 形状 26" descr="4f8a48f7-6c8d-42b2-a26d-794aea2fbfb6"/>
                <p:cNvSpPr/>
                <p:nvPr/>
              </p:nvSpPr>
              <p:spPr>
                <a:xfrm>
                  <a:off x="8158553" y="5466176"/>
                  <a:ext cx="371464" cy="371219"/>
                </a:xfrm>
                <a:custGeom>
                  <a:avLst/>
                  <a:gdLst>
                    <a:gd name="connsiteX0" fmla="*/ 185727 w 371464"/>
                    <a:gd name="connsiteY0" fmla="*/ 371219 h 371219"/>
                    <a:gd name="connsiteX1" fmla="*/ 175821 w 371464"/>
                    <a:gd name="connsiteY1" fmla="*/ 371029 h 371219"/>
                    <a:gd name="connsiteX2" fmla="*/ 169534 w 371464"/>
                    <a:gd name="connsiteY2" fmla="*/ 364075 h 371219"/>
                    <a:gd name="connsiteX3" fmla="*/ 176297 w 371464"/>
                    <a:gd name="connsiteY3" fmla="*/ 357598 h 371219"/>
                    <a:gd name="connsiteX4" fmla="*/ 176488 w 371464"/>
                    <a:gd name="connsiteY4" fmla="*/ 357598 h 371219"/>
                    <a:gd name="connsiteX5" fmla="*/ 185727 w 371464"/>
                    <a:gd name="connsiteY5" fmla="*/ 357789 h 371219"/>
                    <a:gd name="connsiteX6" fmla="*/ 219636 w 371464"/>
                    <a:gd name="connsiteY6" fmla="*/ 354456 h 371219"/>
                    <a:gd name="connsiteX7" fmla="*/ 227542 w 371464"/>
                    <a:gd name="connsiteY7" fmla="*/ 359790 h 371219"/>
                    <a:gd name="connsiteX8" fmla="*/ 227732 w 371464"/>
                    <a:gd name="connsiteY8" fmla="*/ 361123 h 371219"/>
                    <a:gd name="connsiteX9" fmla="*/ 222112 w 371464"/>
                    <a:gd name="connsiteY9" fmla="*/ 367600 h 371219"/>
                    <a:gd name="connsiteX10" fmla="*/ 185727 w 371464"/>
                    <a:gd name="connsiteY10" fmla="*/ 371219 h 371219"/>
                    <a:gd name="connsiteX11" fmla="*/ 132101 w 371464"/>
                    <a:gd name="connsiteY11" fmla="*/ 363123 h 371219"/>
                    <a:gd name="connsiteX12" fmla="*/ 130292 w 371464"/>
                    <a:gd name="connsiteY12" fmla="*/ 362932 h 371219"/>
                    <a:gd name="connsiteX13" fmla="*/ 87905 w 371464"/>
                    <a:gd name="connsiteY13" fmla="*/ 343406 h 371219"/>
                    <a:gd name="connsiteX14" fmla="*/ 84952 w 371464"/>
                    <a:gd name="connsiteY14" fmla="*/ 339120 h 371219"/>
                    <a:gd name="connsiteX15" fmla="*/ 85810 w 371464"/>
                    <a:gd name="connsiteY15" fmla="*/ 334167 h 371219"/>
                    <a:gd name="connsiteX16" fmla="*/ 95049 w 371464"/>
                    <a:gd name="connsiteY16" fmla="*/ 331976 h 371219"/>
                    <a:gd name="connsiteX17" fmla="*/ 134101 w 371464"/>
                    <a:gd name="connsiteY17" fmla="*/ 349883 h 371219"/>
                    <a:gd name="connsiteX18" fmla="*/ 138864 w 371464"/>
                    <a:gd name="connsiteY18" fmla="*/ 356360 h 371219"/>
                    <a:gd name="connsiteX19" fmla="*/ 138674 w 371464"/>
                    <a:gd name="connsiteY19" fmla="*/ 358361 h 371219"/>
                    <a:gd name="connsiteX20" fmla="*/ 132101 w 371464"/>
                    <a:gd name="connsiteY20" fmla="*/ 363123 h 371219"/>
                    <a:gd name="connsiteX21" fmla="*/ 263356 w 371464"/>
                    <a:gd name="connsiteY21" fmla="*/ 353503 h 371219"/>
                    <a:gd name="connsiteX22" fmla="*/ 257260 w 371464"/>
                    <a:gd name="connsiteY22" fmla="*/ 349693 h 371219"/>
                    <a:gd name="connsiteX23" fmla="*/ 256783 w 371464"/>
                    <a:gd name="connsiteY23" fmla="*/ 344549 h 371219"/>
                    <a:gd name="connsiteX24" fmla="*/ 260403 w 371464"/>
                    <a:gd name="connsiteY24" fmla="*/ 340740 h 371219"/>
                    <a:gd name="connsiteX25" fmla="*/ 296503 w 371464"/>
                    <a:gd name="connsiteY25" fmla="*/ 317403 h 371219"/>
                    <a:gd name="connsiteX26" fmla="*/ 305933 w 371464"/>
                    <a:gd name="connsiteY26" fmla="*/ 318070 h 371219"/>
                    <a:gd name="connsiteX27" fmla="*/ 307552 w 371464"/>
                    <a:gd name="connsiteY27" fmla="*/ 322547 h 371219"/>
                    <a:gd name="connsiteX28" fmla="*/ 305075 w 371464"/>
                    <a:gd name="connsiteY28" fmla="*/ 327690 h 371219"/>
                    <a:gd name="connsiteX29" fmla="*/ 266213 w 371464"/>
                    <a:gd name="connsiteY29" fmla="*/ 352836 h 371219"/>
                    <a:gd name="connsiteX30" fmla="*/ 263356 w 371464"/>
                    <a:gd name="connsiteY30" fmla="*/ 353503 h 371219"/>
                    <a:gd name="connsiteX31" fmla="*/ 56663 w 371464"/>
                    <a:gd name="connsiteY31" fmla="*/ 316260 h 371219"/>
                    <a:gd name="connsiteX32" fmla="*/ 51710 w 371464"/>
                    <a:gd name="connsiteY32" fmla="*/ 314260 h 371219"/>
                    <a:gd name="connsiteX33" fmla="*/ 24088 w 371464"/>
                    <a:gd name="connsiteY33" fmla="*/ 277017 h 371219"/>
                    <a:gd name="connsiteX34" fmla="*/ 26564 w 371464"/>
                    <a:gd name="connsiteY34" fmla="*/ 268064 h 371219"/>
                    <a:gd name="connsiteX35" fmla="*/ 35803 w 371464"/>
                    <a:gd name="connsiteY35" fmla="*/ 270540 h 371219"/>
                    <a:gd name="connsiteX36" fmla="*/ 61616 w 371464"/>
                    <a:gd name="connsiteY36" fmla="*/ 305116 h 371219"/>
                    <a:gd name="connsiteX37" fmla="*/ 63426 w 371464"/>
                    <a:gd name="connsiteY37" fmla="*/ 309783 h 371219"/>
                    <a:gd name="connsiteX38" fmla="*/ 61426 w 371464"/>
                    <a:gd name="connsiteY38" fmla="*/ 314546 h 371219"/>
                    <a:gd name="connsiteX39" fmla="*/ 56663 w 371464"/>
                    <a:gd name="connsiteY39" fmla="*/ 316260 h 371219"/>
                    <a:gd name="connsiteX40" fmla="*/ 331174 w 371464"/>
                    <a:gd name="connsiteY40" fmla="*/ 296257 h 371219"/>
                    <a:gd name="connsiteX41" fmla="*/ 327364 w 371464"/>
                    <a:gd name="connsiteY41" fmla="*/ 295114 h 371219"/>
                    <a:gd name="connsiteX42" fmla="*/ 324697 w 371464"/>
                    <a:gd name="connsiteY42" fmla="*/ 290638 h 371219"/>
                    <a:gd name="connsiteX43" fmla="*/ 325840 w 371464"/>
                    <a:gd name="connsiteY43" fmla="*/ 285685 h 371219"/>
                    <a:gd name="connsiteX44" fmla="*/ 346223 w 371464"/>
                    <a:gd name="connsiteY44" fmla="*/ 247966 h 371219"/>
                    <a:gd name="connsiteX45" fmla="*/ 346223 w 371464"/>
                    <a:gd name="connsiteY45" fmla="*/ 247776 h 371219"/>
                    <a:gd name="connsiteX46" fmla="*/ 354986 w 371464"/>
                    <a:gd name="connsiteY46" fmla="*/ 243965 h 371219"/>
                    <a:gd name="connsiteX47" fmla="*/ 359273 w 371464"/>
                    <a:gd name="connsiteY47" fmla="*/ 250252 h 371219"/>
                    <a:gd name="connsiteX48" fmla="*/ 358796 w 371464"/>
                    <a:gd name="connsiteY48" fmla="*/ 252728 h 371219"/>
                    <a:gd name="connsiteX49" fmla="*/ 336793 w 371464"/>
                    <a:gd name="connsiteY49" fmla="*/ 293591 h 371219"/>
                    <a:gd name="connsiteX50" fmla="*/ 331174 w 371464"/>
                    <a:gd name="connsiteY50" fmla="*/ 296257 h 371219"/>
                    <a:gd name="connsiteX51" fmla="*/ 12848 w 371464"/>
                    <a:gd name="connsiteY51" fmla="*/ 239012 h 371219"/>
                    <a:gd name="connsiteX52" fmla="*/ 6371 w 371464"/>
                    <a:gd name="connsiteY52" fmla="*/ 234059 h 371219"/>
                    <a:gd name="connsiteX53" fmla="*/ 85 w 371464"/>
                    <a:gd name="connsiteY53" fmla="*/ 188054 h 371219"/>
                    <a:gd name="connsiteX54" fmla="*/ 85 w 371464"/>
                    <a:gd name="connsiteY54" fmla="*/ 186720 h 371219"/>
                    <a:gd name="connsiteX55" fmla="*/ 85 w 371464"/>
                    <a:gd name="connsiteY55" fmla="*/ 185577 h 371219"/>
                    <a:gd name="connsiteX56" fmla="*/ 5705 w 371464"/>
                    <a:gd name="connsiteY56" fmla="*/ 139572 h 371219"/>
                    <a:gd name="connsiteX57" fmla="*/ 13991 w 371464"/>
                    <a:gd name="connsiteY57" fmla="*/ 134618 h 371219"/>
                    <a:gd name="connsiteX58" fmla="*/ 18658 w 371464"/>
                    <a:gd name="connsiteY58" fmla="*/ 142714 h 371219"/>
                    <a:gd name="connsiteX59" fmla="*/ 13229 w 371464"/>
                    <a:gd name="connsiteY59" fmla="*/ 185387 h 371219"/>
                    <a:gd name="connsiteX60" fmla="*/ 13420 w 371464"/>
                    <a:gd name="connsiteY60" fmla="*/ 185577 h 371219"/>
                    <a:gd name="connsiteX61" fmla="*/ 13229 w 371464"/>
                    <a:gd name="connsiteY61" fmla="*/ 186720 h 371219"/>
                    <a:gd name="connsiteX62" fmla="*/ 13420 w 371464"/>
                    <a:gd name="connsiteY62" fmla="*/ 187863 h 371219"/>
                    <a:gd name="connsiteX63" fmla="*/ 19230 w 371464"/>
                    <a:gd name="connsiteY63" fmla="*/ 230535 h 371219"/>
                    <a:gd name="connsiteX64" fmla="*/ 19420 w 371464"/>
                    <a:gd name="connsiteY64" fmla="*/ 232345 h 371219"/>
                    <a:gd name="connsiteX65" fmla="*/ 14467 w 371464"/>
                    <a:gd name="connsiteY65" fmla="*/ 238822 h 371219"/>
                    <a:gd name="connsiteX66" fmla="*/ 12848 w 371464"/>
                    <a:gd name="connsiteY66" fmla="*/ 239012 h 371219"/>
                    <a:gd name="connsiteX67" fmla="*/ 363273 w 371464"/>
                    <a:gd name="connsiteY67" fmla="*/ 213390 h 371219"/>
                    <a:gd name="connsiteX68" fmla="*/ 362606 w 371464"/>
                    <a:gd name="connsiteY68" fmla="*/ 213390 h 371219"/>
                    <a:gd name="connsiteX69" fmla="*/ 358130 w 371464"/>
                    <a:gd name="connsiteY69" fmla="*/ 210914 h 371219"/>
                    <a:gd name="connsiteX70" fmla="*/ 356796 w 371464"/>
                    <a:gd name="connsiteY70" fmla="*/ 205961 h 371219"/>
                    <a:gd name="connsiteX71" fmla="*/ 357939 w 371464"/>
                    <a:gd name="connsiteY71" fmla="*/ 185577 h 371219"/>
                    <a:gd name="connsiteX72" fmla="*/ 356415 w 371464"/>
                    <a:gd name="connsiteY72" fmla="*/ 162907 h 371219"/>
                    <a:gd name="connsiteX73" fmla="*/ 356415 w 371464"/>
                    <a:gd name="connsiteY73" fmla="*/ 161764 h 371219"/>
                    <a:gd name="connsiteX74" fmla="*/ 362225 w 371464"/>
                    <a:gd name="connsiteY74" fmla="*/ 155288 h 371219"/>
                    <a:gd name="connsiteX75" fmla="*/ 369845 w 371464"/>
                    <a:gd name="connsiteY75" fmla="*/ 161098 h 371219"/>
                    <a:gd name="connsiteX76" fmla="*/ 371465 w 371464"/>
                    <a:gd name="connsiteY76" fmla="*/ 185577 h 371219"/>
                    <a:gd name="connsiteX77" fmla="*/ 370131 w 371464"/>
                    <a:gd name="connsiteY77" fmla="*/ 207580 h 371219"/>
                    <a:gd name="connsiteX78" fmla="*/ 363273 w 371464"/>
                    <a:gd name="connsiteY78" fmla="*/ 213390 h 371219"/>
                    <a:gd name="connsiteX79" fmla="*/ 351748 w 371464"/>
                    <a:gd name="connsiteY79" fmla="*/ 125474 h 371219"/>
                    <a:gd name="connsiteX80" fmla="*/ 345461 w 371464"/>
                    <a:gd name="connsiteY80" fmla="*/ 121188 h 371219"/>
                    <a:gd name="connsiteX81" fmla="*/ 324411 w 371464"/>
                    <a:gd name="connsiteY81" fmla="*/ 83659 h 371219"/>
                    <a:gd name="connsiteX82" fmla="*/ 323077 w 371464"/>
                    <a:gd name="connsiteY82" fmla="*/ 79659 h 371219"/>
                    <a:gd name="connsiteX83" fmla="*/ 325744 w 371464"/>
                    <a:gd name="connsiteY83" fmla="*/ 74325 h 371219"/>
                    <a:gd name="connsiteX84" fmla="*/ 335174 w 371464"/>
                    <a:gd name="connsiteY84" fmla="*/ 75468 h 371219"/>
                    <a:gd name="connsiteX85" fmla="*/ 335174 w 371464"/>
                    <a:gd name="connsiteY85" fmla="*/ 75659 h 371219"/>
                    <a:gd name="connsiteX86" fmla="*/ 335650 w 371464"/>
                    <a:gd name="connsiteY86" fmla="*/ 76326 h 371219"/>
                    <a:gd name="connsiteX87" fmla="*/ 357844 w 371464"/>
                    <a:gd name="connsiteY87" fmla="*/ 116235 h 371219"/>
                    <a:gd name="connsiteX88" fmla="*/ 354224 w 371464"/>
                    <a:gd name="connsiteY88" fmla="*/ 124998 h 371219"/>
                    <a:gd name="connsiteX89" fmla="*/ 351748 w 371464"/>
                    <a:gd name="connsiteY89" fmla="*/ 125474 h 371219"/>
                    <a:gd name="connsiteX90" fmla="*/ 28565 w 371464"/>
                    <a:gd name="connsiteY90" fmla="*/ 106329 h 371219"/>
                    <a:gd name="connsiteX91" fmla="*/ 25421 w 371464"/>
                    <a:gd name="connsiteY91" fmla="*/ 105472 h 371219"/>
                    <a:gd name="connsiteX92" fmla="*/ 22087 w 371464"/>
                    <a:gd name="connsiteY92" fmla="*/ 99376 h 371219"/>
                    <a:gd name="connsiteX93" fmla="*/ 22754 w 371464"/>
                    <a:gd name="connsiteY93" fmla="*/ 96232 h 371219"/>
                    <a:gd name="connsiteX94" fmla="*/ 50186 w 371464"/>
                    <a:gd name="connsiteY94" fmla="*/ 58704 h 371219"/>
                    <a:gd name="connsiteX95" fmla="*/ 59616 w 371464"/>
                    <a:gd name="connsiteY95" fmla="*/ 58228 h 371219"/>
                    <a:gd name="connsiteX96" fmla="*/ 61902 w 371464"/>
                    <a:gd name="connsiteY96" fmla="*/ 62895 h 371219"/>
                    <a:gd name="connsiteX97" fmla="*/ 60092 w 371464"/>
                    <a:gd name="connsiteY97" fmla="*/ 67848 h 371219"/>
                    <a:gd name="connsiteX98" fmla="*/ 34756 w 371464"/>
                    <a:gd name="connsiteY98" fmla="*/ 102615 h 371219"/>
                    <a:gd name="connsiteX99" fmla="*/ 28565 w 371464"/>
                    <a:gd name="connsiteY99" fmla="*/ 106329 h 371219"/>
                    <a:gd name="connsiteX100" fmla="*/ 299075 w 371464"/>
                    <a:gd name="connsiteY100" fmla="*/ 53847 h 371219"/>
                    <a:gd name="connsiteX101" fmla="*/ 294788 w 371464"/>
                    <a:gd name="connsiteY101" fmla="*/ 52322 h 371219"/>
                    <a:gd name="connsiteX102" fmla="*/ 258403 w 371464"/>
                    <a:gd name="connsiteY102" fmla="*/ 29462 h 371219"/>
                    <a:gd name="connsiteX103" fmla="*/ 254402 w 371464"/>
                    <a:gd name="connsiteY103" fmla="*/ 23367 h 371219"/>
                    <a:gd name="connsiteX104" fmla="*/ 255069 w 371464"/>
                    <a:gd name="connsiteY104" fmla="*/ 20414 h 371219"/>
                    <a:gd name="connsiteX105" fmla="*/ 264023 w 371464"/>
                    <a:gd name="connsiteY105" fmla="*/ 17270 h 371219"/>
                    <a:gd name="connsiteX106" fmla="*/ 303266 w 371464"/>
                    <a:gd name="connsiteY106" fmla="*/ 41940 h 371219"/>
                    <a:gd name="connsiteX107" fmla="*/ 304123 w 371464"/>
                    <a:gd name="connsiteY107" fmla="*/ 51370 h 371219"/>
                    <a:gd name="connsiteX108" fmla="*/ 299075 w 371464"/>
                    <a:gd name="connsiteY108" fmla="*/ 53847 h 371219"/>
                    <a:gd name="connsiteX109" fmla="*/ 89429 w 371464"/>
                    <a:gd name="connsiteY109" fmla="*/ 41464 h 371219"/>
                    <a:gd name="connsiteX110" fmla="*/ 83809 w 371464"/>
                    <a:gd name="connsiteY110" fmla="*/ 38321 h 371219"/>
                    <a:gd name="connsiteX111" fmla="*/ 82667 w 371464"/>
                    <a:gd name="connsiteY111" fmla="*/ 34701 h 371219"/>
                    <a:gd name="connsiteX112" fmla="*/ 85810 w 371464"/>
                    <a:gd name="connsiteY112" fmla="*/ 28891 h 371219"/>
                    <a:gd name="connsiteX113" fmla="*/ 127815 w 371464"/>
                    <a:gd name="connsiteY113" fmla="*/ 9174 h 371219"/>
                    <a:gd name="connsiteX114" fmla="*/ 136387 w 371464"/>
                    <a:gd name="connsiteY114" fmla="*/ 13460 h 371219"/>
                    <a:gd name="connsiteX115" fmla="*/ 132101 w 371464"/>
                    <a:gd name="connsiteY115" fmla="*/ 22033 h 371219"/>
                    <a:gd name="connsiteX116" fmla="*/ 93049 w 371464"/>
                    <a:gd name="connsiteY116" fmla="*/ 40416 h 371219"/>
                    <a:gd name="connsiteX117" fmla="*/ 89429 w 371464"/>
                    <a:gd name="connsiteY117" fmla="*/ 41464 h 371219"/>
                    <a:gd name="connsiteX118" fmla="*/ 218493 w 371464"/>
                    <a:gd name="connsiteY118" fmla="*/ 16413 h 371219"/>
                    <a:gd name="connsiteX119" fmla="*/ 217350 w 371464"/>
                    <a:gd name="connsiteY119" fmla="*/ 16413 h 371219"/>
                    <a:gd name="connsiteX120" fmla="*/ 174202 w 371464"/>
                    <a:gd name="connsiteY120" fmla="*/ 13937 h 371219"/>
                    <a:gd name="connsiteX121" fmla="*/ 174011 w 371464"/>
                    <a:gd name="connsiteY121" fmla="*/ 13746 h 371219"/>
                    <a:gd name="connsiteX122" fmla="*/ 167058 w 371464"/>
                    <a:gd name="connsiteY122" fmla="*/ 7459 h 371219"/>
                    <a:gd name="connsiteX123" fmla="*/ 167915 w 371464"/>
                    <a:gd name="connsiteY123" fmla="*/ 7269 h 371219"/>
                    <a:gd name="connsiteX124" fmla="*/ 167058 w 371464"/>
                    <a:gd name="connsiteY124" fmla="*/ 7269 h 371219"/>
                    <a:gd name="connsiteX125" fmla="*/ 173344 w 371464"/>
                    <a:gd name="connsiteY125" fmla="*/ 316 h 371219"/>
                    <a:gd name="connsiteX126" fmla="*/ 219826 w 371464"/>
                    <a:gd name="connsiteY126" fmla="*/ 3268 h 371219"/>
                    <a:gd name="connsiteX127" fmla="*/ 224113 w 371464"/>
                    <a:gd name="connsiteY127" fmla="*/ 5936 h 371219"/>
                    <a:gd name="connsiteX128" fmla="*/ 225256 w 371464"/>
                    <a:gd name="connsiteY128" fmla="*/ 11079 h 371219"/>
                    <a:gd name="connsiteX129" fmla="*/ 218493 w 371464"/>
                    <a:gd name="connsiteY129" fmla="*/ 16413 h 371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</a:cxnLst>
                  <a:rect l="l" t="t" r="r" b="b"/>
                  <a:pathLst>
                    <a:path w="371464" h="371219">
                      <a:moveTo>
                        <a:pt x="185727" y="371219"/>
                      </a:moveTo>
                      <a:cubicBezTo>
                        <a:pt x="182584" y="371219"/>
                        <a:pt x="179250" y="371219"/>
                        <a:pt x="175821" y="371029"/>
                      </a:cubicBezTo>
                      <a:cubicBezTo>
                        <a:pt x="172201" y="370838"/>
                        <a:pt x="169344" y="367695"/>
                        <a:pt x="169534" y="364075"/>
                      </a:cubicBezTo>
                      <a:cubicBezTo>
                        <a:pt x="169725" y="360456"/>
                        <a:pt x="172678" y="357598"/>
                        <a:pt x="176297" y="357598"/>
                      </a:cubicBezTo>
                      <a:lnTo>
                        <a:pt x="176488" y="357598"/>
                      </a:lnTo>
                      <a:cubicBezTo>
                        <a:pt x="179822" y="357789"/>
                        <a:pt x="182774" y="357789"/>
                        <a:pt x="185727" y="357789"/>
                      </a:cubicBezTo>
                      <a:cubicBezTo>
                        <a:pt x="197157" y="357789"/>
                        <a:pt x="208587" y="356646"/>
                        <a:pt x="219636" y="354456"/>
                      </a:cubicBezTo>
                      <a:cubicBezTo>
                        <a:pt x="223256" y="353789"/>
                        <a:pt x="226780" y="356265"/>
                        <a:pt x="227542" y="359790"/>
                      </a:cubicBezTo>
                      <a:cubicBezTo>
                        <a:pt x="227732" y="360266"/>
                        <a:pt x="227732" y="360647"/>
                        <a:pt x="227732" y="361123"/>
                      </a:cubicBezTo>
                      <a:cubicBezTo>
                        <a:pt x="227542" y="364266"/>
                        <a:pt x="225256" y="366933"/>
                        <a:pt x="222112" y="367600"/>
                      </a:cubicBezTo>
                      <a:cubicBezTo>
                        <a:pt x="210206" y="370076"/>
                        <a:pt x="198014" y="371219"/>
                        <a:pt x="185727" y="371219"/>
                      </a:cubicBezTo>
                      <a:close/>
                      <a:moveTo>
                        <a:pt x="132101" y="363123"/>
                      </a:moveTo>
                      <a:cubicBezTo>
                        <a:pt x="131434" y="363123"/>
                        <a:pt x="130958" y="362932"/>
                        <a:pt x="130292" y="362932"/>
                      </a:cubicBezTo>
                      <a:cubicBezTo>
                        <a:pt x="115242" y="358265"/>
                        <a:pt x="101145" y="351693"/>
                        <a:pt x="87905" y="343406"/>
                      </a:cubicBezTo>
                      <a:cubicBezTo>
                        <a:pt x="86572" y="342549"/>
                        <a:pt x="85429" y="340930"/>
                        <a:pt x="84952" y="339120"/>
                      </a:cubicBezTo>
                      <a:cubicBezTo>
                        <a:pt x="84476" y="337596"/>
                        <a:pt x="84762" y="335786"/>
                        <a:pt x="85810" y="334167"/>
                      </a:cubicBezTo>
                      <a:cubicBezTo>
                        <a:pt x="87619" y="331024"/>
                        <a:pt x="91906" y="330166"/>
                        <a:pt x="95049" y="331976"/>
                      </a:cubicBezTo>
                      <a:cubicBezTo>
                        <a:pt x="107432" y="339787"/>
                        <a:pt x="120671" y="345692"/>
                        <a:pt x="134101" y="349883"/>
                      </a:cubicBezTo>
                      <a:cubicBezTo>
                        <a:pt x="137054" y="350741"/>
                        <a:pt x="139055" y="353503"/>
                        <a:pt x="138864" y="356360"/>
                      </a:cubicBezTo>
                      <a:cubicBezTo>
                        <a:pt x="138864" y="357027"/>
                        <a:pt x="138864" y="357694"/>
                        <a:pt x="138674" y="358361"/>
                      </a:cubicBezTo>
                      <a:cubicBezTo>
                        <a:pt x="137626" y="361123"/>
                        <a:pt x="135244" y="363123"/>
                        <a:pt x="132101" y="363123"/>
                      </a:cubicBezTo>
                      <a:close/>
                      <a:moveTo>
                        <a:pt x="263356" y="353503"/>
                      </a:moveTo>
                      <a:cubicBezTo>
                        <a:pt x="260689" y="353503"/>
                        <a:pt x="258403" y="352169"/>
                        <a:pt x="257260" y="349693"/>
                      </a:cubicBezTo>
                      <a:cubicBezTo>
                        <a:pt x="256402" y="348073"/>
                        <a:pt x="256402" y="346359"/>
                        <a:pt x="256783" y="344549"/>
                      </a:cubicBezTo>
                      <a:cubicBezTo>
                        <a:pt x="257450" y="342930"/>
                        <a:pt x="258784" y="341597"/>
                        <a:pt x="260403" y="340740"/>
                      </a:cubicBezTo>
                      <a:cubicBezTo>
                        <a:pt x="273452" y="334453"/>
                        <a:pt x="285549" y="326642"/>
                        <a:pt x="296503" y="317403"/>
                      </a:cubicBezTo>
                      <a:cubicBezTo>
                        <a:pt x="299170" y="315212"/>
                        <a:pt x="303647" y="315403"/>
                        <a:pt x="305933" y="318070"/>
                      </a:cubicBezTo>
                      <a:cubicBezTo>
                        <a:pt x="306790" y="319403"/>
                        <a:pt x="307552" y="320737"/>
                        <a:pt x="307552" y="322547"/>
                      </a:cubicBezTo>
                      <a:cubicBezTo>
                        <a:pt x="307552" y="324547"/>
                        <a:pt x="306694" y="326357"/>
                        <a:pt x="305075" y="327690"/>
                      </a:cubicBezTo>
                      <a:cubicBezTo>
                        <a:pt x="293169" y="337787"/>
                        <a:pt x="280120" y="346074"/>
                        <a:pt x="266213" y="352836"/>
                      </a:cubicBezTo>
                      <a:cubicBezTo>
                        <a:pt x="265356" y="353217"/>
                        <a:pt x="264213" y="353503"/>
                        <a:pt x="263356" y="353503"/>
                      </a:cubicBezTo>
                      <a:close/>
                      <a:moveTo>
                        <a:pt x="56663" y="316260"/>
                      </a:moveTo>
                      <a:cubicBezTo>
                        <a:pt x="54853" y="316260"/>
                        <a:pt x="53044" y="315593"/>
                        <a:pt x="51710" y="314260"/>
                      </a:cubicBezTo>
                      <a:cubicBezTo>
                        <a:pt x="40947" y="303020"/>
                        <a:pt x="31708" y="290447"/>
                        <a:pt x="24088" y="277017"/>
                      </a:cubicBezTo>
                      <a:cubicBezTo>
                        <a:pt x="22087" y="273874"/>
                        <a:pt x="23421" y="269874"/>
                        <a:pt x="26564" y="268064"/>
                      </a:cubicBezTo>
                      <a:cubicBezTo>
                        <a:pt x="29708" y="266254"/>
                        <a:pt x="33994" y="267397"/>
                        <a:pt x="35803" y="270540"/>
                      </a:cubicBezTo>
                      <a:cubicBezTo>
                        <a:pt x="42757" y="283113"/>
                        <a:pt x="51520" y="294543"/>
                        <a:pt x="61616" y="305116"/>
                      </a:cubicBezTo>
                      <a:cubicBezTo>
                        <a:pt x="62759" y="306259"/>
                        <a:pt x="63426" y="308068"/>
                        <a:pt x="63426" y="309783"/>
                      </a:cubicBezTo>
                      <a:cubicBezTo>
                        <a:pt x="63426" y="311593"/>
                        <a:pt x="62759" y="313403"/>
                        <a:pt x="61426" y="314546"/>
                      </a:cubicBezTo>
                      <a:cubicBezTo>
                        <a:pt x="59997" y="315784"/>
                        <a:pt x="58473" y="316260"/>
                        <a:pt x="56663" y="316260"/>
                      </a:cubicBezTo>
                      <a:close/>
                      <a:moveTo>
                        <a:pt x="331174" y="296257"/>
                      </a:moveTo>
                      <a:cubicBezTo>
                        <a:pt x="329840" y="296257"/>
                        <a:pt x="328507" y="295781"/>
                        <a:pt x="327364" y="295114"/>
                      </a:cubicBezTo>
                      <a:cubicBezTo>
                        <a:pt x="325744" y="293972"/>
                        <a:pt x="324887" y="292448"/>
                        <a:pt x="324697" y="290638"/>
                      </a:cubicBezTo>
                      <a:cubicBezTo>
                        <a:pt x="324220" y="288828"/>
                        <a:pt x="324697" y="287018"/>
                        <a:pt x="325840" y="285685"/>
                      </a:cubicBezTo>
                      <a:cubicBezTo>
                        <a:pt x="334126" y="273969"/>
                        <a:pt x="341080" y="261396"/>
                        <a:pt x="346223" y="247966"/>
                      </a:cubicBezTo>
                      <a:lnTo>
                        <a:pt x="346223" y="247776"/>
                      </a:lnTo>
                      <a:cubicBezTo>
                        <a:pt x="347557" y="244441"/>
                        <a:pt x="351652" y="242632"/>
                        <a:pt x="354986" y="243965"/>
                      </a:cubicBezTo>
                      <a:cubicBezTo>
                        <a:pt x="357653" y="244823"/>
                        <a:pt x="359463" y="247585"/>
                        <a:pt x="359273" y="250252"/>
                      </a:cubicBezTo>
                      <a:cubicBezTo>
                        <a:pt x="359273" y="251109"/>
                        <a:pt x="359273" y="252062"/>
                        <a:pt x="358796" y="252728"/>
                      </a:cubicBezTo>
                      <a:cubicBezTo>
                        <a:pt x="353367" y="266826"/>
                        <a:pt x="346033" y="280827"/>
                        <a:pt x="336793" y="293591"/>
                      </a:cubicBezTo>
                      <a:cubicBezTo>
                        <a:pt x="335365" y="295401"/>
                        <a:pt x="333365" y="296257"/>
                        <a:pt x="331174" y="296257"/>
                      </a:cubicBezTo>
                      <a:close/>
                      <a:moveTo>
                        <a:pt x="12848" y="239012"/>
                      </a:moveTo>
                      <a:cubicBezTo>
                        <a:pt x="9705" y="239012"/>
                        <a:pt x="7228" y="237012"/>
                        <a:pt x="6371" y="234059"/>
                      </a:cubicBezTo>
                      <a:cubicBezTo>
                        <a:pt x="2371" y="219296"/>
                        <a:pt x="275" y="203770"/>
                        <a:pt x="85" y="188054"/>
                      </a:cubicBezTo>
                      <a:cubicBezTo>
                        <a:pt x="-106" y="187577"/>
                        <a:pt x="85" y="187197"/>
                        <a:pt x="85" y="186720"/>
                      </a:cubicBezTo>
                      <a:cubicBezTo>
                        <a:pt x="85" y="186530"/>
                        <a:pt x="85" y="186053"/>
                        <a:pt x="85" y="185577"/>
                      </a:cubicBezTo>
                      <a:cubicBezTo>
                        <a:pt x="85" y="169861"/>
                        <a:pt x="1894" y="154335"/>
                        <a:pt x="5705" y="139572"/>
                      </a:cubicBezTo>
                      <a:cubicBezTo>
                        <a:pt x="6562" y="135952"/>
                        <a:pt x="10372" y="133761"/>
                        <a:pt x="13991" y="134618"/>
                      </a:cubicBezTo>
                      <a:cubicBezTo>
                        <a:pt x="17611" y="135475"/>
                        <a:pt x="19611" y="139095"/>
                        <a:pt x="18658" y="142714"/>
                      </a:cubicBezTo>
                      <a:cubicBezTo>
                        <a:pt x="15325" y="156621"/>
                        <a:pt x="13515" y="171004"/>
                        <a:pt x="13229" y="185387"/>
                      </a:cubicBezTo>
                      <a:cubicBezTo>
                        <a:pt x="13420" y="185387"/>
                        <a:pt x="13420" y="185577"/>
                        <a:pt x="13420" y="185577"/>
                      </a:cubicBezTo>
                      <a:cubicBezTo>
                        <a:pt x="13420" y="186053"/>
                        <a:pt x="13229" y="186434"/>
                        <a:pt x="13229" y="186720"/>
                      </a:cubicBezTo>
                      <a:cubicBezTo>
                        <a:pt x="13229" y="187197"/>
                        <a:pt x="13420" y="187577"/>
                        <a:pt x="13420" y="187863"/>
                      </a:cubicBezTo>
                      <a:cubicBezTo>
                        <a:pt x="13420" y="202436"/>
                        <a:pt x="15420" y="216819"/>
                        <a:pt x="19230" y="230535"/>
                      </a:cubicBezTo>
                      <a:cubicBezTo>
                        <a:pt x="19420" y="231202"/>
                        <a:pt x="19420" y="231678"/>
                        <a:pt x="19420" y="232345"/>
                      </a:cubicBezTo>
                      <a:cubicBezTo>
                        <a:pt x="19420" y="235488"/>
                        <a:pt x="17420" y="238155"/>
                        <a:pt x="14467" y="238822"/>
                      </a:cubicBezTo>
                      <a:cubicBezTo>
                        <a:pt x="13991" y="239012"/>
                        <a:pt x="13515" y="239012"/>
                        <a:pt x="12848" y="239012"/>
                      </a:cubicBezTo>
                      <a:close/>
                      <a:moveTo>
                        <a:pt x="363273" y="213390"/>
                      </a:moveTo>
                      <a:cubicBezTo>
                        <a:pt x="363083" y="213390"/>
                        <a:pt x="362797" y="213390"/>
                        <a:pt x="362606" y="213390"/>
                      </a:cubicBezTo>
                      <a:cubicBezTo>
                        <a:pt x="360797" y="213200"/>
                        <a:pt x="359273" y="212247"/>
                        <a:pt x="358130" y="210914"/>
                      </a:cubicBezTo>
                      <a:cubicBezTo>
                        <a:pt x="356986" y="209389"/>
                        <a:pt x="356510" y="207770"/>
                        <a:pt x="356796" y="205961"/>
                      </a:cubicBezTo>
                      <a:cubicBezTo>
                        <a:pt x="357463" y="199008"/>
                        <a:pt x="357939" y="192245"/>
                        <a:pt x="357939" y="185577"/>
                      </a:cubicBezTo>
                      <a:cubicBezTo>
                        <a:pt x="357939" y="177957"/>
                        <a:pt x="357463" y="170337"/>
                        <a:pt x="356415" y="162907"/>
                      </a:cubicBezTo>
                      <a:cubicBezTo>
                        <a:pt x="356415" y="162431"/>
                        <a:pt x="356415" y="162241"/>
                        <a:pt x="356415" y="161764"/>
                      </a:cubicBezTo>
                      <a:cubicBezTo>
                        <a:pt x="356415" y="158622"/>
                        <a:pt x="359082" y="155668"/>
                        <a:pt x="362225" y="155288"/>
                      </a:cubicBezTo>
                      <a:cubicBezTo>
                        <a:pt x="366035" y="154811"/>
                        <a:pt x="369369" y="157573"/>
                        <a:pt x="369845" y="161098"/>
                      </a:cubicBezTo>
                      <a:cubicBezTo>
                        <a:pt x="370988" y="169194"/>
                        <a:pt x="371465" y="177481"/>
                        <a:pt x="371465" y="185577"/>
                      </a:cubicBezTo>
                      <a:cubicBezTo>
                        <a:pt x="371465" y="192721"/>
                        <a:pt x="370988" y="200151"/>
                        <a:pt x="370131" y="207580"/>
                      </a:cubicBezTo>
                      <a:cubicBezTo>
                        <a:pt x="369559" y="211009"/>
                        <a:pt x="366607" y="213390"/>
                        <a:pt x="363273" y="213390"/>
                      </a:cubicBezTo>
                      <a:close/>
                      <a:moveTo>
                        <a:pt x="351748" y="125474"/>
                      </a:moveTo>
                      <a:cubicBezTo>
                        <a:pt x="348795" y="125474"/>
                        <a:pt x="346414" y="123951"/>
                        <a:pt x="345461" y="121188"/>
                      </a:cubicBezTo>
                      <a:cubicBezTo>
                        <a:pt x="340032" y="107949"/>
                        <a:pt x="332888" y="95376"/>
                        <a:pt x="324411" y="83659"/>
                      </a:cubicBezTo>
                      <a:cubicBezTo>
                        <a:pt x="323554" y="82326"/>
                        <a:pt x="323077" y="80993"/>
                        <a:pt x="323077" y="79659"/>
                      </a:cubicBezTo>
                      <a:cubicBezTo>
                        <a:pt x="323077" y="77373"/>
                        <a:pt x="324220" y="75373"/>
                        <a:pt x="325744" y="74325"/>
                      </a:cubicBezTo>
                      <a:cubicBezTo>
                        <a:pt x="328697" y="72039"/>
                        <a:pt x="332888" y="72706"/>
                        <a:pt x="335174" y="75468"/>
                      </a:cubicBezTo>
                      <a:cubicBezTo>
                        <a:pt x="335174" y="75659"/>
                        <a:pt x="335174" y="75659"/>
                        <a:pt x="335174" y="75659"/>
                      </a:cubicBezTo>
                      <a:cubicBezTo>
                        <a:pt x="335365" y="75849"/>
                        <a:pt x="335650" y="76135"/>
                        <a:pt x="335650" y="76326"/>
                      </a:cubicBezTo>
                      <a:cubicBezTo>
                        <a:pt x="344604" y="88422"/>
                        <a:pt x="352224" y="101948"/>
                        <a:pt x="357844" y="116235"/>
                      </a:cubicBezTo>
                      <a:cubicBezTo>
                        <a:pt x="359177" y="119569"/>
                        <a:pt x="357653" y="123664"/>
                        <a:pt x="354224" y="124998"/>
                      </a:cubicBezTo>
                      <a:cubicBezTo>
                        <a:pt x="353367" y="125189"/>
                        <a:pt x="352510" y="125474"/>
                        <a:pt x="351748" y="125474"/>
                      </a:cubicBezTo>
                      <a:close/>
                      <a:moveTo>
                        <a:pt x="28565" y="106329"/>
                      </a:moveTo>
                      <a:cubicBezTo>
                        <a:pt x="27422" y="106329"/>
                        <a:pt x="26564" y="105853"/>
                        <a:pt x="25421" y="105472"/>
                      </a:cubicBezTo>
                      <a:cubicBezTo>
                        <a:pt x="23135" y="104138"/>
                        <a:pt x="22087" y="101852"/>
                        <a:pt x="22087" y="99376"/>
                      </a:cubicBezTo>
                      <a:cubicBezTo>
                        <a:pt x="22087" y="98233"/>
                        <a:pt x="22278" y="97185"/>
                        <a:pt x="22754" y="96232"/>
                      </a:cubicBezTo>
                      <a:cubicBezTo>
                        <a:pt x="30374" y="82516"/>
                        <a:pt x="39614" y="69943"/>
                        <a:pt x="50186" y="58704"/>
                      </a:cubicBezTo>
                      <a:cubicBezTo>
                        <a:pt x="52663" y="56037"/>
                        <a:pt x="57140" y="55751"/>
                        <a:pt x="59616" y="58228"/>
                      </a:cubicBezTo>
                      <a:cubicBezTo>
                        <a:pt x="60950" y="59561"/>
                        <a:pt x="61616" y="61181"/>
                        <a:pt x="61902" y="62895"/>
                      </a:cubicBezTo>
                      <a:cubicBezTo>
                        <a:pt x="61902" y="64705"/>
                        <a:pt x="61235" y="66514"/>
                        <a:pt x="60092" y="67848"/>
                      </a:cubicBezTo>
                      <a:cubicBezTo>
                        <a:pt x="50186" y="78421"/>
                        <a:pt x="41709" y="90042"/>
                        <a:pt x="34756" y="102615"/>
                      </a:cubicBezTo>
                      <a:cubicBezTo>
                        <a:pt x="33517" y="104996"/>
                        <a:pt x="31327" y="106329"/>
                        <a:pt x="28565" y="106329"/>
                      </a:cubicBezTo>
                      <a:close/>
                      <a:moveTo>
                        <a:pt x="299075" y="53847"/>
                      </a:moveTo>
                      <a:cubicBezTo>
                        <a:pt x="297550" y="53847"/>
                        <a:pt x="295931" y="53370"/>
                        <a:pt x="294788" y="52322"/>
                      </a:cubicBezTo>
                      <a:cubicBezTo>
                        <a:pt x="283549" y="43083"/>
                        <a:pt x="271261" y="35463"/>
                        <a:pt x="258403" y="29462"/>
                      </a:cubicBezTo>
                      <a:cubicBezTo>
                        <a:pt x="255926" y="28319"/>
                        <a:pt x="254402" y="26129"/>
                        <a:pt x="254402" y="23367"/>
                      </a:cubicBezTo>
                      <a:cubicBezTo>
                        <a:pt x="254402" y="22509"/>
                        <a:pt x="254593" y="21557"/>
                        <a:pt x="255069" y="20414"/>
                      </a:cubicBezTo>
                      <a:cubicBezTo>
                        <a:pt x="256688" y="17270"/>
                        <a:pt x="260689" y="15747"/>
                        <a:pt x="264023" y="17270"/>
                      </a:cubicBezTo>
                      <a:cubicBezTo>
                        <a:pt x="278215" y="23747"/>
                        <a:pt x="291169" y="32034"/>
                        <a:pt x="303266" y="41940"/>
                      </a:cubicBezTo>
                      <a:cubicBezTo>
                        <a:pt x="306218" y="44226"/>
                        <a:pt x="306599" y="48417"/>
                        <a:pt x="304123" y="51370"/>
                      </a:cubicBezTo>
                      <a:cubicBezTo>
                        <a:pt x="302884" y="52989"/>
                        <a:pt x="301075" y="53847"/>
                        <a:pt x="299075" y="53847"/>
                      </a:cubicBezTo>
                      <a:close/>
                      <a:moveTo>
                        <a:pt x="89429" y="41464"/>
                      </a:moveTo>
                      <a:cubicBezTo>
                        <a:pt x="87143" y="41464"/>
                        <a:pt x="84952" y="40131"/>
                        <a:pt x="83809" y="38321"/>
                      </a:cubicBezTo>
                      <a:cubicBezTo>
                        <a:pt x="83143" y="37178"/>
                        <a:pt x="82667" y="36034"/>
                        <a:pt x="82667" y="34701"/>
                      </a:cubicBezTo>
                      <a:cubicBezTo>
                        <a:pt x="82667" y="32415"/>
                        <a:pt x="83809" y="30224"/>
                        <a:pt x="85810" y="28891"/>
                      </a:cubicBezTo>
                      <a:cubicBezTo>
                        <a:pt x="99050" y="20604"/>
                        <a:pt x="112956" y="13842"/>
                        <a:pt x="127815" y="9174"/>
                      </a:cubicBezTo>
                      <a:cubicBezTo>
                        <a:pt x="131149" y="8031"/>
                        <a:pt x="135244" y="10031"/>
                        <a:pt x="136387" y="13460"/>
                      </a:cubicBezTo>
                      <a:cubicBezTo>
                        <a:pt x="137531" y="16794"/>
                        <a:pt x="135530" y="20604"/>
                        <a:pt x="132101" y="22033"/>
                      </a:cubicBezTo>
                      <a:cubicBezTo>
                        <a:pt x="118385" y="26509"/>
                        <a:pt x="105431" y="32606"/>
                        <a:pt x="93049" y="40416"/>
                      </a:cubicBezTo>
                      <a:cubicBezTo>
                        <a:pt x="91906" y="41083"/>
                        <a:pt x="90763" y="41464"/>
                        <a:pt x="89429" y="41464"/>
                      </a:cubicBezTo>
                      <a:close/>
                      <a:moveTo>
                        <a:pt x="218493" y="16413"/>
                      </a:moveTo>
                      <a:cubicBezTo>
                        <a:pt x="218017" y="16413"/>
                        <a:pt x="217826" y="16413"/>
                        <a:pt x="217350" y="16413"/>
                      </a:cubicBezTo>
                      <a:cubicBezTo>
                        <a:pt x="203158" y="13746"/>
                        <a:pt x="188394" y="12793"/>
                        <a:pt x="174202" y="13937"/>
                      </a:cubicBezTo>
                      <a:cubicBezTo>
                        <a:pt x="174202" y="13746"/>
                        <a:pt x="174011" y="13746"/>
                        <a:pt x="174011" y="13746"/>
                      </a:cubicBezTo>
                      <a:cubicBezTo>
                        <a:pt x="170011" y="13937"/>
                        <a:pt x="167249" y="11079"/>
                        <a:pt x="167058" y="7459"/>
                      </a:cubicBezTo>
                      <a:lnTo>
                        <a:pt x="167915" y="7269"/>
                      </a:lnTo>
                      <a:lnTo>
                        <a:pt x="167058" y="7269"/>
                      </a:lnTo>
                      <a:cubicBezTo>
                        <a:pt x="167058" y="3650"/>
                        <a:pt x="169725" y="792"/>
                        <a:pt x="173344" y="316"/>
                      </a:cubicBezTo>
                      <a:cubicBezTo>
                        <a:pt x="191061" y="-541"/>
                        <a:pt x="204967" y="316"/>
                        <a:pt x="219826" y="3268"/>
                      </a:cubicBezTo>
                      <a:cubicBezTo>
                        <a:pt x="221350" y="3459"/>
                        <a:pt x="222970" y="4602"/>
                        <a:pt x="224113" y="5936"/>
                      </a:cubicBezTo>
                      <a:cubicBezTo>
                        <a:pt x="224970" y="7555"/>
                        <a:pt x="225446" y="9269"/>
                        <a:pt x="225256" y="11079"/>
                      </a:cubicBezTo>
                      <a:cubicBezTo>
                        <a:pt x="224494" y="14127"/>
                        <a:pt x="221827" y="16413"/>
                        <a:pt x="218493" y="16413"/>
                      </a:cubicBezTo>
                      <a:close/>
                    </a:path>
                  </a:pathLst>
                </a:custGeom>
                <a:solidFill>
                  <a:srgbClr val="3E41CA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 anchorCtr="0"/>
                <a:lstStyle/>
                <a:p>
                  <a:pPr algn="l"/>
                </a:p>
              </p:txBody>
            </p:sp>
          </p:grpSp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f3f0832-5463-4a2e-8a52-eef781e99330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活动2：设计挑战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grpSp>
        <p:nvGrpSpPr>
          <p:cNvPr id="42" name="476359a8-ebae-4edf-97d0-fdfda9bf738d.source.2.zh-Hans.pptx" descr="b5f89770-2135-4d1f-a2c9-6036fa611a19"/>
          <p:cNvGrpSpPr/>
          <p:nvPr/>
        </p:nvGrpSpPr>
        <p:grpSpPr>
          <a:xfrm>
            <a:off x="5285" y="1193800"/>
            <a:ext cx="12181430" cy="5664200"/>
            <a:chOff x="5285" y="1193800"/>
            <a:chExt cx="12181430" cy="5664200"/>
          </a:xfrm>
        </p:grpSpPr>
        <p:sp>
          <p:nvSpPr>
            <p:cNvPr id="3" name="ïšḻíďé" descr="fe67d08b-fd4a-4259-bcc2-8af8d7430855"/>
            <p:cNvSpPr/>
            <p:nvPr/>
          </p:nvSpPr>
          <p:spPr>
            <a:xfrm>
              <a:off x="5285" y="4203416"/>
              <a:ext cx="12181430" cy="2654584"/>
            </a:xfrm>
            <a:custGeom>
              <a:avLst/>
              <a:gdLst>
                <a:gd name="connsiteX0" fmla="*/ 9240755 w 12157642"/>
                <a:gd name="connsiteY0" fmla="*/ 0 h 4146014"/>
                <a:gd name="connsiteX1" fmla="*/ 9262174 w 12157642"/>
                <a:gd name="connsiteY1" fmla="*/ 825390 h 4146014"/>
                <a:gd name="connsiteX2" fmla="*/ 9392945 w 12157642"/>
                <a:gd name="connsiteY2" fmla="*/ 827749 h 4146014"/>
                <a:gd name="connsiteX3" fmla="*/ 9422819 w 12157642"/>
                <a:gd name="connsiteY3" fmla="*/ 849568 h 4146014"/>
                <a:gd name="connsiteX4" fmla="*/ 9422819 w 12157642"/>
                <a:gd name="connsiteY4" fmla="*/ 873942 h 4146014"/>
                <a:gd name="connsiteX5" fmla="*/ 9385617 w 12157642"/>
                <a:gd name="connsiteY5" fmla="*/ 889471 h 4146014"/>
                <a:gd name="connsiteX6" fmla="*/ 9264993 w 12157642"/>
                <a:gd name="connsiteY6" fmla="*/ 888685 h 4146014"/>
                <a:gd name="connsiteX7" fmla="*/ 9267811 w 12157642"/>
                <a:gd name="connsiteY7" fmla="*/ 917777 h 4146014"/>
                <a:gd name="connsiteX8" fmla="*/ 9422819 w 12157642"/>
                <a:gd name="connsiteY8" fmla="*/ 919546 h 4146014"/>
                <a:gd name="connsiteX9" fmla="*/ 9422819 w 12157642"/>
                <a:gd name="connsiteY9" fmla="*/ 3048969 h 4146014"/>
                <a:gd name="connsiteX10" fmla="*/ 9531607 w 12157642"/>
                <a:gd name="connsiteY10" fmla="*/ 3037764 h 4146014"/>
                <a:gd name="connsiteX11" fmla="*/ 9528225 w 12157642"/>
                <a:gd name="connsiteY11" fmla="*/ 1908677 h 4146014"/>
                <a:gd name="connsiteX12" fmla="*/ 9804985 w 12157642"/>
                <a:gd name="connsiteY12" fmla="*/ 1701691 h 4146014"/>
                <a:gd name="connsiteX13" fmla="*/ 10035525 w 12157642"/>
                <a:gd name="connsiteY13" fmla="*/ 1912019 h 4146014"/>
                <a:gd name="connsiteX14" fmla="*/ 10035525 w 12157642"/>
                <a:gd name="connsiteY14" fmla="*/ 3226077 h 4146014"/>
                <a:gd name="connsiteX15" fmla="*/ 10117257 w 12157642"/>
                <a:gd name="connsiteY15" fmla="*/ 3202095 h 4146014"/>
                <a:gd name="connsiteX16" fmla="*/ 10117257 w 12157642"/>
                <a:gd name="connsiteY16" fmla="*/ 1756533 h 4146014"/>
                <a:gd name="connsiteX17" fmla="*/ 10430656 w 12157642"/>
                <a:gd name="connsiteY17" fmla="*/ 1760071 h 4146014"/>
                <a:gd name="connsiteX18" fmla="*/ 10430656 w 12157642"/>
                <a:gd name="connsiteY18" fmla="*/ 3554935 h 4146014"/>
                <a:gd name="connsiteX19" fmla="*/ 10497732 w 12157642"/>
                <a:gd name="connsiteY19" fmla="*/ 3554935 h 4146014"/>
                <a:gd name="connsiteX20" fmla="*/ 10507314 w 12157642"/>
                <a:gd name="connsiteY20" fmla="*/ 3546090 h 4146014"/>
                <a:gd name="connsiteX21" fmla="*/ 10507314 w 12157642"/>
                <a:gd name="connsiteY21" fmla="*/ 3351290 h 4146014"/>
                <a:gd name="connsiteX22" fmla="*/ 10524224 w 12157642"/>
                <a:gd name="connsiteY22" fmla="*/ 3351290 h 4146014"/>
                <a:gd name="connsiteX23" fmla="*/ 10524224 w 12157642"/>
                <a:gd name="connsiteY23" fmla="*/ 2887193 h 4146014"/>
                <a:gd name="connsiteX24" fmla="*/ 10771674 w 12157642"/>
                <a:gd name="connsiteY24" fmla="*/ 2887193 h 4146014"/>
                <a:gd name="connsiteX25" fmla="*/ 10771674 w 12157642"/>
                <a:gd name="connsiteY25" fmla="*/ 3516997 h 4146014"/>
                <a:gd name="connsiteX26" fmla="*/ 10824095 w 12157642"/>
                <a:gd name="connsiteY26" fmla="*/ 3586583 h 4146014"/>
                <a:gd name="connsiteX27" fmla="*/ 10863552 w 12157642"/>
                <a:gd name="connsiteY27" fmla="*/ 3575378 h 4146014"/>
                <a:gd name="connsiteX28" fmla="*/ 10863552 w 12157642"/>
                <a:gd name="connsiteY28" fmla="*/ 3665406 h 4146014"/>
                <a:gd name="connsiteX29" fmla="*/ 11153277 w 12157642"/>
                <a:gd name="connsiteY29" fmla="*/ 3757007 h 4146014"/>
                <a:gd name="connsiteX30" fmla="*/ 11213589 w 12157642"/>
                <a:gd name="connsiteY30" fmla="*/ 3782954 h 4146014"/>
                <a:gd name="connsiteX31" fmla="*/ 11459911 w 12157642"/>
                <a:gd name="connsiteY31" fmla="*/ 4068568 h 4146014"/>
                <a:gd name="connsiteX32" fmla="*/ 11517405 w 12157642"/>
                <a:gd name="connsiteY32" fmla="*/ 3971070 h 4146014"/>
                <a:gd name="connsiteX33" fmla="*/ 11466675 w 12157642"/>
                <a:gd name="connsiteY33" fmla="*/ 3971266 h 4146014"/>
                <a:gd name="connsiteX34" fmla="*/ 11453147 w 12157642"/>
                <a:gd name="connsiteY34" fmla="*/ 3904433 h 4146014"/>
                <a:gd name="connsiteX35" fmla="*/ 11513460 w 12157642"/>
                <a:gd name="connsiteY35" fmla="*/ 3905023 h 4146014"/>
                <a:gd name="connsiteX36" fmla="*/ 11513460 w 12157642"/>
                <a:gd name="connsiteY36" fmla="*/ 3849787 h 4146014"/>
                <a:gd name="connsiteX37" fmla="*/ 11555735 w 12157642"/>
                <a:gd name="connsiteY37" fmla="*/ 3850574 h 4146014"/>
                <a:gd name="connsiteX38" fmla="*/ 11555735 w 12157642"/>
                <a:gd name="connsiteY38" fmla="*/ 3641622 h 4146014"/>
                <a:gd name="connsiteX39" fmla="*/ 11576027 w 12157642"/>
                <a:gd name="connsiteY39" fmla="*/ 3570071 h 4146014"/>
                <a:gd name="connsiteX40" fmla="*/ 11575463 w 12157642"/>
                <a:gd name="connsiteY40" fmla="*/ 3470411 h 4146014"/>
                <a:gd name="connsiteX41" fmla="*/ 11555735 w 12157642"/>
                <a:gd name="connsiteY41" fmla="*/ 3470411 h 4146014"/>
                <a:gd name="connsiteX42" fmla="*/ 11559117 w 12157642"/>
                <a:gd name="connsiteY42" fmla="*/ 3379793 h 4146014"/>
                <a:gd name="connsiteX43" fmla="*/ 11554607 w 12157642"/>
                <a:gd name="connsiteY43" fmla="*/ 3358957 h 4146014"/>
                <a:gd name="connsiteX44" fmla="*/ 11529806 w 12157642"/>
                <a:gd name="connsiteY44" fmla="*/ 3358957 h 4146014"/>
                <a:gd name="connsiteX45" fmla="*/ 11529806 w 12157642"/>
                <a:gd name="connsiteY45" fmla="*/ 3315122 h 4146014"/>
                <a:gd name="connsiteX46" fmla="*/ 11551789 w 12157642"/>
                <a:gd name="connsiteY46" fmla="*/ 3203078 h 4146014"/>
                <a:gd name="connsiteX47" fmla="*/ 11529806 w 12157642"/>
                <a:gd name="connsiteY47" fmla="*/ 3159833 h 4146014"/>
                <a:gd name="connsiteX48" fmla="*/ 11529806 w 12157642"/>
                <a:gd name="connsiteY48" fmla="*/ 3076095 h 4146014"/>
                <a:gd name="connsiteX49" fmla="*/ 11503314 w 12157642"/>
                <a:gd name="connsiteY49" fmla="*/ 3056242 h 4146014"/>
                <a:gd name="connsiteX50" fmla="*/ 11503314 w 12157642"/>
                <a:gd name="connsiteY50" fmla="*/ 2980563 h 4146014"/>
                <a:gd name="connsiteX51" fmla="*/ 11548971 w 12157642"/>
                <a:gd name="connsiteY51" fmla="*/ 2790285 h 4146014"/>
                <a:gd name="connsiteX52" fmla="*/ 11548971 w 12157642"/>
                <a:gd name="connsiteY52" fmla="*/ 2737801 h 4146014"/>
                <a:gd name="connsiteX53" fmla="*/ 11520787 w 12157642"/>
                <a:gd name="connsiteY53" fmla="*/ 2737801 h 4146014"/>
                <a:gd name="connsiteX54" fmla="*/ 11520787 w 12157642"/>
                <a:gd name="connsiteY54" fmla="*/ 2685514 h 4146014"/>
                <a:gd name="connsiteX55" fmla="*/ 11498241 w 12157642"/>
                <a:gd name="connsiteY55" fmla="*/ 2674310 h 4146014"/>
                <a:gd name="connsiteX56" fmla="*/ 11498241 w 12157642"/>
                <a:gd name="connsiteY56" fmla="*/ 2629296 h 4146014"/>
                <a:gd name="connsiteX57" fmla="*/ 11513460 w 12157642"/>
                <a:gd name="connsiteY57" fmla="*/ 2611211 h 4146014"/>
                <a:gd name="connsiteX58" fmla="*/ 11528115 w 12157642"/>
                <a:gd name="connsiteY58" fmla="*/ 2611211 h 4146014"/>
                <a:gd name="connsiteX59" fmla="*/ 11524169 w 12157642"/>
                <a:gd name="connsiteY59" fmla="*/ 2601186 h 4146014"/>
                <a:gd name="connsiteX60" fmla="*/ 11509514 w 12157642"/>
                <a:gd name="connsiteY60" fmla="*/ 2585264 h 4146014"/>
                <a:gd name="connsiteX61" fmla="*/ 11509514 w 12157642"/>
                <a:gd name="connsiteY61" fmla="*/ 2543002 h 4146014"/>
                <a:gd name="connsiteX62" fmla="*/ 11595191 w 12157642"/>
                <a:gd name="connsiteY62" fmla="*/ 2440787 h 4146014"/>
                <a:gd name="connsiteX63" fmla="*/ 11595191 w 12157642"/>
                <a:gd name="connsiteY63" fmla="*/ 2470272 h 4146014"/>
                <a:gd name="connsiteX64" fmla="*/ 11573772 w 12157642"/>
                <a:gd name="connsiteY64" fmla="*/ 2510765 h 4146014"/>
                <a:gd name="connsiteX65" fmla="*/ 11588427 w 12157642"/>
                <a:gd name="connsiteY65" fmla="*/ 2526491 h 4146014"/>
                <a:gd name="connsiteX66" fmla="*/ 11590118 w 12157642"/>
                <a:gd name="connsiteY66" fmla="*/ 2543002 h 4146014"/>
                <a:gd name="connsiteX67" fmla="*/ 11603646 w 12157642"/>
                <a:gd name="connsiteY67" fmla="*/ 2562659 h 4146014"/>
                <a:gd name="connsiteX68" fmla="*/ 11603646 w 12157642"/>
                <a:gd name="connsiteY68" fmla="*/ 2596469 h 4146014"/>
                <a:gd name="connsiteX69" fmla="*/ 11562499 w 12157642"/>
                <a:gd name="connsiteY69" fmla="*/ 2601186 h 4146014"/>
                <a:gd name="connsiteX70" fmla="*/ 11566444 w 12157642"/>
                <a:gd name="connsiteY70" fmla="*/ 2613374 h 4146014"/>
                <a:gd name="connsiteX71" fmla="*/ 11603646 w 12157642"/>
                <a:gd name="connsiteY71" fmla="*/ 2615732 h 4146014"/>
                <a:gd name="connsiteX72" fmla="*/ 11616047 w 12157642"/>
                <a:gd name="connsiteY72" fmla="*/ 2630279 h 4146014"/>
                <a:gd name="connsiteX73" fmla="*/ 11616047 w 12157642"/>
                <a:gd name="connsiteY73" fmla="*/ 2672148 h 4146014"/>
                <a:gd name="connsiteX74" fmla="*/ 11565317 w 12157642"/>
                <a:gd name="connsiteY74" fmla="*/ 2673130 h 4146014"/>
                <a:gd name="connsiteX75" fmla="*/ 11564753 w 12157642"/>
                <a:gd name="connsiteY75" fmla="*/ 2680600 h 4146014"/>
                <a:gd name="connsiteX76" fmla="*/ 11592373 w 12157642"/>
                <a:gd name="connsiteY76" fmla="*/ 2715982 h 4146014"/>
                <a:gd name="connsiteX77" fmla="*/ 11596319 w 12157642"/>
                <a:gd name="connsiteY77" fmla="*/ 2865964 h 4146014"/>
                <a:gd name="connsiteX78" fmla="*/ 11607028 w 12157642"/>
                <a:gd name="connsiteY78" fmla="*/ 2871271 h 4146014"/>
                <a:gd name="connsiteX79" fmla="*/ 11607028 w 12157642"/>
                <a:gd name="connsiteY79" fmla="*/ 2912354 h 4146014"/>
                <a:gd name="connsiteX80" fmla="*/ 11651558 w 12157642"/>
                <a:gd name="connsiteY80" fmla="*/ 2917858 h 4146014"/>
                <a:gd name="connsiteX81" fmla="*/ 11630702 w 12157642"/>
                <a:gd name="connsiteY81" fmla="*/ 2862622 h 4146014"/>
                <a:gd name="connsiteX82" fmla="*/ 11672977 w 12157642"/>
                <a:gd name="connsiteY82" fmla="*/ 2894270 h 4146014"/>
                <a:gd name="connsiteX83" fmla="*/ 11692706 w 12157642"/>
                <a:gd name="connsiteY83" fmla="*/ 2895449 h 4146014"/>
                <a:gd name="connsiteX84" fmla="*/ 11722016 w 12157642"/>
                <a:gd name="connsiteY84" fmla="*/ 2840017 h 4146014"/>
                <a:gd name="connsiteX85" fmla="*/ 11728217 w 12157642"/>
                <a:gd name="connsiteY85" fmla="*/ 2898791 h 4146014"/>
                <a:gd name="connsiteX86" fmla="*/ 11798675 w 12157642"/>
                <a:gd name="connsiteY86" fmla="*/ 2865964 h 4146014"/>
                <a:gd name="connsiteX87" fmla="*/ 11755837 w 12157642"/>
                <a:gd name="connsiteY87" fmla="*/ 2912354 h 4146014"/>
                <a:gd name="connsiteX88" fmla="*/ 11830804 w 12157642"/>
                <a:gd name="connsiteY88" fmla="*/ 2914516 h 4146014"/>
                <a:gd name="connsiteX89" fmla="*/ 11772747 w 12157642"/>
                <a:gd name="connsiteY89" fmla="*/ 2946164 h 4146014"/>
                <a:gd name="connsiteX90" fmla="*/ 11830804 w 12157642"/>
                <a:gd name="connsiteY90" fmla="*/ 2961889 h 4146014"/>
                <a:gd name="connsiteX91" fmla="*/ 11767674 w 12157642"/>
                <a:gd name="connsiteY91" fmla="*/ 2969752 h 4146014"/>
                <a:gd name="connsiteX92" fmla="*/ 11764292 w 12157642"/>
                <a:gd name="connsiteY92" fmla="*/ 3022825 h 4146014"/>
                <a:gd name="connsiteX93" fmla="*/ 11729344 w 12157642"/>
                <a:gd name="connsiteY93" fmla="*/ 3057814 h 4146014"/>
                <a:gd name="connsiteX94" fmla="*/ 11772183 w 12157642"/>
                <a:gd name="connsiteY94" fmla="*/ 3110101 h 4146014"/>
                <a:gd name="connsiteX95" fmla="*/ 11831932 w 12157642"/>
                <a:gd name="connsiteY95" fmla="*/ 3110101 h 4146014"/>
                <a:gd name="connsiteX96" fmla="*/ 11898444 w 12157642"/>
                <a:gd name="connsiteY96" fmla="*/ 3228042 h 4146014"/>
                <a:gd name="connsiteX97" fmla="*/ 11958757 w 12157642"/>
                <a:gd name="connsiteY97" fmla="*/ 3183028 h 4146014"/>
                <a:gd name="connsiteX98" fmla="*/ 12024706 w 12157642"/>
                <a:gd name="connsiteY98" fmla="*/ 3255169 h 4146014"/>
                <a:gd name="connsiteX99" fmla="*/ 11919300 w 12157642"/>
                <a:gd name="connsiteY99" fmla="*/ 3371340 h 4146014"/>
                <a:gd name="connsiteX100" fmla="*/ 11942974 w 12157642"/>
                <a:gd name="connsiteY100" fmla="*/ 3578916 h 4146014"/>
                <a:gd name="connsiteX101" fmla="*/ 11913100 w 12157642"/>
                <a:gd name="connsiteY101" fmla="*/ 3586583 h 4146014"/>
                <a:gd name="connsiteX102" fmla="*/ 11905772 w 12157642"/>
                <a:gd name="connsiteY102" fmla="*/ 3614888 h 4146014"/>
                <a:gd name="connsiteX103" fmla="*/ 11873643 w 12157642"/>
                <a:gd name="connsiteY103" fmla="*/ 3625110 h 4146014"/>
                <a:gd name="connsiteX104" fmla="*/ 11872516 w 12157642"/>
                <a:gd name="connsiteY104" fmla="*/ 3647519 h 4146014"/>
                <a:gd name="connsiteX105" fmla="*/ 11825168 w 12157642"/>
                <a:gd name="connsiteY105" fmla="*/ 3646732 h 4146014"/>
                <a:gd name="connsiteX106" fmla="*/ 11821786 w 12157642"/>
                <a:gd name="connsiteY106" fmla="*/ 3680346 h 4146014"/>
                <a:gd name="connsiteX107" fmla="*/ 11906899 w 12157642"/>
                <a:gd name="connsiteY107" fmla="*/ 3698430 h 4146014"/>
                <a:gd name="connsiteX108" fmla="*/ 11909718 w 12157642"/>
                <a:gd name="connsiteY108" fmla="*/ 3732240 h 4146014"/>
                <a:gd name="connsiteX109" fmla="*/ 11941847 w 12157642"/>
                <a:gd name="connsiteY109" fmla="*/ 3734402 h 4146014"/>
                <a:gd name="connsiteX110" fmla="*/ 11941847 w 12157642"/>
                <a:gd name="connsiteY110" fmla="*/ 3856864 h 4146014"/>
                <a:gd name="connsiteX111" fmla="*/ 11992577 w 12157642"/>
                <a:gd name="connsiteY111" fmla="*/ 3857847 h 4146014"/>
                <a:gd name="connsiteX112" fmla="*/ 11992013 w 12157642"/>
                <a:gd name="connsiteY112" fmla="*/ 3906202 h 4146014"/>
                <a:gd name="connsiteX113" fmla="*/ 12046125 w 12157642"/>
                <a:gd name="connsiteY113" fmla="*/ 3904433 h 4146014"/>
                <a:gd name="connsiteX114" fmla="*/ 12046125 w 12157642"/>
                <a:gd name="connsiteY114" fmla="*/ 3965173 h 4146014"/>
                <a:gd name="connsiteX115" fmla="*/ 11992013 w 12157642"/>
                <a:gd name="connsiteY115" fmla="*/ 3964190 h 4146014"/>
                <a:gd name="connsiteX116" fmla="*/ 12145630 w 12157642"/>
                <a:gd name="connsiteY116" fmla="*/ 4109479 h 4146014"/>
                <a:gd name="connsiteX117" fmla="*/ 12157642 w 12157642"/>
                <a:gd name="connsiteY117" fmla="*/ 4146014 h 4146014"/>
                <a:gd name="connsiteX118" fmla="*/ 0 w 12157642"/>
                <a:gd name="connsiteY118" fmla="*/ 4146014 h 4146014"/>
                <a:gd name="connsiteX119" fmla="*/ 0 w 12157642"/>
                <a:gd name="connsiteY119" fmla="*/ 3697054 h 4146014"/>
                <a:gd name="connsiteX120" fmla="*/ 0 w 12157642"/>
                <a:gd name="connsiteY120" fmla="*/ 3492623 h 4146014"/>
                <a:gd name="connsiteX121" fmla="*/ 312272 w 12157642"/>
                <a:gd name="connsiteY121" fmla="*/ 3492623 h 4146014"/>
                <a:gd name="connsiteX122" fmla="*/ 312272 w 12157642"/>
                <a:gd name="connsiteY122" fmla="*/ 3781775 h 4146014"/>
                <a:gd name="connsiteX123" fmla="*/ 392876 w 12157642"/>
                <a:gd name="connsiteY123" fmla="*/ 3781775 h 4146014"/>
                <a:gd name="connsiteX124" fmla="*/ 392876 w 12157642"/>
                <a:gd name="connsiteY124" fmla="*/ 3220376 h 4146014"/>
                <a:gd name="connsiteX125" fmla="*/ 709657 w 12157642"/>
                <a:gd name="connsiteY125" fmla="*/ 3220376 h 4146014"/>
                <a:gd name="connsiteX126" fmla="*/ 709657 w 12157642"/>
                <a:gd name="connsiteY126" fmla="*/ 3631007 h 4146014"/>
                <a:gd name="connsiteX127" fmla="*/ 777297 w 12157642"/>
                <a:gd name="connsiteY127" fmla="*/ 3631007 h 4146014"/>
                <a:gd name="connsiteX128" fmla="*/ 777297 w 12157642"/>
                <a:gd name="connsiteY128" fmla="*/ 3300772 h 4146014"/>
                <a:gd name="connsiteX129" fmla="*/ 912013 w 12157642"/>
                <a:gd name="connsiteY129" fmla="*/ 3300772 h 4146014"/>
                <a:gd name="connsiteX130" fmla="*/ 912013 w 12157642"/>
                <a:gd name="connsiteY130" fmla="*/ 3618033 h 4146014"/>
                <a:gd name="connsiteX131" fmla="*/ 932869 w 12157642"/>
                <a:gd name="connsiteY131" fmla="*/ 3599163 h 4146014"/>
                <a:gd name="connsiteX132" fmla="*/ 932869 w 12157642"/>
                <a:gd name="connsiteY132" fmla="*/ 3503238 h 4146014"/>
                <a:gd name="connsiteX133" fmla="*/ 1006146 w 12157642"/>
                <a:gd name="connsiteY133" fmla="*/ 3510314 h 4146014"/>
                <a:gd name="connsiteX134" fmla="*/ 1006146 w 12157642"/>
                <a:gd name="connsiteY134" fmla="*/ 2871271 h 4146014"/>
                <a:gd name="connsiteX135" fmla="*/ 1483008 w 12157642"/>
                <a:gd name="connsiteY135" fmla="*/ 2871271 h 4146014"/>
                <a:gd name="connsiteX136" fmla="*/ 1483008 w 12157642"/>
                <a:gd name="connsiteY136" fmla="*/ 3375665 h 4146014"/>
                <a:gd name="connsiteX137" fmla="*/ 1512318 w 12157642"/>
                <a:gd name="connsiteY137" fmla="*/ 3375665 h 4146014"/>
                <a:gd name="connsiteX138" fmla="*/ 1512318 w 12157642"/>
                <a:gd name="connsiteY138" fmla="*/ 3430507 h 4146014"/>
                <a:gd name="connsiteX139" fmla="*/ 1563612 w 12157642"/>
                <a:gd name="connsiteY139" fmla="*/ 3430507 h 4146014"/>
                <a:gd name="connsiteX140" fmla="*/ 1563612 w 12157642"/>
                <a:gd name="connsiteY140" fmla="*/ 2411302 h 4146014"/>
                <a:gd name="connsiteX141" fmla="*/ 1605887 w 12157642"/>
                <a:gd name="connsiteY141" fmla="*/ 2411302 h 4146014"/>
                <a:gd name="connsiteX142" fmla="*/ 1605887 w 12157642"/>
                <a:gd name="connsiteY142" fmla="*/ 2350955 h 4146014"/>
                <a:gd name="connsiteX143" fmla="*/ 1641962 w 12157642"/>
                <a:gd name="connsiteY143" fmla="*/ 2350955 h 4146014"/>
                <a:gd name="connsiteX144" fmla="*/ 1641962 w 12157642"/>
                <a:gd name="connsiteY144" fmla="*/ 2114680 h 4146014"/>
                <a:gd name="connsiteX145" fmla="*/ 1656054 w 12157642"/>
                <a:gd name="connsiteY145" fmla="*/ 2114680 h 4146014"/>
                <a:gd name="connsiteX146" fmla="*/ 1656054 w 12157642"/>
                <a:gd name="connsiteY146" fmla="*/ 2045881 h 4146014"/>
                <a:gd name="connsiteX147" fmla="*/ 1669581 w 12157642"/>
                <a:gd name="connsiteY147" fmla="*/ 2033694 h 4146014"/>
                <a:gd name="connsiteX148" fmla="*/ 1669581 w 12157642"/>
                <a:gd name="connsiteY148" fmla="*/ 1968237 h 4146014"/>
                <a:gd name="connsiteX149" fmla="*/ 1687055 w 12157642"/>
                <a:gd name="connsiteY149" fmla="*/ 1952118 h 4146014"/>
                <a:gd name="connsiteX150" fmla="*/ 1687055 w 12157642"/>
                <a:gd name="connsiteY150" fmla="*/ 1870346 h 4146014"/>
                <a:gd name="connsiteX151" fmla="*/ 1712420 w 12157642"/>
                <a:gd name="connsiteY151" fmla="*/ 1870346 h 4146014"/>
                <a:gd name="connsiteX152" fmla="*/ 1712420 w 12157642"/>
                <a:gd name="connsiteY152" fmla="*/ 1794864 h 4146014"/>
                <a:gd name="connsiteX153" fmla="*/ 1750186 w 12157642"/>
                <a:gd name="connsiteY153" fmla="*/ 1760465 h 4146014"/>
                <a:gd name="connsiteX154" fmla="*/ 1750186 w 12157642"/>
                <a:gd name="connsiteY154" fmla="*/ 1701494 h 4146014"/>
                <a:gd name="connsiteX155" fmla="*/ 1785133 w 12157642"/>
                <a:gd name="connsiteY155" fmla="*/ 1632695 h 4146014"/>
                <a:gd name="connsiteX156" fmla="*/ 1785133 w 12157642"/>
                <a:gd name="connsiteY156" fmla="*/ 1566059 h 4146014"/>
                <a:gd name="connsiteX157" fmla="*/ 1797534 w 12157642"/>
                <a:gd name="connsiteY157" fmla="*/ 1566059 h 4146014"/>
                <a:gd name="connsiteX158" fmla="*/ 1806553 w 12157642"/>
                <a:gd name="connsiteY158" fmla="*/ 1212433 h 4146014"/>
                <a:gd name="connsiteX159" fmla="*/ 1806553 w 12157642"/>
                <a:gd name="connsiteY159" fmla="*/ 1205749 h 4146014"/>
                <a:gd name="connsiteX160" fmla="*/ 1807116 w 12157642"/>
                <a:gd name="connsiteY160" fmla="*/ 1566059 h 4146014"/>
                <a:gd name="connsiteX161" fmla="*/ 1826845 w 12157642"/>
                <a:gd name="connsiteY161" fmla="*/ 1603800 h 4146014"/>
                <a:gd name="connsiteX162" fmla="*/ 1826845 w 12157642"/>
                <a:gd name="connsiteY162" fmla="*/ 1650386 h 4146014"/>
                <a:gd name="connsiteX163" fmla="*/ 1841500 w 12157642"/>
                <a:gd name="connsiteY163" fmla="*/ 1661591 h 4146014"/>
                <a:gd name="connsiteX164" fmla="*/ 1841500 w 12157642"/>
                <a:gd name="connsiteY164" fmla="*/ 1712698 h 4146014"/>
                <a:gd name="connsiteX165" fmla="*/ 1851082 w 12157642"/>
                <a:gd name="connsiteY165" fmla="*/ 1719382 h 4146014"/>
                <a:gd name="connsiteX166" fmla="*/ 1851082 w 12157642"/>
                <a:gd name="connsiteY166" fmla="*/ 1799385 h 4146014"/>
                <a:gd name="connsiteX167" fmla="*/ 1875320 w 12157642"/>
                <a:gd name="connsiteY167" fmla="*/ 1803710 h 4146014"/>
                <a:gd name="connsiteX168" fmla="*/ 1875320 w 12157642"/>
                <a:gd name="connsiteY168" fmla="*/ 1883713 h 4146014"/>
                <a:gd name="connsiteX169" fmla="*/ 1892230 w 12157642"/>
                <a:gd name="connsiteY169" fmla="*/ 1897079 h 4146014"/>
                <a:gd name="connsiteX170" fmla="*/ 1892230 w 12157642"/>
                <a:gd name="connsiteY170" fmla="*/ 1959391 h 4146014"/>
                <a:gd name="connsiteX171" fmla="*/ 1902376 w 12157642"/>
                <a:gd name="connsiteY171" fmla="*/ 1970399 h 4146014"/>
                <a:gd name="connsiteX172" fmla="*/ 1902376 w 12157642"/>
                <a:gd name="connsiteY172" fmla="*/ 2045881 h 4146014"/>
                <a:gd name="connsiteX173" fmla="*/ 1965507 w 12157642"/>
                <a:gd name="connsiteY173" fmla="*/ 2101510 h 4146014"/>
                <a:gd name="connsiteX174" fmla="*/ 1965507 w 12157642"/>
                <a:gd name="connsiteY174" fmla="*/ 2343486 h 4146014"/>
                <a:gd name="connsiteX175" fmla="*/ 2010600 w 12157642"/>
                <a:gd name="connsiteY175" fmla="*/ 2384765 h 4146014"/>
                <a:gd name="connsiteX176" fmla="*/ 2010600 w 12157642"/>
                <a:gd name="connsiteY176" fmla="*/ 2490322 h 4146014"/>
                <a:gd name="connsiteX177" fmla="*/ 2033147 w 12157642"/>
                <a:gd name="connsiteY177" fmla="*/ 2510962 h 4146014"/>
                <a:gd name="connsiteX178" fmla="*/ 2033147 w 12157642"/>
                <a:gd name="connsiteY178" fmla="*/ 3472573 h 4146014"/>
                <a:gd name="connsiteX179" fmla="*/ 2085568 w 12157642"/>
                <a:gd name="connsiteY179" fmla="*/ 3472573 h 4146014"/>
                <a:gd name="connsiteX180" fmla="*/ 2085568 w 12157642"/>
                <a:gd name="connsiteY180" fmla="*/ 3169072 h 4146014"/>
                <a:gd name="connsiteX181" fmla="*/ 2118824 w 12157642"/>
                <a:gd name="connsiteY181" fmla="*/ 3162978 h 4146014"/>
                <a:gd name="connsiteX182" fmla="*/ 2118824 w 12157642"/>
                <a:gd name="connsiteY182" fmla="*/ 3107349 h 4146014"/>
                <a:gd name="connsiteX183" fmla="*/ 2152081 w 12157642"/>
                <a:gd name="connsiteY183" fmla="*/ 3071771 h 4146014"/>
                <a:gd name="connsiteX184" fmla="*/ 2178573 w 12157642"/>
                <a:gd name="connsiteY184" fmla="*/ 3085923 h 4146014"/>
                <a:gd name="connsiteX185" fmla="*/ 2178573 w 12157642"/>
                <a:gd name="connsiteY185" fmla="*/ 2945574 h 4146014"/>
                <a:gd name="connsiteX186" fmla="*/ 2252977 w 12157642"/>
                <a:gd name="connsiteY186" fmla="*/ 2945574 h 4146014"/>
                <a:gd name="connsiteX187" fmla="*/ 2252977 w 12157642"/>
                <a:gd name="connsiteY187" fmla="*/ 2603349 h 4146014"/>
                <a:gd name="connsiteX188" fmla="*/ 2489153 w 12157642"/>
                <a:gd name="connsiteY188" fmla="*/ 2603349 h 4146014"/>
                <a:gd name="connsiteX189" fmla="*/ 2489153 w 12157642"/>
                <a:gd name="connsiteY189" fmla="*/ 3016535 h 4146014"/>
                <a:gd name="connsiteX190" fmla="*/ 2541011 w 12157642"/>
                <a:gd name="connsiteY190" fmla="*/ 3016535 h 4146014"/>
                <a:gd name="connsiteX191" fmla="*/ 2541011 w 12157642"/>
                <a:gd name="connsiteY191" fmla="*/ 2603349 h 4146014"/>
                <a:gd name="connsiteX192" fmla="*/ 2804243 w 12157642"/>
                <a:gd name="connsiteY192" fmla="*/ 2603349 h 4146014"/>
                <a:gd name="connsiteX193" fmla="*/ 2804243 w 12157642"/>
                <a:gd name="connsiteY193" fmla="*/ 3054473 h 4146014"/>
                <a:gd name="connsiteX194" fmla="*/ 2827917 w 12157642"/>
                <a:gd name="connsiteY194" fmla="*/ 3054473 h 4146014"/>
                <a:gd name="connsiteX195" fmla="*/ 2827917 w 12157642"/>
                <a:gd name="connsiteY195" fmla="*/ 3101846 h 4146014"/>
                <a:gd name="connsiteX196" fmla="*/ 2900066 w 12157642"/>
                <a:gd name="connsiteY196" fmla="*/ 3101846 h 4146014"/>
                <a:gd name="connsiteX197" fmla="*/ 2900066 w 12157642"/>
                <a:gd name="connsiteY197" fmla="*/ 3156885 h 4146014"/>
                <a:gd name="connsiteX198" fmla="*/ 2905139 w 12157642"/>
                <a:gd name="connsiteY198" fmla="*/ 3156885 h 4146014"/>
                <a:gd name="connsiteX199" fmla="*/ 2905139 w 12157642"/>
                <a:gd name="connsiteY199" fmla="*/ 3242588 h 4146014"/>
                <a:gd name="connsiteX200" fmla="*/ 2983489 w 12157642"/>
                <a:gd name="connsiteY200" fmla="*/ 3239247 h 4146014"/>
                <a:gd name="connsiteX201" fmla="*/ 2983489 w 12157642"/>
                <a:gd name="connsiteY201" fmla="*/ 3300772 h 4146014"/>
                <a:gd name="connsiteX202" fmla="*/ 3031401 w 12157642"/>
                <a:gd name="connsiteY202" fmla="*/ 3300772 h 4146014"/>
                <a:gd name="connsiteX203" fmla="*/ 3031401 w 12157642"/>
                <a:gd name="connsiteY203" fmla="*/ 2282943 h 4146014"/>
                <a:gd name="connsiteX204" fmla="*/ 3222484 w 12157642"/>
                <a:gd name="connsiteY204" fmla="*/ 2282943 h 4146014"/>
                <a:gd name="connsiteX205" fmla="*/ 3222484 w 12157642"/>
                <a:gd name="connsiteY205" fmla="*/ 2950095 h 4146014"/>
                <a:gd name="connsiteX206" fmla="*/ 3369601 w 12157642"/>
                <a:gd name="connsiteY206" fmla="*/ 2950095 h 4146014"/>
                <a:gd name="connsiteX207" fmla="*/ 3369601 w 12157642"/>
                <a:gd name="connsiteY207" fmla="*/ 2160481 h 4146014"/>
                <a:gd name="connsiteX208" fmla="*/ 3527428 w 12157642"/>
                <a:gd name="connsiteY208" fmla="*/ 2160481 h 4146014"/>
                <a:gd name="connsiteX209" fmla="*/ 3527428 w 12157642"/>
                <a:gd name="connsiteY209" fmla="*/ 2543002 h 4146014"/>
                <a:gd name="connsiteX210" fmla="*/ 3704983 w 12157642"/>
                <a:gd name="connsiteY210" fmla="*/ 2543002 h 4146014"/>
                <a:gd name="connsiteX211" fmla="*/ 3704983 w 12157642"/>
                <a:gd name="connsiteY211" fmla="*/ 2599810 h 4146014"/>
                <a:gd name="connsiteX212" fmla="*/ 3772623 w 12157642"/>
                <a:gd name="connsiteY212" fmla="*/ 2599810 h 4146014"/>
                <a:gd name="connsiteX213" fmla="*/ 3772623 w 12157642"/>
                <a:gd name="connsiteY213" fmla="*/ 2685121 h 4146014"/>
                <a:gd name="connsiteX214" fmla="*/ 3772623 w 12157642"/>
                <a:gd name="connsiteY214" fmla="*/ 3260279 h 4146014"/>
                <a:gd name="connsiteX215" fmla="*/ 3879156 w 12157642"/>
                <a:gd name="connsiteY215" fmla="*/ 3357581 h 4146014"/>
                <a:gd name="connsiteX216" fmla="*/ 3888738 w 12157642"/>
                <a:gd name="connsiteY216" fmla="*/ 3357581 h 4146014"/>
                <a:gd name="connsiteX217" fmla="*/ 3888738 w 12157642"/>
                <a:gd name="connsiteY217" fmla="*/ 2543002 h 4146014"/>
                <a:gd name="connsiteX218" fmla="*/ 4115896 w 12157642"/>
                <a:gd name="connsiteY218" fmla="*/ 2543002 h 4146014"/>
                <a:gd name="connsiteX219" fmla="*/ 4115896 w 12157642"/>
                <a:gd name="connsiteY219" fmla="*/ 3300772 h 4146014"/>
                <a:gd name="connsiteX220" fmla="*/ 4164371 w 12157642"/>
                <a:gd name="connsiteY220" fmla="*/ 3300772 h 4146014"/>
                <a:gd name="connsiteX221" fmla="*/ 4164371 w 12157642"/>
                <a:gd name="connsiteY221" fmla="*/ 3223718 h 4146014"/>
                <a:gd name="connsiteX222" fmla="*/ 4167753 w 12157642"/>
                <a:gd name="connsiteY222" fmla="*/ 3223914 h 4146014"/>
                <a:gd name="connsiteX223" fmla="*/ 4167753 w 12157642"/>
                <a:gd name="connsiteY223" fmla="*/ 3196395 h 4146014"/>
                <a:gd name="connsiteX224" fmla="*/ 4202137 w 12157642"/>
                <a:gd name="connsiteY224" fmla="*/ 3171627 h 4146014"/>
                <a:gd name="connsiteX225" fmla="*/ 4202137 w 12157642"/>
                <a:gd name="connsiteY225" fmla="*/ 1826708 h 4146014"/>
                <a:gd name="connsiteX226" fmla="*/ 4224120 w 12157642"/>
                <a:gd name="connsiteY226" fmla="*/ 1826708 h 4146014"/>
                <a:gd name="connsiteX227" fmla="*/ 4224120 w 12157642"/>
                <a:gd name="connsiteY227" fmla="*/ 1559375 h 4146014"/>
                <a:gd name="connsiteX228" fmla="*/ 4257377 w 12157642"/>
                <a:gd name="connsiteY228" fmla="*/ 1556034 h 4146014"/>
                <a:gd name="connsiteX229" fmla="*/ 4257377 w 12157642"/>
                <a:gd name="connsiteY229" fmla="*/ 1461484 h 4146014"/>
                <a:gd name="connsiteX230" fmla="*/ 4301906 w 12157642"/>
                <a:gd name="connsiteY230" fmla="*/ 1457946 h 4146014"/>
                <a:gd name="connsiteX231" fmla="*/ 4301906 w 12157642"/>
                <a:gd name="connsiteY231" fmla="*/ 1403890 h 4146014"/>
                <a:gd name="connsiteX232" fmla="*/ 4346436 w 12157642"/>
                <a:gd name="connsiteY232" fmla="*/ 1403890 h 4146014"/>
                <a:gd name="connsiteX233" fmla="*/ 4346436 w 12157642"/>
                <a:gd name="connsiteY233" fmla="*/ 1349834 h 4146014"/>
                <a:gd name="connsiteX234" fmla="*/ 4402239 w 12157642"/>
                <a:gd name="connsiteY234" fmla="*/ 1349834 h 4146014"/>
                <a:gd name="connsiteX235" fmla="*/ 4402239 w 12157642"/>
                <a:gd name="connsiteY235" fmla="*/ 1011540 h 4146014"/>
                <a:gd name="connsiteX236" fmla="*/ 4477206 w 12157642"/>
                <a:gd name="connsiteY236" fmla="*/ 959056 h 4146014"/>
                <a:gd name="connsiteX237" fmla="*/ 4477206 w 12157642"/>
                <a:gd name="connsiteY237" fmla="*/ 825586 h 4146014"/>
                <a:gd name="connsiteX238" fmla="*/ 4495244 w 12157642"/>
                <a:gd name="connsiteY238" fmla="*/ 825586 h 4146014"/>
                <a:gd name="connsiteX239" fmla="*/ 4495244 w 12157642"/>
                <a:gd name="connsiteY239" fmla="*/ 960236 h 4146014"/>
                <a:gd name="connsiteX240" fmla="*/ 4554429 w 12157642"/>
                <a:gd name="connsiteY240" fmla="*/ 1018420 h 4146014"/>
                <a:gd name="connsiteX241" fmla="*/ 4554429 w 12157642"/>
                <a:gd name="connsiteY241" fmla="*/ 1322707 h 4146014"/>
                <a:gd name="connsiteX242" fmla="*/ 4576412 w 12157642"/>
                <a:gd name="connsiteY242" fmla="*/ 1326049 h 4146014"/>
                <a:gd name="connsiteX243" fmla="*/ 4576412 w 12157642"/>
                <a:gd name="connsiteY243" fmla="*/ 1356517 h 4146014"/>
                <a:gd name="connsiteX244" fmla="*/ 4613614 w 12157642"/>
                <a:gd name="connsiteY244" fmla="*/ 1349834 h 4146014"/>
                <a:gd name="connsiteX245" fmla="*/ 4613614 w 12157642"/>
                <a:gd name="connsiteY245" fmla="*/ 1410770 h 4146014"/>
                <a:gd name="connsiteX246" fmla="*/ 4658143 w 12157642"/>
                <a:gd name="connsiteY246" fmla="*/ 1410770 h 4146014"/>
                <a:gd name="connsiteX247" fmla="*/ 4658143 w 12157642"/>
                <a:gd name="connsiteY247" fmla="*/ 1454604 h 4146014"/>
                <a:gd name="connsiteX248" fmla="*/ 4698727 w 12157642"/>
                <a:gd name="connsiteY248" fmla="*/ 1454604 h 4146014"/>
                <a:gd name="connsiteX249" fmla="*/ 4698727 w 12157642"/>
                <a:gd name="connsiteY249" fmla="*/ 1566255 h 4146014"/>
                <a:gd name="connsiteX250" fmla="*/ 4739875 w 12157642"/>
                <a:gd name="connsiteY250" fmla="*/ 1566255 h 4146014"/>
                <a:gd name="connsiteX251" fmla="*/ 4739875 w 12157642"/>
                <a:gd name="connsiteY251" fmla="*/ 1830050 h 4146014"/>
                <a:gd name="connsiteX252" fmla="*/ 4780460 w 12157642"/>
                <a:gd name="connsiteY252" fmla="*/ 1830050 h 4146014"/>
                <a:gd name="connsiteX253" fmla="*/ 4780460 w 12157642"/>
                <a:gd name="connsiteY253" fmla="*/ 3433653 h 4146014"/>
                <a:gd name="connsiteX254" fmla="*/ 4800752 w 12157642"/>
                <a:gd name="connsiteY254" fmla="*/ 3415175 h 4146014"/>
                <a:gd name="connsiteX255" fmla="*/ 4800752 w 12157642"/>
                <a:gd name="connsiteY255" fmla="*/ 3205437 h 4146014"/>
                <a:gd name="connsiteX256" fmla="*/ 4821043 w 12157642"/>
                <a:gd name="connsiteY256" fmla="*/ 3205437 h 4146014"/>
                <a:gd name="connsiteX257" fmla="*/ 4821043 w 12157642"/>
                <a:gd name="connsiteY257" fmla="*/ 2694556 h 4146014"/>
                <a:gd name="connsiteX258" fmla="*/ 5036364 w 12157642"/>
                <a:gd name="connsiteY258" fmla="*/ 2694556 h 4146014"/>
                <a:gd name="connsiteX259" fmla="*/ 5036364 w 12157642"/>
                <a:gd name="connsiteY259" fmla="*/ 2565608 h 4146014"/>
                <a:gd name="connsiteX260" fmla="*/ 5258449 w 12157642"/>
                <a:gd name="connsiteY260" fmla="*/ 2565608 h 4146014"/>
                <a:gd name="connsiteX261" fmla="*/ 5258449 w 12157642"/>
                <a:gd name="connsiteY261" fmla="*/ 2827240 h 4146014"/>
                <a:gd name="connsiteX262" fmla="*/ 5433749 w 12157642"/>
                <a:gd name="connsiteY262" fmla="*/ 2827240 h 4146014"/>
                <a:gd name="connsiteX263" fmla="*/ 5433749 w 12157642"/>
                <a:gd name="connsiteY263" fmla="*/ 3152560 h 4146014"/>
                <a:gd name="connsiteX264" fmla="*/ 5532391 w 12157642"/>
                <a:gd name="connsiteY264" fmla="*/ 3152560 h 4146014"/>
                <a:gd name="connsiteX265" fmla="*/ 5532391 w 12157642"/>
                <a:gd name="connsiteY265" fmla="*/ 2921789 h 4146014"/>
                <a:gd name="connsiteX266" fmla="*/ 5562829 w 12157642"/>
                <a:gd name="connsiteY266" fmla="*/ 2921789 h 4146014"/>
                <a:gd name="connsiteX267" fmla="*/ 5562829 w 12157642"/>
                <a:gd name="connsiteY267" fmla="*/ 2814266 h 4146014"/>
                <a:gd name="connsiteX268" fmla="*/ 5837334 w 12157642"/>
                <a:gd name="connsiteY268" fmla="*/ 2814266 h 4146014"/>
                <a:gd name="connsiteX269" fmla="*/ 5837334 w 12157642"/>
                <a:gd name="connsiteY269" fmla="*/ 3485153 h 4146014"/>
                <a:gd name="connsiteX270" fmla="*/ 5876791 w 12157642"/>
                <a:gd name="connsiteY270" fmla="*/ 3485153 h 4146014"/>
                <a:gd name="connsiteX271" fmla="*/ 5876791 w 12157642"/>
                <a:gd name="connsiteY271" fmla="*/ 3302738 h 4146014"/>
                <a:gd name="connsiteX272" fmla="*/ 5929776 w 12157642"/>
                <a:gd name="connsiteY272" fmla="*/ 3193250 h 4146014"/>
                <a:gd name="connsiteX273" fmla="*/ 5983325 w 12157642"/>
                <a:gd name="connsiteY273" fmla="*/ 3284457 h 4146014"/>
                <a:gd name="connsiteX274" fmla="*/ 5983325 w 12157642"/>
                <a:gd name="connsiteY274" fmla="*/ 3539799 h 4146014"/>
                <a:gd name="connsiteX275" fmla="*/ 6030109 w 12157642"/>
                <a:gd name="connsiteY275" fmla="*/ 3539799 h 4146014"/>
                <a:gd name="connsiteX276" fmla="*/ 6030109 w 12157642"/>
                <a:gd name="connsiteY276" fmla="*/ 3379007 h 4146014"/>
                <a:gd name="connsiteX277" fmla="*/ 6087603 w 12157642"/>
                <a:gd name="connsiteY277" fmla="*/ 3379007 h 4146014"/>
                <a:gd name="connsiteX278" fmla="*/ 6089857 w 12157642"/>
                <a:gd name="connsiteY278" fmla="*/ 3229222 h 4146014"/>
                <a:gd name="connsiteX279" fmla="*/ 6181171 w 12157642"/>
                <a:gd name="connsiteY279" fmla="*/ 3229811 h 4146014"/>
                <a:gd name="connsiteX280" fmla="*/ 6181171 w 12157642"/>
                <a:gd name="connsiteY280" fmla="*/ 2983511 h 4146014"/>
                <a:gd name="connsiteX281" fmla="*/ 6258957 w 12157642"/>
                <a:gd name="connsiteY281" fmla="*/ 2983511 h 4146014"/>
                <a:gd name="connsiteX282" fmla="*/ 6258957 w 12157642"/>
                <a:gd name="connsiteY282" fmla="*/ 3030884 h 4146014"/>
                <a:gd name="connsiteX283" fmla="*/ 6331670 w 12157642"/>
                <a:gd name="connsiteY283" fmla="*/ 3030884 h 4146014"/>
                <a:gd name="connsiteX284" fmla="*/ 6331670 w 12157642"/>
                <a:gd name="connsiteY284" fmla="*/ 2969162 h 4146014"/>
                <a:gd name="connsiteX285" fmla="*/ 6430312 w 12157642"/>
                <a:gd name="connsiteY285" fmla="*/ 2969162 h 4146014"/>
                <a:gd name="connsiteX286" fmla="*/ 6430312 w 12157642"/>
                <a:gd name="connsiteY286" fmla="*/ 3011817 h 4146014"/>
                <a:gd name="connsiteX287" fmla="*/ 6638305 w 12157642"/>
                <a:gd name="connsiteY287" fmla="*/ 3011817 h 4146014"/>
                <a:gd name="connsiteX288" fmla="*/ 6638305 w 12157642"/>
                <a:gd name="connsiteY288" fmla="*/ 2955009 h 4146014"/>
                <a:gd name="connsiteX289" fmla="*/ 6711018 w 12157642"/>
                <a:gd name="connsiteY289" fmla="*/ 2955009 h 4146014"/>
                <a:gd name="connsiteX290" fmla="*/ 6711018 w 12157642"/>
                <a:gd name="connsiteY290" fmla="*/ 3226863 h 4146014"/>
                <a:gd name="connsiteX291" fmla="*/ 6806842 w 12157642"/>
                <a:gd name="connsiteY291" fmla="*/ 3226863 h 4146014"/>
                <a:gd name="connsiteX292" fmla="*/ 6842353 w 12157642"/>
                <a:gd name="connsiteY292" fmla="*/ 3107349 h 4146014"/>
                <a:gd name="connsiteX293" fmla="*/ 6870536 w 12157642"/>
                <a:gd name="connsiteY293" fmla="*/ 3226863 h 4146014"/>
                <a:gd name="connsiteX294" fmla="*/ 6887446 w 12157642"/>
                <a:gd name="connsiteY294" fmla="*/ 3226863 h 4146014"/>
                <a:gd name="connsiteX295" fmla="*/ 6887446 w 12157642"/>
                <a:gd name="connsiteY295" fmla="*/ 2931421 h 4146014"/>
                <a:gd name="connsiteX296" fmla="*/ 6942122 w 12157642"/>
                <a:gd name="connsiteY296" fmla="*/ 2931421 h 4146014"/>
                <a:gd name="connsiteX297" fmla="*/ 6942122 w 12157642"/>
                <a:gd name="connsiteY297" fmla="*/ 2783798 h 4146014"/>
                <a:gd name="connsiteX298" fmla="*/ 7323724 w 12157642"/>
                <a:gd name="connsiteY298" fmla="*/ 2783798 h 4146014"/>
                <a:gd name="connsiteX299" fmla="*/ 7323724 w 12157642"/>
                <a:gd name="connsiteY299" fmla="*/ 3515228 h 4146014"/>
                <a:gd name="connsiteX300" fmla="*/ 7349089 w 12157642"/>
                <a:gd name="connsiteY300" fmla="*/ 3509331 h 4146014"/>
                <a:gd name="connsiteX301" fmla="*/ 7349089 w 12157642"/>
                <a:gd name="connsiteY301" fmla="*/ 3278364 h 4146014"/>
                <a:gd name="connsiteX302" fmla="*/ 7422366 w 12157642"/>
                <a:gd name="connsiteY302" fmla="*/ 2871271 h 4146014"/>
                <a:gd name="connsiteX303" fmla="*/ 7495642 w 12157642"/>
                <a:gd name="connsiteY303" fmla="*/ 3278364 h 4146014"/>
                <a:gd name="connsiteX304" fmla="*/ 7495642 w 12157642"/>
                <a:gd name="connsiteY304" fmla="*/ 3521518 h 4146014"/>
                <a:gd name="connsiteX305" fmla="*/ 7531153 w 12157642"/>
                <a:gd name="connsiteY305" fmla="*/ 3521518 h 4146014"/>
                <a:gd name="connsiteX306" fmla="*/ 7531153 w 12157642"/>
                <a:gd name="connsiteY306" fmla="*/ 3390801 h 4146014"/>
                <a:gd name="connsiteX307" fmla="*/ 7583011 w 12157642"/>
                <a:gd name="connsiteY307" fmla="*/ 3390801 h 4146014"/>
                <a:gd name="connsiteX308" fmla="*/ 7583011 w 12157642"/>
                <a:gd name="connsiteY308" fmla="*/ 3438174 h 4146014"/>
                <a:gd name="connsiteX309" fmla="*/ 7624159 w 12157642"/>
                <a:gd name="connsiteY309" fmla="*/ 3438174 h 4146014"/>
                <a:gd name="connsiteX310" fmla="*/ 7624159 w 12157642"/>
                <a:gd name="connsiteY310" fmla="*/ 3471197 h 4146014"/>
                <a:gd name="connsiteX311" fmla="*/ 7712654 w 12157642"/>
                <a:gd name="connsiteY311" fmla="*/ 3471197 h 4146014"/>
                <a:gd name="connsiteX312" fmla="*/ 7712654 w 12157642"/>
                <a:gd name="connsiteY312" fmla="*/ 3521518 h 4146014"/>
                <a:gd name="connsiteX313" fmla="*/ 7764512 w 12157642"/>
                <a:gd name="connsiteY313" fmla="*/ 3521518 h 4146014"/>
                <a:gd name="connsiteX314" fmla="*/ 7764512 w 12157642"/>
                <a:gd name="connsiteY314" fmla="*/ 3243964 h 4146014"/>
                <a:gd name="connsiteX315" fmla="*/ 7868790 w 12157642"/>
                <a:gd name="connsiteY315" fmla="*/ 3243964 h 4146014"/>
                <a:gd name="connsiteX316" fmla="*/ 7868790 w 12157642"/>
                <a:gd name="connsiteY316" fmla="*/ 2898791 h 4146014"/>
                <a:gd name="connsiteX317" fmla="*/ 8154569 w 12157642"/>
                <a:gd name="connsiteY317" fmla="*/ 2898791 h 4146014"/>
                <a:gd name="connsiteX318" fmla="*/ 8154569 w 12157642"/>
                <a:gd name="connsiteY318" fmla="*/ 2969162 h 4146014"/>
                <a:gd name="connsiteX319" fmla="*/ 8195153 w 12157642"/>
                <a:gd name="connsiteY319" fmla="*/ 2969162 h 4146014"/>
                <a:gd name="connsiteX320" fmla="*/ 8195153 w 12157642"/>
                <a:gd name="connsiteY320" fmla="*/ 3118750 h 4146014"/>
                <a:gd name="connsiteX321" fmla="*/ 8215445 w 12157642"/>
                <a:gd name="connsiteY321" fmla="*/ 3118750 h 4146014"/>
                <a:gd name="connsiteX322" fmla="*/ 8215445 w 12157642"/>
                <a:gd name="connsiteY322" fmla="*/ 3107349 h 4146014"/>
                <a:gd name="connsiteX323" fmla="*/ 8265611 w 12157642"/>
                <a:gd name="connsiteY323" fmla="*/ 3107939 h 4146014"/>
                <a:gd name="connsiteX324" fmla="*/ 8265611 w 12157642"/>
                <a:gd name="connsiteY324" fmla="*/ 3074523 h 4146014"/>
                <a:gd name="connsiteX325" fmla="*/ 8491642 w 12157642"/>
                <a:gd name="connsiteY325" fmla="*/ 3074523 h 4146014"/>
                <a:gd name="connsiteX326" fmla="*/ 8491642 w 12157642"/>
                <a:gd name="connsiteY326" fmla="*/ 2871271 h 4146014"/>
                <a:gd name="connsiteX327" fmla="*/ 8510243 w 12157642"/>
                <a:gd name="connsiteY327" fmla="*/ 2871271 h 4146014"/>
                <a:gd name="connsiteX328" fmla="*/ 8510243 w 12157642"/>
                <a:gd name="connsiteY328" fmla="*/ 2645218 h 4146014"/>
                <a:gd name="connsiteX329" fmla="*/ 8655105 w 12157642"/>
                <a:gd name="connsiteY329" fmla="*/ 2645218 h 4146014"/>
                <a:gd name="connsiteX330" fmla="*/ 8655105 w 12157642"/>
                <a:gd name="connsiteY330" fmla="*/ 2871271 h 4146014"/>
                <a:gd name="connsiteX331" fmla="*/ 8730073 w 12157642"/>
                <a:gd name="connsiteY331" fmla="*/ 2871271 h 4146014"/>
                <a:gd name="connsiteX332" fmla="*/ 8730073 w 12157642"/>
                <a:gd name="connsiteY332" fmla="*/ 3608598 h 4146014"/>
                <a:gd name="connsiteX333" fmla="*/ 8801658 w 12157642"/>
                <a:gd name="connsiteY333" fmla="*/ 3608598 h 4146014"/>
                <a:gd name="connsiteX334" fmla="*/ 8801658 w 12157642"/>
                <a:gd name="connsiteY334" fmla="*/ 3466873 h 4146014"/>
                <a:gd name="connsiteX335" fmla="*/ 8834915 w 12157642"/>
                <a:gd name="connsiteY335" fmla="*/ 3466873 h 4146014"/>
                <a:gd name="connsiteX336" fmla="*/ 8834915 w 12157642"/>
                <a:gd name="connsiteY336" fmla="*/ 3150791 h 4146014"/>
                <a:gd name="connsiteX337" fmla="*/ 8868171 w 12157642"/>
                <a:gd name="connsiteY337" fmla="*/ 3150791 h 4146014"/>
                <a:gd name="connsiteX338" fmla="*/ 8868171 w 12157642"/>
                <a:gd name="connsiteY338" fmla="*/ 3017125 h 4146014"/>
                <a:gd name="connsiteX339" fmla="*/ 8974704 w 12157642"/>
                <a:gd name="connsiteY339" fmla="*/ 2907636 h 4146014"/>
                <a:gd name="connsiteX340" fmla="*/ 9040653 w 12157642"/>
                <a:gd name="connsiteY340" fmla="*/ 2958940 h 4146014"/>
                <a:gd name="connsiteX341" fmla="*/ 9040653 w 12157642"/>
                <a:gd name="connsiteY341" fmla="*/ 912076 h 4146014"/>
                <a:gd name="connsiteX342" fmla="*/ 9218208 w 12157642"/>
                <a:gd name="connsiteY342" fmla="*/ 912076 h 4146014"/>
                <a:gd name="connsiteX343" fmla="*/ 9218208 w 12157642"/>
                <a:gd name="connsiteY343" fmla="*/ 888685 h 4146014"/>
                <a:gd name="connsiteX344" fmla="*/ 9086310 w 12157642"/>
                <a:gd name="connsiteY344" fmla="*/ 888685 h 4146014"/>
                <a:gd name="connsiteX345" fmla="*/ 9054181 w 12157642"/>
                <a:gd name="connsiteY345" fmla="*/ 873942 h 4146014"/>
                <a:gd name="connsiteX346" fmla="*/ 9051363 w 12157642"/>
                <a:gd name="connsiteY346" fmla="*/ 844850 h 4146014"/>
                <a:gd name="connsiteX347" fmla="*/ 9080673 w 12157642"/>
                <a:gd name="connsiteY347" fmla="*/ 825586 h 4146014"/>
                <a:gd name="connsiteX348" fmla="*/ 9218208 w 12157642"/>
                <a:gd name="connsiteY348" fmla="*/ 825586 h 4146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</a:cxnLst>
              <a:rect l="l" t="t" r="r" b="b"/>
              <a:pathLst>
                <a:path w="12157642" h="4146014">
                  <a:moveTo>
                    <a:pt x="9240755" y="0"/>
                  </a:moveTo>
                  <a:lnTo>
                    <a:pt x="9262174" y="825390"/>
                  </a:lnTo>
                  <a:lnTo>
                    <a:pt x="9392945" y="827749"/>
                  </a:lnTo>
                  <a:lnTo>
                    <a:pt x="9422819" y="849568"/>
                  </a:lnTo>
                  <a:lnTo>
                    <a:pt x="9422819" y="873942"/>
                  </a:lnTo>
                  <a:lnTo>
                    <a:pt x="9385617" y="889471"/>
                  </a:lnTo>
                  <a:lnTo>
                    <a:pt x="9264993" y="888685"/>
                  </a:lnTo>
                  <a:lnTo>
                    <a:pt x="9267811" y="917777"/>
                  </a:lnTo>
                  <a:lnTo>
                    <a:pt x="9422819" y="919546"/>
                  </a:lnTo>
                  <a:lnTo>
                    <a:pt x="9422819" y="3048969"/>
                  </a:lnTo>
                  <a:cubicBezTo>
                    <a:pt x="9453821" y="3038551"/>
                    <a:pt x="9490459" y="3033047"/>
                    <a:pt x="9531607" y="3037764"/>
                  </a:cubicBezTo>
                  <a:lnTo>
                    <a:pt x="9528225" y="1908677"/>
                  </a:lnTo>
                  <a:lnTo>
                    <a:pt x="9804985" y="1701691"/>
                  </a:lnTo>
                  <a:lnTo>
                    <a:pt x="10035525" y="1912019"/>
                  </a:lnTo>
                  <a:lnTo>
                    <a:pt x="10035525" y="3226077"/>
                  </a:lnTo>
                  <a:cubicBezTo>
                    <a:pt x="10058636" y="3215462"/>
                    <a:pt x="10086255" y="3205830"/>
                    <a:pt x="10117257" y="3202095"/>
                  </a:cubicBezTo>
                  <a:lnTo>
                    <a:pt x="10117257" y="1756533"/>
                  </a:lnTo>
                  <a:lnTo>
                    <a:pt x="10430656" y="1760071"/>
                  </a:lnTo>
                  <a:lnTo>
                    <a:pt x="10430656" y="3554935"/>
                  </a:lnTo>
                  <a:lnTo>
                    <a:pt x="10497732" y="3554935"/>
                  </a:lnTo>
                  <a:lnTo>
                    <a:pt x="10507314" y="3546090"/>
                  </a:lnTo>
                  <a:lnTo>
                    <a:pt x="10507314" y="3351290"/>
                  </a:lnTo>
                  <a:lnTo>
                    <a:pt x="10524224" y="3351290"/>
                  </a:lnTo>
                  <a:lnTo>
                    <a:pt x="10524224" y="2887193"/>
                  </a:lnTo>
                  <a:lnTo>
                    <a:pt x="10771674" y="2887193"/>
                  </a:lnTo>
                  <a:lnTo>
                    <a:pt x="10771674" y="3516997"/>
                  </a:lnTo>
                  <a:cubicBezTo>
                    <a:pt x="10790839" y="3527809"/>
                    <a:pt x="10812258" y="3548252"/>
                    <a:pt x="10824095" y="3586583"/>
                  </a:cubicBezTo>
                  <a:lnTo>
                    <a:pt x="10863552" y="3575378"/>
                  </a:lnTo>
                  <a:lnTo>
                    <a:pt x="10863552" y="3665406"/>
                  </a:lnTo>
                  <a:cubicBezTo>
                    <a:pt x="10863552" y="3665406"/>
                    <a:pt x="11053508" y="3644570"/>
                    <a:pt x="11153277" y="3757007"/>
                  </a:cubicBezTo>
                  <a:cubicBezTo>
                    <a:pt x="11173005" y="3764477"/>
                    <a:pt x="11193297" y="3772929"/>
                    <a:pt x="11213589" y="3782954"/>
                  </a:cubicBezTo>
                  <a:cubicBezTo>
                    <a:pt x="11433419" y="3892246"/>
                    <a:pt x="11459911" y="4068568"/>
                    <a:pt x="11459911" y="4068568"/>
                  </a:cubicBezTo>
                  <a:lnTo>
                    <a:pt x="11517405" y="3971070"/>
                  </a:lnTo>
                  <a:lnTo>
                    <a:pt x="11466675" y="3971266"/>
                  </a:lnTo>
                  <a:lnTo>
                    <a:pt x="11453147" y="3904433"/>
                  </a:lnTo>
                  <a:lnTo>
                    <a:pt x="11513460" y="3905023"/>
                  </a:lnTo>
                  <a:lnTo>
                    <a:pt x="11513460" y="3849787"/>
                  </a:lnTo>
                  <a:lnTo>
                    <a:pt x="11555735" y="3850574"/>
                  </a:lnTo>
                  <a:lnTo>
                    <a:pt x="11555735" y="3641622"/>
                  </a:lnTo>
                  <a:lnTo>
                    <a:pt x="11576027" y="3570071"/>
                  </a:lnTo>
                  <a:lnTo>
                    <a:pt x="11575463" y="3470411"/>
                  </a:lnTo>
                  <a:lnTo>
                    <a:pt x="11555735" y="3470411"/>
                  </a:lnTo>
                  <a:lnTo>
                    <a:pt x="11559117" y="3379793"/>
                  </a:lnTo>
                  <a:lnTo>
                    <a:pt x="11554607" y="3358957"/>
                  </a:lnTo>
                  <a:lnTo>
                    <a:pt x="11529806" y="3358957"/>
                  </a:lnTo>
                  <a:lnTo>
                    <a:pt x="11529806" y="3315122"/>
                  </a:lnTo>
                  <a:lnTo>
                    <a:pt x="11551789" y="3203078"/>
                  </a:lnTo>
                  <a:lnTo>
                    <a:pt x="11529806" y="3159833"/>
                  </a:lnTo>
                  <a:lnTo>
                    <a:pt x="11529806" y="3076095"/>
                  </a:lnTo>
                  <a:lnTo>
                    <a:pt x="11503314" y="3056242"/>
                  </a:lnTo>
                  <a:lnTo>
                    <a:pt x="11503314" y="2980563"/>
                  </a:lnTo>
                  <a:lnTo>
                    <a:pt x="11548971" y="2790285"/>
                  </a:lnTo>
                  <a:lnTo>
                    <a:pt x="11548971" y="2737801"/>
                  </a:lnTo>
                  <a:lnTo>
                    <a:pt x="11520787" y="2737801"/>
                  </a:lnTo>
                  <a:lnTo>
                    <a:pt x="11520787" y="2685514"/>
                  </a:lnTo>
                  <a:lnTo>
                    <a:pt x="11498241" y="2674310"/>
                  </a:lnTo>
                  <a:lnTo>
                    <a:pt x="11498241" y="2629296"/>
                  </a:lnTo>
                  <a:lnTo>
                    <a:pt x="11513460" y="2611211"/>
                  </a:lnTo>
                  <a:lnTo>
                    <a:pt x="11528115" y="2611211"/>
                  </a:lnTo>
                  <a:lnTo>
                    <a:pt x="11524169" y="2601186"/>
                  </a:lnTo>
                  <a:lnTo>
                    <a:pt x="11509514" y="2585264"/>
                  </a:lnTo>
                  <a:lnTo>
                    <a:pt x="11509514" y="2543002"/>
                  </a:lnTo>
                  <a:lnTo>
                    <a:pt x="11595191" y="2440787"/>
                  </a:lnTo>
                  <a:lnTo>
                    <a:pt x="11595191" y="2470272"/>
                  </a:lnTo>
                  <a:lnTo>
                    <a:pt x="11573772" y="2510765"/>
                  </a:lnTo>
                  <a:lnTo>
                    <a:pt x="11588427" y="2526491"/>
                  </a:lnTo>
                  <a:lnTo>
                    <a:pt x="11590118" y="2543002"/>
                  </a:lnTo>
                  <a:lnTo>
                    <a:pt x="11603646" y="2562659"/>
                  </a:lnTo>
                  <a:lnTo>
                    <a:pt x="11603646" y="2596469"/>
                  </a:lnTo>
                  <a:lnTo>
                    <a:pt x="11562499" y="2601186"/>
                  </a:lnTo>
                  <a:lnTo>
                    <a:pt x="11566444" y="2613374"/>
                  </a:lnTo>
                  <a:lnTo>
                    <a:pt x="11603646" y="2615732"/>
                  </a:lnTo>
                  <a:lnTo>
                    <a:pt x="11616047" y="2630279"/>
                  </a:lnTo>
                  <a:lnTo>
                    <a:pt x="11616047" y="2672148"/>
                  </a:lnTo>
                  <a:lnTo>
                    <a:pt x="11565317" y="2673130"/>
                  </a:lnTo>
                  <a:lnTo>
                    <a:pt x="11564753" y="2680600"/>
                  </a:lnTo>
                  <a:lnTo>
                    <a:pt x="11592373" y="2715982"/>
                  </a:lnTo>
                  <a:lnTo>
                    <a:pt x="11596319" y="2865964"/>
                  </a:lnTo>
                  <a:lnTo>
                    <a:pt x="11607028" y="2871271"/>
                  </a:lnTo>
                  <a:lnTo>
                    <a:pt x="11607028" y="2912354"/>
                  </a:lnTo>
                  <a:lnTo>
                    <a:pt x="11651558" y="2917858"/>
                  </a:lnTo>
                  <a:lnTo>
                    <a:pt x="11630702" y="2862622"/>
                  </a:lnTo>
                  <a:lnTo>
                    <a:pt x="11672977" y="2894270"/>
                  </a:lnTo>
                  <a:lnTo>
                    <a:pt x="11692706" y="2895449"/>
                  </a:lnTo>
                  <a:lnTo>
                    <a:pt x="11722016" y="2840017"/>
                  </a:lnTo>
                  <a:lnTo>
                    <a:pt x="11728217" y="2898791"/>
                  </a:lnTo>
                  <a:lnTo>
                    <a:pt x="11798675" y="2865964"/>
                  </a:lnTo>
                  <a:lnTo>
                    <a:pt x="11755837" y="2912354"/>
                  </a:lnTo>
                  <a:lnTo>
                    <a:pt x="11830804" y="2914516"/>
                  </a:lnTo>
                  <a:lnTo>
                    <a:pt x="11772747" y="2946164"/>
                  </a:lnTo>
                  <a:lnTo>
                    <a:pt x="11830804" y="2961889"/>
                  </a:lnTo>
                  <a:lnTo>
                    <a:pt x="11767674" y="2969752"/>
                  </a:lnTo>
                  <a:lnTo>
                    <a:pt x="11764292" y="3022825"/>
                  </a:lnTo>
                  <a:lnTo>
                    <a:pt x="11729344" y="3057814"/>
                  </a:lnTo>
                  <a:lnTo>
                    <a:pt x="11772183" y="3110101"/>
                  </a:lnTo>
                  <a:lnTo>
                    <a:pt x="11831932" y="3110101"/>
                  </a:lnTo>
                  <a:lnTo>
                    <a:pt x="11898444" y="3228042"/>
                  </a:lnTo>
                  <a:lnTo>
                    <a:pt x="11958757" y="3183028"/>
                  </a:lnTo>
                  <a:cubicBezTo>
                    <a:pt x="11958757" y="3183028"/>
                    <a:pt x="12020760" y="3255169"/>
                    <a:pt x="12024706" y="3255169"/>
                  </a:cubicBezTo>
                  <a:cubicBezTo>
                    <a:pt x="12028088" y="3255169"/>
                    <a:pt x="11919300" y="3371340"/>
                    <a:pt x="11919300" y="3371340"/>
                  </a:cubicBezTo>
                  <a:lnTo>
                    <a:pt x="11942974" y="3578916"/>
                  </a:lnTo>
                  <a:lnTo>
                    <a:pt x="11913100" y="3586583"/>
                  </a:lnTo>
                  <a:lnTo>
                    <a:pt x="11905772" y="3614888"/>
                  </a:lnTo>
                  <a:lnTo>
                    <a:pt x="11873643" y="3625110"/>
                  </a:lnTo>
                  <a:lnTo>
                    <a:pt x="11872516" y="3647519"/>
                  </a:lnTo>
                  <a:lnTo>
                    <a:pt x="11825168" y="3646732"/>
                  </a:lnTo>
                  <a:lnTo>
                    <a:pt x="11821786" y="3680346"/>
                  </a:lnTo>
                  <a:lnTo>
                    <a:pt x="11906899" y="3698430"/>
                  </a:lnTo>
                  <a:lnTo>
                    <a:pt x="11909718" y="3732240"/>
                  </a:lnTo>
                  <a:lnTo>
                    <a:pt x="11941847" y="3734402"/>
                  </a:lnTo>
                  <a:lnTo>
                    <a:pt x="11941847" y="3856864"/>
                  </a:lnTo>
                  <a:lnTo>
                    <a:pt x="11992577" y="3857847"/>
                  </a:lnTo>
                  <a:lnTo>
                    <a:pt x="11992013" y="3906202"/>
                  </a:lnTo>
                  <a:lnTo>
                    <a:pt x="12046125" y="3904433"/>
                  </a:lnTo>
                  <a:lnTo>
                    <a:pt x="12046125" y="3965173"/>
                  </a:lnTo>
                  <a:lnTo>
                    <a:pt x="11992013" y="3964190"/>
                  </a:lnTo>
                  <a:cubicBezTo>
                    <a:pt x="11992013" y="3964190"/>
                    <a:pt x="12095058" y="3999462"/>
                    <a:pt x="12145630" y="4109479"/>
                  </a:cubicBezTo>
                  <a:lnTo>
                    <a:pt x="12157642" y="4146014"/>
                  </a:lnTo>
                  <a:lnTo>
                    <a:pt x="0" y="4146014"/>
                  </a:lnTo>
                  <a:lnTo>
                    <a:pt x="0" y="3697054"/>
                  </a:lnTo>
                  <a:lnTo>
                    <a:pt x="0" y="3492623"/>
                  </a:lnTo>
                  <a:lnTo>
                    <a:pt x="312272" y="3492623"/>
                  </a:lnTo>
                  <a:lnTo>
                    <a:pt x="312272" y="3781775"/>
                  </a:lnTo>
                  <a:lnTo>
                    <a:pt x="392876" y="3781775"/>
                  </a:lnTo>
                  <a:lnTo>
                    <a:pt x="392876" y="3220376"/>
                  </a:lnTo>
                  <a:lnTo>
                    <a:pt x="709657" y="3220376"/>
                  </a:lnTo>
                  <a:lnTo>
                    <a:pt x="709657" y="3631007"/>
                  </a:lnTo>
                  <a:lnTo>
                    <a:pt x="777297" y="3631007"/>
                  </a:lnTo>
                  <a:lnTo>
                    <a:pt x="777297" y="3300772"/>
                  </a:lnTo>
                  <a:lnTo>
                    <a:pt x="912013" y="3300772"/>
                  </a:lnTo>
                  <a:lnTo>
                    <a:pt x="912013" y="3618033"/>
                  </a:lnTo>
                  <a:lnTo>
                    <a:pt x="932869" y="3599163"/>
                  </a:lnTo>
                  <a:lnTo>
                    <a:pt x="932869" y="3503238"/>
                  </a:lnTo>
                  <a:cubicBezTo>
                    <a:pt x="932869" y="3512083"/>
                    <a:pt x="968944" y="3512476"/>
                    <a:pt x="1006146" y="3510314"/>
                  </a:cubicBezTo>
                  <a:lnTo>
                    <a:pt x="1006146" y="2871271"/>
                  </a:lnTo>
                  <a:lnTo>
                    <a:pt x="1483008" y="2871271"/>
                  </a:lnTo>
                  <a:lnTo>
                    <a:pt x="1483008" y="3375665"/>
                  </a:lnTo>
                  <a:lnTo>
                    <a:pt x="1512318" y="3375665"/>
                  </a:lnTo>
                  <a:lnTo>
                    <a:pt x="1512318" y="3430507"/>
                  </a:lnTo>
                  <a:lnTo>
                    <a:pt x="1563612" y="3430507"/>
                  </a:lnTo>
                  <a:lnTo>
                    <a:pt x="1563612" y="2411302"/>
                  </a:lnTo>
                  <a:lnTo>
                    <a:pt x="1605887" y="2411302"/>
                  </a:lnTo>
                  <a:lnTo>
                    <a:pt x="1605887" y="2350955"/>
                  </a:lnTo>
                  <a:lnTo>
                    <a:pt x="1641962" y="2350955"/>
                  </a:lnTo>
                  <a:lnTo>
                    <a:pt x="1641962" y="2114680"/>
                  </a:lnTo>
                  <a:lnTo>
                    <a:pt x="1656054" y="2114680"/>
                  </a:lnTo>
                  <a:lnTo>
                    <a:pt x="1656054" y="2045881"/>
                  </a:lnTo>
                  <a:lnTo>
                    <a:pt x="1669581" y="2033694"/>
                  </a:lnTo>
                  <a:lnTo>
                    <a:pt x="1669581" y="1968237"/>
                  </a:lnTo>
                  <a:lnTo>
                    <a:pt x="1687055" y="1952118"/>
                  </a:lnTo>
                  <a:lnTo>
                    <a:pt x="1687055" y="1870346"/>
                  </a:lnTo>
                  <a:lnTo>
                    <a:pt x="1712420" y="1870346"/>
                  </a:lnTo>
                  <a:lnTo>
                    <a:pt x="1712420" y="1794864"/>
                  </a:lnTo>
                  <a:lnTo>
                    <a:pt x="1750186" y="1760465"/>
                  </a:lnTo>
                  <a:lnTo>
                    <a:pt x="1750186" y="1701494"/>
                  </a:lnTo>
                  <a:lnTo>
                    <a:pt x="1785133" y="1632695"/>
                  </a:lnTo>
                  <a:lnTo>
                    <a:pt x="1785133" y="1566059"/>
                  </a:lnTo>
                  <a:lnTo>
                    <a:pt x="1797534" y="1566059"/>
                  </a:lnTo>
                  <a:lnTo>
                    <a:pt x="1806553" y="1212433"/>
                  </a:lnTo>
                  <a:lnTo>
                    <a:pt x="1806553" y="1205749"/>
                  </a:lnTo>
                  <a:lnTo>
                    <a:pt x="1807116" y="1566059"/>
                  </a:lnTo>
                  <a:lnTo>
                    <a:pt x="1826845" y="1603800"/>
                  </a:lnTo>
                  <a:lnTo>
                    <a:pt x="1826845" y="1650386"/>
                  </a:lnTo>
                  <a:lnTo>
                    <a:pt x="1841500" y="1661591"/>
                  </a:lnTo>
                  <a:lnTo>
                    <a:pt x="1841500" y="1712698"/>
                  </a:lnTo>
                  <a:lnTo>
                    <a:pt x="1851082" y="1719382"/>
                  </a:lnTo>
                  <a:lnTo>
                    <a:pt x="1851082" y="1799385"/>
                  </a:lnTo>
                  <a:lnTo>
                    <a:pt x="1875320" y="1803710"/>
                  </a:lnTo>
                  <a:lnTo>
                    <a:pt x="1875320" y="1883713"/>
                  </a:lnTo>
                  <a:lnTo>
                    <a:pt x="1892230" y="1897079"/>
                  </a:lnTo>
                  <a:lnTo>
                    <a:pt x="1892230" y="1959391"/>
                  </a:lnTo>
                  <a:lnTo>
                    <a:pt x="1902376" y="1970399"/>
                  </a:lnTo>
                  <a:lnTo>
                    <a:pt x="1902376" y="2045881"/>
                  </a:lnTo>
                  <a:lnTo>
                    <a:pt x="1965507" y="2101510"/>
                  </a:lnTo>
                  <a:lnTo>
                    <a:pt x="1965507" y="2343486"/>
                  </a:lnTo>
                  <a:lnTo>
                    <a:pt x="2010600" y="2384765"/>
                  </a:lnTo>
                  <a:lnTo>
                    <a:pt x="2010600" y="2490322"/>
                  </a:lnTo>
                  <a:lnTo>
                    <a:pt x="2033147" y="2510962"/>
                  </a:lnTo>
                  <a:lnTo>
                    <a:pt x="2033147" y="3472573"/>
                  </a:lnTo>
                  <a:lnTo>
                    <a:pt x="2085568" y="3472573"/>
                  </a:lnTo>
                  <a:lnTo>
                    <a:pt x="2085568" y="3169072"/>
                  </a:lnTo>
                  <a:lnTo>
                    <a:pt x="2118824" y="3162978"/>
                  </a:lnTo>
                  <a:lnTo>
                    <a:pt x="2118824" y="3107349"/>
                  </a:lnTo>
                  <a:lnTo>
                    <a:pt x="2152081" y="3071771"/>
                  </a:lnTo>
                  <a:lnTo>
                    <a:pt x="2178573" y="3085923"/>
                  </a:lnTo>
                  <a:lnTo>
                    <a:pt x="2178573" y="2945574"/>
                  </a:lnTo>
                  <a:lnTo>
                    <a:pt x="2252977" y="2945574"/>
                  </a:lnTo>
                  <a:lnTo>
                    <a:pt x="2252977" y="2603349"/>
                  </a:lnTo>
                  <a:lnTo>
                    <a:pt x="2489153" y="2603349"/>
                  </a:lnTo>
                  <a:lnTo>
                    <a:pt x="2489153" y="3016535"/>
                  </a:lnTo>
                  <a:lnTo>
                    <a:pt x="2541011" y="3016535"/>
                  </a:lnTo>
                  <a:lnTo>
                    <a:pt x="2541011" y="2603349"/>
                  </a:lnTo>
                  <a:lnTo>
                    <a:pt x="2804243" y="2603349"/>
                  </a:lnTo>
                  <a:lnTo>
                    <a:pt x="2804243" y="3054473"/>
                  </a:lnTo>
                  <a:lnTo>
                    <a:pt x="2827917" y="3054473"/>
                  </a:lnTo>
                  <a:lnTo>
                    <a:pt x="2827917" y="3101846"/>
                  </a:lnTo>
                  <a:lnTo>
                    <a:pt x="2900066" y="3101846"/>
                  </a:lnTo>
                  <a:lnTo>
                    <a:pt x="2900066" y="3156885"/>
                  </a:lnTo>
                  <a:lnTo>
                    <a:pt x="2905139" y="3156885"/>
                  </a:lnTo>
                  <a:lnTo>
                    <a:pt x="2905139" y="3242588"/>
                  </a:lnTo>
                  <a:lnTo>
                    <a:pt x="2983489" y="3239247"/>
                  </a:lnTo>
                  <a:lnTo>
                    <a:pt x="2983489" y="3300772"/>
                  </a:lnTo>
                  <a:lnTo>
                    <a:pt x="3031401" y="3300772"/>
                  </a:lnTo>
                  <a:lnTo>
                    <a:pt x="3031401" y="2282943"/>
                  </a:lnTo>
                  <a:lnTo>
                    <a:pt x="3222484" y="2282943"/>
                  </a:lnTo>
                  <a:lnTo>
                    <a:pt x="3222484" y="2950095"/>
                  </a:lnTo>
                  <a:lnTo>
                    <a:pt x="3369601" y="2950095"/>
                  </a:lnTo>
                  <a:lnTo>
                    <a:pt x="3369601" y="2160481"/>
                  </a:lnTo>
                  <a:lnTo>
                    <a:pt x="3527428" y="2160481"/>
                  </a:lnTo>
                  <a:lnTo>
                    <a:pt x="3527428" y="2543002"/>
                  </a:lnTo>
                  <a:lnTo>
                    <a:pt x="3704983" y="2543002"/>
                  </a:lnTo>
                  <a:lnTo>
                    <a:pt x="3704983" y="2599810"/>
                  </a:lnTo>
                  <a:lnTo>
                    <a:pt x="3772623" y="2599810"/>
                  </a:lnTo>
                  <a:lnTo>
                    <a:pt x="3772623" y="2685121"/>
                  </a:lnTo>
                  <a:lnTo>
                    <a:pt x="3772623" y="3260279"/>
                  </a:lnTo>
                  <a:lnTo>
                    <a:pt x="3879156" y="3357581"/>
                  </a:lnTo>
                  <a:lnTo>
                    <a:pt x="3888738" y="3357581"/>
                  </a:lnTo>
                  <a:lnTo>
                    <a:pt x="3888738" y="2543002"/>
                  </a:lnTo>
                  <a:lnTo>
                    <a:pt x="4115896" y="2543002"/>
                  </a:lnTo>
                  <a:lnTo>
                    <a:pt x="4115896" y="3300772"/>
                  </a:lnTo>
                  <a:lnTo>
                    <a:pt x="4164371" y="3300772"/>
                  </a:lnTo>
                  <a:lnTo>
                    <a:pt x="4164371" y="3223718"/>
                  </a:lnTo>
                  <a:cubicBezTo>
                    <a:pt x="4164371" y="3223718"/>
                    <a:pt x="4165499" y="3223718"/>
                    <a:pt x="4167753" y="3223914"/>
                  </a:cubicBezTo>
                  <a:lnTo>
                    <a:pt x="4167753" y="3196395"/>
                  </a:lnTo>
                  <a:lnTo>
                    <a:pt x="4202137" y="3171627"/>
                  </a:lnTo>
                  <a:lnTo>
                    <a:pt x="4202137" y="1826708"/>
                  </a:lnTo>
                  <a:lnTo>
                    <a:pt x="4224120" y="1826708"/>
                  </a:lnTo>
                  <a:lnTo>
                    <a:pt x="4224120" y="1559375"/>
                  </a:lnTo>
                  <a:lnTo>
                    <a:pt x="4257377" y="1556034"/>
                  </a:lnTo>
                  <a:lnTo>
                    <a:pt x="4257377" y="1461484"/>
                  </a:lnTo>
                  <a:lnTo>
                    <a:pt x="4301906" y="1457946"/>
                  </a:lnTo>
                  <a:lnTo>
                    <a:pt x="4301906" y="1403890"/>
                  </a:lnTo>
                  <a:lnTo>
                    <a:pt x="4346436" y="1403890"/>
                  </a:lnTo>
                  <a:lnTo>
                    <a:pt x="4346436" y="1349834"/>
                  </a:lnTo>
                  <a:lnTo>
                    <a:pt x="4402239" y="1349834"/>
                  </a:lnTo>
                  <a:lnTo>
                    <a:pt x="4402239" y="1011540"/>
                  </a:lnTo>
                  <a:cubicBezTo>
                    <a:pt x="4402239" y="1011540"/>
                    <a:pt x="4405621" y="961612"/>
                    <a:pt x="4477206" y="959056"/>
                  </a:cubicBezTo>
                  <a:lnTo>
                    <a:pt x="4477206" y="825586"/>
                  </a:lnTo>
                  <a:lnTo>
                    <a:pt x="4495244" y="825586"/>
                  </a:lnTo>
                  <a:lnTo>
                    <a:pt x="4495244" y="960236"/>
                  </a:lnTo>
                  <a:cubicBezTo>
                    <a:pt x="4495244" y="960236"/>
                    <a:pt x="4556684" y="965346"/>
                    <a:pt x="4554429" y="1018420"/>
                  </a:cubicBezTo>
                  <a:cubicBezTo>
                    <a:pt x="4552174" y="1065596"/>
                    <a:pt x="4554429" y="1322707"/>
                    <a:pt x="4554429" y="1322707"/>
                  </a:cubicBezTo>
                  <a:lnTo>
                    <a:pt x="4576412" y="1326049"/>
                  </a:lnTo>
                  <a:lnTo>
                    <a:pt x="4576412" y="1356517"/>
                  </a:lnTo>
                  <a:lnTo>
                    <a:pt x="4613614" y="1349834"/>
                  </a:lnTo>
                  <a:lnTo>
                    <a:pt x="4613614" y="1410770"/>
                  </a:lnTo>
                  <a:lnTo>
                    <a:pt x="4658143" y="1410770"/>
                  </a:lnTo>
                  <a:lnTo>
                    <a:pt x="4658143" y="1454604"/>
                  </a:lnTo>
                  <a:lnTo>
                    <a:pt x="4698727" y="1454604"/>
                  </a:lnTo>
                  <a:lnTo>
                    <a:pt x="4698727" y="1566255"/>
                  </a:lnTo>
                  <a:lnTo>
                    <a:pt x="4739875" y="1566255"/>
                  </a:lnTo>
                  <a:lnTo>
                    <a:pt x="4739875" y="1830050"/>
                  </a:lnTo>
                  <a:lnTo>
                    <a:pt x="4780460" y="1830050"/>
                  </a:lnTo>
                  <a:lnTo>
                    <a:pt x="4780460" y="3433653"/>
                  </a:lnTo>
                  <a:lnTo>
                    <a:pt x="4800752" y="3415175"/>
                  </a:lnTo>
                  <a:lnTo>
                    <a:pt x="4800752" y="3205437"/>
                  </a:lnTo>
                  <a:lnTo>
                    <a:pt x="4821043" y="3205437"/>
                  </a:lnTo>
                  <a:lnTo>
                    <a:pt x="4821043" y="2694556"/>
                  </a:lnTo>
                  <a:lnTo>
                    <a:pt x="5036364" y="2694556"/>
                  </a:lnTo>
                  <a:lnTo>
                    <a:pt x="5036364" y="2565608"/>
                  </a:lnTo>
                  <a:lnTo>
                    <a:pt x="5258449" y="2565608"/>
                  </a:lnTo>
                  <a:lnTo>
                    <a:pt x="5258449" y="2827240"/>
                  </a:lnTo>
                  <a:lnTo>
                    <a:pt x="5433749" y="2827240"/>
                  </a:lnTo>
                  <a:lnTo>
                    <a:pt x="5433749" y="3152560"/>
                  </a:lnTo>
                  <a:lnTo>
                    <a:pt x="5532391" y="3152560"/>
                  </a:lnTo>
                  <a:lnTo>
                    <a:pt x="5532391" y="2921789"/>
                  </a:lnTo>
                  <a:lnTo>
                    <a:pt x="5562829" y="2921789"/>
                  </a:lnTo>
                  <a:lnTo>
                    <a:pt x="5562829" y="2814266"/>
                  </a:lnTo>
                  <a:lnTo>
                    <a:pt x="5837334" y="2814266"/>
                  </a:lnTo>
                  <a:lnTo>
                    <a:pt x="5837334" y="3485153"/>
                  </a:lnTo>
                  <a:lnTo>
                    <a:pt x="5876791" y="3485153"/>
                  </a:lnTo>
                  <a:lnTo>
                    <a:pt x="5876791" y="3302738"/>
                  </a:lnTo>
                  <a:lnTo>
                    <a:pt x="5929776" y="3193250"/>
                  </a:lnTo>
                  <a:lnTo>
                    <a:pt x="5983325" y="3284457"/>
                  </a:lnTo>
                  <a:lnTo>
                    <a:pt x="5983325" y="3539799"/>
                  </a:lnTo>
                  <a:lnTo>
                    <a:pt x="6030109" y="3539799"/>
                  </a:lnTo>
                  <a:lnTo>
                    <a:pt x="6030109" y="3379007"/>
                  </a:lnTo>
                  <a:lnTo>
                    <a:pt x="6087603" y="3379007"/>
                  </a:lnTo>
                  <a:cubicBezTo>
                    <a:pt x="6087603" y="3379007"/>
                    <a:pt x="6095494" y="3248092"/>
                    <a:pt x="6089857" y="3229222"/>
                  </a:cubicBezTo>
                  <a:cubicBezTo>
                    <a:pt x="6100567" y="3231974"/>
                    <a:pt x="6142842" y="3231187"/>
                    <a:pt x="6181171" y="3229811"/>
                  </a:cubicBezTo>
                  <a:lnTo>
                    <a:pt x="6181171" y="2983511"/>
                  </a:lnTo>
                  <a:lnTo>
                    <a:pt x="6258957" y="2983511"/>
                  </a:lnTo>
                  <a:lnTo>
                    <a:pt x="6258957" y="3030884"/>
                  </a:lnTo>
                  <a:lnTo>
                    <a:pt x="6331670" y="3030884"/>
                  </a:lnTo>
                  <a:lnTo>
                    <a:pt x="6331670" y="2969162"/>
                  </a:lnTo>
                  <a:lnTo>
                    <a:pt x="6430312" y="2969162"/>
                  </a:lnTo>
                  <a:lnTo>
                    <a:pt x="6430312" y="3011817"/>
                  </a:lnTo>
                  <a:lnTo>
                    <a:pt x="6638305" y="3011817"/>
                  </a:lnTo>
                  <a:lnTo>
                    <a:pt x="6638305" y="2955009"/>
                  </a:lnTo>
                  <a:lnTo>
                    <a:pt x="6711018" y="2955009"/>
                  </a:lnTo>
                  <a:lnTo>
                    <a:pt x="6711018" y="3226863"/>
                  </a:lnTo>
                  <a:lnTo>
                    <a:pt x="6806842" y="3226863"/>
                  </a:lnTo>
                  <a:lnTo>
                    <a:pt x="6842353" y="3107349"/>
                  </a:lnTo>
                  <a:lnTo>
                    <a:pt x="6870536" y="3226863"/>
                  </a:lnTo>
                  <a:lnTo>
                    <a:pt x="6887446" y="3226863"/>
                  </a:lnTo>
                  <a:lnTo>
                    <a:pt x="6887446" y="2931421"/>
                  </a:lnTo>
                  <a:lnTo>
                    <a:pt x="6942122" y="2931421"/>
                  </a:lnTo>
                  <a:lnTo>
                    <a:pt x="6942122" y="2783798"/>
                  </a:lnTo>
                  <a:lnTo>
                    <a:pt x="7323724" y="2783798"/>
                  </a:lnTo>
                  <a:lnTo>
                    <a:pt x="7323724" y="3515228"/>
                  </a:lnTo>
                  <a:lnTo>
                    <a:pt x="7349089" y="3509331"/>
                  </a:lnTo>
                  <a:lnTo>
                    <a:pt x="7349089" y="3278364"/>
                  </a:lnTo>
                  <a:lnTo>
                    <a:pt x="7422366" y="2871271"/>
                  </a:lnTo>
                  <a:lnTo>
                    <a:pt x="7495642" y="3278364"/>
                  </a:lnTo>
                  <a:lnTo>
                    <a:pt x="7495642" y="3521518"/>
                  </a:lnTo>
                  <a:lnTo>
                    <a:pt x="7531153" y="3521518"/>
                  </a:lnTo>
                  <a:lnTo>
                    <a:pt x="7531153" y="3390801"/>
                  </a:lnTo>
                  <a:lnTo>
                    <a:pt x="7583011" y="3390801"/>
                  </a:lnTo>
                  <a:lnTo>
                    <a:pt x="7583011" y="3438174"/>
                  </a:lnTo>
                  <a:lnTo>
                    <a:pt x="7624159" y="3438174"/>
                  </a:lnTo>
                  <a:lnTo>
                    <a:pt x="7624159" y="3471197"/>
                  </a:lnTo>
                  <a:lnTo>
                    <a:pt x="7712654" y="3471197"/>
                  </a:lnTo>
                  <a:lnTo>
                    <a:pt x="7712654" y="3521518"/>
                  </a:lnTo>
                  <a:lnTo>
                    <a:pt x="7764512" y="3521518"/>
                  </a:lnTo>
                  <a:lnTo>
                    <a:pt x="7764512" y="3243964"/>
                  </a:lnTo>
                  <a:lnTo>
                    <a:pt x="7868790" y="3243964"/>
                  </a:lnTo>
                  <a:lnTo>
                    <a:pt x="7868790" y="2898791"/>
                  </a:lnTo>
                  <a:lnTo>
                    <a:pt x="8154569" y="2898791"/>
                  </a:lnTo>
                  <a:lnTo>
                    <a:pt x="8154569" y="2969162"/>
                  </a:lnTo>
                  <a:lnTo>
                    <a:pt x="8195153" y="2969162"/>
                  </a:lnTo>
                  <a:lnTo>
                    <a:pt x="8195153" y="3118750"/>
                  </a:lnTo>
                  <a:lnTo>
                    <a:pt x="8215445" y="3118750"/>
                  </a:lnTo>
                  <a:lnTo>
                    <a:pt x="8215445" y="3107349"/>
                  </a:lnTo>
                  <a:cubicBezTo>
                    <a:pt x="8215445" y="3107349"/>
                    <a:pt x="8234610" y="3107546"/>
                    <a:pt x="8265611" y="3107939"/>
                  </a:cubicBezTo>
                  <a:lnTo>
                    <a:pt x="8265611" y="3074523"/>
                  </a:lnTo>
                  <a:lnTo>
                    <a:pt x="8491642" y="3074523"/>
                  </a:lnTo>
                  <a:lnTo>
                    <a:pt x="8491642" y="2871271"/>
                  </a:lnTo>
                  <a:lnTo>
                    <a:pt x="8510243" y="2871271"/>
                  </a:lnTo>
                  <a:lnTo>
                    <a:pt x="8510243" y="2645218"/>
                  </a:lnTo>
                  <a:lnTo>
                    <a:pt x="8655105" y="2645218"/>
                  </a:lnTo>
                  <a:lnTo>
                    <a:pt x="8655105" y="2871271"/>
                  </a:lnTo>
                  <a:lnTo>
                    <a:pt x="8730073" y="2871271"/>
                  </a:lnTo>
                  <a:lnTo>
                    <a:pt x="8730073" y="3608598"/>
                  </a:lnTo>
                  <a:lnTo>
                    <a:pt x="8801658" y="3608598"/>
                  </a:lnTo>
                  <a:lnTo>
                    <a:pt x="8801658" y="3466873"/>
                  </a:lnTo>
                  <a:lnTo>
                    <a:pt x="8834915" y="3466873"/>
                  </a:lnTo>
                  <a:lnTo>
                    <a:pt x="8834915" y="3150791"/>
                  </a:lnTo>
                  <a:lnTo>
                    <a:pt x="8868171" y="3150791"/>
                  </a:lnTo>
                  <a:lnTo>
                    <a:pt x="8868171" y="3017125"/>
                  </a:lnTo>
                  <a:lnTo>
                    <a:pt x="8974704" y="2907636"/>
                  </a:lnTo>
                  <a:lnTo>
                    <a:pt x="9040653" y="2958940"/>
                  </a:lnTo>
                  <a:lnTo>
                    <a:pt x="9040653" y="912076"/>
                  </a:lnTo>
                  <a:lnTo>
                    <a:pt x="9218208" y="912076"/>
                  </a:lnTo>
                  <a:lnTo>
                    <a:pt x="9218208" y="888685"/>
                  </a:lnTo>
                  <a:lnTo>
                    <a:pt x="9086310" y="888685"/>
                  </a:lnTo>
                  <a:lnTo>
                    <a:pt x="9054181" y="873942"/>
                  </a:lnTo>
                  <a:lnTo>
                    <a:pt x="9051363" y="844850"/>
                  </a:lnTo>
                  <a:lnTo>
                    <a:pt x="9080673" y="825586"/>
                  </a:lnTo>
                  <a:lnTo>
                    <a:pt x="9218208" y="825586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12700">
              <a:miter lim="400000"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</a:p>
          </p:txBody>
        </p:sp>
        <p:grpSp>
          <p:nvGrpSpPr>
            <p:cNvPr id="40" name="组合 39" descr="592c1f24-c575-4510-8018-1ca480d67ff9"/>
            <p:cNvGrpSpPr/>
            <p:nvPr/>
          </p:nvGrpSpPr>
          <p:grpSpPr>
            <a:xfrm>
              <a:off x="4716299" y="3733042"/>
              <a:ext cx="4503076" cy="1602568"/>
              <a:chOff x="4716299" y="3733042"/>
              <a:chExt cx="4503076" cy="1602568"/>
            </a:xfrm>
          </p:grpSpPr>
          <p:sp>
            <p:nvSpPr>
              <p:cNvPr id="23" name="îsliďe" descr="97b3838d-353e-4263-8497-f71e5a6c5888"/>
              <p:cNvSpPr/>
              <p:nvPr/>
            </p:nvSpPr>
            <p:spPr>
              <a:xfrm>
                <a:off x="4716299" y="3739759"/>
                <a:ext cx="4495628" cy="15958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304" extrusionOk="0">
                    <a:moveTo>
                      <a:pt x="10802" y="0"/>
                    </a:moveTo>
                    <a:lnTo>
                      <a:pt x="10689" y="9861"/>
                    </a:lnTo>
                    <a:cubicBezTo>
                      <a:pt x="9790" y="10031"/>
                      <a:pt x="9078" y="12108"/>
                      <a:pt x="9078" y="14651"/>
                    </a:cubicBezTo>
                    <a:cubicBezTo>
                      <a:pt x="9078" y="15072"/>
                      <a:pt x="9100" y="15476"/>
                      <a:pt x="9136" y="15865"/>
                    </a:cubicBezTo>
                    <a:lnTo>
                      <a:pt x="0" y="13541"/>
                    </a:lnTo>
                    <a:cubicBezTo>
                      <a:pt x="0" y="13541"/>
                      <a:pt x="2840" y="14774"/>
                      <a:pt x="5036" y="15763"/>
                    </a:cubicBezTo>
                    <a:lnTo>
                      <a:pt x="5036" y="15921"/>
                    </a:lnTo>
                    <a:cubicBezTo>
                      <a:pt x="5036" y="16055"/>
                      <a:pt x="5075" y="16164"/>
                      <a:pt x="5124" y="16164"/>
                    </a:cubicBezTo>
                    <a:cubicBezTo>
                      <a:pt x="5172" y="16164"/>
                      <a:pt x="5211" y="16055"/>
                      <a:pt x="5211" y="15921"/>
                    </a:cubicBezTo>
                    <a:cubicBezTo>
                      <a:pt x="5211" y="15921"/>
                      <a:pt x="5211" y="15878"/>
                      <a:pt x="5211" y="15843"/>
                    </a:cubicBezTo>
                    <a:cubicBezTo>
                      <a:pt x="5738" y="16081"/>
                      <a:pt x="6271" y="16322"/>
                      <a:pt x="6652" y="16502"/>
                    </a:cubicBezTo>
                    <a:cubicBezTo>
                      <a:pt x="6738" y="16542"/>
                      <a:pt x="6816" y="16585"/>
                      <a:pt x="6899" y="16627"/>
                    </a:cubicBezTo>
                    <a:lnTo>
                      <a:pt x="6899" y="16850"/>
                    </a:lnTo>
                    <a:cubicBezTo>
                      <a:pt x="6899" y="17044"/>
                      <a:pt x="6956" y="17202"/>
                      <a:pt x="7026" y="17202"/>
                    </a:cubicBezTo>
                    <a:cubicBezTo>
                      <a:pt x="7096" y="17202"/>
                      <a:pt x="7152" y="17044"/>
                      <a:pt x="7152" y="16850"/>
                    </a:cubicBezTo>
                    <a:cubicBezTo>
                      <a:pt x="7152" y="16850"/>
                      <a:pt x="7152" y="16794"/>
                      <a:pt x="7152" y="16755"/>
                    </a:cubicBezTo>
                    <a:cubicBezTo>
                      <a:pt x="7218" y="16789"/>
                      <a:pt x="7289" y="16823"/>
                      <a:pt x="7353" y="16858"/>
                    </a:cubicBezTo>
                    <a:cubicBezTo>
                      <a:pt x="7052" y="17207"/>
                      <a:pt x="6840" y="18032"/>
                      <a:pt x="6840" y="18991"/>
                    </a:cubicBezTo>
                    <a:cubicBezTo>
                      <a:pt x="6840" y="20265"/>
                      <a:pt x="7214" y="21303"/>
                      <a:pt x="7672" y="21303"/>
                    </a:cubicBezTo>
                    <a:cubicBezTo>
                      <a:pt x="8130" y="21303"/>
                      <a:pt x="8504" y="20265"/>
                      <a:pt x="8504" y="18991"/>
                    </a:cubicBezTo>
                    <a:cubicBezTo>
                      <a:pt x="8504" y="18376"/>
                      <a:pt x="8415" y="17819"/>
                      <a:pt x="8273" y="17404"/>
                    </a:cubicBezTo>
                    <a:cubicBezTo>
                      <a:pt x="8344" y="17450"/>
                      <a:pt x="8418" y="17495"/>
                      <a:pt x="8486" y="17539"/>
                    </a:cubicBezTo>
                    <a:lnTo>
                      <a:pt x="8486" y="17803"/>
                    </a:lnTo>
                    <a:cubicBezTo>
                      <a:pt x="8486" y="18069"/>
                      <a:pt x="8563" y="18285"/>
                      <a:pt x="8659" y="18285"/>
                    </a:cubicBezTo>
                    <a:cubicBezTo>
                      <a:pt x="8755" y="18285"/>
                      <a:pt x="8833" y="18069"/>
                      <a:pt x="8833" y="17803"/>
                    </a:cubicBezTo>
                    <a:cubicBezTo>
                      <a:pt x="8833" y="17803"/>
                      <a:pt x="8833" y="17779"/>
                      <a:pt x="8833" y="17776"/>
                    </a:cubicBezTo>
                    <a:cubicBezTo>
                      <a:pt x="9241" y="18061"/>
                      <a:pt x="9566" y="18313"/>
                      <a:pt x="9765" y="18478"/>
                    </a:cubicBezTo>
                    <a:cubicBezTo>
                      <a:pt x="10055" y="19089"/>
                      <a:pt x="10416" y="19457"/>
                      <a:pt x="10808" y="19457"/>
                    </a:cubicBezTo>
                    <a:cubicBezTo>
                      <a:pt x="11203" y="19457"/>
                      <a:pt x="11566" y="19084"/>
                      <a:pt x="11857" y="18465"/>
                    </a:cubicBezTo>
                    <a:cubicBezTo>
                      <a:pt x="12098" y="18266"/>
                      <a:pt x="12499" y="17952"/>
                      <a:pt x="13026" y="17599"/>
                    </a:cubicBezTo>
                    <a:cubicBezTo>
                      <a:pt x="13026" y="17700"/>
                      <a:pt x="13026" y="17803"/>
                      <a:pt x="13026" y="17803"/>
                    </a:cubicBezTo>
                    <a:cubicBezTo>
                      <a:pt x="13026" y="18069"/>
                      <a:pt x="13103" y="18285"/>
                      <a:pt x="13199" y="18285"/>
                    </a:cubicBezTo>
                    <a:cubicBezTo>
                      <a:pt x="13295" y="18285"/>
                      <a:pt x="13373" y="18069"/>
                      <a:pt x="13373" y="17803"/>
                    </a:cubicBezTo>
                    <a:lnTo>
                      <a:pt x="13373" y="17377"/>
                    </a:lnTo>
                    <a:cubicBezTo>
                      <a:pt x="13466" y="17318"/>
                      <a:pt x="13555" y="17261"/>
                      <a:pt x="13653" y="17202"/>
                    </a:cubicBezTo>
                    <a:cubicBezTo>
                      <a:pt x="13539" y="17457"/>
                      <a:pt x="13447" y="17792"/>
                      <a:pt x="13393" y="18200"/>
                    </a:cubicBezTo>
                    <a:cubicBezTo>
                      <a:pt x="13236" y="19396"/>
                      <a:pt x="13459" y="20727"/>
                      <a:pt x="13890" y="21164"/>
                    </a:cubicBezTo>
                    <a:cubicBezTo>
                      <a:pt x="14320" y="21600"/>
                      <a:pt x="14799" y="20981"/>
                      <a:pt x="14956" y="19784"/>
                    </a:cubicBezTo>
                    <a:cubicBezTo>
                      <a:pt x="15113" y="18588"/>
                      <a:pt x="14890" y="17257"/>
                      <a:pt x="14460" y="16821"/>
                    </a:cubicBezTo>
                    <a:cubicBezTo>
                      <a:pt x="14443" y="16804"/>
                      <a:pt x="14427" y="16791"/>
                      <a:pt x="14411" y="16778"/>
                    </a:cubicBezTo>
                    <a:cubicBezTo>
                      <a:pt x="14508" y="16726"/>
                      <a:pt x="14609" y="16676"/>
                      <a:pt x="14711" y="16626"/>
                    </a:cubicBezTo>
                    <a:cubicBezTo>
                      <a:pt x="14711" y="16725"/>
                      <a:pt x="14711" y="16850"/>
                      <a:pt x="14711" y="16850"/>
                    </a:cubicBezTo>
                    <a:cubicBezTo>
                      <a:pt x="14711" y="17044"/>
                      <a:pt x="14767" y="17202"/>
                      <a:pt x="14837" y="17202"/>
                    </a:cubicBezTo>
                    <a:cubicBezTo>
                      <a:pt x="14907" y="17202"/>
                      <a:pt x="14963" y="17044"/>
                      <a:pt x="14963" y="16850"/>
                    </a:cubicBezTo>
                    <a:lnTo>
                      <a:pt x="14963" y="16514"/>
                    </a:lnTo>
                    <a:lnTo>
                      <a:pt x="14929" y="16514"/>
                    </a:lnTo>
                    <a:cubicBezTo>
                      <a:pt x="14937" y="16510"/>
                      <a:pt x="14945" y="16506"/>
                      <a:pt x="14954" y="16502"/>
                    </a:cubicBezTo>
                    <a:cubicBezTo>
                      <a:pt x="15398" y="16292"/>
                      <a:pt x="16003" y="16018"/>
                      <a:pt x="16634" y="15734"/>
                    </a:cubicBezTo>
                    <a:cubicBezTo>
                      <a:pt x="16634" y="15793"/>
                      <a:pt x="16634" y="15921"/>
                      <a:pt x="16634" y="15921"/>
                    </a:cubicBezTo>
                    <a:cubicBezTo>
                      <a:pt x="16634" y="16055"/>
                      <a:pt x="16673" y="16164"/>
                      <a:pt x="16721" y="16164"/>
                    </a:cubicBezTo>
                    <a:cubicBezTo>
                      <a:pt x="16770" y="16164"/>
                      <a:pt x="16809" y="16055"/>
                      <a:pt x="16809" y="15921"/>
                    </a:cubicBezTo>
                    <a:lnTo>
                      <a:pt x="16809" y="15689"/>
                    </a:lnTo>
                    <a:lnTo>
                      <a:pt x="16733" y="15689"/>
                    </a:lnTo>
                    <a:cubicBezTo>
                      <a:pt x="18899" y="14716"/>
                      <a:pt x="21592" y="13546"/>
                      <a:pt x="21600" y="13542"/>
                    </a:cubicBezTo>
                    <a:lnTo>
                      <a:pt x="12480" y="15862"/>
                    </a:lnTo>
                    <a:cubicBezTo>
                      <a:pt x="12516" y="15475"/>
                      <a:pt x="12538" y="15071"/>
                      <a:pt x="12538" y="14651"/>
                    </a:cubicBezTo>
                    <a:cubicBezTo>
                      <a:pt x="12538" y="12097"/>
                      <a:pt x="11820" y="10014"/>
                      <a:pt x="10915" y="9859"/>
                    </a:cubicBezTo>
                    <a:lnTo>
                      <a:pt x="10802" y="0"/>
                    </a:lnTo>
                    <a:close/>
                  </a:path>
                </a:pathLst>
              </a:custGeom>
              <a:solidFill>
                <a:schemeClr val="tx2">
                  <a:alpha val="10000"/>
                </a:schemeClr>
              </a:solidFill>
              <a:ln w="6350"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26" name="ïšḷiḋé" descr="d6a8bb42-b75e-46db-b5db-9570b9dc9727"/>
              <p:cNvSpPr/>
              <p:nvPr/>
            </p:nvSpPr>
            <p:spPr>
              <a:xfrm>
                <a:off x="7136399" y="4761116"/>
                <a:ext cx="2082976" cy="3853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21600" y="0"/>
                      <a:pt x="1007" y="12001"/>
                      <a:pt x="220" y="13091"/>
                    </a:cubicBezTo>
                    <a:cubicBezTo>
                      <a:pt x="220" y="13091"/>
                      <a:pt x="0" y="21600"/>
                      <a:pt x="0" y="21600"/>
                    </a:cubicBezTo>
                    <a:cubicBezTo>
                      <a:pt x="0" y="21600"/>
                      <a:pt x="1161" y="19547"/>
                      <a:pt x="3080" y="17048"/>
                    </a:cubicBezTo>
                    <a:cubicBezTo>
                      <a:pt x="3080" y="17464"/>
                      <a:pt x="3080" y="17894"/>
                      <a:pt x="3080" y="17894"/>
                    </a:cubicBezTo>
                    <a:cubicBezTo>
                      <a:pt x="3080" y="19014"/>
                      <a:pt x="3249" y="19924"/>
                      <a:pt x="3456" y="19924"/>
                    </a:cubicBezTo>
                    <a:cubicBezTo>
                      <a:pt x="3663" y="19924"/>
                      <a:pt x="3831" y="19014"/>
                      <a:pt x="3831" y="17894"/>
                    </a:cubicBezTo>
                    <a:lnTo>
                      <a:pt x="3831" y="16115"/>
                    </a:lnTo>
                    <a:cubicBezTo>
                      <a:pt x="4687" y="15062"/>
                      <a:pt x="5654" y="13981"/>
                      <a:pt x="6718" y="12953"/>
                    </a:cubicBezTo>
                    <a:cubicBezTo>
                      <a:pt x="6718" y="13370"/>
                      <a:pt x="6718" y="13896"/>
                      <a:pt x="6718" y="13896"/>
                    </a:cubicBezTo>
                    <a:cubicBezTo>
                      <a:pt x="6718" y="14710"/>
                      <a:pt x="6840" y="15372"/>
                      <a:pt x="6990" y="15372"/>
                    </a:cubicBezTo>
                    <a:cubicBezTo>
                      <a:pt x="7141" y="15372"/>
                      <a:pt x="7264" y="14710"/>
                      <a:pt x="7264" y="13896"/>
                    </a:cubicBezTo>
                    <a:lnTo>
                      <a:pt x="7264" y="12491"/>
                    </a:lnTo>
                    <a:lnTo>
                      <a:pt x="7185" y="12491"/>
                    </a:lnTo>
                    <a:cubicBezTo>
                      <a:pt x="7205" y="12473"/>
                      <a:pt x="7222" y="12453"/>
                      <a:pt x="7242" y="12435"/>
                    </a:cubicBezTo>
                    <a:cubicBezTo>
                      <a:pt x="8200" y="11556"/>
                      <a:pt x="9507" y="10402"/>
                      <a:pt x="10868" y="9211"/>
                    </a:cubicBezTo>
                    <a:cubicBezTo>
                      <a:pt x="10868" y="9457"/>
                      <a:pt x="10868" y="9995"/>
                      <a:pt x="10868" y="9995"/>
                    </a:cubicBezTo>
                    <a:cubicBezTo>
                      <a:pt x="10868" y="10559"/>
                      <a:pt x="10953" y="11015"/>
                      <a:pt x="11057" y="11015"/>
                    </a:cubicBezTo>
                    <a:cubicBezTo>
                      <a:pt x="11161" y="11015"/>
                      <a:pt x="11247" y="10559"/>
                      <a:pt x="11247" y="9995"/>
                    </a:cubicBezTo>
                    <a:lnTo>
                      <a:pt x="11247" y="9021"/>
                    </a:lnTo>
                    <a:lnTo>
                      <a:pt x="11085" y="9021"/>
                    </a:lnTo>
                    <a:cubicBezTo>
                      <a:pt x="15766" y="4930"/>
                      <a:pt x="21600" y="0"/>
                      <a:pt x="21600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27" name="ïṩľîḍé" descr="24d31af3-5c31-46cc-a705-d29ff0f11028"/>
              <p:cNvSpPr/>
              <p:nvPr/>
            </p:nvSpPr>
            <p:spPr>
              <a:xfrm>
                <a:off x="7532516" y="5029350"/>
                <a:ext cx="280060" cy="2800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5" y="21600"/>
                    </a:moveTo>
                    <a:cubicBezTo>
                      <a:pt x="16746" y="21600"/>
                      <a:pt x="21600" y="16744"/>
                      <a:pt x="21600" y="10798"/>
                    </a:cubicBezTo>
                    <a:cubicBezTo>
                      <a:pt x="21600" y="4853"/>
                      <a:pt x="16746" y="0"/>
                      <a:pt x="10805" y="0"/>
                    </a:cubicBezTo>
                    <a:cubicBezTo>
                      <a:pt x="4854" y="0"/>
                      <a:pt x="0" y="4853"/>
                      <a:pt x="0" y="10798"/>
                    </a:cubicBezTo>
                    <a:cubicBezTo>
                      <a:pt x="0" y="16744"/>
                      <a:pt x="4854" y="21600"/>
                      <a:pt x="10805" y="21600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anchor="ctr" anchorCtr="0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28" name="i$ḻídé" descr="b22ec806-d671-4002-ba51-602d4d2da11d"/>
              <p:cNvSpPr/>
              <p:nvPr/>
            </p:nvSpPr>
            <p:spPr>
              <a:xfrm>
                <a:off x="4719263" y="4750557"/>
                <a:ext cx="2082885" cy="3853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0" y="0"/>
                      <a:pt x="6128" y="5181"/>
                      <a:pt x="10869" y="9334"/>
                    </a:cubicBezTo>
                    <a:lnTo>
                      <a:pt x="10869" y="9995"/>
                    </a:lnTo>
                    <a:cubicBezTo>
                      <a:pt x="10869" y="10559"/>
                      <a:pt x="10953" y="11015"/>
                      <a:pt x="11057" y="11015"/>
                    </a:cubicBezTo>
                    <a:cubicBezTo>
                      <a:pt x="11162" y="11015"/>
                      <a:pt x="11246" y="10559"/>
                      <a:pt x="11246" y="9995"/>
                    </a:cubicBezTo>
                    <a:cubicBezTo>
                      <a:pt x="11246" y="9995"/>
                      <a:pt x="11246" y="9816"/>
                      <a:pt x="11246" y="9672"/>
                    </a:cubicBezTo>
                    <a:cubicBezTo>
                      <a:pt x="12384" y="10672"/>
                      <a:pt x="13535" y="11681"/>
                      <a:pt x="14358" y="12435"/>
                    </a:cubicBezTo>
                    <a:cubicBezTo>
                      <a:pt x="14543" y="12605"/>
                      <a:pt x="14711" y="12789"/>
                      <a:pt x="14891" y="12963"/>
                    </a:cubicBezTo>
                    <a:lnTo>
                      <a:pt x="14891" y="13896"/>
                    </a:lnTo>
                    <a:cubicBezTo>
                      <a:pt x="14891" y="14710"/>
                      <a:pt x="15013" y="15372"/>
                      <a:pt x="15164" y="15372"/>
                    </a:cubicBezTo>
                    <a:cubicBezTo>
                      <a:pt x="15315" y="15372"/>
                      <a:pt x="15436" y="14710"/>
                      <a:pt x="15436" y="13896"/>
                    </a:cubicBezTo>
                    <a:cubicBezTo>
                      <a:pt x="15436" y="13896"/>
                      <a:pt x="15436" y="13661"/>
                      <a:pt x="15436" y="13501"/>
                    </a:cubicBezTo>
                    <a:cubicBezTo>
                      <a:pt x="16508" y="14591"/>
                      <a:pt x="17479" y="15721"/>
                      <a:pt x="18314" y="16792"/>
                    </a:cubicBezTo>
                    <a:lnTo>
                      <a:pt x="18314" y="17894"/>
                    </a:lnTo>
                    <a:cubicBezTo>
                      <a:pt x="18314" y="19014"/>
                      <a:pt x="18482" y="19924"/>
                      <a:pt x="18689" y="19924"/>
                    </a:cubicBezTo>
                    <a:cubicBezTo>
                      <a:pt x="18897" y="19924"/>
                      <a:pt x="19064" y="19014"/>
                      <a:pt x="19064" y="17894"/>
                    </a:cubicBezTo>
                    <a:cubicBezTo>
                      <a:pt x="19064" y="17894"/>
                      <a:pt x="19064" y="17798"/>
                      <a:pt x="19064" y="17786"/>
                    </a:cubicBezTo>
                    <a:cubicBezTo>
                      <a:pt x="20642" y="19932"/>
                      <a:pt x="21600" y="21600"/>
                      <a:pt x="21600" y="21600"/>
                    </a:cubicBezTo>
                    <a:cubicBezTo>
                      <a:pt x="21600" y="21600"/>
                      <a:pt x="21380" y="13091"/>
                      <a:pt x="21380" y="13091"/>
                    </a:cubicBezTo>
                    <a:cubicBezTo>
                      <a:pt x="20593" y="1200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29" name="í$ļïde" descr="207601d6-ac80-434c-8c57-b442956002b6"/>
              <p:cNvSpPr/>
              <p:nvPr/>
            </p:nvSpPr>
            <p:spPr>
              <a:xfrm>
                <a:off x="6175818" y="5018791"/>
                <a:ext cx="280062" cy="2800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4" y="21600"/>
                    </a:moveTo>
                    <a:cubicBezTo>
                      <a:pt x="16746" y="21600"/>
                      <a:pt x="21600" y="16744"/>
                      <a:pt x="21600" y="10798"/>
                    </a:cubicBezTo>
                    <a:cubicBezTo>
                      <a:pt x="21600" y="4853"/>
                      <a:pt x="16746" y="0"/>
                      <a:pt x="10804" y="0"/>
                    </a:cubicBezTo>
                    <a:cubicBezTo>
                      <a:pt x="4854" y="0"/>
                      <a:pt x="0" y="4853"/>
                      <a:pt x="0" y="10798"/>
                    </a:cubicBezTo>
                    <a:cubicBezTo>
                      <a:pt x="0" y="16744"/>
                      <a:pt x="4854" y="21600"/>
                      <a:pt x="10804" y="21600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anchor="ctr" anchorCtr="0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30" name="íŝḷïḍê" descr="84a09375-0aa5-43a3-a4e8-ec40ca682af3"/>
              <p:cNvSpPr/>
              <p:nvPr/>
            </p:nvSpPr>
            <p:spPr>
              <a:xfrm>
                <a:off x="6945266" y="3733042"/>
                <a:ext cx="48313" cy="7577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0803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chemeClr val="tx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31" name="îṩľîde" descr="269935a3-4c1c-49cd-9a69-063fc859fbb4"/>
              <p:cNvSpPr/>
              <p:nvPr/>
            </p:nvSpPr>
            <p:spPr>
              <a:xfrm>
                <a:off x="6986529" y="4656618"/>
                <a:ext cx="152488" cy="757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0" y="0"/>
                    </a:lnTo>
                    <a:lnTo>
                      <a:pt x="17227" y="0"/>
                    </a:lnTo>
                    <a:cubicBezTo>
                      <a:pt x="17227" y="0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anchor="ctr" anchorCtr="0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32" name="íś1íḓê" descr="72901d69-5e1c-4ca6-a930-e5e7cc788682"/>
              <p:cNvSpPr/>
              <p:nvPr/>
            </p:nvSpPr>
            <p:spPr>
              <a:xfrm>
                <a:off x="7135075" y="4656618"/>
                <a:ext cx="102843" cy="890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313" y="0"/>
                    </a:moveTo>
                    <a:lnTo>
                      <a:pt x="0" y="0"/>
                    </a:lnTo>
                    <a:lnTo>
                      <a:pt x="9287" y="21600"/>
                    </a:lnTo>
                    <a:lnTo>
                      <a:pt x="21600" y="21600"/>
                    </a:lnTo>
                    <a:cubicBezTo>
                      <a:pt x="21600" y="21600"/>
                      <a:pt x="12313" y="0"/>
                      <a:pt x="12313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anchor="ctr" anchorCtr="0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33" name="išlîḑe" descr="2176eae9-b96e-4572-b0c6-b9f9a2e88198"/>
              <p:cNvSpPr/>
              <p:nvPr/>
            </p:nvSpPr>
            <p:spPr>
              <a:xfrm>
                <a:off x="6701814" y="4656618"/>
                <a:ext cx="102843" cy="890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286" y="0"/>
                    </a:moveTo>
                    <a:lnTo>
                      <a:pt x="21600" y="0"/>
                    </a:lnTo>
                    <a:lnTo>
                      <a:pt x="12314" y="21600"/>
                    </a:lnTo>
                    <a:lnTo>
                      <a:pt x="0" y="21600"/>
                    </a:lnTo>
                    <a:cubicBezTo>
                      <a:pt x="0" y="21600"/>
                      <a:pt x="9286" y="0"/>
                      <a:pt x="9286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anchor="ctr" anchorCtr="0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34" name="îṡḻíḍê" descr="c44b1dfe-6197-421e-867d-673d74a74c29"/>
              <p:cNvSpPr/>
              <p:nvPr/>
            </p:nvSpPr>
            <p:spPr>
              <a:xfrm>
                <a:off x="6813225" y="4656618"/>
                <a:ext cx="152486" cy="757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4371" y="0"/>
                    </a:lnTo>
                    <a:cubicBezTo>
                      <a:pt x="4371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anchor="ctr" anchorCtr="0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35" name="iŝ1ídé" descr="18866bfc-b556-418b-bfa5-cceb536e8bcf"/>
              <p:cNvSpPr/>
              <p:nvPr/>
            </p:nvSpPr>
            <p:spPr>
              <a:xfrm>
                <a:off x="6812798" y="4811103"/>
                <a:ext cx="315715" cy="3157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5" y="21600"/>
                    </a:moveTo>
                    <a:cubicBezTo>
                      <a:pt x="16746" y="21600"/>
                      <a:pt x="21600" y="16744"/>
                      <a:pt x="21600" y="10798"/>
                    </a:cubicBezTo>
                    <a:cubicBezTo>
                      <a:pt x="21600" y="4853"/>
                      <a:pt x="16746" y="0"/>
                      <a:pt x="10805" y="0"/>
                    </a:cubicBezTo>
                    <a:cubicBezTo>
                      <a:pt x="4854" y="0"/>
                      <a:pt x="0" y="4853"/>
                      <a:pt x="0" y="10798"/>
                    </a:cubicBezTo>
                    <a:cubicBezTo>
                      <a:pt x="0" y="16744"/>
                      <a:pt x="4854" y="21600"/>
                      <a:pt x="10805" y="21600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anchor="ctr" anchorCtr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</p:grpSp>
        <p:cxnSp>
          <p:nvCxnSpPr>
            <p:cNvPr id="6" name="ïsḷídé" descr="6db4e083-c771-49f7-a2ea-fe4e030db6dd"/>
            <p:cNvCxnSpPr/>
            <p:nvPr/>
          </p:nvCxnSpPr>
          <p:spPr>
            <a:xfrm>
              <a:off x="6958784" y="1275155"/>
              <a:ext cx="0" cy="2364338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组合 35" descr="fd218b6c-16ce-4ec2-bd54-6cc8ac069086"/>
            <p:cNvGrpSpPr/>
            <p:nvPr/>
          </p:nvGrpSpPr>
          <p:grpSpPr>
            <a:xfrm>
              <a:off x="660400" y="1193800"/>
              <a:ext cx="6041414" cy="1324995"/>
              <a:chOff x="660400" y="1130300"/>
              <a:chExt cx="6041414" cy="1324995"/>
            </a:xfrm>
          </p:grpSpPr>
          <p:sp>
            <p:nvSpPr>
              <p:cNvPr id="19" name="Bullet1" descr="791f3d80-6fb5-4715-a660-da1156b9038e"/>
              <p:cNvSpPr txBox="1"/>
              <p:nvPr/>
            </p:nvSpPr>
            <p:spPr>
              <a:xfrm>
                <a:off x="1328820" y="1130300"/>
                <a:ext cx="5372994" cy="42524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设计任务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0" name="Text1" descr="ef2fe8b3-1502-4602-a8c5-dd6ddd7c1c42"/>
              <p:cNvSpPr/>
              <p:nvPr/>
            </p:nvSpPr>
            <p:spPr bwMode="auto">
              <a:xfrm>
                <a:off x="1328820" y="1555548"/>
                <a:ext cx="5372994" cy="8997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在Fusion 360中完成建模和仿真，设计传动比3:1的齿轮系统。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7" name="IconBackground1" descr="a83907d8-ac9a-49ad-9d56-b8ec37a36012"/>
              <p:cNvSpPr/>
              <p:nvPr/>
            </p:nvSpPr>
            <p:spPr>
              <a:xfrm>
                <a:off x="660400" y="1636873"/>
                <a:ext cx="560428" cy="560428"/>
              </a:xfrm>
              <a:prstGeom prst="ellipse">
                <a:avLst/>
              </a:prstGeom>
              <a:solidFill>
                <a:schemeClr val="accent1"/>
              </a:solidFill>
              <a:ln w="381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8" name="Icon1" descr="b70f3e18-6c2a-409f-bf67-306c822da4cf"/>
              <p:cNvSpPr/>
              <p:nvPr/>
            </p:nvSpPr>
            <p:spPr>
              <a:xfrm>
                <a:off x="800697" y="1780102"/>
                <a:ext cx="279834" cy="273968"/>
              </a:xfrm>
              <a:custGeom>
                <a:avLst/>
                <a:gdLst>
                  <a:gd name="connsiteX0" fmla="*/ 163903 w 607933"/>
                  <a:gd name="connsiteY0" fmla="*/ 369028 h 595191"/>
                  <a:gd name="connsiteX1" fmla="*/ 195691 w 607933"/>
                  <a:gd name="connsiteY1" fmla="*/ 416642 h 595191"/>
                  <a:gd name="connsiteX2" fmla="*/ 52648 w 607933"/>
                  <a:gd name="connsiteY2" fmla="*/ 476158 h 595191"/>
                  <a:gd name="connsiteX3" fmla="*/ 303967 w 607933"/>
                  <a:gd name="connsiteY3" fmla="*/ 542618 h 595191"/>
                  <a:gd name="connsiteX4" fmla="*/ 555285 w 607933"/>
                  <a:gd name="connsiteY4" fmla="*/ 476158 h 595191"/>
                  <a:gd name="connsiteX5" fmla="*/ 413235 w 607933"/>
                  <a:gd name="connsiteY5" fmla="*/ 416642 h 595191"/>
                  <a:gd name="connsiteX6" fmla="*/ 444029 w 607933"/>
                  <a:gd name="connsiteY6" fmla="*/ 369028 h 595191"/>
                  <a:gd name="connsiteX7" fmla="*/ 607933 w 607933"/>
                  <a:gd name="connsiteY7" fmla="*/ 476158 h 595191"/>
                  <a:gd name="connsiteX8" fmla="*/ 303967 w 607933"/>
                  <a:gd name="connsiteY8" fmla="*/ 595191 h 595191"/>
                  <a:gd name="connsiteX9" fmla="*/ 0 w 607933"/>
                  <a:gd name="connsiteY9" fmla="*/ 476158 h 595191"/>
                  <a:gd name="connsiteX10" fmla="*/ 163903 w 607933"/>
                  <a:gd name="connsiteY10" fmla="*/ 369028 h 595191"/>
                  <a:gd name="connsiteX11" fmla="*/ 303967 w 607933"/>
                  <a:gd name="connsiteY11" fmla="*/ 100209 h 595191"/>
                  <a:gd name="connsiteX12" fmla="*/ 230453 w 607933"/>
                  <a:gd name="connsiteY12" fmla="*/ 174622 h 595191"/>
                  <a:gd name="connsiteX13" fmla="*/ 303967 w 607933"/>
                  <a:gd name="connsiteY13" fmla="*/ 248042 h 595191"/>
                  <a:gd name="connsiteX14" fmla="*/ 378475 w 607933"/>
                  <a:gd name="connsiteY14" fmla="*/ 174622 h 595191"/>
                  <a:gd name="connsiteX15" fmla="*/ 303967 w 607933"/>
                  <a:gd name="connsiteY15" fmla="*/ 100209 h 595191"/>
                  <a:gd name="connsiteX16" fmla="*/ 303967 w 607933"/>
                  <a:gd name="connsiteY16" fmla="*/ 0 h 595191"/>
                  <a:gd name="connsiteX17" fmla="*/ 481792 w 607933"/>
                  <a:gd name="connsiteY17" fmla="*/ 177598 h 595191"/>
                  <a:gd name="connsiteX18" fmla="*/ 338737 w 607933"/>
                  <a:gd name="connsiteY18" fmla="*/ 453420 h 595191"/>
                  <a:gd name="connsiteX19" fmla="*/ 303967 w 607933"/>
                  <a:gd name="connsiteY19" fmla="*/ 471279 h 595191"/>
                  <a:gd name="connsiteX20" fmla="*/ 269197 w 607933"/>
                  <a:gd name="connsiteY20" fmla="*/ 453420 h 595191"/>
                  <a:gd name="connsiteX21" fmla="*/ 126142 w 607933"/>
                  <a:gd name="connsiteY21" fmla="*/ 177598 h 595191"/>
                  <a:gd name="connsiteX22" fmla="*/ 303967 w 607933"/>
                  <a:gd name="connsiteY22" fmla="*/ 0 h 595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07933" h="595191">
                    <a:moveTo>
                      <a:pt x="163903" y="369028"/>
                    </a:moveTo>
                    <a:cubicBezTo>
                      <a:pt x="173837" y="383907"/>
                      <a:pt x="183771" y="399778"/>
                      <a:pt x="195691" y="416642"/>
                    </a:cubicBezTo>
                    <a:cubicBezTo>
                      <a:pt x="101322" y="430529"/>
                      <a:pt x="52648" y="461279"/>
                      <a:pt x="52648" y="476158"/>
                    </a:cubicBezTo>
                    <a:cubicBezTo>
                      <a:pt x="52648" y="495997"/>
                      <a:pt x="138076" y="542618"/>
                      <a:pt x="303967" y="542618"/>
                    </a:cubicBezTo>
                    <a:cubicBezTo>
                      <a:pt x="469857" y="542618"/>
                      <a:pt x="555285" y="495997"/>
                      <a:pt x="555285" y="476158"/>
                    </a:cubicBezTo>
                    <a:cubicBezTo>
                      <a:pt x="555285" y="461279"/>
                      <a:pt x="507604" y="430529"/>
                      <a:pt x="413235" y="416642"/>
                    </a:cubicBezTo>
                    <a:cubicBezTo>
                      <a:pt x="424162" y="399778"/>
                      <a:pt x="434096" y="383907"/>
                      <a:pt x="444029" y="369028"/>
                    </a:cubicBezTo>
                    <a:cubicBezTo>
                      <a:pt x="537405" y="385891"/>
                      <a:pt x="607933" y="422593"/>
                      <a:pt x="607933" y="476158"/>
                    </a:cubicBezTo>
                    <a:cubicBezTo>
                      <a:pt x="607933" y="554522"/>
                      <a:pt x="454956" y="595191"/>
                      <a:pt x="303967" y="595191"/>
                    </a:cubicBezTo>
                    <a:cubicBezTo>
                      <a:pt x="152977" y="595191"/>
                      <a:pt x="0" y="554522"/>
                      <a:pt x="0" y="476158"/>
                    </a:cubicBezTo>
                    <a:cubicBezTo>
                      <a:pt x="0" y="422593"/>
                      <a:pt x="71522" y="385891"/>
                      <a:pt x="163903" y="369028"/>
                    </a:cubicBezTo>
                    <a:close/>
                    <a:moveTo>
                      <a:pt x="303967" y="100209"/>
                    </a:moveTo>
                    <a:cubicBezTo>
                      <a:pt x="263236" y="100209"/>
                      <a:pt x="230453" y="133943"/>
                      <a:pt x="230453" y="174622"/>
                    </a:cubicBezTo>
                    <a:cubicBezTo>
                      <a:pt x="230453" y="215300"/>
                      <a:pt x="263236" y="248042"/>
                      <a:pt x="303967" y="248042"/>
                    </a:cubicBezTo>
                    <a:cubicBezTo>
                      <a:pt x="344698" y="248042"/>
                      <a:pt x="378475" y="215300"/>
                      <a:pt x="378475" y="174622"/>
                    </a:cubicBezTo>
                    <a:cubicBezTo>
                      <a:pt x="378475" y="133943"/>
                      <a:pt x="344698" y="100209"/>
                      <a:pt x="303967" y="100209"/>
                    </a:cubicBezTo>
                    <a:close/>
                    <a:moveTo>
                      <a:pt x="303967" y="0"/>
                    </a:moveTo>
                    <a:cubicBezTo>
                      <a:pt x="402317" y="0"/>
                      <a:pt x="481792" y="79374"/>
                      <a:pt x="481792" y="177598"/>
                    </a:cubicBezTo>
                    <a:cubicBezTo>
                      <a:pt x="481792" y="248042"/>
                      <a:pt x="390396" y="382976"/>
                      <a:pt x="338737" y="453420"/>
                    </a:cubicBezTo>
                    <a:cubicBezTo>
                      <a:pt x="330790" y="464334"/>
                      <a:pt x="317875" y="471279"/>
                      <a:pt x="303967" y="471279"/>
                    </a:cubicBezTo>
                    <a:cubicBezTo>
                      <a:pt x="290059" y="471279"/>
                      <a:pt x="277144" y="464334"/>
                      <a:pt x="269197" y="453420"/>
                    </a:cubicBezTo>
                    <a:cubicBezTo>
                      <a:pt x="217538" y="382976"/>
                      <a:pt x="126142" y="248042"/>
                      <a:pt x="126142" y="177598"/>
                    </a:cubicBezTo>
                    <a:cubicBezTo>
                      <a:pt x="126142" y="79374"/>
                      <a:pt x="205617" y="0"/>
                      <a:pt x="3039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</p:grpSp>
        <p:grpSp>
          <p:nvGrpSpPr>
            <p:cNvPr id="37" name="组合 36" descr="5842785f-df99-408d-9a5f-5983f44edecc"/>
            <p:cNvGrpSpPr/>
            <p:nvPr/>
          </p:nvGrpSpPr>
          <p:grpSpPr>
            <a:xfrm>
              <a:off x="660400" y="2979366"/>
              <a:ext cx="6041414" cy="1324995"/>
              <a:chOff x="660400" y="3042866"/>
              <a:chExt cx="6041414" cy="1324995"/>
            </a:xfrm>
          </p:grpSpPr>
          <p:sp>
            <p:nvSpPr>
              <p:cNvPr id="13" name="Bullet2" descr="34315a08-b920-43d7-be64-4be4c6710fc7"/>
              <p:cNvSpPr txBox="1"/>
              <p:nvPr/>
            </p:nvSpPr>
            <p:spPr>
              <a:xfrm>
                <a:off x="1328820" y="3042866"/>
                <a:ext cx="5372994" cy="42524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设计要求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4" name="Text2" descr="c077e2b1-e25f-4f2b-b5dd-6d39e229d590"/>
              <p:cNvSpPr/>
              <p:nvPr/>
            </p:nvSpPr>
            <p:spPr bwMode="auto">
              <a:xfrm>
                <a:off x="1328820" y="3468114"/>
                <a:ext cx="5372994" cy="8997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确保齿轮能正确啮合，传动比准确，满足设计要求。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1" name="IconBackground2" descr="436172d3-4e46-4429-8c1d-86da61f34e9c"/>
              <p:cNvSpPr/>
              <p:nvPr/>
            </p:nvSpPr>
            <p:spPr>
              <a:xfrm>
                <a:off x="660400" y="3549439"/>
                <a:ext cx="560428" cy="560428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 w="381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2" name="Icon2" descr="d84567d6-8768-4bae-b851-5d8efce70d91"/>
              <p:cNvSpPr/>
              <p:nvPr/>
            </p:nvSpPr>
            <p:spPr>
              <a:xfrm>
                <a:off x="800697" y="3692668"/>
                <a:ext cx="279834" cy="273968"/>
              </a:xfrm>
              <a:custGeom>
                <a:avLst/>
                <a:gdLst>
                  <a:gd name="connsiteX0" fmla="*/ 163903 w 607933"/>
                  <a:gd name="connsiteY0" fmla="*/ 369028 h 595191"/>
                  <a:gd name="connsiteX1" fmla="*/ 195691 w 607933"/>
                  <a:gd name="connsiteY1" fmla="*/ 416642 h 595191"/>
                  <a:gd name="connsiteX2" fmla="*/ 52648 w 607933"/>
                  <a:gd name="connsiteY2" fmla="*/ 476158 h 595191"/>
                  <a:gd name="connsiteX3" fmla="*/ 303967 w 607933"/>
                  <a:gd name="connsiteY3" fmla="*/ 542618 h 595191"/>
                  <a:gd name="connsiteX4" fmla="*/ 555285 w 607933"/>
                  <a:gd name="connsiteY4" fmla="*/ 476158 h 595191"/>
                  <a:gd name="connsiteX5" fmla="*/ 413235 w 607933"/>
                  <a:gd name="connsiteY5" fmla="*/ 416642 h 595191"/>
                  <a:gd name="connsiteX6" fmla="*/ 444029 w 607933"/>
                  <a:gd name="connsiteY6" fmla="*/ 369028 h 595191"/>
                  <a:gd name="connsiteX7" fmla="*/ 607933 w 607933"/>
                  <a:gd name="connsiteY7" fmla="*/ 476158 h 595191"/>
                  <a:gd name="connsiteX8" fmla="*/ 303967 w 607933"/>
                  <a:gd name="connsiteY8" fmla="*/ 595191 h 595191"/>
                  <a:gd name="connsiteX9" fmla="*/ 0 w 607933"/>
                  <a:gd name="connsiteY9" fmla="*/ 476158 h 595191"/>
                  <a:gd name="connsiteX10" fmla="*/ 163903 w 607933"/>
                  <a:gd name="connsiteY10" fmla="*/ 369028 h 595191"/>
                  <a:gd name="connsiteX11" fmla="*/ 303967 w 607933"/>
                  <a:gd name="connsiteY11" fmla="*/ 100209 h 595191"/>
                  <a:gd name="connsiteX12" fmla="*/ 230453 w 607933"/>
                  <a:gd name="connsiteY12" fmla="*/ 174622 h 595191"/>
                  <a:gd name="connsiteX13" fmla="*/ 303967 w 607933"/>
                  <a:gd name="connsiteY13" fmla="*/ 248042 h 595191"/>
                  <a:gd name="connsiteX14" fmla="*/ 378475 w 607933"/>
                  <a:gd name="connsiteY14" fmla="*/ 174622 h 595191"/>
                  <a:gd name="connsiteX15" fmla="*/ 303967 w 607933"/>
                  <a:gd name="connsiteY15" fmla="*/ 100209 h 595191"/>
                  <a:gd name="connsiteX16" fmla="*/ 303967 w 607933"/>
                  <a:gd name="connsiteY16" fmla="*/ 0 h 595191"/>
                  <a:gd name="connsiteX17" fmla="*/ 481792 w 607933"/>
                  <a:gd name="connsiteY17" fmla="*/ 177598 h 595191"/>
                  <a:gd name="connsiteX18" fmla="*/ 338737 w 607933"/>
                  <a:gd name="connsiteY18" fmla="*/ 453420 h 595191"/>
                  <a:gd name="connsiteX19" fmla="*/ 303967 w 607933"/>
                  <a:gd name="connsiteY19" fmla="*/ 471279 h 595191"/>
                  <a:gd name="connsiteX20" fmla="*/ 269197 w 607933"/>
                  <a:gd name="connsiteY20" fmla="*/ 453420 h 595191"/>
                  <a:gd name="connsiteX21" fmla="*/ 126142 w 607933"/>
                  <a:gd name="connsiteY21" fmla="*/ 177598 h 595191"/>
                  <a:gd name="connsiteX22" fmla="*/ 303967 w 607933"/>
                  <a:gd name="connsiteY22" fmla="*/ 0 h 595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07933" h="595191">
                    <a:moveTo>
                      <a:pt x="163903" y="369028"/>
                    </a:moveTo>
                    <a:cubicBezTo>
                      <a:pt x="173837" y="383907"/>
                      <a:pt x="183771" y="399778"/>
                      <a:pt x="195691" y="416642"/>
                    </a:cubicBezTo>
                    <a:cubicBezTo>
                      <a:pt x="101322" y="430529"/>
                      <a:pt x="52648" y="461279"/>
                      <a:pt x="52648" y="476158"/>
                    </a:cubicBezTo>
                    <a:cubicBezTo>
                      <a:pt x="52648" y="495997"/>
                      <a:pt x="138076" y="542618"/>
                      <a:pt x="303967" y="542618"/>
                    </a:cubicBezTo>
                    <a:cubicBezTo>
                      <a:pt x="469857" y="542618"/>
                      <a:pt x="555285" y="495997"/>
                      <a:pt x="555285" y="476158"/>
                    </a:cubicBezTo>
                    <a:cubicBezTo>
                      <a:pt x="555285" y="461279"/>
                      <a:pt x="507604" y="430529"/>
                      <a:pt x="413235" y="416642"/>
                    </a:cubicBezTo>
                    <a:cubicBezTo>
                      <a:pt x="424162" y="399778"/>
                      <a:pt x="434096" y="383907"/>
                      <a:pt x="444029" y="369028"/>
                    </a:cubicBezTo>
                    <a:cubicBezTo>
                      <a:pt x="537405" y="385891"/>
                      <a:pt x="607933" y="422593"/>
                      <a:pt x="607933" y="476158"/>
                    </a:cubicBezTo>
                    <a:cubicBezTo>
                      <a:pt x="607933" y="554522"/>
                      <a:pt x="454956" y="595191"/>
                      <a:pt x="303967" y="595191"/>
                    </a:cubicBezTo>
                    <a:cubicBezTo>
                      <a:pt x="152977" y="595191"/>
                      <a:pt x="0" y="554522"/>
                      <a:pt x="0" y="476158"/>
                    </a:cubicBezTo>
                    <a:cubicBezTo>
                      <a:pt x="0" y="422593"/>
                      <a:pt x="71522" y="385891"/>
                      <a:pt x="163903" y="369028"/>
                    </a:cubicBezTo>
                    <a:close/>
                    <a:moveTo>
                      <a:pt x="303967" y="100209"/>
                    </a:moveTo>
                    <a:cubicBezTo>
                      <a:pt x="263236" y="100209"/>
                      <a:pt x="230453" y="133943"/>
                      <a:pt x="230453" y="174622"/>
                    </a:cubicBezTo>
                    <a:cubicBezTo>
                      <a:pt x="230453" y="215300"/>
                      <a:pt x="263236" y="248042"/>
                      <a:pt x="303967" y="248042"/>
                    </a:cubicBezTo>
                    <a:cubicBezTo>
                      <a:pt x="344698" y="248042"/>
                      <a:pt x="378475" y="215300"/>
                      <a:pt x="378475" y="174622"/>
                    </a:cubicBezTo>
                    <a:cubicBezTo>
                      <a:pt x="378475" y="133943"/>
                      <a:pt x="344698" y="100209"/>
                      <a:pt x="303967" y="100209"/>
                    </a:cubicBezTo>
                    <a:close/>
                    <a:moveTo>
                      <a:pt x="303967" y="0"/>
                    </a:moveTo>
                    <a:cubicBezTo>
                      <a:pt x="402317" y="0"/>
                      <a:pt x="481792" y="79374"/>
                      <a:pt x="481792" y="177598"/>
                    </a:cubicBezTo>
                    <a:cubicBezTo>
                      <a:pt x="481792" y="248042"/>
                      <a:pt x="390396" y="382976"/>
                      <a:pt x="338737" y="453420"/>
                    </a:cubicBezTo>
                    <a:cubicBezTo>
                      <a:pt x="330790" y="464334"/>
                      <a:pt x="317875" y="471279"/>
                      <a:pt x="303967" y="471279"/>
                    </a:cubicBezTo>
                    <a:cubicBezTo>
                      <a:pt x="290059" y="471279"/>
                      <a:pt x="277144" y="464334"/>
                      <a:pt x="269197" y="453420"/>
                    </a:cubicBezTo>
                    <a:cubicBezTo>
                      <a:pt x="217538" y="382976"/>
                      <a:pt x="126142" y="248042"/>
                      <a:pt x="126142" y="177598"/>
                    </a:cubicBezTo>
                    <a:cubicBezTo>
                      <a:pt x="126142" y="79374"/>
                      <a:pt x="205617" y="0"/>
                      <a:pt x="3039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7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</p:grpSp>
        <p:sp>
          <p:nvSpPr>
            <p:cNvPr id="21" name="Title" descr="61aed8bf-276a-41ea-bebf-ac2644bb5fc1"/>
            <p:cNvSpPr txBox="1"/>
            <p:nvPr/>
          </p:nvSpPr>
          <p:spPr>
            <a:xfrm>
              <a:off x="7455283" y="1678137"/>
              <a:ext cx="4063617" cy="19891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设计传动比为3:1的齿轮系统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f3f0832-5463-4a2e-8a52-eef781e99330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 panose="020B0503020204020204" charset="-122"/>
              </a:rPr>
              <a:t>活动3：实物组装</a:t>
            </a:r>
            <a:endParaRPr lang="en-US" sz="2800" b="1" i="0" u="none">
              <a:solidFill>
                <a:srgbClr val="2F2F2F"/>
              </a:solidFill>
              <a:ea typeface="微软雅黑" panose="020B0503020204020204" charset="-122"/>
            </a:endParaRPr>
          </a:p>
        </p:txBody>
      </p:sp>
      <p:grpSp>
        <p:nvGrpSpPr>
          <p:cNvPr id="3" name="2658f218-de48-4432-8102-b3a571b093bf.source.2.zh-Hans.pptx" descr="d0e9dc95-60b4-4f74-b3d1-81c8442dea30"/>
          <p:cNvGrpSpPr/>
          <p:nvPr/>
        </p:nvGrpSpPr>
        <p:grpSpPr>
          <a:xfrm>
            <a:off x="660399" y="1123950"/>
            <a:ext cx="10721614" cy="5019674"/>
            <a:chOff x="660399" y="1123950"/>
            <a:chExt cx="10721614" cy="5019674"/>
          </a:xfrm>
        </p:grpSpPr>
        <p:sp>
          <p:nvSpPr>
            <p:cNvPr id="4" name="îṥ1îďê" descr="d148fa22-d8af-4eb2-b1bd-15ea6877aa87"/>
            <p:cNvSpPr/>
            <p:nvPr/>
          </p:nvSpPr>
          <p:spPr bwMode="auto">
            <a:xfrm>
              <a:off x="8220236" y="2565190"/>
              <a:ext cx="3161777" cy="2782395"/>
            </a:xfrm>
            <a:custGeom>
              <a:avLst/>
              <a:gdLst>
                <a:gd name="connsiteX0" fmla="*/ 1884860 w 3161777"/>
                <a:gd name="connsiteY0" fmla="*/ 1964023 h 2782395"/>
                <a:gd name="connsiteX1" fmla="*/ 1884860 w 3161777"/>
                <a:gd name="connsiteY1" fmla="*/ 2069109 h 2782395"/>
                <a:gd name="connsiteX2" fmla="*/ 2018130 w 3161777"/>
                <a:gd name="connsiteY2" fmla="*/ 2069109 h 2782395"/>
                <a:gd name="connsiteX3" fmla="*/ 2018130 w 3161777"/>
                <a:gd name="connsiteY3" fmla="*/ 1964023 h 2782395"/>
                <a:gd name="connsiteX4" fmla="*/ 1884860 w 3161777"/>
                <a:gd name="connsiteY4" fmla="*/ 1964023 h 2782395"/>
                <a:gd name="connsiteX5" fmla="*/ 1205113 w 3161777"/>
                <a:gd name="connsiteY5" fmla="*/ 1964023 h 2782395"/>
                <a:gd name="connsiteX6" fmla="*/ 1205113 w 3161777"/>
                <a:gd name="connsiteY6" fmla="*/ 2069109 h 2782395"/>
                <a:gd name="connsiteX7" fmla="*/ 1341268 w 3161777"/>
                <a:gd name="connsiteY7" fmla="*/ 2069109 h 2782395"/>
                <a:gd name="connsiteX8" fmla="*/ 1341268 w 3161777"/>
                <a:gd name="connsiteY8" fmla="*/ 1964023 h 2782395"/>
                <a:gd name="connsiteX9" fmla="*/ 1205113 w 3161777"/>
                <a:gd name="connsiteY9" fmla="*/ 1964023 h 2782395"/>
                <a:gd name="connsiteX10" fmla="*/ 1811210 w 3161777"/>
                <a:gd name="connsiteY10" fmla="*/ 1816903 h 2782395"/>
                <a:gd name="connsiteX11" fmla="*/ 2091780 w 3161777"/>
                <a:gd name="connsiteY11" fmla="*/ 1816903 h 2782395"/>
                <a:gd name="connsiteX12" fmla="*/ 2168936 w 3161777"/>
                <a:gd name="connsiteY12" fmla="*/ 1890463 h 2782395"/>
                <a:gd name="connsiteX13" fmla="*/ 2168936 w 3161777"/>
                <a:gd name="connsiteY13" fmla="*/ 2142668 h 2782395"/>
                <a:gd name="connsiteX14" fmla="*/ 2091780 w 3161777"/>
                <a:gd name="connsiteY14" fmla="*/ 2216228 h 2782395"/>
                <a:gd name="connsiteX15" fmla="*/ 1811210 w 3161777"/>
                <a:gd name="connsiteY15" fmla="*/ 2216228 h 2782395"/>
                <a:gd name="connsiteX16" fmla="*/ 1734054 w 3161777"/>
                <a:gd name="connsiteY16" fmla="*/ 2142668 h 2782395"/>
                <a:gd name="connsiteX17" fmla="*/ 1734054 w 3161777"/>
                <a:gd name="connsiteY17" fmla="*/ 1890463 h 2782395"/>
                <a:gd name="connsiteX18" fmla="*/ 1811210 w 3161777"/>
                <a:gd name="connsiteY18" fmla="*/ 1816903 h 2782395"/>
                <a:gd name="connsiteX19" fmla="*/ 1131799 w 3161777"/>
                <a:gd name="connsiteY19" fmla="*/ 1816903 h 2782395"/>
                <a:gd name="connsiteX20" fmla="*/ 1414583 w 3161777"/>
                <a:gd name="connsiteY20" fmla="*/ 1816903 h 2782395"/>
                <a:gd name="connsiteX21" fmla="*/ 1487897 w 3161777"/>
                <a:gd name="connsiteY21" fmla="*/ 1890463 h 2782395"/>
                <a:gd name="connsiteX22" fmla="*/ 1487897 w 3161777"/>
                <a:gd name="connsiteY22" fmla="*/ 2142668 h 2782395"/>
                <a:gd name="connsiteX23" fmla="*/ 1414583 w 3161777"/>
                <a:gd name="connsiteY23" fmla="*/ 2216228 h 2782395"/>
                <a:gd name="connsiteX24" fmla="*/ 1131799 w 3161777"/>
                <a:gd name="connsiteY24" fmla="*/ 2216228 h 2782395"/>
                <a:gd name="connsiteX25" fmla="*/ 1058485 w 3161777"/>
                <a:gd name="connsiteY25" fmla="*/ 2142668 h 2782395"/>
                <a:gd name="connsiteX26" fmla="*/ 1058485 w 3161777"/>
                <a:gd name="connsiteY26" fmla="*/ 1890463 h 2782395"/>
                <a:gd name="connsiteX27" fmla="*/ 1131799 w 3161777"/>
                <a:gd name="connsiteY27" fmla="*/ 1816903 h 2782395"/>
                <a:gd name="connsiteX28" fmla="*/ 611393 w 3161777"/>
                <a:gd name="connsiteY28" fmla="*/ 1382023 h 2782395"/>
                <a:gd name="connsiteX29" fmla="*/ 2539903 w 3161777"/>
                <a:gd name="connsiteY29" fmla="*/ 1382023 h 2782395"/>
                <a:gd name="connsiteX30" fmla="*/ 2634232 w 3161777"/>
                <a:gd name="connsiteY30" fmla="*/ 1472820 h 2782395"/>
                <a:gd name="connsiteX31" fmla="*/ 2634232 w 3161777"/>
                <a:gd name="connsiteY31" fmla="*/ 2586832 h 2782395"/>
                <a:gd name="connsiteX32" fmla="*/ 3067448 w 3161777"/>
                <a:gd name="connsiteY32" fmla="*/ 2586832 h 2782395"/>
                <a:gd name="connsiteX33" fmla="*/ 3161777 w 3161777"/>
                <a:gd name="connsiteY33" fmla="*/ 2681121 h 2782395"/>
                <a:gd name="connsiteX34" fmla="*/ 3067448 w 3161777"/>
                <a:gd name="connsiteY34" fmla="*/ 2771919 h 2782395"/>
                <a:gd name="connsiteX35" fmla="*/ 2539903 w 3161777"/>
                <a:gd name="connsiteY35" fmla="*/ 2771919 h 2782395"/>
                <a:gd name="connsiteX36" fmla="*/ 2449067 w 3161777"/>
                <a:gd name="connsiteY36" fmla="*/ 2681121 h 2782395"/>
                <a:gd name="connsiteX37" fmla="*/ 2449067 w 3161777"/>
                <a:gd name="connsiteY37" fmla="*/ 1567110 h 2782395"/>
                <a:gd name="connsiteX38" fmla="*/ 705723 w 3161777"/>
                <a:gd name="connsiteY38" fmla="*/ 1567110 h 2782395"/>
                <a:gd name="connsiteX39" fmla="*/ 705723 w 3161777"/>
                <a:gd name="connsiteY39" fmla="*/ 2688106 h 2782395"/>
                <a:gd name="connsiteX40" fmla="*/ 611393 w 3161777"/>
                <a:gd name="connsiteY40" fmla="*/ 2782395 h 2782395"/>
                <a:gd name="connsiteX41" fmla="*/ 90835 w 3161777"/>
                <a:gd name="connsiteY41" fmla="*/ 2782395 h 2782395"/>
                <a:gd name="connsiteX42" fmla="*/ 0 w 3161777"/>
                <a:gd name="connsiteY42" fmla="*/ 2688106 h 2782395"/>
                <a:gd name="connsiteX43" fmla="*/ 90835 w 3161777"/>
                <a:gd name="connsiteY43" fmla="*/ 2597309 h 2782395"/>
                <a:gd name="connsiteX44" fmla="*/ 520558 w 3161777"/>
                <a:gd name="connsiteY44" fmla="*/ 2597309 h 2782395"/>
                <a:gd name="connsiteX45" fmla="*/ 520558 w 3161777"/>
                <a:gd name="connsiteY45" fmla="*/ 1472820 h 2782395"/>
                <a:gd name="connsiteX46" fmla="*/ 611393 w 3161777"/>
                <a:gd name="connsiteY46" fmla="*/ 1382023 h 2782395"/>
                <a:gd name="connsiteX47" fmla="*/ 2119451 w 3161777"/>
                <a:gd name="connsiteY47" fmla="*/ 223942 h 2782395"/>
                <a:gd name="connsiteX48" fmla="*/ 2119451 w 3161777"/>
                <a:gd name="connsiteY48" fmla="*/ 426340 h 2782395"/>
                <a:gd name="connsiteX49" fmla="*/ 2276614 w 3161777"/>
                <a:gd name="connsiteY49" fmla="*/ 555456 h 2782395"/>
                <a:gd name="connsiteX50" fmla="*/ 2276614 w 3161777"/>
                <a:gd name="connsiteY50" fmla="*/ 223942 h 2782395"/>
                <a:gd name="connsiteX51" fmla="*/ 2119451 w 3161777"/>
                <a:gd name="connsiteY51" fmla="*/ 223942 h 2782395"/>
                <a:gd name="connsiteX52" fmla="*/ 1584911 w 3161777"/>
                <a:gd name="connsiteY52" fmla="*/ 216342 h 2782395"/>
                <a:gd name="connsiteX53" fmla="*/ 592770 w 3161777"/>
                <a:gd name="connsiteY53" fmla="*/ 1076384 h 2782395"/>
                <a:gd name="connsiteX54" fmla="*/ 2563078 w 3161777"/>
                <a:gd name="connsiteY54" fmla="*/ 1076384 h 2782395"/>
                <a:gd name="connsiteX55" fmla="*/ 1584911 w 3161777"/>
                <a:gd name="connsiteY55" fmla="*/ 216342 h 2782395"/>
                <a:gd name="connsiteX56" fmla="*/ 1586658 w 3161777"/>
                <a:gd name="connsiteY56" fmla="*/ 20 h 2782395"/>
                <a:gd name="connsiteX57" fmla="*/ 1647793 w 3161777"/>
                <a:gd name="connsiteY57" fmla="*/ 24056 h 2782395"/>
                <a:gd name="connsiteX58" fmla="*/ 1862406 w 3161777"/>
                <a:gd name="connsiteY58" fmla="*/ 212985 h 2782395"/>
                <a:gd name="connsiteX59" fmla="*/ 1969273 w 3161777"/>
                <a:gd name="connsiteY59" fmla="*/ 307063 h 2782395"/>
                <a:gd name="connsiteX60" fmla="*/ 1969273 w 3161777"/>
                <a:gd name="connsiteY60" fmla="*/ 281684 h 2782395"/>
                <a:gd name="connsiteX61" fmla="*/ 1969273 w 3161777"/>
                <a:gd name="connsiteY61" fmla="*/ 150660 h 2782395"/>
                <a:gd name="connsiteX62" fmla="*/ 2042616 w 3161777"/>
                <a:gd name="connsiteY62" fmla="*/ 77378 h 2782395"/>
                <a:gd name="connsiteX63" fmla="*/ 2349957 w 3161777"/>
                <a:gd name="connsiteY63" fmla="*/ 77378 h 2782395"/>
                <a:gd name="connsiteX64" fmla="*/ 2423300 w 3161777"/>
                <a:gd name="connsiteY64" fmla="*/ 150660 h 2782395"/>
                <a:gd name="connsiteX65" fmla="*/ 2423300 w 3161777"/>
                <a:gd name="connsiteY65" fmla="*/ 703710 h 2782395"/>
                <a:gd name="connsiteX66" fmla="*/ 2423300 w 3161777"/>
                <a:gd name="connsiteY66" fmla="*/ 706754 h 2782395"/>
                <a:gd name="connsiteX67" fmla="*/ 2470823 w 3161777"/>
                <a:gd name="connsiteY67" fmla="*/ 748589 h 2782395"/>
                <a:gd name="connsiteX68" fmla="*/ 2867008 w 3161777"/>
                <a:gd name="connsiteY68" fmla="*/ 1097361 h 2782395"/>
                <a:gd name="connsiteX69" fmla="*/ 2901943 w 3161777"/>
                <a:gd name="connsiteY69" fmla="*/ 1170779 h 2782395"/>
                <a:gd name="connsiteX70" fmla="*/ 2807620 w 3161777"/>
                <a:gd name="connsiteY70" fmla="*/ 1261678 h 2782395"/>
                <a:gd name="connsiteX71" fmla="*/ 344735 w 3161777"/>
                <a:gd name="connsiteY71" fmla="*/ 1261678 h 2782395"/>
                <a:gd name="connsiteX72" fmla="*/ 257399 w 3161777"/>
                <a:gd name="connsiteY72" fmla="*/ 1202244 h 2782395"/>
                <a:gd name="connsiteX73" fmla="*/ 281853 w 3161777"/>
                <a:gd name="connsiteY73" fmla="*/ 1100857 h 2782395"/>
                <a:gd name="connsiteX74" fmla="*/ 1525522 w 3161777"/>
                <a:gd name="connsiteY74" fmla="*/ 20560 h 2782395"/>
                <a:gd name="connsiteX75" fmla="*/ 1586658 w 3161777"/>
                <a:gd name="connsiteY75" fmla="*/ 20 h 2782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3161777" h="2782395">
                  <a:moveTo>
                    <a:pt x="1884860" y="1964023"/>
                  </a:moveTo>
                  <a:lnTo>
                    <a:pt x="1884860" y="2069109"/>
                  </a:lnTo>
                  <a:cubicBezTo>
                    <a:pt x="2018130" y="2069109"/>
                    <a:pt x="2018130" y="2069109"/>
                    <a:pt x="2018130" y="2069109"/>
                  </a:cubicBezTo>
                  <a:cubicBezTo>
                    <a:pt x="2018130" y="1964023"/>
                    <a:pt x="2018130" y="1964023"/>
                    <a:pt x="2018130" y="1964023"/>
                  </a:cubicBezTo>
                  <a:cubicBezTo>
                    <a:pt x="1884860" y="1964023"/>
                    <a:pt x="1884860" y="1964023"/>
                    <a:pt x="1884860" y="1964023"/>
                  </a:cubicBezTo>
                  <a:close/>
                  <a:moveTo>
                    <a:pt x="1205113" y="1964023"/>
                  </a:moveTo>
                  <a:lnTo>
                    <a:pt x="1205113" y="2069109"/>
                  </a:lnTo>
                  <a:cubicBezTo>
                    <a:pt x="1341268" y="2069109"/>
                    <a:pt x="1341268" y="2069109"/>
                    <a:pt x="1341268" y="2069109"/>
                  </a:cubicBezTo>
                  <a:cubicBezTo>
                    <a:pt x="1341268" y="1964023"/>
                    <a:pt x="1341268" y="1964023"/>
                    <a:pt x="1341268" y="1964023"/>
                  </a:cubicBezTo>
                  <a:cubicBezTo>
                    <a:pt x="1205113" y="1964023"/>
                    <a:pt x="1205113" y="1964023"/>
                    <a:pt x="1205113" y="1964023"/>
                  </a:cubicBezTo>
                  <a:close/>
                  <a:moveTo>
                    <a:pt x="1811210" y="1816903"/>
                  </a:moveTo>
                  <a:cubicBezTo>
                    <a:pt x="2091780" y="1816903"/>
                    <a:pt x="2091780" y="1816903"/>
                    <a:pt x="2091780" y="1816903"/>
                  </a:cubicBezTo>
                  <a:cubicBezTo>
                    <a:pt x="2133865" y="1816903"/>
                    <a:pt x="2168936" y="1851932"/>
                    <a:pt x="2168936" y="1890463"/>
                  </a:cubicBezTo>
                  <a:cubicBezTo>
                    <a:pt x="2168936" y="2142668"/>
                    <a:pt x="2168936" y="2142668"/>
                    <a:pt x="2168936" y="2142668"/>
                  </a:cubicBezTo>
                  <a:cubicBezTo>
                    <a:pt x="2168936" y="2181200"/>
                    <a:pt x="2133865" y="2216228"/>
                    <a:pt x="2091780" y="2216228"/>
                  </a:cubicBezTo>
                  <a:cubicBezTo>
                    <a:pt x="1811210" y="2216228"/>
                    <a:pt x="1811210" y="2216228"/>
                    <a:pt x="1811210" y="2216228"/>
                  </a:cubicBezTo>
                  <a:cubicBezTo>
                    <a:pt x="1769125" y="2216228"/>
                    <a:pt x="1734054" y="2181200"/>
                    <a:pt x="1734054" y="2142668"/>
                  </a:cubicBezTo>
                  <a:cubicBezTo>
                    <a:pt x="1734054" y="1890463"/>
                    <a:pt x="1734054" y="1890463"/>
                    <a:pt x="1734054" y="1890463"/>
                  </a:cubicBezTo>
                  <a:cubicBezTo>
                    <a:pt x="1734054" y="1851932"/>
                    <a:pt x="1769125" y="1816903"/>
                    <a:pt x="1811210" y="1816903"/>
                  </a:cubicBezTo>
                  <a:close/>
                  <a:moveTo>
                    <a:pt x="1131799" y="1816903"/>
                  </a:moveTo>
                  <a:cubicBezTo>
                    <a:pt x="1414583" y="1816903"/>
                    <a:pt x="1414583" y="1816903"/>
                    <a:pt x="1414583" y="1816903"/>
                  </a:cubicBezTo>
                  <a:cubicBezTo>
                    <a:pt x="1456477" y="1816903"/>
                    <a:pt x="1487897" y="1851932"/>
                    <a:pt x="1487897" y="1890463"/>
                  </a:cubicBezTo>
                  <a:cubicBezTo>
                    <a:pt x="1487897" y="2142668"/>
                    <a:pt x="1487897" y="2142668"/>
                    <a:pt x="1487897" y="2142668"/>
                  </a:cubicBezTo>
                  <a:cubicBezTo>
                    <a:pt x="1487897" y="2181200"/>
                    <a:pt x="1456477" y="2216228"/>
                    <a:pt x="1414583" y="2216228"/>
                  </a:cubicBezTo>
                  <a:cubicBezTo>
                    <a:pt x="1131799" y="2216228"/>
                    <a:pt x="1131799" y="2216228"/>
                    <a:pt x="1131799" y="2216228"/>
                  </a:cubicBezTo>
                  <a:cubicBezTo>
                    <a:pt x="1089905" y="2216228"/>
                    <a:pt x="1058485" y="2181200"/>
                    <a:pt x="1058485" y="2142668"/>
                  </a:cubicBezTo>
                  <a:cubicBezTo>
                    <a:pt x="1058485" y="1890463"/>
                    <a:pt x="1058485" y="1890463"/>
                    <a:pt x="1058485" y="1890463"/>
                  </a:cubicBezTo>
                  <a:cubicBezTo>
                    <a:pt x="1058485" y="1851932"/>
                    <a:pt x="1089905" y="1816903"/>
                    <a:pt x="1131799" y="1816903"/>
                  </a:cubicBezTo>
                  <a:close/>
                  <a:moveTo>
                    <a:pt x="611393" y="1382023"/>
                  </a:moveTo>
                  <a:cubicBezTo>
                    <a:pt x="2539903" y="1382023"/>
                    <a:pt x="2539903" y="1382023"/>
                    <a:pt x="2539903" y="1382023"/>
                  </a:cubicBezTo>
                  <a:cubicBezTo>
                    <a:pt x="2592308" y="1382023"/>
                    <a:pt x="2634232" y="1423930"/>
                    <a:pt x="2634232" y="1472820"/>
                  </a:cubicBezTo>
                  <a:cubicBezTo>
                    <a:pt x="2634232" y="2586832"/>
                    <a:pt x="2634232" y="2586832"/>
                    <a:pt x="2634232" y="2586832"/>
                  </a:cubicBezTo>
                  <a:cubicBezTo>
                    <a:pt x="3067448" y="2586832"/>
                    <a:pt x="3067448" y="2586832"/>
                    <a:pt x="3067448" y="2586832"/>
                  </a:cubicBezTo>
                  <a:cubicBezTo>
                    <a:pt x="3119853" y="2586832"/>
                    <a:pt x="3161777" y="2628738"/>
                    <a:pt x="3161777" y="2681121"/>
                  </a:cubicBezTo>
                  <a:cubicBezTo>
                    <a:pt x="3158283" y="2730012"/>
                    <a:pt x="3119853" y="2771919"/>
                    <a:pt x="3067448" y="2771919"/>
                  </a:cubicBezTo>
                  <a:cubicBezTo>
                    <a:pt x="2539903" y="2771919"/>
                    <a:pt x="2539903" y="2771919"/>
                    <a:pt x="2539903" y="2771919"/>
                  </a:cubicBezTo>
                  <a:cubicBezTo>
                    <a:pt x="2490991" y="2771919"/>
                    <a:pt x="2449067" y="2730012"/>
                    <a:pt x="2449067" y="2681121"/>
                  </a:cubicBezTo>
                  <a:cubicBezTo>
                    <a:pt x="2449067" y="1567110"/>
                    <a:pt x="2449067" y="1567110"/>
                    <a:pt x="2449067" y="1567110"/>
                  </a:cubicBezTo>
                  <a:cubicBezTo>
                    <a:pt x="705723" y="1567110"/>
                    <a:pt x="705723" y="1567110"/>
                    <a:pt x="705723" y="1567110"/>
                  </a:cubicBezTo>
                  <a:cubicBezTo>
                    <a:pt x="705723" y="2688106"/>
                    <a:pt x="705723" y="2688106"/>
                    <a:pt x="705723" y="2688106"/>
                  </a:cubicBezTo>
                  <a:cubicBezTo>
                    <a:pt x="705723" y="2740489"/>
                    <a:pt x="663798" y="2782395"/>
                    <a:pt x="611393" y="2782395"/>
                  </a:cubicBezTo>
                  <a:cubicBezTo>
                    <a:pt x="90835" y="2782395"/>
                    <a:pt x="90835" y="2782395"/>
                    <a:pt x="90835" y="2782395"/>
                  </a:cubicBezTo>
                  <a:cubicBezTo>
                    <a:pt x="41924" y="2782395"/>
                    <a:pt x="0" y="2740489"/>
                    <a:pt x="0" y="2688106"/>
                  </a:cubicBezTo>
                  <a:cubicBezTo>
                    <a:pt x="0" y="2639215"/>
                    <a:pt x="41924" y="2597309"/>
                    <a:pt x="90835" y="2597309"/>
                  </a:cubicBezTo>
                  <a:cubicBezTo>
                    <a:pt x="520558" y="2597309"/>
                    <a:pt x="520558" y="2597309"/>
                    <a:pt x="520558" y="2597309"/>
                  </a:cubicBezTo>
                  <a:cubicBezTo>
                    <a:pt x="520558" y="1472820"/>
                    <a:pt x="520558" y="1472820"/>
                    <a:pt x="520558" y="1472820"/>
                  </a:cubicBezTo>
                  <a:cubicBezTo>
                    <a:pt x="520558" y="1423930"/>
                    <a:pt x="562482" y="1382023"/>
                    <a:pt x="611393" y="1382023"/>
                  </a:cubicBezTo>
                  <a:close/>
                  <a:moveTo>
                    <a:pt x="2119451" y="223942"/>
                  </a:moveTo>
                  <a:lnTo>
                    <a:pt x="2119451" y="426340"/>
                  </a:lnTo>
                  <a:cubicBezTo>
                    <a:pt x="2276614" y="555456"/>
                    <a:pt x="2276614" y="555456"/>
                    <a:pt x="2276614" y="555456"/>
                  </a:cubicBezTo>
                  <a:cubicBezTo>
                    <a:pt x="2276614" y="223942"/>
                    <a:pt x="2276614" y="223942"/>
                    <a:pt x="2276614" y="223942"/>
                  </a:cubicBezTo>
                  <a:cubicBezTo>
                    <a:pt x="2119451" y="223942"/>
                    <a:pt x="2119451" y="223942"/>
                    <a:pt x="2119451" y="223942"/>
                  </a:cubicBezTo>
                  <a:close/>
                  <a:moveTo>
                    <a:pt x="1584911" y="216342"/>
                  </a:moveTo>
                  <a:lnTo>
                    <a:pt x="592770" y="1076384"/>
                  </a:lnTo>
                  <a:cubicBezTo>
                    <a:pt x="2563078" y="1076384"/>
                    <a:pt x="2563078" y="1076384"/>
                    <a:pt x="2563078" y="1076384"/>
                  </a:cubicBezTo>
                  <a:cubicBezTo>
                    <a:pt x="1584911" y="216342"/>
                    <a:pt x="1584911" y="216342"/>
                    <a:pt x="1584911" y="216342"/>
                  </a:cubicBezTo>
                  <a:close/>
                  <a:moveTo>
                    <a:pt x="1586658" y="20"/>
                  </a:moveTo>
                  <a:cubicBezTo>
                    <a:pt x="1608492" y="457"/>
                    <a:pt x="1630326" y="8324"/>
                    <a:pt x="1647793" y="24056"/>
                  </a:cubicBezTo>
                  <a:cubicBezTo>
                    <a:pt x="1723994" y="91138"/>
                    <a:pt x="1795432" y="154027"/>
                    <a:pt x="1862406" y="212985"/>
                  </a:cubicBezTo>
                  <a:lnTo>
                    <a:pt x="1969273" y="307063"/>
                  </a:lnTo>
                  <a:lnTo>
                    <a:pt x="1969273" y="281684"/>
                  </a:lnTo>
                  <a:cubicBezTo>
                    <a:pt x="1969273" y="150660"/>
                    <a:pt x="1969273" y="150660"/>
                    <a:pt x="1969273" y="150660"/>
                  </a:cubicBezTo>
                  <a:cubicBezTo>
                    <a:pt x="1969273" y="112274"/>
                    <a:pt x="2004198" y="77378"/>
                    <a:pt x="2042616" y="77378"/>
                  </a:cubicBezTo>
                  <a:cubicBezTo>
                    <a:pt x="2349957" y="77378"/>
                    <a:pt x="2349957" y="77378"/>
                    <a:pt x="2349957" y="77378"/>
                  </a:cubicBezTo>
                  <a:cubicBezTo>
                    <a:pt x="2391867" y="77378"/>
                    <a:pt x="2423300" y="112274"/>
                    <a:pt x="2423300" y="150660"/>
                  </a:cubicBezTo>
                  <a:cubicBezTo>
                    <a:pt x="2423300" y="572031"/>
                    <a:pt x="2423300" y="677374"/>
                    <a:pt x="2423300" y="703710"/>
                  </a:cubicBezTo>
                  <a:lnTo>
                    <a:pt x="2423300" y="706754"/>
                  </a:lnTo>
                  <a:lnTo>
                    <a:pt x="2470823" y="748589"/>
                  </a:lnTo>
                  <a:cubicBezTo>
                    <a:pt x="2867008" y="1097361"/>
                    <a:pt x="2867008" y="1097361"/>
                    <a:pt x="2867008" y="1097361"/>
                  </a:cubicBezTo>
                  <a:cubicBezTo>
                    <a:pt x="2887969" y="1114842"/>
                    <a:pt x="2901943" y="1139314"/>
                    <a:pt x="2901943" y="1170779"/>
                  </a:cubicBezTo>
                  <a:cubicBezTo>
                    <a:pt x="2901943" y="1219725"/>
                    <a:pt x="2860022" y="1261678"/>
                    <a:pt x="2807620" y="1261678"/>
                  </a:cubicBezTo>
                  <a:cubicBezTo>
                    <a:pt x="344735" y="1261678"/>
                    <a:pt x="344735" y="1261678"/>
                    <a:pt x="344735" y="1261678"/>
                  </a:cubicBezTo>
                  <a:cubicBezTo>
                    <a:pt x="306307" y="1261678"/>
                    <a:pt x="271373" y="1237205"/>
                    <a:pt x="257399" y="1202244"/>
                  </a:cubicBezTo>
                  <a:cubicBezTo>
                    <a:pt x="243425" y="1167283"/>
                    <a:pt x="253905" y="1125330"/>
                    <a:pt x="281853" y="1100857"/>
                  </a:cubicBezTo>
                  <a:cubicBezTo>
                    <a:pt x="1525522" y="20560"/>
                    <a:pt x="1525522" y="20560"/>
                    <a:pt x="1525522" y="20560"/>
                  </a:cubicBezTo>
                  <a:cubicBezTo>
                    <a:pt x="1542990" y="6576"/>
                    <a:pt x="1564824" y="-417"/>
                    <a:pt x="1586658" y="2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/>
            <a:p>
              <a:pPr algn="ctr"/>
            </a:p>
          </p:txBody>
        </p:sp>
        <p:cxnSp>
          <p:nvCxnSpPr>
            <p:cNvPr id="7" name="ïṣḷïḋê" descr="f835ab57-c98a-4fb6-860e-e87c557ead57"/>
            <p:cNvCxnSpPr/>
            <p:nvPr/>
          </p:nvCxnSpPr>
          <p:spPr>
            <a:xfrm>
              <a:off x="4321035" y="3230157"/>
              <a:ext cx="197499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ïŝļïḑè" descr="8aac1029-85d1-421e-acfc-98248d350dd3"/>
            <p:cNvCxnSpPr/>
            <p:nvPr/>
          </p:nvCxnSpPr>
          <p:spPr>
            <a:xfrm>
              <a:off x="4321035" y="4961342"/>
              <a:ext cx="197499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itle" descr="7b8ecb4b-bbfd-4d6f-a92b-8e83a1335b59"/>
            <p:cNvSpPr txBox="1"/>
            <p:nvPr/>
          </p:nvSpPr>
          <p:spPr>
            <a:xfrm>
              <a:off x="660399" y="1130300"/>
              <a:ext cx="6984725" cy="665322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pPr algn="l"/>
              <a:r>
                <a:rPr lang="en-US" sz="2400" b="1" i="0" u="none">
                  <a:solidFill>
                    <a:srgbClr val="2F2F2F"/>
                  </a:solidFill>
                  <a:ea typeface="微软雅黑" panose="020B0503020204020204" charset="-122"/>
                </a:rPr>
                <a:t>组装门开合机构并测试</a:t>
              </a:r>
              <a:endParaRPr lang="en-US" sz="2400" b="1" i="0" u="none">
                <a:solidFill>
                  <a:srgbClr val="2F2F2F"/>
                </a:solidFill>
                <a:ea typeface="微软雅黑" panose="020B0503020204020204" charset="-122"/>
              </a:endParaRPr>
            </a:p>
          </p:txBody>
        </p:sp>
        <p:grpSp>
          <p:nvGrpSpPr>
            <p:cNvPr id="43" name="组合 42" descr="b6e2ddfd-5154-4be4-bf58-2b072c3ff934"/>
            <p:cNvGrpSpPr/>
            <p:nvPr/>
          </p:nvGrpSpPr>
          <p:grpSpPr>
            <a:xfrm>
              <a:off x="669925" y="1123950"/>
              <a:ext cx="8453174" cy="5019674"/>
              <a:chOff x="669925" y="1123950"/>
              <a:chExt cx="8453174" cy="5019674"/>
            </a:xfrm>
          </p:grpSpPr>
          <p:sp>
            <p:nvSpPr>
              <p:cNvPr id="5" name="ComponentBackground1" descr="8a3f8a87-21c9-49ad-9dd2-cc7811342133"/>
              <p:cNvSpPr/>
              <p:nvPr/>
            </p:nvSpPr>
            <p:spPr>
              <a:xfrm rot="16200000">
                <a:off x="6021432" y="3041956"/>
                <a:ext cx="5019674" cy="1183661"/>
              </a:xfrm>
              <a:prstGeom prst="homePlat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21" name="IconBackground1" descr="28eb82d6-b3c4-4c75-b3a5-0bed9dde2f1e"/>
              <p:cNvSpPr/>
              <p:nvPr/>
            </p:nvSpPr>
            <p:spPr>
              <a:xfrm>
                <a:off x="4990232" y="2911860"/>
                <a:ext cx="636596" cy="636596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accent1">
                    <a:lumMod val="60000"/>
                    <a:lumOff val="4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22" name="Icon1" descr="2a1fabfe-0917-4d44-9e6a-26b8fb8bbeb4"/>
              <p:cNvSpPr/>
              <p:nvPr/>
            </p:nvSpPr>
            <p:spPr bwMode="auto">
              <a:xfrm>
                <a:off x="5114056" y="3035684"/>
                <a:ext cx="388948" cy="388948"/>
              </a:xfrm>
              <a:custGeom>
                <a:avLst/>
                <a:gdLst>
                  <a:gd name="T0" fmla="*/ 116 w 232"/>
                  <a:gd name="T1" fmla="*/ 0 h 232"/>
                  <a:gd name="T2" fmla="*/ 0 w 232"/>
                  <a:gd name="T3" fmla="*/ 116 h 232"/>
                  <a:gd name="T4" fmla="*/ 116 w 232"/>
                  <a:gd name="T5" fmla="*/ 232 h 232"/>
                  <a:gd name="T6" fmla="*/ 232 w 232"/>
                  <a:gd name="T7" fmla="*/ 116 h 232"/>
                  <a:gd name="T8" fmla="*/ 116 w 232"/>
                  <a:gd name="T9" fmla="*/ 0 h 232"/>
                  <a:gd name="T10" fmla="*/ 129 w 232"/>
                  <a:gd name="T11" fmla="*/ 208 h 232"/>
                  <a:gd name="T12" fmla="*/ 129 w 232"/>
                  <a:gd name="T13" fmla="*/ 190 h 232"/>
                  <a:gd name="T14" fmla="*/ 117 w 232"/>
                  <a:gd name="T15" fmla="*/ 178 h 232"/>
                  <a:gd name="T16" fmla="*/ 105 w 232"/>
                  <a:gd name="T17" fmla="*/ 190 h 232"/>
                  <a:gd name="T18" fmla="*/ 105 w 232"/>
                  <a:gd name="T19" fmla="*/ 208 h 232"/>
                  <a:gd name="T20" fmla="*/ 25 w 232"/>
                  <a:gd name="T21" fmla="*/ 129 h 232"/>
                  <a:gd name="T22" fmla="*/ 42 w 232"/>
                  <a:gd name="T23" fmla="*/ 129 h 232"/>
                  <a:gd name="T24" fmla="*/ 53 w 232"/>
                  <a:gd name="T25" fmla="*/ 117 h 232"/>
                  <a:gd name="T26" fmla="*/ 42 w 232"/>
                  <a:gd name="T27" fmla="*/ 105 h 232"/>
                  <a:gd name="T28" fmla="*/ 24 w 232"/>
                  <a:gd name="T29" fmla="*/ 105 h 232"/>
                  <a:gd name="T30" fmla="*/ 104 w 232"/>
                  <a:gd name="T31" fmla="*/ 25 h 232"/>
                  <a:gd name="T32" fmla="*/ 104 w 232"/>
                  <a:gd name="T33" fmla="*/ 41 h 232"/>
                  <a:gd name="T34" fmla="*/ 116 w 232"/>
                  <a:gd name="T35" fmla="*/ 53 h 232"/>
                  <a:gd name="T36" fmla="*/ 128 w 232"/>
                  <a:gd name="T37" fmla="*/ 41 h 232"/>
                  <a:gd name="T38" fmla="*/ 128 w 232"/>
                  <a:gd name="T39" fmla="*/ 25 h 232"/>
                  <a:gd name="T40" fmla="*/ 208 w 232"/>
                  <a:gd name="T41" fmla="*/ 104 h 232"/>
                  <a:gd name="T42" fmla="*/ 190 w 232"/>
                  <a:gd name="T43" fmla="*/ 104 h 232"/>
                  <a:gd name="T44" fmla="*/ 179 w 232"/>
                  <a:gd name="T45" fmla="*/ 116 h 232"/>
                  <a:gd name="T46" fmla="*/ 190 w 232"/>
                  <a:gd name="T47" fmla="*/ 128 h 232"/>
                  <a:gd name="T48" fmla="*/ 208 w 232"/>
                  <a:gd name="T49" fmla="*/ 128 h 232"/>
                  <a:gd name="T50" fmla="*/ 129 w 232"/>
                  <a:gd name="T51" fmla="*/ 208 h 232"/>
                  <a:gd name="T52" fmla="*/ 124 w 232"/>
                  <a:gd name="T53" fmla="*/ 94 h 232"/>
                  <a:gd name="T54" fmla="*/ 70 w 232"/>
                  <a:gd name="T55" fmla="*/ 69 h 232"/>
                  <a:gd name="T56" fmla="*/ 94 w 232"/>
                  <a:gd name="T57" fmla="*/ 124 h 232"/>
                  <a:gd name="T58" fmla="*/ 109 w 232"/>
                  <a:gd name="T59" fmla="*/ 138 h 232"/>
                  <a:gd name="T60" fmla="*/ 163 w 232"/>
                  <a:gd name="T61" fmla="*/ 163 h 232"/>
                  <a:gd name="T62" fmla="*/ 138 w 232"/>
                  <a:gd name="T63" fmla="*/ 108 h 232"/>
                  <a:gd name="T64" fmla="*/ 124 w 232"/>
                  <a:gd name="T65" fmla="*/ 94 h 232"/>
                  <a:gd name="T66" fmla="*/ 123 w 232"/>
                  <a:gd name="T67" fmla="*/ 123 h 232"/>
                  <a:gd name="T68" fmla="*/ 110 w 232"/>
                  <a:gd name="T69" fmla="*/ 123 h 232"/>
                  <a:gd name="T70" fmla="*/ 110 w 232"/>
                  <a:gd name="T71" fmla="*/ 109 h 232"/>
                  <a:gd name="T72" fmla="*/ 123 w 232"/>
                  <a:gd name="T73" fmla="*/ 109 h 232"/>
                  <a:gd name="T74" fmla="*/ 123 w 232"/>
                  <a:gd name="T75" fmla="*/ 123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32" h="232">
                    <a:moveTo>
                      <a:pt x="116" y="0"/>
                    </a:moveTo>
                    <a:cubicBezTo>
                      <a:pt x="52" y="0"/>
                      <a:pt x="0" y="52"/>
                      <a:pt x="0" y="116"/>
                    </a:cubicBezTo>
                    <a:cubicBezTo>
                      <a:pt x="0" y="180"/>
                      <a:pt x="52" y="232"/>
                      <a:pt x="116" y="232"/>
                    </a:cubicBezTo>
                    <a:cubicBezTo>
                      <a:pt x="180" y="232"/>
                      <a:pt x="232" y="180"/>
                      <a:pt x="232" y="116"/>
                    </a:cubicBezTo>
                    <a:cubicBezTo>
                      <a:pt x="232" y="52"/>
                      <a:pt x="180" y="0"/>
                      <a:pt x="116" y="0"/>
                    </a:cubicBezTo>
                    <a:close/>
                    <a:moveTo>
                      <a:pt x="129" y="208"/>
                    </a:moveTo>
                    <a:cubicBezTo>
                      <a:pt x="129" y="190"/>
                      <a:pt x="129" y="190"/>
                      <a:pt x="129" y="190"/>
                    </a:cubicBezTo>
                    <a:cubicBezTo>
                      <a:pt x="129" y="183"/>
                      <a:pt x="123" y="178"/>
                      <a:pt x="117" y="178"/>
                    </a:cubicBezTo>
                    <a:cubicBezTo>
                      <a:pt x="110" y="178"/>
                      <a:pt x="105" y="183"/>
                      <a:pt x="105" y="190"/>
                    </a:cubicBezTo>
                    <a:cubicBezTo>
                      <a:pt x="105" y="208"/>
                      <a:pt x="105" y="208"/>
                      <a:pt x="105" y="208"/>
                    </a:cubicBezTo>
                    <a:cubicBezTo>
                      <a:pt x="63" y="203"/>
                      <a:pt x="30" y="170"/>
                      <a:pt x="25" y="129"/>
                    </a:cubicBezTo>
                    <a:cubicBezTo>
                      <a:pt x="42" y="129"/>
                      <a:pt x="42" y="129"/>
                      <a:pt x="42" y="129"/>
                    </a:cubicBezTo>
                    <a:cubicBezTo>
                      <a:pt x="48" y="129"/>
                      <a:pt x="53" y="123"/>
                      <a:pt x="53" y="117"/>
                    </a:cubicBezTo>
                    <a:cubicBezTo>
                      <a:pt x="53" y="110"/>
                      <a:pt x="48" y="105"/>
                      <a:pt x="42" y="105"/>
                    </a:cubicBezTo>
                    <a:cubicBezTo>
                      <a:pt x="24" y="105"/>
                      <a:pt x="24" y="105"/>
                      <a:pt x="24" y="105"/>
                    </a:cubicBezTo>
                    <a:cubicBezTo>
                      <a:pt x="29" y="63"/>
                      <a:pt x="63" y="30"/>
                      <a:pt x="104" y="25"/>
                    </a:cubicBezTo>
                    <a:cubicBezTo>
                      <a:pt x="104" y="41"/>
                      <a:pt x="104" y="41"/>
                      <a:pt x="104" y="41"/>
                    </a:cubicBezTo>
                    <a:cubicBezTo>
                      <a:pt x="104" y="47"/>
                      <a:pt x="109" y="53"/>
                      <a:pt x="116" y="53"/>
                    </a:cubicBezTo>
                    <a:cubicBezTo>
                      <a:pt x="122" y="53"/>
                      <a:pt x="128" y="47"/>
                      <a:pt x="128" y="41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69" y="30"/>
                      <a:pt x="202" y="63"/>
                      <a:pt x="208" y="104"/>
                    </a:cubicBezTo>
                    <a:cubicBezTo>
                      <a:pt x="190" y="104"/>
                      <a:pt x="190" y="104"/>
                      <a:pt x="190" y="104"/>
                    </a:cubicBezTo>
                    <a:cubicBezTo>
                      <a:pt x="184" y="104"/>
                      <a:pt x="179" y="109"/>
                      <a:pt x="179" y="116"/>
                    </a:cubicBezTo>
                    <a:cubicBezTo>
                      <a:pt x="179" y="122"/>
                      <a:pt x="184" y="128"/>
                      <a:pt x="190" y="128"/>
                    </a:cubicBezTo>
                    <a:cubicBezTo>
                      <a:pt x="208" y="128"/>
                      <a:pt x="208" y="128"/>
                      <a:pt x="208" y="128"/>
                    </a:cubicBezTo>
                    <a:cubicBezTo>
                      <a:pt x="203" y="169"/>
                      <a:pt x="170" y="202"/>
                      <a:pt x="129" y="208"/>
                    </a:cubicBezTo>
                    <a:close/>
                    <a:moveTo>
                      <a:pt x="124" y="94"/>
                    </a:moveTo>
                    <a:cubicBezTo>
                      <a:pt x="70" y="69"/>
                      <a:pt x="70" y="69"/>
                      <a:pt x="70" y="69"/>
                    </a:cubicBezTo>
                    <a:cubicBezTo>
                      <a:pt x="94" y="124"/>
                      <a:pt x="94" y="124"/>
                      <a:pt x="94" y="124"/>
                    </a:cubicBezTo>
                    <a:cubicBezTo>
                      <a:pt x="97" y="129"/>
                      <a:pt x="103" y="136"/>
                      <a:pt x="109" y="138"/>
                    </a:cubicBezTo>
                    <a:cubicBezTo>
                      <a:pt x="163" y="163"/>
                      <a:pt x="163" y="163"/>
                      <a:pt x="163" y="163"/>
                    </a:cubicBezTo>
                    <a:cubicBezTo>
                      <a:pt x="138" y="108"/>
                      <a:pt x="138" y="108"/>
                      <a:pt x="138" y="108"/>
                    </a:cubicBezTo>
                    <a:cubicBezTo>
                      <a:pt x="136" y="103"/>
                      <a:pt x="130" y="96"/>
                      <a:pt x="124" y="94"/>
                    </a:cubicBezTo>
                    <a:close/>
                    <a:moveTo>
                      <a:pt x="123" y="123"/>
                    </a:moveTo>
                    <a:cubicBezTo>
                      <a:pt x="119" y="126"/>
                      <a:pt x="113" y="126"/>
                      <a:pt x="110" y="123"/>
                    </a:cubicBezTo>
                    <a:cubicBezTo>
                      <a:pt x="106" y="119"/>
                      <a:pt x="106" y="113"/>
                      <a:pt x="110" y="109"/>
                    </a:cubicBezTo>
                    <a:cubicBezTo>
                      <a:pt x="113" y="106"/>
                      <a:pt x="119" y="106"/>
                      <a:pt x="123" y="109"/>
                    </a:cubicBezTo>
                    <a:cubicBezTo>
                      <a:pt x="127" y="113"/>
                      <a:pt x="127" y="119"/>
                      <a:pt x="123" y="12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19" name="Bullet1" descr="3db49067-71e6-4e27-a1ec-cccb397ef1b7"/>
              <p:cNvSpPr txBox="1"/>
              <p:nvPr/>
            </p:nvSpPr>
            <p:spPr bwMode="auto">
              <a:xfrm>
                <a:off x="669925" y="2669628"/>
                <a:ext cx="3582638" cy="55592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1440" tIns="45720" rIns="91440" bIns="45720" anchor="b" anchorCtr="0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r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材料准备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20" name="Text1" descr="56d6ae4d-1ade-4d9a-8075-bd307ea2abb7"/>
              <p:cNvSpPr txBox="1"/>
              <p:nvPr/>
            </p:nvSpPr>
            <p:spPr bwMode="auto">
              <a:xfrm>
                <a:off x="669925" y="3246009"/>
                <a:ext cx="3582638" cy="115480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1440" tIns="45720" rIns="91440" bIns="45720" anchor="t" anchorCtr="0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准备3D打印的齿轮零件、舵机、螺丝等组装材料。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0" name="Number1" descr="2815d94b-556e-422d-947f-76f727cacf8a"/>
              <p:cNvSpPr txBox="1"/>
              <p:nvPr/>
            </p:nvSpPr>
            <p:spPr bwMode="auto">
              <a:xfrm>
                <a:off x="6378616" y="3030102"/>
                <a:ext cx="755336" cy="4001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  <a:scene3d>
                  <a:camera prst="orthographicFront"/>
                  <a:lightRig rig="threePt" dir="t"/>
                </a:scene3d>
              </a:bodyPr>
              <a:lstStyle/>
              <a:p>
                <a:pPr algn="ctr"/>
                <a:r>
                  <a:rPr lang="en-US" sz="2000" b="1" i="0" u="none" strike="noStrike">
                    <a:solidFill>
                      <a:srgbClr val="FBB825"/>
                    </a:solidFill>
                    <a:latin typeface="Arial" panose="020B0604020202020204"/>
                  </a:rPr>
                  <a:t>20</a:t>
                </a:r>
                <a:endParaRPr lang="en-US" sz="2000" b="1" i="0" u="none" strike="noStrike">
                  <a:solidFill>
                    <a:srgbClr val="FBB825"/>
                  </a:solidFill>
                  <a:latin typeface="Arial" panose="020B0604020202020204"/>
                </a:endParaRPr>
              </a:p>
            </p:txBody>
          </p:sp>
        </p:grpSp>
        <p:grpSp>
          <p:nvGrpSpPr>
            <p:cNvPr id="44" name="组合 43" descr="a2510a4d-8f25-448d-9652-3f7262b7f8e5"/>
            <p:cNvGrpSpPr/>
            <p:nvPr/>
          </p:nvGrpSpPr>
          <p:grpSpPr>
            <a:xfrm>
              <a:off x="669925" y="1828364"/>
              <a:ext cx="8453175" cy="4315260"/>
              <a:chOff x="669925" y="1828364"/>
              <a:chExt cx="8453175" cy="4315260"/>
            </a:xfrm>
          </p:grpSpPr>
          <p:sp>
            <p:nvSpPr>
              <p:cNvPr id="6" name="ComponentBackground2" descr="88f8adc3-26ec-4fb6-9b18-04f213306a80"/>
              <p:cNvSpPr/>
              <p:nvPr/>
            </p:nvSpPr>
            <p:spPr>
              <a:xfrm rot="16200000">
                <a:off x="6373640" y="3394163"/>
                <a:ext cx="4315260" cy="1183661"/>
              </a:xfrm>
              <a:prstGeom prst="homePlat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12" name="IconBackground2" descr="8668a971-5c11-402f-b0b9-8f34e33377ef"/>
              <p:cNvSpPr/>
              <p:nvPr/>
            </p:nvSpPr>
            <p:spPr>
              <a:xfrm>
                <a:off x="4990232" y="4643045"/>
                <a:ext cx="636596" cy="636596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 w="38100">
                <a:solidFill>
                  <a:schemeClr val="bg1">
                    <a:lumMod val="85000"/>
                    <a:alpha val="70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13" name="Icon2" descr="cd561499-f33f-4ff9-8f81-1141c2973b32"/>
              <p:cNvSpPr/>
              <p:nvPr/>
            </p:nvSpPr>
            <p:spPr bwMode="auto">
              <a:xfrm>
                <a:off x="5114056" y="4766867"/>
                <a:ext cx="388948" cy="388948"/>
              </a:xfrm>
              <a:custGeom>
                <a:avLst/>
                <a:gdLst>
                  <a:gd name="T0" fmla="*/ 116 w 232"/>
                  <a:gd name="T1" fmla="*/ 0 h 232"/>
                  <a:gd name="T2" fmla="*/ 0 w 232"/>
                  <a:gd name="T3" fmla="*/ 116 h 232"/>
                  <a:gd name="T4" fmla="*/ 116 w 232"/>
                  <a:gd name="T5" fmla="*/ 232 h 232"/>
                  <a:gd name="T6" fmla="*/ 232 w 232"/>
                  <a:gd name="T7" fmla="*/ 116 h 232"/>
                  <a:gd name="T8" fmla="*/ 116 w 232"/>
                  <a:gd name="T9" fmla="*/ 0 h 232"/>
                  <a:gd name="T10" fmla="*/ 129 w 232"/>
                  <a:gd name="T11" fmla="*/ 208 h 232"/>
                  <a:gd name="T12" fmla="*/ 129 w 232"/>
                  <a:gd name="T13" fmla="*/ 190 h 232"/>
                  <a:gd name="T14" fmla="*/ 117 w 232"/>
                  <a:gd name="T15" fmla="*/ 178 h 232"/>
                  <a:gd name="T16" fmla="*/ 105 w 232"/>
                  <a:gd name="T17" fmla="*/ 190 h 232"/>
                  <a:gd name="T18" fmla="*/ 105 w 232"/>
                  <a:gd name="T19" fmla="*/ 208 h 232"/>
                  <a:gd name="T20" fmla="*/ 25 w 232"/>
                  <a:gd name="T21" fmla="*/ 129 h 232"/>
                  <a:gd name="T22" fmla="*/ 42 w 232"/>
                  <a:gd name="T23" fmla="*/ 129 h 232"/>
                  <a:gd name="T24" fmla="*/ 53 w 232"/>
                  <a:gd name="T25" fmla="*/ 117 h 232"/>
                  <a:gd name="T26" fmla="*/ 42 w 232"/>
                  <a:gd name="T27" fmla="*/ 105 h 232"/>
                  <a:gd name="T28" fmla="*/ 24 w 232"/>
                  <a:gd name="T29" fmla="*/ 105 h 232"/>
                  <a:gd name="T30" fmla="*/ 104 w 232"/>
                  <a:gd name="T31" fmla="*/ 25 h 232"/>
                  <a:gd name="T32" fmla="*/ 104 w 232"/>
                  <a:gd name="T33" fmla="*/ 41 h 232"/>
                  <a:gd name="T34" fmla="*/ 116 w 232"/>
                  <a:gd name="T35" fmla="*/ 53 h 232"/>
                  <a:gd name="T36" fmla="*/ 128 w 232"/>
                  <a:gd name="T37" fmla="*/ 41 h 232"/>
                  <a:gd name="T38" fmla="*/ 128 w 232"/>
                  <a:gd name="T39" fmla="*/ 25 h 232"/>
                  <a:gd name="T40" fmla="*/ 208 w 232"/>
                  <a:gd name="T41" fmla="*/ 104 h 232"/>
                  <a:gd name="T42" fmla="*/ 190 w 232"/>
                  <a:gd name="T43" fmla="*/ 104 h 232"/>
                  <a:gd name="T44" fmla="*/ 179 w 232"/>
                  <a:gd name="T45" fmla="*/ 116 h 232"/>
                  <a:gd name="T46" fmla="*/ 190 w 232"/>
                  <a:gd name="T47" fmla="*/ 128 h 232"/>
                  <a:gd name="T48" fmla="*/ 208 w 232"/>
                  <a:gd name="T49" fmla="*/ 128 h 232"/>
                  <a:gd name="T50" fmla="*/ 129 w 232"/>
                  <a:gd name="T51" fmla="*/ 208 h 232"/>
                  <a:gd name="T52" fmla="*/ 124 w 232"/>
                  <a:gd name="T53" fmla="*/ 94 h 232"/>
                  <a:gd name="T54" fmla="*/ 70 w 232"/>
                  <a:gd name="T55" fmla="*/ 69 h 232"/>
                  <a:gd name="T56" fmla="*/ 94 w 232"/>
                  <a:gd name="T57" fmla="*/ 124 h 232"/>
                  <a:gd name="T58" fmla="*/ 109 w 232"/>
                  <a:gd name="T59" fmla="*/ 138 h 232"/>
                  <a:gd name="T60" fmla="*/ 163 w 232"/>
                  <a:gd name="T61" fmla="*/ 163 h 232"/>
                  <a:gd name="T62" fmla="*/ 138 w 232"/>
                  <a:gd name="T63" fmla="*/ 108 h 232"/>
                  <a:gd name="T64" fmla="*/ 124 w 232"/>
                  <a:gd name="T65" fmla="*/ 94 h 232"/>
                  <a:gd name="T66" fmla="*/ 123 w 232"/>
                  <a:gd name="T67" fmla="*/ 123 h 232"/>
                  <a:gd name="T68" fmla="*/ 110 w 232"/>
                  <a:gd name="T69" fmla="*/ 123 h 232"/>
                  <a:gd name="T70" fmla="*/ 110 w 232"/>
                  <a:gd name="T71" fmla="*/ 109 h 232"/>
                  <a:gd name="T72" fmla="*/ 123 w 232"/>
                  <a:gd name="T73" fmla="*/ 109 h 232"/>
                  <a:gd name="T74" fmla="*/ 123 w 232"/>
                  <a:gd name="T75" fmla="*/ 123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32" h="232">
                    <a:moveTo>
                      <a:pt x="116" y="0"/>
                    </a:moveTo>
                    <a:cubicBezTo>
                      <a:pt x="52" y="0"/>
                      <a:pt x="0" y="52"/>
                      <a:pt x="0" y="116"/>
                    </a:cubicBezTo>
                    <a:cubicBezTo>
                      <a:pt x="0" y="180"/>
                      <a:pt x="52" y="232"/>
                      <a:pt x="116" y="232"/>
                    </a:cubicBezTo>
                    <a:cubicBezTo>
                      <a:pt x="180" y="232"/>
                      <a:pt x="232" y="180"/>
                      <a:pt x="232" y="116"/>
                    </a:cubicBezTo>
                    <a:cubicBezTo>
                      <a:pt x="232" y="52"/>
                      <a:pt x="180" y="0"/>
                      <a:pt x="116" y="0"/>
                    </a:cubicBezTo>
                    <a:close/>
                    <a:moveTo>
                      <a:pt x="129" y="208"/>
                    </a:moveTo>
                    <a:cubicBezTo>
                      <a:pt x="129" y="190"/>
                      <a:pt x="129" y="190"/>
                      <a:pt x="129" y="190"/>
                    </a:cubicBezTo>
                    <a:cubicBezTo>
                      <a:pt x="129" y="183"/>
                      <a:pt x="123" y="178"/>
                      <a:pt x="117" y="178"/>
                    </a:cubicBezTo>
                    <a:cubicBezTo>
                      <a:pt x="110" y="178"/>
                      <a:pt x="105" y="183"/>
                      <a:pt x="105" y="190"/>
                    </a:cubicBezTo>
                    <a:cubicBezTo>
                      <a:pt x="105" y="208"/>
                      <a:pt x="105" y="208"/>
                      <a:pt x="105" y="208"/>
                    </a:cubicBezTo>
                    <a:cubicBezTo>
                      <a:pt x="63" y="203"/>
                      <a:pt x="30" y="170"/>
                      <a:pt x="25" y="129"/>
                    </a:cubicBezTo>
                    <a:cubicBezTo>
                      <a:pt x="42" y="129"/>
                      <a:pt x="42" y="129"/>
                      <a:pt x="42" y="129"/>
                    </a:cubicBezTo>
                    <a:cubicBezTo>
                      <a:pt x="48" y="129"/>
                      <a:pt x="53" y="123"/>
                      <a:pt x="53" y="117"/>
                    </a:cubicBezTo>
                    <a:cubicBezTo>
                      <a:pt x="53" y="110"/>
                      <a:pt x="48" y="105"/>
                      <a:pt x="42" y="105"/>
                    </a:cubicBezTo>
                    <a:cubicBezTo>
                      <a:pt x="24" y="105"/>
                      <a:pt x="24" y="105"/>
                      <a:pt x="24" y="105"/>
                    </a:cubicBezTo>
                    <a:cubicBezTo>
                      <a:pt x="29" y="63"/>
                      <a:pt x="63" y="30"/>
                      <a:pt x="104" y="25"/>
                    </a:cubicBezTo>
                    <a:cubicBezTo>
                      <a:pt x="104" y="41"/>
                      <a:pt x="104" y="41"/>
                      <a:pt x="104" y="41"/>
                    </a:cubicBezTo>
                    <a:cubicBezTo>
                      <a:pt x="104" y="47"/>
                      <a:pt x="109" y="53"/>
                      <a:pt x="116" y="53"/>
                    </a:cubicBezTo>
                    <a:cubicBezTo>
                      <a:pt x="122" y="53"/>
                      <a:pt x="128" y="47"/>
                      <a:pt x="128" y="41"/>
                    </a:cubicBezTo>
                    <a:cubicBezTo>
                      <a:pt x="128" y="25"/>
                      <a:pt x="128" y="25"/>
                      <a:pt x="128" y="25"/>
                    </a:cubicBezTo>
                    <a:cubicBezTo>
                      <a:pt x="169" y="30"/>
                      <a:pt x="202" y="63"/>
                      <a:pt x="208" y="104"/>
                    </a:cubicBezTo>
                    <a:cubicBezTo>
                      <a:pt x="190" y="104"/>
                      <a:pt x="190" y="104"/>
                      <a:pt x="190" y="104"/>
                    </a:cubicBezTo>
                    <a:cubicBezTo>
                      <a:pt x="184" y="104"/>
                      <a:pt x="179" y="109"/>
                      <a:pt x="179" y="116"/>
                    </a:cubicBezTo>
                    <a:cubicBezTo>
                      <a:pt x="179" y="122"/>
                      <a:pt x="184" y="128"/>
                      <a:pt x="190" y="128"/>
                    </a:cubicBezTo>
                    <a:cubicBezTo>
                      <a:pt x="208" y="128"/>
                      <a:pt x="208" y="128"/>
                      <a:pt x="208" y="128"/>
                    </a:cubicBezTo>
                    <a:cubicBezTo>
                      <a:pt x="203" y="169"/>
                      <a:pt x="170" y="202"/>
                      <a:pt x="129" y="208"/>
                    </a:cubicBezTo>
                    <a:close/>
                    <a:moveTo>
                      <a:pt x="124" y="94"/>
                    </a:moveTo>
                    <a:cubicBezTo>
                      <a:pt x="70" y="69"/>
                      <a:pt x="70" y="69"/>
                      <a:pt x="70" y="69"/>
                    </a:cubicBezTo>
                    <a:cubicBezTo>
                      <a:pt x="94" y="124"/>
                      <a:pt x="94" y="124"/>
                      <a:pt x="94" y="124"/>
                    </a:cubicBezTo>
                    <a:cubicBezTo>
                      <a:pt x="97" y="129"/>
                      <a:pt x="103" y="136"/>
                      <a:pt x="109" y="138"/>
                    </a:cubicBezTo>
                    <a:cubicBezTo>
                      <a:pt x="163" y="163"/>
                      <a:pt x="163" y="163"/>
                      <a:pt x="163" y="163"/>
                    </a:cubicBezTo>
                    <a:cubicBezTo>
                      <a:pt x="138" y="108"/>
                      <a:pt x="138" y="108"/>
                      <a:pt x="138" y="108"/>
                    </a:cubicBezTo>
                    <a:cubicBezTo>
                      <a:pt x="136" y="103"/>
                      <a:pt x="130" y="96"/>
                      <a:pt x="124" y="94"/>
                    </a:cubicBezTo>
                    <a:close/>
                    <a:moveTo>
                      <a:pt x="123" y="123"/>
                    </a:moveTo>
                    <a:cubicBezTo>
                      <a:pt x="119" y="126"/>
                      <a:pt x="113" y="126"/>
                      <a:pt x="110" y="123"/>
                    </a:cubicBezTo>
                    <a:cubicBezTo>
                      <a:pt x="106" y="119"/>
                      <a:pt x="106" y="113"/>
                      <a:pt x="110" y="109"/>
                    </a:cubicBezTo>
                    <a:cubicBezTo>
                      <a:pt x="113" y="106"/>
                      <a:pt x="119" y="106"/>
                      <a:pt x="123" y="109"/>
                    </a:cubicBezTo>
                    <a:cubicBezTo>
                      <a:pt x="127" y="113"/>
                      <a:pt x="127" y="119"/>
                      <a:pt x="123" y="12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algn="ctr"/>
              </a:p>
            </p:txBody>
          </p:sp>
          <p:sp>
            <p:nvSpPr>
              <p:cNvPr id="17" name="Bullet2" descr="66e9ca53-9ad5-497a-82a5-22e361979586"/>
              <p:cNvSpPr txBox="1"/>
              <p:nvPr/>
            </p:nvSpPr>
            <p:spPr bwMode="auto">
              <a:xfrm>
                <a:off x="669925" y="4400815"/>
                <a:ext cx="3582638" cy="55592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1440" tIns="45720" rIns="91440" bIns="45720" anchor="b" anchorCtr="0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r"/>
                <a:r>
                  <a:rPr lang="en-US" sz="1800" b="1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组装任务</a:t>
                </a:r>
                <a:endParaRPr lang="en-US" sz="1800" b="1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8" name="Text2" descr="a660bf5f-77b5-42c1-b199-ce1da5310f2a"/>
              <p:cNvSpPr txBox="1"/>
              <p:nvPr/>
            </p:nvSpPr>
            <p:spPr bwMode="auto">
              <a:xfrm>
                <a:off x="669925" y="4977196"/>
                <a:ext cx="3582638" cy="115480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 lIns="91440" tIns="45720" rIns="91440" bIns="45720" anchor="t" anchorCtr="0">
                <a:normAutofit/>
                <a:scene3d>
                  <a:camera prst="orthographicFront"/>
                  <a:lightRig rig="threePt" dir="t"/>
                </a:scene3d>
                <a:sp3d>
                  <a:bevelT w="0" h="0"/>
                </a:sp3d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sz="1200" b="0" i="0" u="none">
                    <a:solidFill>
                      <a:srgbClr val="2F2F2F"/>
                    </a:solidFill>
                    <a:ea typeface="微软雅黑" panose="020B0503020204020204" charset="-122"/>
                  </a:rPr>
                  <a:t>组装完整的门开合机构，并进行测试，检验设计效果。</a:t>
                </a:r>
                <a:endParaRPr lang="en-US" sz="1200" b="0" i="0" u="none">
                  <a:solidFill>
                    <a:srgbClr val="2F2F2F"/>
                  </a:solidFill>
                  <a:ea typeface="微软雅黑" panose="020B0503020204020204" charset="-122"/>
                </a:endParaRPr>
              </a:p>
            </p:txBody>
          </p:sp>
          <p:sp>
            <p:nvSpPr>
              <p:cNvPr id="15" name="Number2" descr="0213f053-2a72-4303-b31c-e35604cd3d51"/>
              <p:cNvSpPr txBox="1"/>
              <p:nvPr/>
            </p:nvSpPr>
            <p:spPr bwMode="auto">
              <a:xfrm>
                <a:off x="6378616" y="4761288"/>
                <a:ext cx="755336" cy="4001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  <a:scene3d>
                  <a:camera prst="orthographicFront"/>
                  <a:lightRig rig="threePt" dir="t"/>
                </a:scene3d>
              </a:bodyPr>
              <a:lstStyle/>
              <a:p>
                <a:pPr algn="ctr"/>
                <a:endParaRPr lang="en-US" sz="2000" b="1" i="0" u="none" strike="noStrike">
                  <a:solidFill>
                    <a:srgbClr val="2F2F2F"/>
                  </a:solidFill>
                  <a:latin typeface="Arial" panose="020B0604020202020204"/>
                </a:endParaRPr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 descr="aabfce98-4d79-4ce4-a404-001475266e48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5400" b="1" i="0" u="none">
                <a:solidFill>
                  <a:srgbClr val="FFFFFF"/>
                </a:solidFill>
                <a:ea typeface="微软雅黑" panose="020B0503020204020204" charset="-122"/>
              </a:rPr>
              <a:t>谢谢观看</a:t>
            </a:r>
            <a:endParaRPr lang="en-US" sz="5400" b="1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4" name="文本占位符 3" descr="2de1f195-cda6-45bf-8004-9eae0264431f"/>
          <p:cNvSpPr>
            <a:spLocks noGrp="1"/>
          </p:cNvSpPr>
          <p:nvPr>
            <p:ph type="body" sz="quarter" idx="13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200" b="0" i="0" u="none">
                <a:solidFill>
                  <a:srgbClr val="FFFFFF"/>
                </a:solidFill>
                <a:ea typeface="微软雅黑" panose="020B0503020204020204" charset="-122"/>
              </a:rPr>
              <a:t>报告人名称</a:t>
            </a:r>
            <a:endParaRPr lang="en-US" sz="1200" b="0" i="0" u="none">
              <a:solidFill>
                <a:srgbClr val="FFFFFF"/>
              </a:solidFill>
              <a:ea typeface="微软雅黑" panose="020B0503020204020204" charset="-122"/>
            </a:endParaRPr>
          </a:p>
        </p:txBody>
      </p:sp>
      <p:sp>
        <p:nvSpPr>
          <p:cNvPr id="7" name="文本占位符 6" descr="89e2e7b8-c66a-488f-b10d-08b7edca1599"/>
          <p:cNvSpPr>
            <a:spLocks noGrp="1"/>
          </p:cNvSpPr>
          <p:nvPr>
            <p:ph type="body" sz="quarter" idx="14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ts val="1000"/>
              </a:spcBef>
            </a:pPr>
            <a:r>
              <a:rPr lang="en-US" sz="1200" b="0" i="0" u="none">
                <a:solidFill>
                  <a:srgbClr val="FFFFFF"/>
                </a:solidFill>
                <a:latin typeface="微软雅黑" panose="020B0503020204020204" charset="-122"/>
              </a:rPr>
              <a:t>20xx.xx.xx</a:t>
            </a:r>
            <a:endParaRPr lang="en-US" sz="1200" b="0" i="0" u="none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" name="TextBox 2"/>
          <p:cNvSpPr txBox="1"/>
          <p:nvPr/>
        </p:nvSpPr>
        <p:spPr>
          <a:xfrm>
            <a:off x="10756900" y="6413500"/>
            <a:ext cx="1371600" cy="381000"/>
          </a:xfrm>
          <a:prstGeom prst="roundRect">
            <a:avLst/>
          </a:prstGeom>
          <a:solidFill>
            <a:srgbClr val="FFFFFF"/>
          </a:solidFill>
        </p:spPr>
        <p:txBody>
          <a:bodyPr wrap="none" rtlCol="0" anchor="ctr"/>
          <a:lstStyle/>
          <a:p>
            <a:pPr algn="ctr">
              <a:defRPr/>
            </a:pPr>
            <a:r>
              <a:rPr lang="en-US" sz="1200">
                <a:solidFill>
                  <a:srgbClr val="000000"/>
                </a:solidFill>
              </a:rPr>
              <a:t>内容由夸克AI生成</a:t>
            </a:r>
            <a:endParaRPr 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2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3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4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5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6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7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8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9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10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11.xml><?xml version="1.0" encoding="utf-8"?>
<p:tagLst xmlns:p="http://schemas.openxmlformats.org/presentationml/2006/main">
  <p:tag name="KSO_WM_DIAGRAM_VIRTUALLY_FRAME" val="{&quot;height&quot;:394,&quot;left&quot;:52,&quot;top&quot;:89,&quot;width&quot;:855}"/>
</p:tagLst>
</file>

<file path=ppt/tags/tag12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FBB825"/>
      </a:accent1>
      <a:accent2>
        <a:srgbClr val="5DB5FF"/>
      </a:accent2>
      <a:accent3>
        <a:srgbClr val="3685F9"/>
      </a:accent3>
      <a:accent4>
        <a:srgbClr val="FFB22F"/>
      </a:accent4>
      <a:accent5>
        <a:srgbClr val="31477F"/>
      </a:accent5>
      <a:accent6>
        <a:srgbClr val="8E8E8E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2479</Words>
  <Application>WPS 演示</Application>
  <PresentationFormat>宽屏</PresentationFormat>
  <Paragraphs>443</Paragraphs>
  <Slides>28</Slides>
  <Notes>7</Notes>
  <HiddenSlides>14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Arial</vt:lpstr>
      <vt:lpstr>Arial Unicode MS</vt:lpstr>
      <vt:lpstr>Calibri</vt:lpstr>
      <vt:lpstr>Aptos</vt:lpstr>
      <vt:lpstr>Segoe UI</vt:lpstr>
      <vt:lpstr>Designed by iSlide</vt:lpstr>
      <vt:lpstr>齿轮传动与Fusion 360建模入门</vt:lpstr>
      <vt:lpstr>目录</vt:lpstr>
      <vt:lpstr>齿轮基础知识</vt:lpstr>
      <vt:lpstr>齿轮定义</vt:lpstr>
      <vt:lpstr>常见齿轮类型</vt:lpstr>
      <vt:lpstr>常见齿轮类型</vt:lpstr>
      <vt:lpstr>齿轮传动比</vt:lpstr>
      <vt:lpstr>Fusion 360基础操作</vt:lpstr>
      <vt:lpstr>界面认识</vt:lpstr>
      <vt:lpstr>创建直齿轮</vt:lpstr>
      <vt:lpstr>创建配对齿轮</vt:lpstr>
      <vt:lpstr>门开合齿轮机构设计</vt:lpstr>
      <vt:lpstr>设计思路</vt:lpstr>
      <vt:lpstr>创建齿轮组</vt:lpstr>
      <vt:lpstr>创建门和支架</vt:lpstr>
      <vt:lpstr>完整装配</vt:lpstr>
      <vt:lpstr>运动仿真</vt:lpstr>
      <vt:lpstr>设置运动仿真</vt:lpstr>
      <vt:lpstr>添加驱动和测试</vt:lpstr>
      <vt:lpstr>优化设计</vt:lpstr>
      <vt:lpstr>3D打印准备</vt:lpstr>
      <vt:lpstr>导出零件</vt:lpstr>
      <vt:lpstr>3D打印注意事项</vt:lpstr>
      <vt:lpstr>课堂实践活动</vt:lpstr>
      <vt:lpstr>活动1：齿轮传动比实验</vt:lpstr>
      <vt:lpstr>活动2：设计挑战</vt:lpstr>
      <vt:lpstr>活动3：实物组装</vt:lpstr>
      <vt:lpstr>谢谢观看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iSlide</dc:creator>
  <cp:lastModifiedBy>.</cp:lastModifiedBy>
  <cp:revision>2</cp:revision>
  <cp:lastPrinted>2025-02-11T16:00:00Z</cp:lastPrinted>
  <dcterms:created xsi:type="dcterms:W3CDTF">2025-02-11T16:00:00Z</dcterms:created>
  <dcterms:modified xsi:type="dcterms:W3CDTF">2025-10-18T05:44:33Z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7bd01c20-eb00-4349-84d7-436071b008d6</vt:lpwstr>
  </property>
  <property fmtid="{D5CDD505-2E9C-101B-9397-08002B2CF9AE}" pid="3" name="ICV">
    <vt:lpwstr>57A3046FA4BB48C4A9436EF72343F52C_12</vt:lpwstr>
  </property>
  <property fmtid="{D5CDD505-2E9C-101B-9397-08002B2CF9AE}" pid="4" name="KSOProductBuildVer">
    <vt:lpwstr>2052-12.1.0.22529</vt:lpwstr>
  </property>
</Properties>
</file>